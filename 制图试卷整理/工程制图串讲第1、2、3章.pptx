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45"/>
  </p:notesMasterIdLst>
  <p:sldIdLst>
    <p:sldId id="712" r:id="rId2"/>
    <p:sldId id="714" r:id="rId3"/>
    <p:sldId id="713" r:id="rId4"/>
    <p:sldId id="718" r:id="rId5"/>
    <p:sldId id="1133" r:id="rId6"/>
    <p:sldId id="1128" r:id="rId7"/>
    <p:sldId id="689" r:id="rId8"/>
    <p:sldId id="1130" r:id="rId9"/>
    <p:sldId id="1129" r:id="rId10"/>
    <p:sldId id="1135" r:id="rId11"/>
    <p:sldId id="1137" r:id="rId12"/>
    <p:sldId id="1138" r:id="rId13"/>
    <p:sldId id="1139" r:id="rId14"/>
    <p:sldId id="1141" r:id="rId15"/>
    <p:sldId id="1134" r:id="rId16"/>
    <p:sldId id="1142" r:id="rId17"/>
    <p:sldId id="1143" r:id="rId18"/>
    <p:sldId id="1145" r:id="rId19"/>
    <p:sldId id="1146" r:id="rId20"/>
    <p:sldId id="1147" r:id="rId21"/>
    <p:sldId id="1148" r:id="rId22"/>
    <p:sldId id="1136" r:id="rId23"/>
    <p:sldId id="1149" r:id="rId24"/>
    <p:sldId id="1132" r:id="rId25"/>
    <p:sldId id="1150" r:id="rId26"/>
    <p:sldId id="719" r:id="rId27"/>
    <p:sldId id="1151" r:id="rId28"/>
    <p:sldId id="1152" r:id="rId29"/>
    <p:sldId id="1153" r:id="rId30"/>
    <p:sldId id="1154" r:id="rId31"/>
    <p:sldId id="1155" r:id="rId32"/>
    <p:sldId id="1156" r:id="rId33"/>
    <p:sldId id="1157" r:id="rId34"/>
    <p:sldId id="1158" r:id="rId35"/>
    <p:sldId id="1159" r:id="rId36"/>
    <p:sldId id="1163" r:id="rId37"/>
    <p:sldId id="1160" r:id="rId38"/>
    <p:sldId id="1161" r:id="rId39"/>
    <p:sldId id="1162" r:id="rId40"/>
    <p:sldId id="1164" r:id="rId41"/>
    <p:sldId id="1165" r:id="rId42"/>
    <p:sldId id="720" r:id="rId43"/>
    <p:sldId id="717" r:id="rId44"/>
  </p:sldIdLst>
  <p:sldSz cx="12192000" cy="6858000"/>
  <p:notesSz cx="6858000" cy="9144000"/>
  <p:defaultText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4" d="100"/>
          <a:sy n="104" d="100"/>
        </p:scale>
        <p:origin x="96" y="76"/>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001DF-A7C9-4647-B15D-97E28197E2FF}" type="datetimeFigureOut">
              <a:rPr lang="zh-CN" altLang="en-US" smtClean="0"/>
              <a:t>2024/11/6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69FFC-0801-4A48-9EE2-3FFFF18B3C5E}" type="slidenum">
              <a:rPr lang="zh-CN" altLang="en-US" smtClean="0"/>
              <a:t>‹#›</a:t>
            </a:fld>
            <a:endParaRPr lang="zh-CN" altLang="en-US"/>
          </a:p>
        </p:txBody>
      </p:sp>
    </p:spTree>
    <p:extLst>
      <p:ext uri="{BB962C8B-B14F-4D97-AF65-F5344CB8AC3E}">
        <p14:creationId xmlns:p14="http://schemas.microsoft.com/office/powerpoint/2010/main" val="915643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1</a:t>
            </a:fld>
            <a:endParaRPr lang="zh-SG" altLang="en-US"/>
          </a:p>
        </p:txBody>
      </p:sp>
    </p:spTree>
    <p:extLst>
      <p:ext uri="{BB962C8B-B14F-4D97-AF65-F5344CB8AC3E}">
        <p14:creationId xmlns:p14="http://schemas.microsoft.com/office/powerpoint/2010/main" val="441138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3</a:t>
            </a:fld>
            <a:endParaRPr lang="zh-SG" altLang="en-US"/>
          </a:p>
        </p:txBody>
      </p:sp>
    </p:spTree>
    <p:extLst>
      <p:ext uri="{BB962C8B-B14F-4D97-AF65-F5344CB8AC3E}">
        <p14:creationId xmlns:p14="http://schemas.microsoft.com/office/powerpoint/2010/main" val="1399526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4</a:t>
            </a:fld>
            <a:endParaRPr lang="zh-SG" altLang="en-US"/>
          </a:p>
        </p:txBody>
      </p:sp>
    </p:spTree>
    <p:extLst>
      <p:ext uri="{BB962C8B-B14F-4D97-AF65-F5344CB8AC3E}">
        <p14:creationId xmlns:p14="http://schemas.microsoft.com/office/powerpoint/2010/main" val="602147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26</a:t>
            </a:fld>
            <a:endParaRPr lang="zh-SG" altLang="en-US"/>
          </a:p>
        </p:txBody>
      </p:sp>
    </p:spTree>
    <p:extLst>
      <p:ext uri="{BB962C8B-B14F-4D97-AF65-F5344CB8AC3E}">
        <p14:creationId xmlns:p14="http://schemas.microsoft.com/office/powerpoint/2010/main" val="3330078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369FFC-0801-4A48-9EE2-3FFFF18B3C5E}" type="slidenum">
              <a:rPr lang="zh-CN" altLang="en-US" smtClean="0"/>
              <a:t>28</a:t>
            </a:fld>
            <a:endParaRPr lang="zh-CN" altLang="en-US"/>
          </a:p>
        </p:txBody>
      </p:sp>
    </p:spTree>
    <p:extLst>
      <p:ext uri="{BB962C8B-B14F-4D97-AF65-F5344CB8AC3E}">
        <p14:creationId xmlns:p14="http://schemas.microsoft.com/office/powerpoint/2010/main" val="3867145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42</a:t>
            </a:fld>
            <a:endParaRPr lang="zh-SG" altLang="en-US"/>
          </a:p>
        </p:txBody>
      </p:sp>
    </p:spTree>
    <p:extLst>
      <p:ext uri="{BB962C8B-B14F-4D97-AF65-F5344CB8AC3E}">
        <p14:creationId xmlns:p14="http://schemas.microsoft.com/office/powerpoint/2010/main" val="3502297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5BAB93CE-5124-4277-BBE8-F7735A1952C7}" type="slidenum">
              <a:rPr lang="zh-SG" altLang="en-US" smtClean="0"/>
              <a:t>43</a:t>
            </a:fld>
            <a:endParaRPr lang="zh-SG" altLang="en-US"/>
          </a:p>
        </p:txBody>
      </p:sp>
    </p:spTree>
    <p:extLst>
      <p:ext uri="{BB962C8B-B14F-4D97-AF65-F5344CB8AC3E}">
        <p14:creationId xmlns:p14="http://schemas.microsoft.com/office/powerpoint/2010/main" val="42891215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jpeg"/><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jpeg"/><Relationship Id="rId4"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封面">
    <p:bg>
      <p:bgPr>
        <a:solidFill>
          <a:schemeClr val="bg2"/>
        </a:solidFill>
        <a:effectLst/>
      </p:bgPr>
    </p:bg>
    <p:spTree>
      <p:nvGrpSpPr>
        <p:cNvPr id="1" name=""/>
        <p:cNvGrpSpPr/>
        <p:nvPr/>
      </p:nvGrpSpPr>
      <p:grpSpPr>
        <a:xfrm>
          <a:off x="0" y="0"/>
          <a:ext cx="0" cy="0"/>
          <a:chOff x="0" y="0"/>
          <a:chExt cx="0" cy="0"/>
        </a:xfrm>
      </p:grpSpPr>
      <p:pic>
        <p:nvPicPr>
          <p:cNvPr id="6" name="图片 5" descr="绿色的叶子&#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grpSp>
        <p:nvGrpSpPr>
          <p:cNvPr id="4" name="组合 3"/>
          <p:cNvGrpSpPr/>
          <p:nvPr/>
        </p:nvGrpSpPr>
        <p:grpSpPr>
          <a:xfrm>
            <a:off x="-26635" y="-5137"/>
            <a:ext cx="12245271" cy="6868275"/>
            <a:chOff x="-1" y="0"/>
            <a:chExt cx="12245271" cy="6868275"/>
          </a:xfrm>
        </p:grpSpPr>
        <p:sp>
          <p:nvSpPr>
            <p:cNvPr id="22" name="任意多边形: 形状 21"/>
            <p:cNvSpPr/>
            <p:nvPr userDrawn="1">
              <p:custDataLst>
                <p:tags r:id="rId3"/>
              </p:custDataLst>
            </p:nvPr>
          </p:nvSpPr>
          <p:spPr>
            <a:xfrm flipH="1">
              <a:off x="-1" y="5137"/>
              <a:ext cx="9173817" cy="6858000"/>
            </a:xfrm>
            <a:custGeom>
              <a:avLst/>
              <a:gdLst>
                <a:gd name="connsiteX0" fmla="*/ 9215065 w 9215065"/>
                <a:gd name="connsiteY0" fmla="*/ 0 h 6858000"/>
                <a:gd name="connsiteX1" fmla="*/ 0 w 9215065"/>
                <a:gd name="connsiteY1" fmla="*/ 0 h 6858000"/>
                <a:gd name="connsiteX2" fmla="*/ 1149654 w 9215065"/>
                <a:gd name="connsiteY2" fmla="*/ 6858000 h 6858000"/>
                <a:gd name="connsiteX3" fmla="*/ 9215065 w 921506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15065" h="6858000">
                  <a:moveTo>
                    <a:pt x="9215065" y="0"/>
                  </a:moveTo>
                  <a:lnTo>
                    <a:pt x="0" y="0"/>
                  </a:lnTo>
                  <a:lnTo>
                    <a:pt x="1149654" y="6858000"/>
                  </a:lnTo>
                  <a:lnTo>
                    <a:pt x="9215065"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7" name="任意多边形: 形状 16"/>
            <p:cNvSpPr/>
            <p:nvPr userDrawn="1">
              <p:custDataLst>
                <p:tags r:id="rId4"/>
              </p:custDataLst>
            </p:nvPr>
          </p:nvSpPr>
          <p:spPr>
            <a:xfrm flipH="1">
              <a:off x="8004747" y="0"/>
              <a:ext cx="4240523" cy="6868275"/>
            </a:xfrm>
            <a:custGeom>
              <a:avLst/>
              <a:gdLst>
                <a:gd name="connsiteX0" fmla="*/ 0 w 5083169"/>
                <a:gd name="connsiteY0" fmla="*/ 0 h 6846828"/>
                <a:gd name="connsiteX1" fmla="*/ 3527537 w 5083169"/>
                <a:gd name="connsiteY1" fmla="*/ 0 h 6846828"/>
                <a:gd name="connsiteX2" fmla="*/ 5083169 w 5083169"/>
                <a:gd name="connsiteY2" fmla="*/ 6846828 h 6846828"/>
                <a:gd name="connsiteX3" fmla="*/ 0 w 5083169"/>
                <a:gd name="connsiteY3" fmla="*/ 6846828 h 6846828"/>
                <a:gd name="connsiteX0-1" fmla="*/ 0 w 4867882"/>
                <a:gd name="connsiteY0-2" fmla="*/ 0 h 6857103"/>
                <a:gd name="connsiteX1-3" fmla="*/ 3527537 w 4867882"/>
                <a:gd name="connsiteY1-4" fmla="*/ 0 h 6857103"/>
                <a:gd name="connsiteX2-5" fmla="*/ 4867882 w 4867882"/>
                <a:gd name="connsiteY2-6" fmla="*/ 6857103 h 6857103"/>
                <a:gd name="connsiteX3-7" fmla="*/ 0 w 4867882"/>
                <a:gd name="connsiteY3-8" fmla="*/ 6846828 h 6857103"/>
                <a:gd name="connsiteX4" fmla="*/ 0 w 4867882"/>
                <a:gd name="connsiteY4" fmla="*/ 0 h 6857103"/>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4867882" h="6857103">
                  <a:moveTo>
                    <a:pt x="0" y="0"/>
                  </a:moveTo>
                  <a:lnTo>
                    <a:pt x="3527537" y="0"/>
                  </a:lnTo>
                  <a:lnTo>
                    <a:pt x="4867882" y="6857103"/>
                  </a:lnTo>
                  <a:lnTo>
                    <a:pt x="0" y="6846828"/>
                  </a:lnTo>
                  <a:lnTo>
                    <a:pt x="0" y="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grpSp>
      <p:pic>
        <p:nvPicPr>
          <p:cNvPr id="43" name="图片 42" descr="绿色的叶子&#10;&#10;描述已自动生成"/>
          <p:cNvPicPr>
            <a:picLocks noChangeAspect="1"/>
          </p:cNvPicPr>
          <p:nvPr/>
        </p:nvPicPr>
        <p:blipFill rotWithShape="1">
          <a:blip r:embed="rId6" cstate="print">
            <a:extLst>
              <a:ext uri="{28A0092B-C50C-407E-A947-70E740481C1C}">
                <a14:useLocalDpi xmlns:a14="http://schemas.microsoft.com/office/drawing/2010/main" val="0"/>
              </a:ext>
            </a:extLst>
          </a:blip>
          <a:srcRect l="3330" t="7870" r="2895" b="23862"/>
          <a:stretch>
            <a:fillRect/>
          </a:stretch>
        </p:blipFill>
        <p:spPr>
          <a:xfrm>
            <a:off x="376027" y="655081"/>
            <a:ext cx="11482939" cy="5573027"/>
          </a:xfrm>
          <a:custGeom>
            <a:avLst/>
            <a:gdLst>
              <a:gd name="connsiteX0" fmla="*/ 0 w 11482939"/>
              <a:gd name="connsiteY0" fmla="*/ 0 h 5573027"/>
              <a:gd name="connsiteX1" fmla="*/ 11482939 w 11482939"/>
              <a:gd name="connsiteY1" fmla="*/ 0 h 5573027"/>
              <a:gd name="connsiteX2" fmla="*/ 11482939 w 11482939"/>
              <a:gd name="connsiteY2" fmla="*/ 5573027 h 5573027"/>
              <a:gd name="connsiteX3" fmla="*/ 0 w 11482939"/>
              <a:gd name="connsiteY3" fmla="*/ 5573027 h 5573027"/>
            </a:gdLst>
            <a:ahLst/>
            <a:cxnLst>
              <a:cxn ang="0">
                <a:pos x="connsiteX0" y="connsiteY0"/>
              </a:cxn>
              <a:cxn ang="0">
                <a:pos x="connsiteX1" y="connsiteY1"/>
              </a:cxn>
              <a:cxn ang="0">
                <a:pos x="connsiteX2" y="connsiteY2"/>
              </a:cxn>
              <a:cxn ang="0">
                <a:pos x="connsiteX3" y="connsiteY3"/>
              </a:cxn>
            </a:cxnLst>
            <a:rect l="l" t="t" r="r" b="b"/>
            <a:pathLst>
              <a:path w="11482939" h="5573027">
                <a:moveTo>
                  <a:pt x="0" y="0"/>
                </a:moveTo>
                <a:lnTo>
                  <a:pt x="11482939" y="0"/>
                </a:lnTo>
                <a:lnTo>
                  <a:pt x="11482939" y="5573027"/>
                </a:lnTo>
                <a:lnTo>
                  <a:pt x="0" y="5573027"/>
                </a:lnTo>
                <a:close/>
              </a:path>
            </a:pathLst>
          </a:custGeom>
        </p:spPr>
      </p:pic>
      <p:grpSp>
        <p:nvGrpSpPr>
          <p:cNvPr id="13" name="组合 12"/>
          <p:cNvGrpSpPr/>
          <p:nvPr/>
        </p:nvGrpSpPr>
        <p:grpSpPr>
          <a:xfrm>
            <a:off x="333034" y="629893"/>
            <a:ext cx="11525932" cy="5598215"/>
            <a:chOff x="333034" y="629893"/>
            <a:chExt cx="11525932" cy="5598215"/>
          </a:xfrm>
        </p:grpSpPr>
        <p:grpSp>
          <p:nvGrpSpPr>
            <p:cNvPr id="12" name="组合 11"/>
            <p:cNvGrpSpPr/>
            <p:nvPr userDrawn="1"/>
          </p:nvGrpSpPr>
          <p:grpSpPr>
            <a:xfrm>
              <a:off x="333034" y="629893"/>
              <a:ext cx="11525932" cy="5598215"/>
              <a:chOff x="378745" y="1254695"/>
              <a:chExt cx="11525932" cy="5598215"/>
            </a:xfrm>
          </p:grpSpPr>
          <p:sp>
            <p:nvSpPr>
              <p:cNvPr id="41" name="任意多边形: 形状 40"/>
              <p:cNvSpPr/>
              <p:nvPr/>
            </p:nvSpPr>
            <p:spPr>
              <a:xfrm>
                <a:off x="378745" y="1254695"/>
                <a:ext cx="8729396" cy="5588000"/>
              </a:xfrm>
              <a:custGeom>
                <a:avLst/>
                <a:gdLst>
                  <a:gd name="connsiteX0" fmla="*/ 0 w 8729396"/>
                  <a:gd name="connsiteY0" fmla="*/ 0 h 5588000"/>
                  <a:gd name="connsiteX1" fmla="*/ 8729396 w 8729396"/>
                  <a:gd name="connsiteY1" fmla="*/ 0 h 5588000"/>
                  <a:gd name="connsiteX2" fmla="*/ 7791939 w 8729396"/>
                  <a:gd name="connsiteY2" fmla="*/ 5588000 h 5588000"/>
                  <a:gd name="connsiteX3" fmla="*/ 0 w 8729396"/>
                  <a:gd name="connsiteY3" fmla="*/ 5588000 h 5588000"/>
                </a:gdLst>
                <a:ahLst/>
                <a:cxnLst>
                  <a:cxn ang="0">
                    <a:pos x="connsiteX0" y="connsiteY0"/>
                  </a:cxn>
                  <a:cxn ang="0">
                    <a:pos x="connsiteX1" y="connsiteY1"/>
                  </a:cxn>
                  <a:cxn ang="0">
                    <a:pos x="connsiteX2" y="connsiteY2"/>
                  </a:cxn>
                  <a:cxn ang="0">
                    <a:pos x="connsiteX3" y="connsiteY3"/>
                  </a:cxn>
                </a:cxnLst>
                <a:rect l="l" t="t" r="r" b="b"/>
                <a:pathLst>
                  <a:path w="8729396" h="5588000">
                    <a:moveTo>
                      <a:pt x="0" y="0"/>
                    </a:moveTo>
                    <a:lnTo>
                      <a:pt x="8729396" y="0"/>
                    </a:lnTo>
                    <a:lnTo>
                      <a:pt x="7791939" y="5588000"/>
                    </a:lnTo>
                    <a:lnTo>
                      <a:pt x="0" y="5588000"/>
                    </a:lnTo>
                    <a:close/>
                  </a:path>
                </a:pathLst>
              </a:custGeom>
              <a:solidFill>
                <a:schemeClr val="bg2">
                  <a:alpha val="96000"/>
                </a:schemeClr>
              </a:solidFill>
              <a:ln w="31750"/>
              <a:effectLst>
                <a:outerShdw blurRad="127000" dist="381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000" dirty="0">
                  <a:cs typeface="+mn-ea"/>
                  <a:sym typeface="+mn-lt"/>
                </a:endParaRPr>
              </a:p>
            </p:txBody>
          </p:sp>
          <p:sp>
            <p:nvSpPr>
              <p:cNvPr id="20" name="任意多边形: 形状 19"/>
              <p:cNvSpPr/>
              <p:nvPr/>
            </p:nvSpPr>
            <p:spPr>
              <a:xfrm flipH="1">
                <a:off x="8170684" y="1264876"/>
                <a:ext cx="3733993" cy="5588034"/>
              </a:xfrm>
              <a:custGeom>
                <a:avLst/>
                <a:gdLst>
                  <a:gd name="connsiteX0" fmla="*/ 0 w 4456252"/>
                  <a:gd name="connsiteY0" fmla="*/ 5588000 h 5588000"/>
                  <a:gd name="connsiteX1" fmla="*/ 1278410 w 4456252"/>
                  <a:gd name="connsiteY1" fmla="*/ 0 h 5588000"/>
                  <a:gd name="connsiteX2" fmla="*/ 3177842 w 4456252"/>
                  <a:gd name="connsiteY2" fmla="*/ 0 h 5588000"/>
                  <a:gd name="connsiteX3" fmla="*/ 4456252 w 4456252"/>
                  <a:gd name="connsiteY3" fmla="*/ 5588000 h 5588000"/>
                  <a:gd name="connsiteX4" fmla="*/ 0 w 4456252"/>
                  <a:gd name="connsiteY4" fmla="*/ 5588000 h 5588000"/>
                  <a:gd name="connsiteX0-1" fmla="*/ 4456252 w 4547692"/>
                  <a:gd name="connsiteY0-2" fmla="*/ 5588000 h 5679440"/>
                  <a:gd name="connsiteX1-3" fmla="*/ 0 w 4547692"/>
                  <a:gd name="connsiteY1-4" fmla="*/ 5588000 h 5679440"/>
                  <a:gd name="connsiteX2-5" fmla="*/ 1278410 w 4547692"/>
                  <a:gd name="connsiteY2-6" fmla="*/ 0 h 5679440"/>
                  <a:gd name="connsiteX3-7" fmla="*/ 3177842 w 4547692"/>
                  <a:gd name="connsiteY3-8" fmla="*/ 0 h 5679440"/>
                  <a:gd name="connsiteX4-9" fmla="*/ 4547692 w 4547692"/>
                  <a:gd name="connsiteY4-10" fmla="*/ 5679440 h 5679440"/>
                  <a:gd name="connsiteX0-11" fmla="*/ 4456252 w 4456252"/>
                  <a:gd name="connsiteY0-12" fmla="*/ 5588000 h 5588000"/>
                  <a:gd name="connsiteX1-13" fmla="*/ 0 w 4456252"/>
                  <a:gd name="connsiteY1-14" fmla="*/ 5588000 h 5588000"/>
                  <a:gd name="connsiteX2-15" fmla="*/ 1278410 w 4456252"/>
                  <a:gd name="connsiteY2-16" fmla="*/ 0 h 5588000"/>
                  <a:gd name="connsiteX3-17" fmla="*/ 3177842 w 4456252"/>
                  <a:gd name="connsiteY3-18" fmla="*/ 0 h 5588000"/>
                  <a:gd name="connsiteX0-19" fmla="*/ 4503209 w 4503209"/>
                  <a:gd name="connsiteY0-20" fmla="*/ 5588000 h 5588000"/>
                  <a:gd name="connsiteX1-21" fmla="*/ 46957 w 4503209"/>
                  <a:gd name="connsiteY1-22" fmla="*/ 5588000 h 5588000"/>
                  <a:gd name="connsiteX2-23" fmla="*/ 0 w 4503209"/>
                  <a:gd name="connsiteY2-24" fmla="*/ 61645 h 5588000"/>
                  <a:gd name="connsiteX3-25" fmla="*/ 3224799 w 4503209"/>
                  <a:gd name="connsiteY3-26" fmla="*/ 0 h 5588000"/>
                  <a:gd name="connsiteX0-27" fmla="*/ 4503209 w 4503209"/>
                  <a:gd name="connsiteY0-28" fmla="*/ 5588000 h 5588000"/>
                  <a:gd name="connsiteX1-29" fmla="*/ 46957 w 4503209"/>
                  <a:gd name="connsiteY1-30" fmla="*/ 5588000 h 5588000"/>
                  <a:gd name="connsiteX2-31" fmla="*/ 0 w 4503209"/>
                  <a:gd name="connsiteY2-32" fmla="*/ 10275 h 5588000"/>
                  <a:gd name="connsiteX3-33" fmla="*/ 3224799 w 4503209"/>
                  <a:gd name="connsiteY3-34" fmla="*/ 0 h 5588000"/>
                  <a:gd name="connsiteX0-35" fmla="*/ 4311842 w 4311842"/>
                  <a:gd name="connsiteY0-36" fmla="*/ 5588000 h 5588000"/>
                  <a:gd name="connsiteX1-37" fmla="*/ 46957 w 4311842"/>
                  <a:gd name="connsiteY1-38" fmla="*/ 5588000 h 5588000"/>
                  <a:gd name="connsiteX2-39" fmla="*/ 0 w 4311842"/>
                  <a:gd name="connsiteY2-40" fmla="*/ 10275 h 5588000"/>
                  <a:gd name="connsiteX3-41" fmla="*/ 3224799 w 4311842"/>
                  <a:gd name="connsiteY3-42" fmla="*/ 0 h 5588000"/>
                  <a:gd name="connsiteX0-43" fmla="*/ 4265561 w 4265561"/>
                  <a:gd name="connsiteY0-44" fmla="*/ 5588000 h 5588000"/>
                  <a:gd name="connsiteX1-45" fmla="*/ 46957 w 4265561"/>
                  <a:gd name="connsiteY1-46" fmla="*/ 5588000 h 5588000"/>
                  <a:gd name="connsiteX2-47" fmla="*/ 0 w 4265561"/>
                  <a:gd name="connsiteY2-48" fmla="*/ 10275 h 5588000"/>
                  <a:gd name="connsiteX3-49" fmla="*/ 3224799 w 4265561"/>
                  <a:gd name="connsiteY3-50" fmla="*/ 0 h 5588000"/>
                  <a:gd name="connsiteX0-51" fmla="*/ 4265561 w 4265561"/>
                  <a:gd name="connsiteY0-52" fmla="*/ 5588000 h 5588000"/>
                  <a:gd name="connsiteX1-53" fmla="*/ 46957 w 4265561"/>
                  <a:gd name="connsiteY1-54" fmla="*/ 5588000 h 5588000"/>
                  <a:gd name="connsiteX2-55" fmla="*/ 0 w 4265561"/>
                  <a:gd name="connsiteY2-56" fmla="*/ 10275 h 5588000"/>
                  <a:gd name="connsiteX3-57" fmla="*/ 3194641 w 4265561"/>
                  <a:gd name="connsiteY3-58" fmla="*/ 0 h 5588000"/>
                </a:gdLst>
                <a:ahLst/>
                <a:cxnLst>
                  <a:cxn ang="0">
                    <a:pos x="connsiteX0-1" y="connsiteY0-2"/>
                  </a:cxn>
                  <a:cxn ang="0">
                    <a:pos x="connsiteX1-3" y="connsiteY1-4"/>
                  </a:cxn>
                  <a:cxn ang="0">
                    <a:pos x="connsiteX2-5" y="connsiteY2-6"/>
                  </a:cxn>
                  <a:cxn ang="0">
                    <a:pos x="connsiteX3-7" y="connsiteY3-8"/>
                  </a:cxn>
                </a:cxnLst>
                <a:rect l="l" t="t" r="r" b="b"/>
                <a:pathLst>
                  <a:path w="4265561" h="5588000">
                    <a:moveTo>
                      <a:pt x="4265561" y="5588000"/>
                    </a:moveTo>
                    <a:lnTo>
                      <a:pt x="46957" y="5588000"/>
                    </a:lnTo>
                    <a:lnTo>
                      <a:pt x="0" y="10275"/>
                    </a:lnTo>
                    <a:lnTo>
                      <a:pt x="3194641" y="0"/>
                    </a:lnTo>
                  </a:path>
                </a:pathLst>
              </a:custGeom>
              <a:solidFill>
                <a:schemeClr val="accent1">
                  <a:alpha val="9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cs typeface="+mn-ea"/>
                  <a:sym typeface="+mn-lt"/>
                </a:endParaRPr>
              </a:p>
            </p:txBody>
          </p:sp>
        </p:grpSp>
        <p:grpSp>
          <p:nvGrpSpPr>
            <p:cNvPr id="29" name="组合 28"/>
            <p:cNvGrpSpPr/>
            <p:nvPr userDrawn="1"/>
          </p:nvGrpSpPr>
          <p:grpSpPr>
            <a:xfrm flipH="1">
              <a:off x="10572502" y="5800567"/>
              <a:ext cx="966987" cy="152400"/>
              <a:chOff x="9774601" y="5660136"/>
              <a:chExt cx="966987" cy="152400"/>
            </a:xfrm>
          </p:grpSpPr>
          <p:sp>
            <p:nvSpPr>
              <p:cNvPr id="30" name="矩形 29"/>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矩形 30"/>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矩形 31"/>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矩形 32"/>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组合 33"/>
            <p:cNvGrpSpPr/>
            <p:nvPr userDrawn="1"/>
          </p:nvGrpSpPr>
          <p:grpSpPr>
            <a:xfrm>
              <a:off x="664749" y="870774"/>
              <a:ext cx="966987" cy="152400"/>
              <a:chOff x="9800002" y="5660136"/>
              <a:chExt cx="966987" cy="152400"/>
            </a:xfrm>
          </p:grpSpPr>
          <p:sp>
            <p:nvSpPr>
              <p:cNvPr id="35" name="矩形 34"/>
              <p:cNvSpPr/>
              <p:nvPr/>
            </p:nvSpPr>
            <p:spPr>
              <a:xfrm>
                <a:off x="10071531"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35"/>
              <p:cNvSpPr/>
              <p:nvPr/>
            </p:nvSpPr>
            <p:spPr>
              <a:xfrm>
                <a:off x="10343060"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矩形 36"/>
              <p:cNvSpPr/>
              <p:nvPr/>
            </p:nvSpPr>
            <p:spPr>
              <a:xfrm>
                <a:off x="10614589"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37"/>
              <p:cNvSpPr/>
              <p:nvPr/>
            </p:nvSpPr>
            <p:spPr>
              <a:xfrm>
                <a:off x="9800002"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2" name="图片 1" descr="绿色的叶子&#10;&#10;描述已自动生成">
            <a:extLst>
              <a:ext uri="{FF2B5EF4-FFF2-40B4-BE49-F238E27FC236}">
                <a16:creationId xmlns:a16="http://schemas.microsoft.com/office/drawing/2014/main" id="{8F3F9966-1BF4-A066-35E6-E351955CA417}"/>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grpSp>
        <p:nvGrpSpPr>
          <p:cNvPr id="3" name="组合 2">
            <a:extLst>
              <a:ext uri="{FF2B5EF4-FFF2-40B4-BE49-F238E27FC236}">
                <a16:creationId xmlns:a16="http://schemas.microsoft.com/office/drawing/2014/main" id="{8856BC81-2B69-2A6F-7351-66266BBAD7F2}"/>
              </a:ext>
            </a:extLst>
          </p:cNvPr>
          <p:cNvGrpSpPr/>
          <p:nvPr userDrawn="1"/>
        </p:nvGrpSpPr>
        <p:grpSpPr>
          <a:xfrm>
            <a:off x="-26635" y="-5137"/>
            <a:ext cx="12245271" cy="6868275"/>
            <a:chOff x="-1" y="0"/>
            <a:chExt cx="12245271" cy="6868275"/>
          </a:xfrm>
        </p:grpSpPr>
        <p:sp>
          <p:nvSpPr>
            <p:cNvPr id="5" name="任意多边形: 形状 4">
              <a:extLst>
                <a:ext uri="{FF2B5EF4-FFF2-40B4-BE49-F238E27FC236}">
                  <a16:creationId xmlns:a16="http://schemas.microsoft.com/office/drawing/2014/main" id="{F691556E-7150-E0C3-D1DE-0AD0C087CEDD}"/>
                </a:ext>
              </a:extLst>
            </p:cNvPr>
            <p:cNvSpPr/>
            <p:nvPr userDrawn="1">
              <p:custDataLst>
                <p:tags r:id="rId1"/>
              </p:custDataLst>
            </p:nvPr>
          </p:nvSpPr>
          <p:spPr>
            <a:xfrm flipH="1">
              <a:off x="-1" y="5137"/>
              <a:ext cx="9173817" cy="6858000"/>
            </a:xfrm>
            <a:custGeom>
              <a:avLst/>
              <a:gdLst>
                <a:gd name="connsiteX0" fmla="*/ 9215065 w 9215065"/>
                <a:gd name="connsiteY0" fmla="*/ 0 h 6858000"/>
                <a:gd name="connsiteX1" fmla="*/ 0 w 9215065"/>
                <a:gd name="connsiteY1" fmla="*/ 0 h 6858000"/>
                <a:gd name="connsiteX2" fmla="*/ 1149654 w 9215065"/>
                <a:gd name="connsiteY2" fmla="*/ 6858000 h 6858000"/>
                <a:gd name="connsiteX3" fmla="*/ 9215065 w 921506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15065" h="6858000">
                  <a:moveTo>
                    <a:pt x="9215065" y="0"/>
                  </a:moveTo>
                  <a:lnTo>
                    <a:pt x="0" y="0"/>
                  </a:lnTo>
                  <a:lnTo>
                    <a:pt x="1149654" y="6858000"/>
                  </a:lnTo>
                  <a:lnTo>
                    <a:pt x="9215065"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7" name="任意多边形: 形状 6">
              <a:extLst>
                <a:ext uri="{FF2B5EF4-FFF2-40B4-BE49-F238E27FC236}">
                  <a16:creationId xmlns:a16="http://schemas.microsoft.com/office/drawing/2014/main" id="{7F0FEADE-2064-08B8-DF86-67928805C4A4}"/>
                </a:ext>
              </a:extLst>
            </p:cNvPr>
            <p:cNvSpPr/>
            <p:nvPr userDrawn="1">
              <p:custDataLst>
                <p:tags r:id="rId2"/>
              </p:custDataLst>
            </p:nvPr>
          </p:nvSpPr>
          <p:spPr>
            <a:xfrm flipH="1">
              <a:off x="8004747" y="0"/>
              <a:ext cx="4240523" cy="6868275"/>
            </a:xfrm>
            <a:custGeom>
              <a:avLst/>
              <a:gdLst>
                <a:gd name="connsiteX0" fmla="*/ 0 w 5083169"/>
                <a:gd name="connsiteY0" fmla="*/ 0 h 6846828"/>
                <a:gd name="connsiteX1" fmla="*/ 3527537 w 5083169"/>
                <a:gd name="connsiteY1" fmla="*/ 0 h 6846828"/>
                <a:gd name="connsiteX2" fmla="*/ 5083169 w 5083169"/>
                <a:gd name="connsiteY2" fmla="*/ 6846828 h 6846828"/>
                <a:gd name="connsiteX3" fmla="*/ 0 w 5083169"/>
                <a:gd name="connsiteY3" fmla="*/ 6846828 h 6846828"/>
                <a:gd name="connsiteX0-1" fmla="*/ 0 w 4867882"/>
                <a:gd name="connsiteY0-2" fmla="*/ 0 h 6857103"/>
                <a:gd name="connsiteX1-3" fmla="*/ 3527537 w 4867882"/>
                <a:gd name="connsiteY1-4" fmla="*/ 0 h 6857103"/>
                <a:gd name="connsiteX2-5" fmla="*/ 4867882 w 4867882"/>
                <a:gd name="connsiteY2-6" fmla="*/ 6857103 h 6857103"/>
                <a:gd name="connsiteX3-7" fmla="*/ 0 w 4867882"/>
                <a:gd name="connsiteY3-8" fmla="*/ 6846828 h 6857103"/>
                <a:gd name="connsiteX4" fmla="*/ 0 w 4867882"/>
                <a:gd name="connsiteY4" fmla="*/ 0 h 6857103"/>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4867882" h="6857103">
                  <a:moveTo>
                    <a:pt x="0" y="0"/>
                  </a:moveTo>
                  <a:lnTo>
                    <a:pt x="3527537" y="0"/>
                  </a:lnTo>
                  <a:lnTo>
                    <a:pt x="4867882" y="6857103"/>
                  </a:lnTo>
                  <a:lnTo>
                    <a:pt x="0" y="6846828"/>
                  </a:lnTo>
                  <a:lnTo>
                    <a:pt x="0" y="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grpSp>
      <p:pic>
        <p:nvPicPr>
          <p:cNvPr id="8" name="图片 7" descr="绿色的叶子&#10;&#10;描述已自动生成">
            <a:extLst>
              <a:ext uri="{FF2B5EF4-FFF2-40B4-BE49-F238E27FC236}">
                <a16:creationId xmlns:a16="http://schemas.microsoft.com/office/drawing/2014/main" id="{92600428-83CF-94A4-2280-BCC26B02E187}"/>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3330" t="7870" r="2895" b="23862"/>
          <a:stretch>
            <a:fillRect/>
          </a:stretch>
        </p:blipFill>
        <p:spPr>
          <a:xfrm>
            <a:off x="376027" y="655081"/>
            <a:ext cx="11482939" cy="5573027"/>
          </a:xfrm>
          <a:custGeom>
            <a:avLst/>
            <a:gdLst>
              <a:gd name="connsiteX0" fmla="*/ 0 w 11482939"/>
              <a:gd name="connsiteY0" fmla="*/ 0 h 5573027"/>
              <a:gd name="connsiteX1" fmla="*/ 11482939 w 11482939"/>
              <a:gd name="connsiteY1" fmla="*/ 0 h 5573027"/>
              <a:gd name="connsiteX2" fmla="*/ 11482939 w 11482939"/>
              <a:gd name="connsiteY2" fmla="*/ 5573027 h 5573027"/>
              <a:gd name="connsiteX3" fmla="*/ 0 w 11482939"/>
              <a:gd name="connsiteY3" fmla="*/ 5573027 h 5573027"/>
            </a:gdLst>
            <a:ahLst/>
            <a:cxnLst>
              <a:cxn ang="0">
                <a:pos x="connsiteX0" y="connsiteY0"/>
              </a:cxn>
              <a:cxn ang="0">
                <a:pos x="connsiteX1" y="connsiteY1"/>
              </a:cxn>
              <a:cxn ang="0">
                <a:pos x="connsiteX2" y="connsiteY2"/>
              </a:cxn>
              <a:cxn ang="0">
                <a:pos x="connsiteX3" y="connsiteY3"/>
              </a:cxn>
            </a:cxnLst>
            <a:rect l="l" t="t" r="r" b="b"/>
            <a:pathLst>
              <a:path w="11482939" h="5573027">
                <a:moveTo>
                  <a:pt x="0" y="0"/>
                </a:moveTo>
                <a:lnTo>
                  <a:pt x="11482939" y="0"/>
                </a:lnTo>
                <a:lnTo>
                  <a:pt x="11482939" y="5573027"/>
                </a:lnTo>
                <a:lnTo>
                  <a:pt x="0" y="5573027"/>
                </a:lnTo>
                <a:close/>
              </a:path>
            </a:pathLst>
          </a:custGeom>
        </p:spPr>
      </p:pic>
      <p:grpSp>
        <p:nvGrpSpPr>
          <p:cNvPr id="9" name="组合 8">
            <a:extLst>
              <a:ext uri="{FF2B5EF4-FFF2-40B4-BE49-F238E27FC236}">
                <a16:creationId xmlns:a16="http://schemas.microsoft.com/office/drawing/2014/main" id="{029AF261-4185-57A8-5502-08296D59F4B0}"/>
              </a:ext>
            </a:extLst>
          </p:cNvPr>
          <p:cNvGrpSpPr/>
          <p:nvPr userDrawn="1"/>
        </p:nvGrpSpPr>
        <p:grpSpPr>
          <a:xfrm>
            <a:off x="333034" y="629893"/>
            <a:ext cx="11525932" cy="5598215"/>
            <a:chOff x="333034" y="629893"/>
            <a:chExt cx="11525932" cy="5598215"/>
          </a:xfrm>
        </p:grpSpPr>
        <p:grpSp>
          <p:nvGrpSpPr>
            <p:cNvPr id="10" name="组合 9">
              <a:extLst>
                <a:ext uri="{FF2B5EF4-FFF2-40B4-BE49-F238E27FC236}">
                  <a16:creationId xmlns:a16="http://schemas.microsoft.com/office/drawing/2014/main" id="{E071E32B-9A58-9B2F-E4CA-A485A2CDA0C4}"/>
                </a:ext>
              </a:extLst>
            </p:cNvPr>
            <p:cNvGrpSpPr/>
            <p:nvPr userDrawn="1"/>
          </p:nvGrpSpPr>
          <p:grpSpPr>
            <a:xfrm>
              <a:off x="333034" y="629893"/>
              <a:ext cx="11525932" cy="5598215"/>
              <a:chOff x="378745" y="1254695"/>
              <a:chExt cx="11525932" cy="5598215"/>
            </a:xfrm>
          </p:grpSpPr>
          <p:sp>
            <p:nvSpPr>
              <p:cNvPr id="26" name="任意多边形: 形状 25">
                <a:extLst>
                  <a:ext uri="{FF2B5EF4-FFF2-40B4-BE49-F238E27FC236}">
                    <a16:creationId xmlns:a16="http://schemas.microsoft.com/office/drawing/2014/main" id="{9F664625-673E-6182-CB5B-AE41379562DA}"/>
                  </a:ext>
                </a:extLst>
              </p:cNvPr>
              <p:cNvSpPr/>
              <p:nvPr/>
            </p:nvSpPr>
            <p:spPr>
              <a:xfrm>
                <a:off x="378745" y="1254695"/>
                <a:ext cx="8729396" cy="5588000"/>
              </a:xfrm>
              <a:custGeom>
                <a:avLst/>
                <a:gdLst>
                  <a:gd name="connsiteX0" fmla="*/ 0 w 8729396"/>
                  <a:gd name="connsiteY0" fmla="*/ 0 h 5588000"/>
                  <a:gd name="connsiteX1" fmla="*/ 8729396 w 8729396"/>
                  <a:gd name="connsiteY1" fmla="*/ 0 h 5588000"/>
                  <a:gd name="connsiteX2" fmla="*/ 7791939 w 8729396"/>
                  <a:gd name="connsiteY2" fmla="*/ 5588000 h 5588000"/>
                  <a:gd name="connsiteX3" fmla="*/ 0 w 8729396"/>
                  <a:gd name="connsiteY3" fmla="*/ 5588000 h 5588000"/>
                </a:gdLst>
                <a:ahLst/>
                <a:cxnLst>
                  <a:cxn ang="0">
                    <a:pos x="connsiteX0" y="connsiteY0"/>
                  </a:cxn>
                  <a:cxn ang="0">
                    <a:pos x="connsiteX1" y="connsiteY1"/>
                  </a:cxn>
                  <a:cxn ang="0">
                    <a:pos x="connsiteX2" y="connsiteY2"/>
                  </a:cxn>
                  <a:cxn ang="0">
                    <a:pos x="connsiteX3" y="connsiteY3"/>
                  </a:cxn>
                </a:cxnLst>
                <a:rect l="l" t="t" r="r" b="b"/>
                <a:pathLst>
                  <a:path w="8729396" h="5588000">
                    <a:moveTo>
                      <a:pt x="0" y="0"/>
                    </a:moveTo>
                    <a:lnTo>
                      <a:pt x="8729396" y="0"/>
                    </a:lnTo>
                    <a:lnTo>
                      <a:pt x="7791939" y="5588000"/>
                    </a:lnTo>
                    <a:lnTo>
                      <a:pt x="0" y="5588000"/>
                    </a:lnTo>
                    <a:close/>
                  </a:path>
                </a:pathLst>
              </a:custGeom>
              <a:solidFill>
                <a:schemeClr val="bg2">
                  <a:alpha val="96000"/>
                </a:schemeClr>
              </a:solidFill>
              <a:ln w="31750"/>
              <a:effectLst>
                <a:outerShdw blurRad="127000" dist="381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000" dirty="0">
                  <a:cs typeface="+mn-ea"/>
                  <a:sym typeface="+mn-lt"/>
                </a:endParaRPr>
              </a:p>
            </p:txBody>
          </p:sp>
          <p:sp>
            <p:nvSpPr>
              <p:cNvPr id="27" name="任意多边形: 形状 26">
                <a:extLst>
                  <a:ext uri="{FF2B5EF4-FFF2-40B4-BE49-F238E27FC236}">
                    <a16:creationId xmlns:a16="http://schemas.microsoft.com/office/drawing/2014/main" id="{F77B5B08-1BF9-BE73-F7ED-98E32AF7B265}"/>
                  </a:ext>
                </a:extLst>
              </p:cNvPr>
              <p:cNvSpPr/>
              <p:nvPr/>
            </p:nvSpPr>
            <p:spPr>
              <a:xfrm flipH="1">
                <a:off x="8170684" y="1264876"/>
                <a:ext cx="3733993" cy="5588034"/>
              </a:xfrm>
              <a:custGeom>
                <a:avLst/>
                <a:gdLst>
                  <a:gd name="connsiteX0" fmla="*/ 0 w 4456252"/>
                  <a:gd name="connsiteY0" fmla="*/ 5588000 h 5588000"/>
                  <a:gd name="connsiteX1" fmla="*/ 1278410 w 4456252"/>
                  <a:gd name="connsiteY1" fmla="*/ 0 h 5588000"/>
                  <a:gd name="connsiteX2" fmla="*/ 3177842 w 4456252"/>
                  <a:gd name="connsiteY2" fmla="*/ 0 h 5588000"/>
                  <a:gd name="connsiteX3" fmla="*/ 4456252 w 4456252"/>
                  <a:gd name="connsiteY3" fmla="*/ 5588000 h 5588000"/>
                  <a:gd name="connsiteX4" fmla="*/ 0 w 4456252"/>
                  <a:gd name="connsiteY4" fmla="*/ 5588000 h 5588000"/>
                  <a:gd name="connsiteX0-1" fmla="*/ 4456252 w 4547692"/>
                  <a:gd name="connsiteY0-2" fmla="*/ 5588000 h 5679440"/>
                  <a:gd name="connsiteX1-3" fmla="*/ 0 w 4547692"/>
                  <a:gd name="connsiteY1-4" fmla="*/ 5588000 h 5679440"/>
                  <a:gd name="connsiteX2-5" fmla="*/ 1278410 w 4547692"/>
                  <a:gd name="connsiteY2-6" fmla="*/ 0 h 5679440"/>
                  <a:gd name="connsiteX3-7" fmla="*/ 3177842 w 4547692"/>
                  <a:gd name="connsiteY3-8" fmla="*/ 0 h 5679440"/>
                  <a:gd name="connsiteX4-9" fmla="*/ 4547692 w 4547692"/>
                  <a:gd name="connsiteY4-10" fmla="*/ 5679440 h 5679440"/>
                  <a:gd name="connsiteX0-11" fmla="*/ 4456252 w 4456252"/>
                  <a:gd name="connsiteY0-12" fmla="*/ 5588000 h 5588000"/>
                  <a:gd name="connsiteX1-13" fmla="*/ 0 w 4456252"/>
                  <a:gd name="connsiteY1-14" fmla="*/ 5588000 h 5588000"/>
                  <a:gd name="connsiteX2-15" fmla="*/ 1278410 w 4456252"/>
                  <a:gd name="connsiteY2-16" fmla="*/ 0 h 5588000"/>
                  <a:gd name="connsiteX3-17" fmla="*/ 3177842 w 4456252"/>
                  <a:gd name="connsiteY3-18" fmla="*/ 0 h 5588000"/>
                  <a:gd name="connsiteX0-19" fmla="*/ 4503209 w 4503209"/>
                  <a:gd name="connsiteY0-20" fmla="*/ 5588000 h 5588000"/>
                  <a:gd name="connsiteX1-21" fmla="*/ 46957 w 4503209"/>
                  <a:gd name="connsiteY1-22" fmla="*/ 5588000 h 5588000"/>
                  <a:gd name="connsiteX2-23" fmla="*/ 0 w 4503209"/>
                  <a:gd name="connsiteY2-24" fmla="*/ 61645 h 5588000"/>
                  <a:gd name="connsiteX3-25" fmla="*/ 3224799 w 4503209"/>
                  <a:gd name="connsiteY3-26" fmla="*/ 0 h 5588000"/>
                  <a:gd name="connsiteX0-27" fmla="*/ 4503209 w 4503209"/>
                  <a:gd name="connsiteY0-28" fmla="*/ 5588000 h 5588000"/>
                  <a:gd name="connsiteX1-29" fmla="*/ 46957 w 4503209"/>
                  <a:gd name="connsiteY1-30" fmla="*/ 5588000 h 5588000"/>
                  <a:gd name="connsiteX2-31" fmla="*/ 0 w 4503209"/>
                  <a:gd name="connsiteY2-32" fmla="*/ 10275 h 5588000"/>
                  <a:gd name="connsiteX3-33" fmla="*/ 3224799 w 4503209"/>
                  <a:gd name="connsiteY3-34" fmla="*/ 0 h 5588000"/>
                  <a:gd name="connsiteX0-35" fmla="*/ 4311842 w 4311842"/>
                  <a:gd name="connsiteY0-36" fmla="*/ 5588000 h 5588000"/>
                  <a:gd name="connsiteX1-37" fmla="*/ 46957 w 4311842"/>
                  <a:gd name="connsiteY1-38" fmla="*/ 5588000 h 5588000"/>
                  <a:gd name="connsiteX2-39" fmla="*/ 0 w 4311842"/>
                  <a:gd name="connsiteY2-40" fmla="*/ 10275 h 5588000"/>
                  <a:gd name="connsiteX3-41" fmla="*/ 3224799 w 4311842"/>
                  <a:gd name="connsiteY3-42" fmla="*/ 0 h 5588000"/>
                  <a:gd name="connsiteX0-43" fmla="*/ 4265561 w 4265561"/>
                  <a:gd name="connsiteY0-44" fmla="*/ 5588000 h 5588000"/>
                  <a:gd name="connsiteX1-45" fmla="*/ 46957 w 4265561"/>
                  <a:gd name="connsiteY1-46" fmla="*/ 5588000 h 5588000"/>
                  <a:gd name="connsiteX2-47" fmla="*/ 0 w 4265561"/>
                  <a:gd name="connsiteY2-48" fmla="*/ 10275 h 5588000"/>
                  <a:gd name="connsiteX3-49" fmla="*/ 3224799 w 4265561"/>
                  <a:gd name="connsiteY3-50" fmla="*/ 0 h 5588000"/>
                  <a:gd name="connsiteX0-51" fmla="*/ 4265561 w 4265561"/>
                  <a:gd name="connsiteY0-52" fmla="*/ 5588000 h 5588000"/>
                  <a:gd name="connsiteX1-53" fmla="*/ 46957 w 4265561"/>
                  <a:gd name="connsiteY1-54" fmla="*/ 5588000 h 5588000"/>
                  <a:gd name="connsiteX2-55" fmla="*/ 0 w 4265561"/>
                  <a:gd name="connsiteY2-56" fmla="*/ 10275 h 5588000"/>
                  <a:gd name="connsiteX3-57" fmla="*/ 3194641 w 4265561"/>
                  <a:gd name="connsiteY3-58" fmla="*/ 0 h 5588000"/>
                </a:gdLst>
                <a:ahLst/>
                <a:cxnLst>
                  <a:cxn ang="0">
                    <a:pos x="connsiteX0-1" y="connsiteY0-2"/>
                  </a:cxn>
                  <a:cxn ang="0">
                    <a:pos x="connsiteX1-3" y="connsiteY1-4"/>
                  </a:cxn>
                  <a:cxn ang="0">
                    <a:pos x="connsiteX2-5" y="connsiteY2-6"/>
                  </a:cxn>
                  <a:cxn ang="0">
                    <a:pos x="connsiteX3-7" y="connsiteY3-8"/>
                  </a:cxn>
                </a:cxnLst>
                <a:rect l="l" t="t" r="r" b="b"/>
                <a:pathLst>
                  <a:path w="4265561" h="5588000">
                    <a:moveTo>
                      <a:pt x="4265561" y="5588000"/>
                    </a:moveTo>
                    <a:lnTo>
                      <a:pt x="46957" y="5588000"/>
                    </a:lnTo>
                    <a:lnTo>
                      <a:pt x="0" y="10275"/>
                    </a:lnTo>
                    <a:lnTo>
                      <a:pt x="3194641" y="0"/>
                    </a:lnTo>
                  </a:path>
                </a:pathLst>
              </a:custGeom>
              <a:solidFill>
                <a:schemeClr val="accent1">
                  <a:alpha val="9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cs typeface="+mn-ea"/>
                  <a:sym typeface="+mn-lt"/>
                </a:endParaRPr>
              </a:p>
            </p:txBody>
          </p:sp>
        </p:grpSp>
        <p:grpSp>
          <p:nvGrpSpPr>
            <p:cNvPr id="11" name="组合 10">
              <a:extLst>
                <a:ext uri="{FF2B5EF4-FFF2-40B4-BE49-F238E27FC236}">
                  <a16:creationId xmlns:a16="http://schemas.microsoft.com/office/drawing/2014/main" id="{F4492765-84A4-1159-1845-B9AB5C1101DF}"/>
                </a:ext>
              </a:extLst>
            </p:cNvPr>
            <p:cNvGrpSpPr/>
            <p:nvPr userDrawn="1"/>
          </p:nvGrpSpPr>
          <p:grpSpPr>
            <a:xfrm flipH="1">
              <a:off x="10572502" y="5800567"/>
              <a:ext cx="966987" cy="152400"/>
              <a:chOff x="9774601" y="5660136"/>
              <a:chExt cx="966987" cy="152400"/>
            </a:xfrm>
          </p:grpSpPr>
          <p:sp>
            <p:nvSpPr>
              <p:cNvPr id="21" name="矩形 20">
                <a:extLst>
                  <a:ext uri="{FF2B5EF4-FFF2-40B4-BE49-F238E27FC236}">
                    <a16:creationId xmlns:a16="http://schemas.microsoft.com/office/drawing/2014/main" id="{8E86448C-BAF5-EB02-AC39-C27FE18872AC}"/>
                  </a:ext>
                </a:extLst>
              </p:cNvPr>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矩形 22">
                <a:extLst>
                  <a:ext uri="{FF2B5EF4-FFF2-40B4-BE49-F238E27FC236}">
                    <a16:creationId xmlns:a16="http://schemas.microsoft.com/office/drawing/2014/main" id="{81C3B1B7-291A-AA6B-4096-F7297915C29A}"/>
                  </a:ext>
                </a:extLst>
              </p:cNvPr>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23">
                <a:extLst>
                  <a:ext uri="{FF2B5EF4-FFF2-40B4-BE49-F238E27FC236}">
                    <a16:creationId xmlns:a16="http://schemas.microsoft.com/office/drawing/2014/main" id="{2707E9B8-64D9-7E0F-08DC-4161CE972D33}"/>
                  </a:ext>
                </a:extLst>
              </p:cNvPr>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矩形 24">
                <a:extLst>
                  <a:ext uri="{FF2B5EF4-FFF2-40B4-BE49-F238E27FC236}">
                    <a16:creationId xmlns:a16="http://schemas.microsoft.com/office/drawing/2014/main" id="{1FBF2481-B2BB-50F1-D72B-7241F1353781}"/>
                  </a:ext>
                </a:extLst>
              </p:cNvPr>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组合 13">
              <a:extLst>
                <a:ext uri="{FF2B5EF4-FFF2-40B4-BE49-F238E27FC236}">
                  <a16:creationId xmlns:a16="http://schemas.microsoft.com/office/drawing/2014/main" id="{55A8BD53-8B8F-138A-1304-58D341A6DB6C}"/>
                </a:ext>
              </a:extLst>
            </p:cNvPr>
            <p:cNvGrpSpPr/>
            <p:nvPr userDrawn="1"/>
          </p:nvGrpSpPr>
          <p:grpSpPr>
            <a:xfrm>
              <a:off x="664749" y="870774"/>
              <a:ext cx="966987" cy="152400"/>
              <a:chOff x="9800002" y="5660136"/>
              <a:chExt cx="966987" cy="152400"/>
            </a:xfrm>
          </p:grpSpPr>
          <p:sp>
            <p:nvSpPr>
              <p:cNvPr id="15" name="矩形 14">
                <a:extLst>
                  <a:ext uri="{FF2B5EF4-FFF2-40B4-BE49-F238E27FC236}">
                    <a16:creationId xmlns:a16="http://schemas.microsoft.com/office/drawing/2014/main" id="{C807ABFC-BD47-EA4D-C4AF-A7B3DC3CCB33}"/>
                  </a:ext>
                </a:extLst>
              </p:cNvPr>
              <p:cNvSpPr/>
              <p:nvPr/>
            </p:nvSpPr>
            <p:spPr>
              <a:xfrm>
                <a:off x="10071531"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15">
                <a:extLst>
                  <a:ext uri="{FF2B5EF4-FFF2-40B4-BE49-F238E27FC236}">
                    <a16:creationId xmlns:a16="http://schemas.microsoft.com/office/drawing/2014/main" id="{2A04815A-0603-4829-3247-658B08FA3D05}"/>
                  </a:ext>
                </a:extLst>
              </p:cNvPr>
              <p:cNvSpPr/>
              <p:nvPr/>
            </p:nvSpPr>
            <p:spPr>
              <a:xfrm>
                <a:off x="10343060"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矩形 17">
                <a:extLst>
                  <a:ext uri="{FF2B5EF4-FFF2-40B4-BE49-F238E27FC236}">
                    <a16:creationId xmlns:a16="http://schemas.microsoft.com/office/drawing/2014/main" id="{B39FBFC9-216A-15A1-A8C2-91410F01ED75}"/>
                  </a:ext>
                </a:extLst>
              </p:cNvPr>
              <p:cNvSpPr/>
              <p:nvPr/>
            </p:nvSpPr>
            <p:spPr>
              <a:xfrm>
                <a:off x="10614589"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a:extLst>
                  <a:ext uri="{FF2B5EF4-FFF2-40B4-BE49-F238E27FC236}">
                    <a16:creationId xmlns:a16="http://schemas.microsoft.com/office/drawing/2014/main" id="{B4311963-2EE5-62F4-6404-82250B83FA7A}"/>
                  </a:ext>
                </a:extLst>
              </p:cNvPr>
              <p:cNvSpPr/>
              <p:nvPr/>
            </p:nvSpPr>
            <p:spPr>
              <a:xfrm>
                <a:off x="9800002"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358447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目录">
    <p:bg>
      <p:bgPr>
        <a:solidFill>
          <a:schemeClr val="bg2"/>
        </a:solidFill>
        <a:effectLst/>
      </p:bgPr>
    </p:bg>
    <p:spTree>
      <p:nvGrpSpPr>
        <p:cNvPr id="1" name=""/>
        <p:cNvGrpSpPr/>
        <p:nvPr/>
      </p:nvGrpSpPr>
      <p:grpSpPr>
        <a:xfrm>
          <a:off x="0" y="0"/>
          <a:ext cx="0" cy="0"/>
          <a:chOff x="0" y="0"/>
          <a:chExt cx="0" cy="0"/>
        </a:xfrm>
      </p:grpSpPr>
      <p:pic>
        <p:nvPicPr>
          <p:cNvPr id="10" name="图片 9" descr="绿色的叶子&#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218" r="82" b="15992"/>
          <a:stretch>
            <a:fillRect/>
          </a:stretch>
        </p:blipFill>
        <p:spPr>
          <a:xfrm>
            <a:off x="-13318" y="1"/>
            <a:ext cx="12208526" cy="6857999"/>
          </a:xfrm>
          <a:prstGeom prst="rect">
            <a:avLst/>
          </a:prstGeom>
        </p:spPr>
      </p:pic>
      <p:sp>
        <p:nvSpPr>
          <p:cNvPr id="14" name="任意多边形: 形状 13"/>
          <p:cNvSpPr/>
          <p:nvPr>
            <p:custDataLst>
              <p:tags r:id="rId1"/>
            </p:custData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11" name="图片 10" descr="绿色的叶子&#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b="19840"/>
          <a:stretch>
            <a:fillRect/>
          </a:stretch>
        </p:blipFill>
        <p:spPr>
          <a:xfrm>
            <a:off x="440077" y="406471"/>
            <a:ext cx="11311846" cy="6045058"/>
          </a:xfrm>
          <a:prstGeom prst="rect">
            <a:avLst/>
          </a:prstGeom>
        </p:spPr>
      </p:pic>
      <p:sp>
        <p:nvSpPr>
          <p:cNvPr id="16" name="矩形 15"/>
          <p:cNvSpPr/>
          <p:nvPr/>
        </p:nvSpPr>
        <p:spPr>
          <a:xfrm>
            <a:off x="440077" y="406471"/>
            <a:ext cx="11311846" cy="6045058"/>
          </a:xfrm>
          <a:prstGeom prst="rect">
            <a:avLst/>
          </a:prstGeom>
          <a:solidFill>
            <a:schemeClr val="bg1">
              <a:alpha val="95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 name="图片 1" descr="绿色的叶子&#10;&#10;描述已自动生成">
            <a:extLst>
              <a:ext uri="{FF2B5EF4-FFF2-40B4-BE49-F238E27FC236}">
                <a16:creationId xmlns:a16="http://schemas.microsoft.com/office/drawing/2014/main" id="{41AF87C8-D0B8-F527-62D9-52876C8DC64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18" r="82" b="15992"/>
          <a:stretch>
            <a:fillRect/>
          </a:stretch>
        </p:blipFill>
        <p:spPr>
          <a:xfrm>
            <a:off x="-13318" y="1"/>
            <a:ext cx="12208526" cy="6857999"/>
          </a:xfrm>
          <a:prstGeom prst="rect">
            <a:avLst/>
          </a:prstGeom>
        </p:spPr>
      </p:pic>
      <p:sp>
        <p:nvSpPr>
          <p:cNvPr id="3" name="任意多边形: 形状 2">
            <a:extLst>
              <a:ext uri="{FF2B5EF4-FFF2-40B4-BE49-F238E27FC236}">
                <a16:creationId xmlns:a16="http://schemas.microsoft.com/office/drawing/2014/main" id="{43974ECD-0216-48D8-1CAA-8D1056A9E950}"/>
              </a:ext>
            </a:extLst>
          </p:cNvPr>
          <p:cNvSpPr/>
          <p:nvPr userDrawn="1">
            <p:custDataLst>
              <p:tags r:id="rId2"/>
            </p:custData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4" name="图片 3" descr="绿色的叶子&#10;&#10;描述已自动生成">
            <a:extLst>
              <a:ext uri="{FF2B5EF4-FFF2-40B4-BE49-F238E27FC236}">
                <a16:creationId xmlns:a16="http://schemas.microsoft.com/office/drawing/2014/main" id="{2F86CCA1-11CC-BB92-ED1A-C5C2860AD93A}"/>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b="19840"/>
          <a:stretch>
            <a:fillRect/>
          </a:stretch>
        </p:blipFill>
        <p:spPr>
          <a:xfrm>
            <a:off x="440077" y="406471"/>
            <a:ext cx="11311846" cy="6045058"/>
          </a:xfrm>
          <a:prstGeom prst="rect">
            <a:avLst/>
          </a:prstGeom>
        </p:spPr>
      </p:pic>
      <p:sp>
        <p:nvSpPr>
          <p:cNvPr id="5" name="矩形 4">
            <a:extLst>
              <a:ext uri="{FF2B5EF4-FFF2-40B4-BE49-F238E27FC236}">
                <a16:creationId xmlns:a16="http://schemas.microsoft.com/office/drawing/2014/main" id="{919406C9-86BA-FDEC-7CD0-1145B64F0355}"/>
              </a:ext>
            </a:extLst>
          </p:cNvPr>
          <p:cNvSpPr/>
          <p:nvPr userDrawn="1"/>
        </p:nvSpPr>
        <p:spPr>
          <a:xfrm>
            <a:off x="440077" y="406471"/>
            <a:ext cx="11311846" cy="6045058"/>
          </a:xfrm>
          <a:prstGeom prst="rect">
            <a:avLst/>
          </a:prstGeom>
          <a:solidFill>
            <a:schemeClr val="bg1">
              <a:alpha val="95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84132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
    <p:bg>
      <p:bgPr>
        <a:solidFill>
          <a:schemeClr val="bg2"/>
        </a:solidFill>
        <a:effectLst/>
      </p:bgPr>
    </p:bg>
    <p:spTree>
      <p:nvGrpSpPr>
        <p:cNvPr id="1" name=""/>
        <p:cNvGrpSpPr/>
        <p:nvPr/>
      </p:nvGrpSpPr>
      <p:grpSpPr>
        <a:xfrm>
          <a:off x="0" y="0"/>
          <a:ext cx="0" cy="0"/>
          <a:chOff x="0" y="0"/>
          <a:chExt cx="0" cy="0"/>
        </a:xfrm>
      </p:grpSpPr>
      <p:pic>
        <p:nvPicPr>
          <p:cNvPr id="17" name="图片 16" descr="绿色的叶子&#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sp>
        <p:nvSpPr>
          <p:cNvPr id="7" name="任意多边形: 形状 6"/>
          <p:cNvSpPr/>
          <p:nvPr>
            <p:custDataLst>
              <p:tags r:id="rId1"/>
            </p:custDataLst>
          </p:nvPr>
        </p:nvSpPr>
        <p:spPr>
          <a:xfrm>
            <a:off x="2783540" y="0"/>
            <a:ext cx="9407061" cy="6858000"/>
          </a:xfrm>
          <a:custGeom>
            <a:avLst/>
            <a:gdLst>
              <a:gd name="connsiteX0" fmla="*/ 0 w 9407061"/>
              <a:gd name="connsiteY0" fmla="*/ 0 h 6858000"/>
              <a:gd name="connsiteX1" fmla="*/ 9407061 w 9407061"/>
              <a:gd name="connsiteY1" fmla="*/ 0 h 6858000"/>
              <a:gd name="connsiteX2" fmla="*/ 9407061 w 9407061"/>
              <a:gd name="connsiteY2" fmla="*/ 6858000 h 6858000"/>
              <a:gd name="connsiteX3" fmla="*/ 0 w 94070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407061" h="6858000">
                <a:moveTo>
                  <a:pt x="0" y="0"/>
                </a:moveTo>
                <a:lnTo>
                  <a:pt x="9407061" y="0"/>
                </a:lnTo>
                <a:lnTo>
                  <a:pt x="9407061" y="6858000"/>
                </a:lnTo>
                <a:lnTo>
                  <a:pt x="0"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任意多边形: 形状 11"/>
          <p:cNvSpPr/>
          <p:nvPr/>
        </p:nvSpPr>
        <p:spPr>
          <a:xfrm>
            <a:off x="0" y="0"/>
            <a:ext cx="6949440" cy="6858000"/>
          </a:xfrm>
          <a:custGeom>
            <a:avLst/>
            <a:gdLst>
              <a:gd name="connsiteX0" fmla="*/ 0 w 6949440"/>
              <a:gd name="connsiteY0" fmla="*/ 0 h 6858000"/>
              <a:gd name="connsiteX1" fmla="*/ 5234940 w 6949440"/>
              <a:gd name="connsiteY1" fmla="*/ 0 h 6858000"/>
              <a:gd name="connsiteX2" fmla="*/ 6949440 w 6949440"/>
              <a:gd name="connsiteY2" fmla="*/ 6858000 h 6858000"/>
              <a:gd name="connsiteX3" fmla="*/ 0 w 69494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949440" h="6858000">
                <a:moveTo>
                  <a:pt x="0" y="0"/>
                </a:moveTo>
                <a:lnTo>
                  <a:pt x="5234940" y="0"/>
                </a:lnTo>
                <a:lnTo>
                  <a:pt x="694944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 name="组合 1"/>
          <p:cNvGrpSpPr/>
          <p:nvPr/>
        </p:nvGrpSpPr>
        <p:grpSpPr>
          <a:xfrm>
            <a:off x="341086" y="359229"/>
            <a:ext cx="11509829" cy="6139543"/>
            <a:chOff x="341086" y="359229"/>
            <a:chExt cx="11509829" cy="6139543"/>
          </a:xfrm>
        </p:grpSpPr>
        <p:sp>
          <p:nvSpPr>
            <p:cNvPr id="11" name="矩形 10"/>
            <p:cNvSpPr/>
            <p:nvPr userDrawn="1"/>
          </p:nvSpPr>
          <p:spPr>
            <a:xfrm>
              <a:off x="341086" y="359229"/>
              <a:ext cx="11509829" cy="6139543"/>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userDrawn="1"/>
          </p:nvGrpSpPr>
          <p:grpSpPr>
            <a:xfrm flipH="1">
              <a:off x="10570977" y="6019903"/>
              <a:ext cx="966987" cy="152400"/>
              <a:chOff x="9774601" y="5660136"/>
              <a:chExt cx="966987" cy="152400"/>
            </a:xfrm>
          </p:grpSpPr>
          <p:sp>
            <p:nvSpPr>
              <p:cNvPr id="15" name="矩形 14"/>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矩形 21"/>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矩形 22"/>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23"/>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 name="标题 15"/>
          <p:cNvSpPr>
            <a:spLocks noGrp="1"/>
          </p:cNvSpPr>
          <p:nvPr>
            <p:ph type="title"/>
            <p:custDataLst>
              <p:tags r:id="rId2"/>
            </p:custDataLst>
          </p:nvPr>
        </p:nvSpPr>
        <p:spPr>
          <a:xfrm>
            <a:off x="680771" y="606890"/>
            <a:ext cx="4813123" cy="441964"/>
          </a:xfrm>
          <a:prstGeom prst="rect">
            <a:avLst/>
          </a:prstGeom>
        </p:spPr>
        <p:txBody>
          <a:bodyPr vert="horz" lIns="90170" tIns="46990" rIns="90170" bIns="46990" rtlCol="0" anchor="ctr" anchorCtr="0">
            <a:noAutofit/>
          </a:bodyPr>
          <a:lstStyle>
            <a:lvl1pPr>
              <a:defRPr lang="zh-CN" altLang="en-US" sz="2800" dirty="0">
                <a:solidFill>
                  <a:schemeClr val="accent1"/>
                </a:solidFill>
                <a:latin typeface="+mj-lt"/>
              </a:defRPr>
            </a:lvl1pPr>
          </a:lstStyle>
          <a:p>
            <a:r>
              <a:rPr lang="zh-CN" altLang="en-US"/>
              <a:t>单击此处编辑母版标题样式</a:t>
            </a:r>
            <a:endParaRPr lang="zh-CN" altLang="en-US" dirty="0"/>
          </a:p>
        </p:txBody>
      </p:sp>
      <p:sp>
        <p:nvSpPr>
          <p:cNvPr id="13" name="矩形 12"/>
          <p:cNvSpPr/>
          <p:nvPr/>
        </p:nvSpPr>
        <p:spPr>
          <a:xfrm>
            <a:off x="635052" y="631428"/>
            <a:ext cx="45719" cy="3928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descr="绿色的叶子&#10;&#10;描述已自动生成">
            <a:extLst>
              <a:ext uri="{FF2B5EF4-FFF2-40B4-BE49-F238E27FC236}">
                <a16:creationId xmlns:a16="http://schemas.microsoft.com/office/drawing/2014/main" id="{49900C59-1D3B-4412-D8F2-241F5015371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sp>
        <p:nvSpPr>
          <p:cNvPr id="4" name="任意多边形: 形状 3">
            <a:extLst>
              <a:ext uri="{FF2B5EF4-FFF2-40B4-BE49-F238E27FC236}">
                <a16:creationId xmlns:a16="http://schemas.microsoft.com/office/drawing/2014/main" id="{7608B03E-1EF3-F60B-4005-5CDB34976EEB}"/>
              </a:ext>
            </a:extLst>
          </p:cNvPr>
          <p:cNvSpPr/>
          <p:nvPr userDrawn="1"/>
        </p:nvSpPr>
        <p:spPr>
          <a:xfrm>
            <a:off x="0" y="0"/>
            <a:ext cx="6949440" cy="6858000"/>
          </a:xfrm>
          <a:custGeom>
            <a:avLst/>
            <a:gdLst>
              <a:gd name="connsiteX0" fmla="*/ 0 w 6949440"/>
              <a:gd name="connsiteY0" fmla="*/ 0 h 6858000"/>
              <a:gd name="connsiteX1" fmla="*/ 5234940 w 6949440"/>
              <a:gd name="connsiteY1" fmla="*/ 0 h 6858000"/>
              <a:gd name="connsiteX2" fmla="*/ 6949440 w 6949440"/>
              <a:gd name="connsiteY2" fmla="*/ 6858000 h 6858000"/>
              <a:gd name="connsiteX3" fmla="*/ 0 w 69494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949440" h="6858000">
                <a:moveTo>
                  <a:pt x="0" y="0"/>
                </a:moveTo>
                <a:lnTo>
                  <a:pt x="5234940" y="0"/>
                </a:lnTo>
                <a:lnTo>
                  <a:pt x="694944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 name="组合 4">
            <a:extLst>
              <a:ext uri="{FF2B5EF4-FFF2-40B4-BE49-F238E27FC236}">
                <a16:creationId xmlns:a16="http://schemas.microsoft.com/office/drawing/2014/main" id="{B334D8C1-60F1-293B-BDB4-D83F85D642D3}"/>
              </a:ext>
            </a:extLst>
          </p:cNvPr>
          <p:cNvGrpSpPr/>
          <p:nvPr userDrawn="1"/>
        </p:nvGrpSpPr>
        <p:grpSpPr>
          <a:xfrm>
            <a:off x="341086" y="359229"/>
            <a:ext cx="11509829" cy="6139543"/>
            <a:chOff x="341086" y="359229"/>
            <a:chExt cx="11509829" cy="6139543"/>
          </a:xfrm>
        </p:grpSpPr>
        <p:sp>
          <p:nvSpPr>
            <p:cNvPr id="6" name="矩形 5">
              <a:extLst>
                <a:ext uri="{FF2B5EF4-FFF2-40B4-BE49-F238E27FC236}">
                  <a16:creationId xmlns:a16="http://schemas.microsoft.com/office/drawing/2014/main" id="{079BEF35-4100-EA6E-7994-C399FF88B74C}"/>
                </a:ext>
              </a:extLst>
            </p:cNvPr>
            <p:cNvSpPr/>
            <p:nvPr userDrawn="1"/>
          </p:nvSpPr>
          <p:spPr>
            <a:xfrm>
              <a:off x="341086" y="359229"/>
              <a:ext cx="11509829" cy="6139543"/>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1AF3ADE1-5EE4-EDE0-6A68-48C94EFE5865}"/>
                </a:ext>
              </a:extLst>
            </p:cNvPr>
            <p:cNvGrpSpPr/>
            <p:nvPr userDrawn="1"/>
          </p:nvGrpSpPr>
          <p:grpSpPr>
            <a:xfrm flipH="1">
              <a:off x="10570977" y="6019903"/>
              <a:ext cx="966987" cy="152400"/>
              <a:chOff x="9774601" y="5660136"/>
              <a:chExt cx="966987" cy="152400"/>
            </a:xfrm>
          </p:grpSpPr>
          <p:sp>
            <p:nvSpPr>
              <p:cNvPr id="9" name="矩形 8">
                <a:extLst>
                  <a:ext uri="{FF2B5EF4-FFF2-40B4-BE49-F238E27FC236}">
                    <a16:creationId xmlns:a16="http://schemas.microsoft.com/office/drawing/2014/main" id="{BBC508B4-9195-2FA4-EB65-893978F7DF11}"/>
                  </a:ext>
                </a:extLst>
              </p:cNvPr>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6AF85697-9A8D-E391-A4F8-2E7AF4558C9C}"/>
                  </a:ext>
                </a:extLst>
              </p:cNvPr>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矩形 17">
                <a:extLst>
                  <a:ext uri="{FF2B5EF4-FFF2-40B4-BE49-F238E27FC236}">
                    <a16:creationId xmlns:a16="http://schemas.microsoft.com/office/drawing/2014/main" id="{022565BC-F266-07CC-007B-56678979F753}"/>
                  </a:ext>
                </a:extLst>
              </p:cNvPr>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a:extLst>
                  <a:ext uri="{FF2B5EF4-FFF2-40B4-BE49-F238E27FC236}">
                    <a16:creationId xmlns:a16="http://schemas.microsoft.com/office/drawing/2014/main" id="{724EA2BD-A056-0328-7B13-AE18B5016970}"/>
                  </a:ext>
                </a:extLst>
              </p:cNvPr>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0" name="矩形 19">
            <a:extLst>
              <a:ext uri="{FF2B5EF4-FFF2-40B4-BE49-F238E27FC236}">
                <a16:creationId xmlns:a16="http://schemas.microsoft.com/office/drawing/2014/main" id="{14A08DAB-7D6A-64CB-27DB-90A806F8743E}"/>
              </a:ext>
            </a:extLst>
          </p:cNvPr>
          <p:cNvSpPr/>
          <p:nvPr userDrawn="1"/>
        </p:nvSpPr>
        <p:spPr>
          <a:xfrm>
            <a:off x="635052" y="631428"/>
            <a:ext cx="45719" cy="3928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6696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过渡页">
    <p:bg>
      <p:bgPr>
        <a:solidFill>
          <a:schemeClr val="bg2"/>
        </a:solidFill>
        <a:effectLst/>
      </p:bgPr>
    </p:bg>
    <p:spTree>
      <p:nvGrpSpPr>
        <p:cNvPr id="1" name=""/>
        <p:cNvGrpSpPr/>
        <p:nvPr/>
      </p:nvGrpSpPr>
      <p:grpSpPr>
        <a:xfrm>
          <a:off x="0" y="0"/>
          <a:ext cx="0" cy="0"/>
          <a:chOff x="0" y="0"/>
          <a:chExt cx="0" cy="0"/>
        </a:xfrm>
      </p:grpSpPr>
      <p:pic>
        <p:nvPicPr>
          <p:cNvPr id="22" name="图片 21" descr="绿色的叶子&#10;&#10;描述已自动生成"/>
          <p:cNvPicPr>
            <a:picLocks noChangeAspect="1"/>
          </p:cNvPicPr>
          <p:nvPr/>
        </p:nvPicPr>
        <p:blipFill rotWithShape="1">
          <a:blip r:embed="rId4" cstate="print">
            <a:extLst>
              <a:ext uri="{28A0092B-C50C-407E-A947-70E740481C1C}">
                <a14:useLocalDpi xmlns:a14="http://schemas.microsoft.com/office/drawing/2010/main" val="0"/>
              </a:ext>
            </a:extLst>
          </a:blip>
          <a:srcRect l="331" b="15992"/>
          <a:stretch>
            <a:fillRect/>
          </a:stretch>
        </p:blipFill>
        <p:spPr>
          <a:xfrm>
            <a:off x="-12700" y="1"/>
            <a:ext cx="12204700" cy="6857999"/>
          </a:xfrm>
          <a:prstGeom prst="rect">
            <a:avLst/>
          </a:prstGeom>
        </p:spPr>
      </p:pic>
      <p:grpSp>
        <p:nvGrpSpPr>
          <p:cNvPr id="2" name="组合 1"/>
          <p:cNvGrpSpPr/>
          <p:nvPr/>
        </p:nvGrpSpPr>
        <p:grpSpPr>
          <a:xfrm>
            <a:off x="0" y="0"/>
            <a:ext cx="12192000" cy="6858000"/>
            <a:chOff x="0" y="0"/>
            <a:chExt cx="12192000" cy="6858000"/>
          </a:xfrm>
        </p:grpSpPr>
        <p:sp>
          <p:nvSpPr>
            <p:cNvPr id="7" name="矩形 6"/>
            <p:cNvSpPr/>
            <p:nvPr>
              <p:custDataLst>
                <p:tags r:id="rId2"/>
              </p:custDataLst>
            </p:nvPr>
          </p:nvSpPr>
          <p:spPr>
            <a:xfrm>
              <a:off x="6096000" y="0"/>
              <a:ext cx="6096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矩形 11"/>
            <p:cNvSpPr/>
            <p:nvPr userDrawn="1"/>
          </p:nvSpPr>
          <p:spPr>
            <a:xfrm>
              <a:off x="0" y="0"/>
              <a:ext cx="6096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1" name="矩形 10"/>
          <p:cNvSpPr/>
          <p:nvPr/>
        </p:nvSpPr>
        <p:spPr>
          <a:xfrm>
            <a:off x="420431" y="395239"/>
            <a:ext cx="11351138" cy="6067522"/>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flipH="1">
            <a:off x="10241326" y="5715501"/>
            <a:ext cx="966987" cy="152400"/>
            <a:chOff x="9774601" y="5660136"/>
            <a:chExt cx="966987" cy="152400"/>
          </a:xfrm>
        </p:grpSpPr>
        <p:sp>
          <p:nvSpPr>
            <p:cNvPr id="18" name="矩形 17"/>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19"/>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20"/>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任意多边形: 形状 22"/>
          <p:cNvSpPr/>
          <p:nvPr/>
        </p:nvSpPr>
        <p:spPr>
          <a:xfrm>
            <a:off x="1029903" y="1645921"/>
            <a:ext cx="10178410" cy="3474720"/>
          </a:xfrm>
          <a:custGeom>
            <a:avLst/>
            <a:gdLst>
              <a:gd name="connsiteX0" fmla="*/ 0 w 10195560"/>
              <a:gd name="connsiteY0" fmla="*/ 0 h 3474720"/>
              <a:gd name="connsiteX1" fmla="*/ 10195560 w 10195560"/>
              <a:gd name="connsiteY1" fmla="*/ 0 h 3474720"/>
              <a:gd name="connsiteX2" fmla="*/ 10195560 w 10195560"/>
              <a:gd name="connsiteY2" fmla="*/ 1530157 h 3474720"/>
              <a:gd name="connsiteX3" fmla="*/ 9838314 w 10195560"/>
              <a:gd name="connsiteY3" fmla="*/ 1737360 h 3474720"/>
              <a:gd name="connsiteX4" fmla="*/ 10195560 w 10195560"/>
              <a:gd name="connsiteY4" fmla="*/ 1944562 h 3474720"/>
              <a:gd name="connsiteX5" fmla="*/ 10195560 w 10195560"/>
              <a:gd name="connsiteY5" fmla="*/ 3474720 h 3474720"/>
              <a:gd name="connsiteX6" fmla="*/ 0 w 10195560"/>
              <a:gd name="connsiteY6" fmla="*/ 3474720 h 347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95560" h="3474720">
                <a:moveTo>
                  <a:pt x="0" y="0"/>
                </a:moveTo>
                <a:lnTo>
                  <a:pt x="10195560" y="0"/>
                </a:lnTo>
                <a:lnTo>
                  <a:pt x="10195560" y="1530157"/>
                </a:lnTo>
                <a:lnTo>
                  <a:pt x="9838314" y="1737360"/>
                </a:lnTo>
                <a:lnTo>
                  <a:pt x="10195560" y="1944562"/>
                </a:lnTo>
                <a:lnTo>
                  <a:pt x="10195560" y="3474720"/>
                </a:lnTo>
                <a:lnTo>
                  <a:pt x="0" y="34747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dirty="0">
              <a:solidFill>
                <a:schemeClr val="bg1"/>
              </a:solidFill>
              <a:latin typeface="+mj-ea"/>
              <a:ea typeface="+mj-ea"/>
            </a:endParaRPr>
          </a:p>
        </p:txBody>
      </p:sp>
      <p:pic>
        <p:nvPicPr>
          <p:cNvPr id="3" name="图片 2" descr="绿色的叶子&#10;&#10;描述已自动生成">
            <a:extLst>
              <a:ext uri="{FF2B5EF4-FFF2-40B4-BE49-F238E27FC236}">
                <a16:creationId xmlns:a16="http://schemas.microsoft.com/office/drawing/2014/main" id="{34272120-6EBB-2263-EEBF-4D9FF3FB4626}"/>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331" b="15992"/>
          <a:stretch>
            <a:fillRect/>
          </a:stretch>
        </p:blipFill>
        <p:spPr>
          <a:xfrm>
            <a:off x="-12700" y="1"/>
            <a:ext cx="12204700" cy="6857999"/>
          </a:xfrm>
          <a:prstGeom prst="rect">
            <a:avLst/>
          </a:prstGeom>
        </p:spPr>
      </p:pic>
      <p:grpSp>
        <p:nvGrpSpPr>
          <p:cNvPr id="4" name="组合 3">
            <a:extLst>
              <a:ext uri="{FF2B5EF4-FFF2-40B4-BE49-F238E27FC236}">
                <a16:creationId xmlns:a16="http://schemas.microsoft.com/office/drawing/2014/main" id="{9DB612F6-8B45-1E28-251D-5F7B1B91E12E}"/>
              </a:ext>
            </a:extLst>
          </p:cNvPr>
          <p:cNvGrpSpPr/>
          <p:nvPr userDrawn="1"/>
        </p:nvGrpSpPr>
        <p:grpSpPr>
          <a:xfrm>
            <a:off x="0" y="0"/>
            <a:ext cx="12192000" cy="6858000"/>
            <a:chOff x="0" y="0"/>
            <a:chExt cx="12192000" cy="6858000"/>
          </a:xfrm>
        </p:grpSpPr>
        <p:sp>
          <p:nvSpPr>
            <p:cNvPr id="5" name="矩形 4">
              <a:extLst>
                <a:ext uri="{FF2B5EF4-FFF2-40B4-BE49-F238E27FC236}">
                  <a16:creationId xmlns:a16="http://schemas.microsoft.com/office/drawing/2014/main" id="{0B347465-10A7-F38C-90EB-9F030F25E305}"/>
                </a:ext>
              </a:extLst>
            </p:cNvPr>
            <p:cNvSpPr/>
            <p:nvPr>
              <p:custDataLst>
                <p:tags r:id="rId1"/>
              </p:custDataLst>
            </p:nvPr>
          </p:nvSpPr>
          <p:spPr>
            <a:xfrm>
              <a:off x="6096000" y="0"/>
              <a:ext cx="6096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6" name="矩形 5">
              <a:extLst>
                <a:ext uri="{FF2B5EF4-FFF2-40B4-BE49-F238E27FC236}">
                  <a16:creationId xmlns:a16="http://schemas.microsoft.com/office/drawing/2014/main" id="{02B55503-E298-614A-717B-83C6C7004C15}"/>
                </a:ext>
              </a:extLst>
            </p:cNvPr>
            <p:cNvSpPr/>
            <p:nvPr userDrawn="1"/>
          </p:nvSpPr>
          <p:spPr>
            <a:xfrm>
              <a:off x="0" y="0"/>
              <a:ext cx="6096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8" name="矩形 7">
            <a:extLst>
              <a:ext uri="{FF2B5EF4-FFF2-40B4-BE49-F238E27FC236}">
                <a16:creationId xmlns:a16="http://schemas.microsoft.com/office/drawing/2014/main" id="{FC8BED2B-C9D5-B3E7-A88B-EE7F5314F2E1}"/>
              </a:ext>
            </a:extLst>
          </p:cNvPr>
          <p:cNvSpPr/>
          <p:nvPr userDrawn="1"/>
        </p:nvSpPr>
        <p:spPr>
          <a:xfrm>
            <a:off x="420431" y="395239"/>
            <a:ext cx="11351138" cy="6067522"/>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C020CA35-3198-CE7F-2279-3BDF00AE90A1}"/>
              </a:ext>
            </a:extLst>
          </p:cNvPr>
          <p:cNvGrpSpPr/>
          <p:nvPr userDrawn="1"/>
        </p:nvGrpSpPr>
        <p:grpSpPr>
          <a:xfrm flipH="1">
            <a:off x="10241326" y="5715501"/>
            <a:ext cx="966987" cy="152400"/>
            <a:chOff x="9774601" y="5660136"/>
            <a:chExt cx="966987" cy="152400"/>
          </a:xfrm>
        </p:grpSpPr>
        <p:sp>
          <p:nvSpPr>
            <p:cNvPr id="10" name="矩形 9">
              <a:extLst>
                <a:ext uri="{FF2B5EF4-FFF2-40B4-BE49-F238E27FC236}">
                  <a16:creationId xmlns:a16="http://schemas.microsoft.com/office/drawing/2014/main" id="{04C63982-A90F-3C2A-AA1B-2AEC25D41802}"/>
                </a:ext>
              </a:extLst>
            </p:cNvPr>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BECC15EF-734D-531D-3DC3-ACAAD0D70E01}"/>
                </a:ext>
              </a:extLst>
            </p:cNvPr>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矩形 13">
              <a:extLst>
                <a:ext uri="{FF2B5EF4-FFF2-40B4-BE49-F238E27FC236}">
                  <a16:creationId xmlns:a16="http://schemas.microsoft.com/office/drawing/2014/main" id="{588B62DD-6B91-4A75-D5F9-49A7E628A479}"/>
                </a:ext>
              </a:extLst>
            </p:cNvPr>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矩形 14">
              <a:extLst>
                <a:ext uri="{FF2B5EF4-FFF2-40B4-BE49-F238E27FC236}">
                  <a16:creationId xmlns:a16="http://schemas.microsoft.com/office/drawing/2014/main" id="{4FA3E614-48B4-238C-288F-3ED03C3A0255}"/>
                </a:ext>
              </a:extLst>
            </p:cNvPr>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任意多边形: 形状 15">
            <a:extLst>
              <a:ext uri="{FF2B5EF4-FFF2-40B4-BE49-F238E27FC236}">
                <a16:creationId xmlns:a16="http://schemas.microsoft.com/office/drawing/2014/main" id="{BFBFF2B7-007A-53C8-3DFA-DB13EADCF731}"/>
              </a:ext>
            </a:extLst>
          </p:cNvPr>
          <p:cNvSpPr/>
          <p:nvPr userDrawn="1"/>
        </p:nvSpPr>
        <p:spPr>
          <a:xfrm>
            <a:off x="1029903" y="1645921"/>
            <a:ext cx="10178410" cy="3474720"/>
          </a:xfrm>
          <a:custGeom>
            <a:avLst/>
            <a:gdLst>
              <a:gd name="connsiteX0" fmla="*/ 0 w 10195560"/>
              <a:gd name="connsiteY0" fmla="*/ 0 h 3474720"/>
              <a:gd name="connsiteX1" fmla="*/ 10195560 w 10195560"/>
              <a:gd name="connsiteY1" fmla="*/ 0 h 3474720"/>
              <a:gd name="connsiteX2" fmla="*/ 10195560 w 10195560"/>
              <a:gd name="connsiteY2" fmla="*/ 1530157 h 3474720"/>
              <a:gd name="connsiteX3" fmla="*/ 9838314 w 10195560"/>
              <a:gd name="connsiteY3" fmla="*/ 1737360 h 3474720"/>
              <a:gd name="connsiteX4" fmla="*/ 10195560 w 10195560"/>
              <a:gd name="connsiteY4" fmla="*/ 1944562 h 3474720"/>
              <a:gd name="connsiteX5" fmla="*/ 10195560 w 10195560"/>
              <a:gd name="connsiteY5" fmla="*/ 3474720 h 3474720"/>
              <a:gd name="connsiteX6" fmla="*/ 0 w 10195560"/>
              <a:gd name="connsiteY6" fmla="*/ 3474720 h 347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95560" h="3474720">
                <a:moveTo>
                  <a:pt x="0" y="0"/>
                </a:moveTo>
                <a:lnTo>
                  <a:pt x="10195560" y="0"/>
                </a:lnTo>
                <a:lnTo>
                  <a:pt x="10195560" y="1530157"/>
                </a:lnTo>
                <a:lnTo>
                  <a:pt x="9838314" y="1737360"/>
                </a:lnTo>
                <a:lnTo>
                  <a:pt x="10195560" y="1944562"/>
                </a:lnTo>
                <a:lnTo>
                  <a:pt x="10195560" y="3474720"/>
                </a:lnTo>
                <a:lnTo>
                  <a:pt x="0" y="34747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dirty="0">
              <a:solidFill>
                <a:schemeClr val="bg1"/>
              </a:solidFill>
              <a:latin typeface="+mj-ea"/>
              <a:ea typeface="+mj-ea"/>
            </a:endParaRPr>
          </a:p>
        </p:txBody>
      </p:sp>
    </p:spTree>
    <p:extLst>
      <p:ext uri="{BB962C8B-B14F-4D97-AF65-F5344CB8AC3E}">
        <p14:creationId xmlns:p14="http://schemas.microsoft.com/office/powerpoint/2010/main" val="214325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空白">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482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p:cNvPicPr>
            <a:picLocks noChangeAspect="1"/>
          </p:cNvPicPr>
          <p:nvPr/>
        </p:nvPicPr>
        <p:blipFill>
          <a:blip r:embed="rId2"/>
          <a:stretch>
            <a:fillRect/>
          </a:stretch>
        </p:blipFill>
        <p:spPr>
          <a:xfrm>
            <a:off x="0" y="0"/>
            <a:ext cx="12192000" cy="6858000"/>
          </a:xfrm>
          <a:prstGeom prst="rect">
            <a:avLst/>
          </a:prstGeom>
        </p:spPr>
      </p:pic>
      <p:sp>
        <p:nvSpPr>
          <p:cNvPr id="7" name="文本占位符 6"/>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9" name="文本占位符 8"/>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sp>
        <p:nvSpPr>
          <p:cNvPr id="10" name="文本占位符 9"/>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11" name="文本占位符 10"/>
          <p:cNvSpPr>
            <a:spLocks noGrp="1"/>
          </p:cNvSpPr>
          <p:nvPr>
            <p:ph type="body" sz="quarter" idx="10" hasCustomPrompt="1"/>
          </p:nvPr>
        </p:nvSpPr>
        <p:spPr>
          <a:xfrm>
            <a:off x="440603" y="759873"/>
            <a:ext cx="1657138" cy="440267"/>
          </a:xfrm>
          <a:prstGeom prst="rect">
            <a:avLst/>
          </a:prstGeo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65" b="0" i="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1" lang="en-US" altLang="zh-CN"/>
              <a:t>OfficePLUS</a:t>
            </a:r>
            <a:endParaRPr kumimoji="1" lang="zh-CN" altLang="en-US"/>
          </a:p>
        </p:txBody>
      </p:sp>
      <p:sp>
        <p:nvSpPr>
          <p:cNvPr id="6" name="文本占位符 5"/>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8" name="文本占位符 7"/>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14" name="文本占位符 13"/>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pic>
        <p:nvPicPr>
          <p:cNvPr id="2" name="图片 1" descr="形状&#10;&#10;描述已自动生成">
            <a:extLst>
              <a:ext uri="{FF2B5EF4-FFF2-40B4-BE49-F238E27FC236}">
                <a16:creationId xmlns:a16="http://schemas.microsoft.com/office/drawing/2014/main" id="{1A01C74B-21F7-0E02-DF8D-A6D12BFEC87F}"/>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805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封面">
    <p:bg>
      <p:bgPr>
        <a:solidFill>
          <a:schemeClr val="bg2"/>
        </a:solidFill>
        <a:effectLst/>
      </p:bgPr>
    </p:bg>
    <p:spTree>
      <p:nvGrpSpPr>
        <p:cNvPr id="1" name=""/>
        <p:cNvGrpSpPr/>
        <p:nvPr/>
      </p:nvGrpSpPr>
      <p:grpSpPr>
        <a:xfrm>
          <a:off x="0" y="0"/>
          <a:ext cx="0" cy="0"/>
          <a:chOff x="0" y="0"/>
          <a:chExt cx="0" cy="0"/>
        </a:xfrm>
      </p:grpSpPr>
      <p:pic>
        <p:nvPicPr>
          <p:cNvPr id="6" name="图片 5"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grpSp>
        <p:nvGrpSpPr>
          <p:cNvPr id="4" name="组合 3"/>
          <p:cNvGrpSpPr/>
          <p:nvPr userDrawn="1"/>
        </p:nvGrpSpPr>
        <p:grpSpPr>
          <a:xfrm>
            <a:off x="-26635" y="-5137"/>
            <a:ext cx="12245271" cy="6868275"/>
            <a:chOff x="-1" y="0"/>
            <a:chExt cx="12245271" cy="6868275"/>
          </a:xfrm>
        </p:grpSpPr>
        <p:sp>
          <p:nvSpPr>
            <p:cNvPr id="22" name="任意多边形: 形状 21"/>
            <p:cNvSpPr/>
            <p:nvPr userDrawn="1">
              <p:custDataLst>
                <p:tags r:id="rId1"/>
              </p:custDataLst>
            </p:nvPr>
          </p:nvSpPr>
          <p:spPr>
            <a:xfrm flipH="1">
              <a:off x="-1" y="5137"/>
              <a:ext cx="9173817" cy="6858000"/>
            </a:xfrm>
            <a:custGeom>
              <a:avLst/>
              <a:gdLst>
                <a:gd name="connsiteX0" fmla="*/ 9215065 w 9215065"/>
                <a:gd name="connsiteY0" fmla="*/ 0 h 6858000"/>
                <a:gd name="connsiteX1" fmla="*/ 0 w 9215065"/>
                <a:gd name="connsiteY1" fmla="*/ 0 h 6858000"/>
                <a:gd name="connsiteX2" fmla="*/ 1149654 w 9215065"/>
                <a:gd name="connsiteY2" fmla="*/ 6858000 h 6858000"/>
                <a:gd name="connsiteX3" fmla="*/ 9215065 w 921506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15065" h="6858000">
                  <a:moveTo>
                    <a:pt x="9215065" y="0"/>
                  </a:moveTo>
                  <a:lnTo>
                    <a:pt x="0" y="0"/>
                  </a:lnTo>
                  <a:lnTo>
                    <a:pt x="1149654" y="6858000"/>
                  </a:lnTo>
                  <a:lnTo>
                    <a:pt x="9215065"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7" name="任意多边形: 形状 16"/>
            <p:cNvSpPr/>
            <p:nvPr userDrawn="1">
              <p:custDataLst>
                <p:tags r:id="rId2"/>
              </p:custDataLst>
            </p:nvPr>
          </p:nvSpPr>
          <p:spPr>
            <a:xfrm flipH="1">
              <a:off x="8004747" y="0"/>
              <a:ext cx="4240523" cy="6868275"/>
            </a:xfrm>
            <a:custGeom>
              <a:avLst/>
              <a:gdLst>
                <a:gd name="connsiteX0" fmla="*/ 0 w 5083169"/>
                <a:gd name="connsiteY0" fmla="*/ 0 h 6846828"/>
                <a:gd name="connsiteX1" fmla="*/ 3527537 w 5083169"/>
                <a:gd name="connsiteY1" fmla="*/ 0 h 6846828"/>
                <a:gd name="connsiteX2" fmla="*/ 5083169 w 5083169"/>
                <a:gd name="connsiteY2" fmla="*/ 6846828 h 6846828"/>
                <a:gd name="connsiteX3" fmla="*/ 0 w 5083169"/>
                <a:gd name="connsiteY3" fmla="*/ 6846828 h 6846828"/>
                <a:gd name="connsiteX0-1" fmla="*/ 0 w 4867882"/>
                <a:gd name="connsiteY0-2" fmla="*/ 0 h 6857103"/>
                <a:gd name="connsiteX1-3" fmla="*/ 3527537 w 4867882"/>
                <a:gd name="connsiteY1-4" fmla="*/ 0 h 6857103"/>
                <a:gd name="connsiteX2-5" fmla="*/ 4867882 w 4867882"/>
                <a:gd name="connsiteY2-6" fmla="*/ 6857103 h 6857103"/>
                <a:gd name="connsiteX3-7" fmla="*/ 0 w 4867882"/>
                <a:gd name="connsiteY3-8" fmla="*/ 6846828 h 6857103"/>
                <a:gd name="connsiteX4" fmla="*/ 0 w 4867882"/>
                <a:gd name="connsiteY4" fmla="*/ 0 h 6857103"/>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4867882" h="6857103">
                  <a:moveTo>
                    <a:pt x="0" y="0"/>
                  </a:moveTo>
                  <a:lnTo>
                    <a:pt x="3527537" y="0"/>
                  </a:lnTo>
                  <a:lnTo>
                    <a:pt x="4867882" y="6857103"/>
                  </a:lnTo>
                  <a:lnTo>
                    <a:pt x="0" y="6846828"/>
                  </a:lnTo>
                  <a:lnTo>
                    <a:pt x="0" y="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mn-ea"/>
                <a:sym typeface="+mn-lt"/>
              </a:endParaRPr>
            </a:p>
          </p:txBody>
        </p:sp>
      </p:grpSp>
      <p:pic>
        <p:nvPicPr>
          <p:cNvPr id="43" name="图片 42"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3330" t="7870" r="2895" b="23862"/>
          <a:stretch>
            <a:fillRect/>
          </a:stretch>
        </p:blipFill>
        <p:spPr>
          <a:xfrm>
            <a:off x="376027" y="655081"/>
            <a:ext cx="11482939" cy="5573027"/>
          </a:xfrm>
          <a:custGeom>
            <a:avLst/>
            <a:gdLst>
              <a:gd name="connsiteX0" fmla="*/ 0 w 11482939"/>
              <a:gd name="connsiteY0" fmla="*/ 0 h 5573027"/>
              <a:gd name="connsiteX1" fmla="*/ 11482939 w 11482939"/>
              <a:gd name="connsiteY1" fmla="*/ 0 h 5573027"/>
              <a:gd name="connsiteX2" fmla="*/ 11482939 w 11482939"/>
              <a:gd name="connsiteY2" fmla="*/ 5573027 h 5573027"/>
              <a:gd name="connsiteX3" fmla="*/ 0 w 11482939"/>
              <a:gd name="connsiteY3" fmla="*/ 5573027 h 5573027"/>
            </a:gdLst>
            <a:ahLst/>
            <a:cxnLst>
              <a:cxn ang="0">
                <a:pos x="connsiteX0" y="connsiteY0"/>
              </a:cxn>
              <a:cxn ang="0">
                <a:pos x="connsiteX1" y="connsiteY1"/>
              </a:cxn>
              <a:cxn ang="0">
                <a:pos x="connsiteX2" y="connsiteY2"/>
              </a:cxn>
              <a:cxn ang="0">
                <a:pos x="connsiteX3" y="connsiteY3"/>
              </a:cxn>
            </a:cxnLst>
            <a:rect l="l" t="t" r="r" b="b"/>
            <a:pathLst>
              <a:path w="11482939" h="5573027">
                <a:moveTo>
                  <a:pt x="0" y="0"/>
                </a:moveTo>
                <a:lnTo>
                  <a:pt x="11482939" y="0"/>
                </a:lnTo>
                <a:lnTo>
                  <a:pt x="11482939" y="5573027"/>
                </a:lnTo>
                <a:lnTo>
                  <a:pt x="0" y="5573027"/>
                </a:lnTo>
                <a:close/>
              </a:path>
            </a:pathLst>
          </a:custGeom>
        </p:spPr>
      </p:pic>
      <p:grpSp>
        <p:nvGrpSpPr>
          <p:cNvPr id="13" name="组合 12"/>
          <p:cNvGrpSpPr/>
          <p:nvPr userDrawn="1"/>
        </p:nvGrpSpPr>
        <p:grpSpPr>
          <a:xfrm>
            <a:off x="333034" y="629893"/>
            <a:ext cx="11525932" cy="5598215"/>
            <a:chOff x="333034" y="629893"/>
            <a:chExt cx="11525932" cy="5598215"/>
          </a:xfrm>
        </p:grpSpPr>
        <p:grpSp>
          <p:nvGrpSpPr>
            <p:cNvPr id="12" name="组合 11"/>
            <p:cNvGrpSpPr/>
            <p:nvPr userDrawn="1"/>
          </p:nvGrpSpPr>
          <p:grpSpPr>
            <a:xfrm>
              <a:off x="333034" y="629893"/>
              <a:ext cx="11525932" cy="5598215"/>
              <a:chOff x="378745" y="1254695"/>
              <a:chExt cx="11525932" cy="5598215"/>
            </a:xfrm>
          </p:grpSpPr>
          <p:sp>
            <p:nvSpPr>
              <p:cNvPr id="41" name="任意多边形: 形状 40"/>
              <p:cNvSpPr/>
              <p:nvPr/>
            </p:nvSpPr>
            <p:spPr>
              <a:xfrm>
                <a:off x="378745" y="1254695"/>
                <a:ext cx="8729396" cy="5588000"/>
              </a:xfrm>
              <a:custGeom>
                <a:avLst/>
                <a:gdLst>
                  <a:gd name="connsiteX0" fmla="*/ 0 w 8729396"/>
                  <a:gd name="connsiteY0" fmla="*/ 0 h 5588000"/>
                  <a:gd name="connsiteX1" fmla="*/ 8729396 w 8729396"/>
                  <a:gd name="connsiteY1" fmla="*/ 0 h 5588000"/>
                  <a:gd name="connsiteX2" fmla="*/ 7791939 w 8729396"/>
                  <a:gd name="connsiteY2" fmla="*/ 5588000 h 5588000"/>
                  <a:gd name="connsiteX3" fmla="*/ 0 w 8729396"/>
                  <a:gd name="connsiteY3" fmla="*/ 5588000 h 5588000"/>
                </a:gdLst>
                <a:ahLst/>
                <a:cxnLst>
                  <a:cxn ang="0">
                    <a:pos x="connsiteX0" y="connsiteY0"/>
                  </a:cxn>
                  <a:cxn ang="0">
                    <a:pos x="connsiteX1" y="connsiteY1"/>
                  </a:cxn>
                  <a:cxn ang="0">
                    <a:pos x="connsiteX2" y="connsiteY2"/>
                  </a:cxn>
                  <a:cxn ang="0">
                    <a:pos x="connsiteX3" y="connsiteY3"/>
                  </a:cxn>
                </a:cxnLst>
                <a:rect l="l" t="t" r="r" b="b"/>
                <a:pathLst>
                  <a:path w="8729396" h="5588000">
                    <a:moveTo>
                      <a:pt x="0" y="0"/>
                    </a:moveTo>
                    <a:lnTo>
                      <a:pt x="8729396" y="0"/>
                    </a:lnTo>
                    <a:lnTo>
                      <a:pt x="7791939" y="5588000"/>
                    </a:lnTo>
                    <a:lnTo>
                      <a:pt x="0" y="5588000"/>
                    </a:lnTo>
                    <a:close/>
                  </a:path>
                </a:pathLst>
              </a:custGeom>
              <a:solidFill>
                <a:schemeClr val="bg2">
                  <a:alpha val="96000"/>
                </a:schemeClr>
              </a:solidFill>
              <a:ln w="31750"/>
              <a:effectLst>
                <a:outerShdw blurRad="127000" dist="381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6000" dirty="0">
                  <a:cs typeface="+mn-ea"/>
                  <a:sym typeface="+mn-lt"/>
                </a:endParaRPr>
              </a:p>
            </p:txBody>
          </p:sp>
          <p:sp>
            <p:nvSpPr>
              <p:cNvPr id="20" name="任意多边形: 形状 19"/>
              <p:cNvSpPr/>
              <p:nvPr/>
            </p:nvSpPr>
            <p:spPr>
              <a:xfrm flipH="1">
                <a:off x="8170684" y="1264876"/>
                <a:ext cx="3733993" cy="5588034"/>
              </a:xfrm>
              <a:custGeom>
                <a:avLst/>
                <a:gdLst>
                  <a:gd name="connsiteX0" fmla="*/ 0 w 4456252"/>
                  <a:gd name="connsiteY0" fmla="*/ 5588000 h 5588000"/>
                  <a:gd name="connsiteX1" fmla="*/ 1278410 w 4456252"/>
                  <a:gd name="connsiteY1" fmla="*/ 0 h 5588000"/>
                  <a:gd name="connsiteX2" fmla="*/ 3177842 w 4456252"/>
                  <a:gd name="connsiteY2" fmla="*/ 0 h 5588000"/>
                  <a:gd name="connsiteX3" fmla="*/ 4456252 w 4456252"/>
                  <a:gd name="connsiteY3" fmla="*/ 5588000 h 5588000"/>
                  <a:gd name="connsiteX4" fmla="*/ 0 w 4456252"/>
                  <a:gd name="connsiteY4" fmla="*/ 5588000 h 5588000"/>
                  <a:gd name="connsiteX0-1" fmla="*/ 4456252 w 4547692"/>
                  <a:gd name="connsiteY0-2" fmla="*/ 5588000 h 5679440"/>
                  <a:gd name="connsiteX1-3" fmla="*/ 0 w 4547692"/>
                  <a:gd name="connsiteY1-4" fmla="*/ 5588000 h 5679440"/>
                  <a:gd name="connsiteX2-5" fmla="*/ 1278410 w 4547692"/>
                  <a:gd name="connsiteY2-6" fmla="*/ 0 h 5679440"/>
                  <a:gd name="connsiteX3-7" fmla="*/ 3177842 w 4547692"/>
                  <a:gd name="connsiteY3-8" fmla="*/ 0 h 5679440"/>
                  <a:gd name="connsiteX4-9" fmla="*/ 4547692 w 4547692"/>
                  <a:gd name="connsiteY4-10" fmla="*/ 5679440 h 5679440"/>
                  <a:gd name="connsiteX0-11" fmla="*/ 4456252 w 4456252"/>
                  <a:gd name="connsiteY0-12" fmla="*/ 5588000 h 5588000"/>
                  <a:gd name="connsiteX1-13" fmla="*/ 0 w 4456252"/>
                  <a:gd name="connsiteY1-14" fmla="*/ 5588000 h 5588000"/>
                  <a:gd name="connsiteX2-15" fmla="*/ 1278410 w 4456252"/>
                  <a:gd name="connsiteY2-16" fmla="*/ 0 h 5588000"/>
                  <a:gd name="connsiteX3-17" fmla="*/ 3177842 w 4456252"/>
                  <a:gd name="connsiteY3-18" fmla="*/ 0 h 5588000"/>
                  <a:gd name="connsiteX0-19" fmla="*/ 4503209 w 4503209"/>
                  <a:gd name="connsiteY0-20" fmla="*/ 5588000 h 5588000"/>
                  <a:gd name="connsiteX1-21" fmla="*/ 46957 w 4503209"/>
                  <a:gd name="connsiteY1-22" fmla="*/ 5588000 h 5588000"/>
                  <a:gd name="connsiteX2-23" fmla="*/ 0 w 4503209"/>
                  <a:gd name="connsiteY2-24" fmla="*/ 61645 h 5588000"/>
                  <a:gd name="connsiteX3-25" fmla="*/ 3224799 w 4503209"/>
                  <a:gd name="connsiteY3-26" fmla="*/ 0 h 5588000"/>
                  <a:gd name="connsiteX0-27" fmla="*/ 4503209 w 4503209"/>
                  <a:gd name="connsiteY0-28" fmla="*/ 5588000 h 5588000"/>
                  <a:gd name="connsiteX1-29" fmla="*/ 46957 w 4503209"/>
                  <a:gd name="connsiteY1-30" fmla="*/ 5588000 h 5588000"/>
                  <a:gd name="connsiteX2-31" fmla="*/ 0 w 4503209"/>
                  <a:gd name="connsiteY2-32" fmla="*/ 10275 h 5588000"/>
                  <a:gd name="connsiteX3-33" fmla="*/ 3224799 w 4503209"/>
                  <a:gd name="connsiteY3-34" fmla="*/ 0 h 5588000"/>
                  <a:gd name="connsiteX0-35" fmla="*/ 4311842 w 4311842"/>
                  <a:gd name="connsiteY0-36" fmla="*/ 5588000 h 5588000"/>
                  <a:gd name="connsiteX1-37" fmla="*/ 46957 w 4311842"/>
                  <a:gd name="connsiteY1-38" fmla="*/ 5588000 h 5588000"/>
                  <a:gd name="connsiteX2-39" fmla="*/ 0 w 4311842"/>
                  <a:gd name="connsiteY2-40" fmla="*/ 10275 h 5588000"/>
                  <a:gd name="connsiteX3-41" fmla="*/ 3224799 w 4311842"/>
                  <a:gd name="connsiteY3-42" fmla="*/ 0 h 5588000"/>
                  <a:gd name="connsiteX0-43" fmla="*/ 4265561 w 4265561"/>
                  <a:gd name="connsiteY0-44" fmla="*/ 5588000 h 5588000"/>
                  <a:gd name="connsiteX1-45" fmla="*/ 46957 w 4265561"/>
                  <a:gd name="connsiteY1-46" fmla="*/ 5588000 h 5588000"/>
                  <a:gd name="connsiteX2-47" fmla="*/ 0 w 4265561"/>
                  <a:gd name="connsiteY2-48" fmla="*/ 10275 h 5588000"/>
                  <a:gd name="connsiteX3-49" fmla="*/ 3224799 w 4265561"/>
                  <a:gd name="connsiteY3-50" fmla="*/ 0 h 5588000"/>
                  <a:gd name="connsiteX0-51" fmla="*/ 4265561 w 4265561"/>
                  <a:gd name="connsiteY0-52" fmla="*/ 5588000 h 5588000"/>
                  <a:gd name="connsiteX1-53" fmla="*/ 46957 w 4265561"/>
                  <a:gd name="connsiteY1-54" fmla="*/ 5588000 h 5588000"/>
                  <a:gd name="connsiteX2-55" fmla="*/ 0 w 4265561"/>
                  <a:gd name="connsiteY2-56" fmla="*/ 10275 h 5588000"/>
                  <a:gd name="connsiteX3-57" fmla="*/ 3194641 w 4265561"/>
                  <a:gd name="connsiteY3-58" fmla="*/ 0 h 5588000"/>
                </a:gdLst>
                <a:ahLst/>
                <a:cxnLst>
                  <a:cxn ang="0">
                    <a:pos x="connsiteX0-1" y="connsiteY0-2"/>
                  </a:cxn>
                  <a:cxn ang="0">
                    <a:pos x="connsiteX1-3" y="connsiteY1-4"/>
                  </a:cxn>
                  <a:cxn ang="0">
                    <a:pos x="connsiteX2-5" y="connsiteY2-6"/>
                  </a:cxn>
                  <a:cxn ang="0">
                    <a:pos x="connsiteX3-7" y="connsiteY3-8"/>
                  </a:cxn>
                </a:cxnLst>
                <a:rect l="l" t="t" r="r" b="b"/>
                <a:pathLst>
                  <a:path w="4265561" h="5588000">
                    <a:moveTo>
                      <a:pt x="4265561" y="5588000"/>
                    </a:moveTo>
                    <a:lnTo>
                      <a:pt x="46957" y="5588000"/>
                    </a:lnTo>
                    <a:lnTo>
                      <a:pt x="0" y="10275"/>
                    </a:lnTo>
                    <a:lnTo>
                      <a:pt x="3194641" y="0"/>
                    </a:lnTo>
                  </a:path>
                </a:pathLst>
              </a:custGeom>
              <a:solidFill>
                <a:schemeClr val="accent1">
                  <a:alpha val="90000"/>
                </a:schemeClr>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cs typeface="+mn-ea"/>
                  <a:sym typeface="+mn-lt"/>
                </a:endParaRPr>
              </a:p>
            </p:txBody>
          </p:sp>
        </p:grpSp>
        <p:grpSp>
          <p:nvGrpSpPr>
            <p:cNvPr id="29" name="组合 28"/>
            <p:cNvGrpSpPr/>
            <p:nvPr userDrawn="1"/>
          </p:nvGrpSpPr>
          <p:grpSpPr>
            <a:xfrm flipH="1">
              <a:off x="10572502" y="5800567"/>
              <a:ext cx="966987" cy="152400"/>
              <a:chOff x="9774601" y="5660136"/>
              <a:chExt cx="966987" cy="152400"/>
            </a:xfrm>
          </p:grpSpPr>
          <p:sp>
            <p:nvSpPr>
              <p:cNvPr id="30" name="矩形 29"/>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矩形 30"/>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矩形 31"/>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矩形 32"/>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组合 33"/>
            <p:cNvGrpSpPr/>
            <p:nvPr userDrawn="1"/>
          </p:nvGrpSpPr>
          <p:grpSpPr>
            <a:xfrm>
              <a:off x="664749" y="870774"/>
              <a:ext cx="966987" cy="152400"/>
              <a:chOff x="9800002" y="5660136"/>
              <a:chExt cx="966987" cy="152400"/>
            </a:xfrm>
          </p:grpSpPr>
          <p:sp>
            <p:nvSpPr>
              <p:cNvPr id="35" name="矩形 34"/>
              <p:cNvSpPr/>
              <p:nvPr/>
            </p:nvSpPr>
            <p:spPr>
              <a:xfrm>
                <a:off x="10071531"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35"/>
              <p:cNvSpPr/>
              <p:nvPr/>
            </p:nvSpPr>
            <p:spPr>
              <a:xfrm>
                <a:off x="10343060"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矩形 36"/>
              <p:cNvSpPr/>
              <p:nvPr/>
            </p:nvSpPr>
            <p:spPr>
              <a:xfrm>
                <a:off x="10614589"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37"/>
              <p:cNvSpPr/>
              <p:nvPr/>
            </p:nvSpPr>
            <p:spPr>
              <a:xfrm>
                <a:off x="9800002"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011876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目录">
    <p:bg>
      <p:bgPr>
        <a:solidFill>
          <a:schemeClr val="bg2"/>
        </a:solidFill>
        <a:effectLst/>
      </p:bgPr>
    </p:bg>
    <p:spTree>
      <p:nvGrpSpPr>
        <p:cNvPr id="1" name=""/>
        <p:cNvGrpSpPr/>
        <p:nvPr/>
      </p:nvGrpSpPr>
      <p:grpSpPr>
        <a:xfrm>
          <a:off x="0" y="0"/>
          <a:ext cx="0" cy="0"/>
          <a:chOff x="0" y="0"/>
          <a:chExt cx="0" cy="0"/>
        </a:xfrm>
      </p:grpSpPr>
      <p:pic>
        <p:nvPicPr>
          <p:cNvPr id="10" name="图片 9" descr="绿色的叶子&#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l="218" r="82" b="15992"/>
          <a:stretch>
            <a:fillRect/>
          </a:stretch>
        </p:blipFill>
        <p:spPr>
          <a:xfrm>
            <a:off x="-13318" y="1"/>
            <a:ext cx="12208526" cy="6857999"/>
          </a:xfrm>
          <a:prstGeom prst="rect">
            <a:avLst/>
          </a:prstGeom>
        </p:spPr>
      </p:pic>
      <p:sp>
        <p:nvSpPr>
          <p:cNvPr id="14" name="任意多边形: 形状 13"/>
          <p:cNvSpPr/>
          <p:nvPr userDrawn="1">
            <p:custDataLst>
              <p:tags r:id="rId1"/>
            </p:custData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11" name="图片 10"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b="19840"/>
          <a:stretch>
            <a:fillRect/>
          </a:stretch>
        </p:blipFill>
        <p:spPr>
          <a:xfrm>
            <a:off x="440077" y="406471"/>
            <a:ext cx="11311846" cy="6045058"/>
          </a:xfrm>
          <a:prstGeom prst="rect">
            <a:avLst/>
          </a:prstGeom>
        </p:spPr>
      </p:pic>
      <p:sp>
        <p:nvSpPr>
          <p:cNvPr id="16" name="矩形 15"/>
          <p:cNvSpPr/>
          <p:nvPr userDrawn="1"/>
        </p:nvSpPr>
        <p:spPr>
          <a:xfrm>
            <a:off x="440077" y="406471"/>
            <a:ext cx="11311846" cy="6045058"/>
          </a:xfrm>
          <a:prstGeom prst="rect">
            <a:avLst/>
          </a:prstGeom>
          <a:solidFill>
            <a:schemeClr val="bg1">
              <a:alpha val="95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3308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过渡页">
    <p:bg>
      <p:bgPr>
        <a:solidFill>
          <a:schemeClr val="bg2"/>
        </a:solidFill>
        <a:effectLst/>
      </p:bgPr>
    </p:bg>
    <p:spTree>
      <p:nvGrpSpPr>
        <p:cNvPr id="1" name=""/>
        <p:cNvGrpSpPr/>
        <p:nvPr/>
      </p:nvGrpSpPr>
      <p:grpSpPr>
        <a:xfrm>
          <a:off x="0" y="0"/>
          <a:ext cx="0" cy="0"/>
          <a:chOff x="0" y="0"/>
          <a:chExt cx="0" cy="0"/>
        </a:xfrm>
      </p:grpSpPr>
      <p:pic>
        <p:nvPicPr>
          <p:cNvPr id="22" name="图片 21" descr="绿色的叶子&#10;&#10;描述已自动生成"/>
          <p:cNvPicPr>
            <a:picLocks noChangeAspect="1"/>
          </p:cNvPicPr>
          <p:nvPr userDrawn="1"/>
        </p:nvPicPr>
        <p:blipFill rotWithShape="1">
          <a:blip r:embed="rId3" cstate="print">
            <a:extLst>
              <a:ext uri="{28A0092B-C50C-407E-A947-70E740481C1C}">
                <a14:useLocalDpi xmlns:a14="http://schemas.microsoft.com/office/drawing/2010/main" val="0"/>
              </a:ext>
            </a:extLst>
          </a:blip>
          <a:srcRect l="331" b="15992"/>
          <a:stretch>
            <a:fillRect/>
          </a:stretch>
        </p:blipFill>
        <p:spPr>
          <a:xfrm>
            <a:off x="-12700" y="1"/>
            <a:ext cx="12204700" cy="6857999"/>
          </a:xfrm>
          <a:prstGeom prst="rect">
            <a:avLst/>
          </a:prstGeom>
        </p:spPr>
      </p:pic>
      <p:grpSp>
        <p:nvGrpSpPr>
          <p:cNvPr id="2" name="组合 1"/>
          <p:cNvGrpSpPr/>
          <p:nvPr userDrawn="1"/>
        </p:nvGrpSpPr>
        <p:grpSpPr>
          <a:xfrm>
            <a:off x="0" y="0"/>
            <a:ext cx="12192000" cy="6858000"/>
            <a:chOff x="0" y="0"/>
            <a:chExt cx="12192000" cy="6858000"/>
          </a:xfrm>
        </p:grpSpPr>
        <p:sp>
          <p:nvSpPr>
            <p:cNvPr id="7" name="矩形 6"/>
            <p:cNvSpPr/>
            <p:nvPr>
              <p:custDataLst>
                <p:tags r:id="rId1"/>
              </p:custDataLst>
            </p:nvPr>
          </p:nvSpPr>
          <p:spPr>
            <a:xfrm>
              <a:off x="6096000" y="0"/>
              <a:ext cx="6096000"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矩形 11"/>
            <p:cNvSpPr/>
            <p:nvPr userDrawn="1"/>
          </p:nvSpPr>
          <p:spPr>
            <a:xfrm>
              <a:off x="0" y="0"/>
              <a:ext cx="6096000" cy="6858000"/>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1" name="矩形 10"/>
          <p:cNvSpPr/>
          <p:nvPr userDrawn="1"/>
        </p:nvSpPr>
        <p:spPr>
          <a:xfrm>
            <a:off x="420431" y="395239"/>
            <a:ext cx="11351138" cy="6067522"/>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flipH="1">
            <a:off x="10241326" y="5715501"/>
            <a:ext cx="966987" cy="152400"/>
            <a:chOff x="9774601" y="5660136"/>
            <a:chExt cx="966987" cy="152400"/>
          </a:xfrm>
        </p:grpSpPr>
        <p:sp>
          <p:nvSpPr>
            <p:cNvPr id="18" name="矩形 17"/>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矩形 18"/>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19"/>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20"/>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任意多边形: 形状 22"/>
          <p:cNvSpPr/>
          <p:nvPr userDrawn="1"/>
        </p:nvSpPr>
        <p:spPr>
          <a:xfrm>
            <a:off x="1029903" y="1645921"/>
            <a:ext cx="10178410" cy="3474720"/>
          </a:xfrm>
          <a:custGeom>
            <a:avLst/>
            <a:gdLst>
              <a:gd name="connsiteX0" fmla="*/ 0 w 10195560"/>
              <a:gd name="connsiteY0" fmla="*/ 0 h 3474720"/>
              <a:gd name="connsiteX1" fmla="*/ 10195560 w 10195560"/>
              <a:gd name="connsiteY1" fmla="*/ 0 h 3474720"/>
              <a:gd name="connsiteX2" fmla="*/ 10195560 w 10195560"/>
              <a:gd name="connsiteY2" fmla="*/ 1530157 h 3474720"/>
              <a:gd name="connsiteX3" fmla="*/ 9838314 w 10195560"/>
              <a:gd name="connsiteY3" fmla="*/ 1737360 h 3474720"/>
              <a:gd name="connsiteX4" fmla="*/ 10195560 w 10195560"/>
              <a:gd name="connsiteY4" fmla="*/ 1944562 h 3474720"/>
              <a:gd name="connsiteX5" fmla="*/ 10195560 w 10195560"/>
              <a:gd name="connsiteY5" fmla="*/ 3474720 h 3474720"/>
              <a:gd name="connsiteX6" fmla="*/ 0 w 10195560"/>
              <a:gd name="connsiteY6" fmla="*/ 3474720 h 347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95560" h="3474720">
                <a:moveTo>
                  <a:pt x="0" y="0"/>
                </a:moveTo>
                <a:lnTo>
                  <a:pt x="10195560" y="0"/>
                </a:lnTo>
                <a:lnTo>
                  <a:pt x="10195560" y="1530157"/>
                </a:lnTo>
                <a:lnTo>
                  <a:pt x="9838314" y="1737360"/>
                </a:lnTo>
                <a:lnTo>
                  <a:pt x="10195560" y="1944562"/>
                </a:lnTo>
                <a:lnTo>
                  <a:pt x="10195560" y="3474720"/>
                </a:lnTo>
                <a:lnTo>
                  <a:pt x="0" y="347472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dirty="0">
              <a:solidFill>
                <a:schemeClr val="bg1"/>
              </a:solidFill>
              <a:latin typeface="+mj-ea"/>
              <a:ea typeface="+mj-ea"/>
            </a:endParaRPr>
          </a:p>
        </p:txBody>
      </p:sp>
    </p:spTree>
    <p:extLst>
      <p:ext uri="{BB962C8B-B14F-4D97-AF65-F5344CB8AC3E}">
        <p14:creationId xmlns:p14="http://schemas.microsoft.com/office/powerpoint/2010/main" val="892081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内页">
    <p:bg>
      <p:bgPr>
        <a:solidFill>
          <a:schemeClr val="bg2"/>
        </a:solidFill>
        <a:effectLst/>
      </p:bgPr>
    </p:bg>
    <p:spTree>
      <p:nvGrpSpPr>
        <p:cNvPr id="1" name=""/>
        <p:cNvGrpSpPr/>
        <p:nvPr/>
      </p:nvGrpSpPr>
      <p:grpSpPr>
        <a:xfrm>
          <a:off x="0" y="0"/>
          <a:ext cx="0" cy="0"/>
          <a:chOff x="0" y="0"/>
          <a:chExt cx="0" cy="0"/>
        </a:xfrm>
      </p:grpSpPr>
      <p:pic>
        <p:nvPicPr>
          <p:cNvPr id="17" name="图片 16" descr="绿色的叶子&#10;&#10;描述已自动生成"/>
          <p:cNvPicPr>
            <a:picLocks noChangeAspect="1"/>
          </p:cNvPicPr>
          <p:nvPr userDrawn="1"/>
        </p:nvPicPr>
        <p:blipFill rotWithShape="1">
          <a:blip r:embed="rId4" cstate="print">
            <a:extLst>
              <a:ext uri="{28A0092B-C50C-407E-A947-70E740481C1C}">
                <a14:useLocalDpi xmlns:a14="http://schemas.microsoft.com/office/drawing/2010/main" val="0"/>
              </a:ext>
            </a:extLst>
          </a:blip>
          <a:srcRect l="435" b="15992"/>
          <a:stretch>
            <a:fillRect/>
          </a:stretch>
        </p:blipFill>
        <p:spPr>
          <a:xfrm>
            <a:off x="0" y="1"/>
            <a:ext cx="12192000" cy="6857999"/>
          </a:xfrm>
          <a:prstGeom prst="rect">
            <a:avLst/>
          </a:prstGeom>
        </p:spPr>
      </p:pic>
      <p:sp>
        <p:nvSpPr>
          <p:cNvPr id="7" name="任意多边形: 形状 6"/>
          <p:cNvSpPr/>
          <p:nvPr>
            <p:custDataLst>
              <p:tags r:id="rId1"/>
            </p:custDataLst>
          </p:nvPr>
        </p:nvSpPr>
        <p:spPr>
          <a:xfrm>
            <a:off x="2783540" y="0"/>
            <a:ext cx="9407061" cy="6858000"/>
          </a:xfrm>
          <a:custGeom>
            <a:avLst/>
            <a:gdLst>
              <a:gd name="connsiteX0" fmla="*/ 0 w 9407061"/>
              <a:gd name="connsiteY0" fmla="*/ 0 h 6858000"/>
              <a:gd name="connsiteX1" fmla="*/ 9407061 w 9407061"/>
              <a:gd name="connsiteY1" fmla="*/ 0 h 6858000"/>
              <a:gd name="connsiteX2" fmla="*/ 9407061 w 9407061"/>
              <a:gd name="connsiteY2" fmla="*/ 6858000 h 6858000"/>
              <a:gd name="connsiteX3" fmla="*/ 0 w 94070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407061" h="6858000">
                <a:moveTo>
                  <a:pt x="0" y="0"/>
                </a:moveTo>
                <a:lnTo>
                  <a:pt x="9407061" y="0"/>
                </a:lnTo>
                <a:lnTo>
                  <a:pt x="9407061" y="6858000"/>
                </a:lnTo>
                <a:lnTo>
                  <a:pt x="0" y="6858000"/>
                </a:lnTo>
                <a:close/>
              </a:path>
            </a:pathLst>
          </a:cu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任意多边形: 形状 11"/>
          <p:cNvSpPr/>
          <p:nvPr userDrawn="1"/>
        </p:nvSpPr>
        <p:spPr>
          <a:xfrm>
            <a:off x="0" y="0"/>
            <a:ext cx="6949440" cy="6858000"/>
          </a:xfrm>
          <a:custGeom>
            <a:avLst/>
            <a:gdLst>
              <a:gd name="connsiteX0" fmla="*/ 0 w 6949440"/>
              <a:gd name="connsiteY0" fmla="*/ 0 h 6858000"/>
              <a:gd name="connsiteX1" fmla="*/ 5234940 w 6949440"/>
              <a:gd name="connsiteY1" fmla="*/ 0 h 6858000"/>
              <a:gd name="connsiteX2" fmla="*/ 6949440 w 6949440"/>
              <a:gd name="connsiteY2" fmla="*/ 6858000 h 6858000"/>
              <a:gd name="connsiteX3" fmla="*/ 0 w 69494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949440" h="6858000">
                <a:moveTo>
                  <a:pt x="0" y="0"/>
                </a:moveTo>
                <a:lnTo>
                  <a:pt x="5234940" y="0"/>
                </a:lnTo>
                <a:lnTo>
                  <a:pt x="6949440" y="6858000"/>
                </a:lnTo>
                <a:lnTo>
                  <a:pt x="0" y="6858000"/>
                </a:ln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 name="组合 1"/>
          <p:cNvGrpSpPr/>
          <p:nvPr userDrawn="1"/>
        </p:nvGrpSpPr>
        <p:grpSpPr>
          <a:xfrm>
            <a:off x="341086" y="359229"/>
            <a:ext cx="11509829" cy="6139543"/>
            <a:chOff x="341086" y="359229"/>
            <a:chExt cx="11509829" cy="6139543"/>
          </a:xfrm>
        </p:grpSpPr>
        <p:sp>
          <p:nvSpPr>
            <p:cNvPr id="11" name="矩形 10"/>
            <p:cNvSpPr/>
            <p:nvPr userDrawn="1"/>
          </p:nvSpPr>
          <p:spPr>
            <a:xfrm>
              <a:off x="341086" y="359229"/>
              <a:ext cx="11509829" cy="6139543"/>
            </a:xfrm>
            <a:prstGeom prst="rect">
              <a:avLst/>
            </a:prstGeom>
            <a:solidFill>
              <a:schemeClr val="bg1">
                <a:alpha val="92000"/>
              </a:schemeClr>
            </a:solidFill>
            <a:ln w="0" cap="flat" cmpd="sng" algn="ctr">
              <a:noFill/>
              <a:prstDash val="solid"/>
              <a:miter lim="800000"/>
            </a:ln>
            <a:effectLst>
              <a:outerShdw blurRad="127000" dist="76200" dir="2700000" algn="tl"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userDrawn="1"/>
          </p:nvGrpSpPr>
          <p:grpSpPr>
            <a:xfrm flipH="1">
              <a:off x="10570977" y="6019903"/>
              <a:ext cx="966987" cy="152400"/>
              <a:chOff x="9774601" y="5660136"/>
              <a:chExt cx="966987" cy="152400"/>
            </a:xfrm>
          </p:grpSpPr>
          <p:sp>
            <p:nvSpPr>
              <p:cNvPr id="15" name="矩形 14"/>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矩形 21"/>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矩形 22"/>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23"/>
              <p:cNvSpPr/>
              <p:nvPr/>
            </p:nvSpPr>
            <p:spPr>
              <a:xfrm>
                <a:off x="9774601" y="5660136"/>
                <a:ext cx="152400" cy="152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 name="标题 15"/>
          <p:cNvSpPr>
            <a:spLocks noGrp="1"/>
          </p:cNvSpPr>
          <p:nvPr>
            <p:ph type="title"/>
            <p:custDataLst>
              <p:tags r:id="rId2"/>
            </p:custDataLst>
          </p:nvPr>
        </p:nvSpPr>
        <p:spPr>
          <a:xfrm>
            <a:off x="680771" y="606890"/>
            <a:ext cx="4813123" cy="441964"/>
          </a:xfrm>
          <a:prstGeom prst="rect">
            <a:avLst/>
          </a:prstGeom>
        </p:spPr>
        <p:txBody>
          <a:bodyPr vert="horz" lIns="90170" tIns="46990" rIns="90170" bIns="46990" rtlCol="0" anchor="ctr" anchorCtr="0">
            <a:noAutofit/>
          </a:bodyPr>
          <a:lstStyle>
            <a:lvl1pPr>
              <a:defRPr lang="zh-CN" altLang="en-US" sz="2800" dirty="0">
                <a:solidFill>
                  <a:schemeClr val="accent1"/>
                </a:solidFill>
                <a:latin typeface="+mj-lt"/>
              </a:defRPr>
            </a:lvl1pPr>
          </a:lstStyle>
          <a:p>
            <a:r>
              <a:rPr lang="zh-CN" altLang="en-US" dirty="0"/>
              <a:t>单击此处编辑母版标题样式</a:t>
            </a:r>
          </a:p>
        </p:txBody>
      </p:sp>
      <p:sp>
        <p:nvSpPr>
          <p:cNvPr id="13" name="矩形 12"/>
          <p:cNvSpPr/>
          <p:nvPr userDrawn="1"/>
        </p:nvSpPr>
        <p:spPr>
          <a:xfrm>
            <a:off x="635052" y="631428"/>
            <a:ext cx="45719" cy="3928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0539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6"/>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9" name="文本占位符 8"/>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sp>
        <p:nvSpPr>
          <p:cNvPr id="10" name="文本占位符 9"/>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11" name="文本占位符 10"/>
          <p:cNvSpPr>
            <a:spLocks noGrp="1"/>
          </p:cNvSpPr>
          <p:nvPr>
            <p:ph type="body" sz="quarter" idx="10" hasCustomPrompt="1"/>
          </p:nvPr>
        </p:nvSpPr>
        <p:spPr>
          <a:xfrm>
            <a:off x="440603" y="759873"/>
            <a:ext cx="1657138" cy="440267"/>
          </a:xfrm>
          <a:prstGeom prst="rect">
            <a:avLst/>
          </a:prstGeo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65" b="0" i="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1" lang="en-US" altLang="zh-CN"/>
              <a:t>OfficePLUS</a:t>
            </a:r>
            <a:endParaRPr kumimoji="1" lang="zh-CN" altLang="en-US"/>
          </a:p>
        </p:txBody>
      </p:sp>
      <p:sp>
        <p:nvSpPr>
          <p:cNvPr id="6" name="文本占位符 5"/>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a:t>OfficePLUS</a:t>
            </a:r>
            <a:endParaRPr kumimoji="1" lang="zh-CN" altLang="en-US"/>
          </a:p>
        </p:txBody>
      </p:sp>
      <p:sp>
        <p:nvSpPr>
          <p:cNvPr id="8" name="文本占位符 7"/>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微软雅黑 Light" panose="020B0502040204020203" charset="-122"/>
                <a:ea typeface="微软雅黑 Light" panose="020B0502040204020203" charset="-122"/>
                <a:cs typeface="Segoe UI Light" panose="020B0502040204020203" charset="0"/>
              </a:defRPr>
            </a:lvl1pPr>
          </a:lstStyle>
          <a:p>
            <a:pPr lvl="0"/>
            <a:r>
              <a:rPr kumimoji="1" lang="en-US" altLang="zh-CN" dirty="0" err="1"/>
              <a:t>OfficePLUS</a:t>
            </a:r>
            <a:endParaRPr kumimoji="1" lang="zh-CN" altLang="en-US" dirty="0"/>
          </a:p>
        </p:txBody>
      </p:sp>
      <p:sp>
        <p:nvSpPr>
          <p:cNvPr id="14" name="文本占位符 13"/>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en-US" altLang="zh-CN" dirty="0" err="1"/>
              <a:t>OfficePLUS</a:t>
            </a:r>
            <a:endParaRPr kumimoji="1" lang="zh-CN" altLang="en-US" dirty="0"/>
          </a:p>
        </p:txBody>
      </p:sp>
    </p:spTree>
    <p:extLst>
      <p:ext uri="{BB962C8B-B14F-4D97-AF65-F5344CB8AC3E}">
        <p14:creationId xmlns:p14="http://schemas.microsoft.com/office/powerpoint/2010/main" val="358737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p:custDataLst>
              <p:tags r:id="rId13"/>
            </p:custDataLst>
          </p:nvPr>
        </p:nvSpPr>
        <p:spPr>
          <a:xfrm>
            <a:off x="669882" y="952508"/>
            <a:ext cx="10852237" cy="5388907"/>
          </a:xfrm>
          <a:prstGeom prst="rect">
            <a:avLst/>
          </a:prstGeom>
        </p:spPr>
        <p:txBody>
          <a:bodyPr vert="horz" lIns="90170" tIns="46990" rIns="90170" bIns="46990" rtlCol="0">
            <a:sp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spAutoFit/>
          </a:bodyPr>
          <a:lstStyle>
            <a:lvl1pPr algn="l">
              <a:defRPr sz="1200" baseline="0">
                <a:solidFill>
                  <a:schemeClr val="tx1">
                    <a:lumMod val="85000"/>
                    <a:lumOff val="15000"/>
                  </a:schemeClr>
                </a:solidFill>
                <a:latin typeface="Arial" panose="020B0604020202020204" pitchFamily="34" charset="0"/>
                <a:ea typeface="微软雅黑" panose="020B0503020204020204" pitchFamily="34" charset="-122"/>
              </a:defRPr>
            </a:lvl1pPr>
          </a:lstStyle>
          <a:p>
            <a:fld id="{C627C74C-C072-47B9-85F9-00E51ACBDB8A}" type="datetimeFigureOut">
              <a:rPr lang="zh-CN" altLang="en-US" smtClean="0"/>
              <a:t>2024/11/6</a:t>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spAutoFit/>
          </a:bodyPr>
          <a:lstStyle>
            <a:lvl1pPr algn="ctr">
              <a:defRPr sz="1200" baseline="0">
                <a:solidFill>
                  <a:schemeClr val="tx1">
                    <a:lumMod val="85000"/>
                    <a:lumOff val="15000"/>
                  </a:schemeClr>
                </a:solidFill>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spAutoFit/>
          </a:bodyPr>
          <a:lstStyle>
            <a:lvl1pPr algn="r">
              <a:defRPr sz="1200" baseline="0">
                <a:solidFill>
                  <a:schemeClr val="tx1">
                    <a:lumMod val="85000"/>
                    <a:lumOff val="15000"/>
                  </a:schemeClr>
                </a:solidFill>
                <a:latin typeface="Arial" panose="020B0604020202020204" pitchFamily="34" charset="0"/>
                <a:ea typeface="微软雅黑" panose="020B0503020204020204" pitchFamily="34" charset="-122"/>
              </a:defRPr>
            </a:lvl1pPr>
          </a:lstStyle>
          <a:p>
            <a:fld id="{69951D4F-05D1-4DEC-A932-35421718A5B5}" type="slidenum">
              <a:rPr lang="zh-CN" altLang="en-US" smtClean="0"/>
              <a:t>‹#›</a:t>
            </a:fld>
            <a:endParaRPr lang="zh-CN" altLang="en-US"/>
          </a:p>
        </p:txBody>
      </p:sp>
      <p:sp>
        <p:nvSpPr>
          <p:cNvPr id="7" name="矩形 6"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lt1"/>
              </a:solidFill>
            </a:endParaRPr>
          </a:p>
        </p:txBody>
      </p:sp>
    </p:spTree>
    <p:extLst>
      <p:ext uri="{BB962C8B-B14F-4D97-AF65-F5344CB8AC3E}">
        <p14:creationId xmlns:p14="http://schemas.microsoft.com/office/powerpoint/2010/main" val="377157106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60" r:id="rId7"/>
    <p:sldLayoutId id="2147483661" r:id="rId8"/>
    <p:sldLayoutId id="2147483662" r:id="rId9"/>
    <p:sldLayoutId id="2147483663" r:id="rId10"/>
    <p:sldLayoutId id="2147483664" r:id="rId11"/>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notesSlide" Target="../notesSlides/notesSlide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Layout" Target="../slideLayouts/slideLayout1.xml"/><Relationship Id="rId5" Type="http://schemas.openxmlformats.org/officeDocument/2006/relationships/tags" Target="../tags/tag29.xml"/><Relationship Id="rId4"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custDataLst>
              <p:tags r:id="rId2"/>
            </p:custDataLst>
          </p:nvPr>
        </p:nvSpPr>
        <p:spPr>
          <a:xfrm>
            <a:off x="859157" y="2321004"/>
            <a:ext cx="8848676" cy="1908215"/>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spcBef>
                <a:spcPts val="0"/>
              </a:spcBef>
              <a:buSzPct val="100000"/>
            </a:pPr>
            <a:r>
              <a:rPr lang="zh-CN" altLang="en-US" sz="8000" dirty="0">
                <a:latin typeface="+mn-lt"/>
                <a:ea typeface="+mn-ea"/>
                <a:cs typeface="+mn-ea"/>
                <a:sym typeface="+mn-lt"/>
              </a:rPr>
              <a:t>工程制图串讲</a:t>
            </a:r>
            <a:br>
              <a:rPr lang="en-US" altLang="zh-CN" sz="9600" dirty="0">
                <a:latin typeface="+mn-lt"/>
                <a:ea typeface="+mn-ea"/>
                <a:cs typeface="+mn-ea"/>
                <a:sym typeface="+mn-lt"/>
              </a:rPr>
            </a:br>
            <a:r>
              <a:rPr lang="en-US" altLang="zh-CN" sz="4400" dirty="0">
                <a:latin typeface="+mn-lt"/>
                <a:ea typeface="+mn-ea"/>
                <a:cs typeface="+mn-ea"/>
                <a:sym typeface="+mn-lt"/>
              </a:rPr>
              <a:t>——</a:t>
            </a:r>
            <a:r>
              <a:rPr lang="zh-CN" altLang="en-US" sz="4400" dirty="0">
                <a:latin typeface="+mn-lt"/>
                <a:ea typeface="+mn-ea"/>
                <a:cs typeface="+mn-ea"/>
                <a:sym typeface="+mn-lt"/>
              </a:rPr>
              <a:t>第</a:t>
            </a:r>
            <a:r>
              <a:rPr lang="en-US" altLang="zh-CN" sz="4400" dirty="0">
                <a:latin typeface="+mn-lt"/>
                <a:ea typeface="+mn-ea"/>
                <a:cs typeface="+mn-ea"/>
                <a:sym typeface="+mn-lt"/>
              </a:rPr>
              <a:t>1</a:t>
            </a:r>
            <a:r>
              <a:rPr lang="zh-CN" altLang="en-US" sz="4400" dirty="0">
                <a:latin typeface="+mn-lt"/>
                <a:ea typeface="+mn-ea"/>
                <a:cs typeface="+mn-ea"/>
                <a:sym typeface="+mn-lt"/>
              </a:rPr>
              <a:t>、</a:t>
            </a:r>
            <a:r>
              <a:rPr lang="en-US" altLang="zh-CN" sz="4400" dirty="0">
                <a:latin typeface="+mn-lt"/>
                <a:ea typeface="+mn-ea"/>
                <a:cs typeface="+mn-ea"/>
                <a:sym typeface="+mn-lt"/>
              </a:rPr>
              <a:t>2</a:t>
            </a:r>
            <a:r>
              <a:rPr lang="zh-CN" altLang="en-US" sz="4400" dirty="0">
                <a:latin typeface="+mn-lt"/>
                <a:ea typeface="+mn-ea"/>
                <a:cs typeface="+mn-ea"/>
                <a:sym typeface="+mn-lt"/>
              </a:rPr>
              <a:t>、</a:t>
            </a:r>
            <a:r>
              <a:rPr lang="en-US" altLang="zh-CN" sz="4400" dirty="0">
                <a:latin typeface="+mn-lt"/>
                <a:ea typeface="+mn-ea"/>
                <a:cs typeface="+mn-ea"/>
                <a:sym typeface="+mn-lt"/>
              </a:rPr>
              <a:t>3</a:t>
            </a:r>
            <a:r>
              <a:rPr lang="zh-CN" altLang="en-US" sz="4400" dirty="0">
                <a:latin typeface="+mn-lt"/>
                <a:ea typeface="+mn-ea"/>
                <a:cs typeface="+mn-ea"/>
                <a:sym typeface="+mn-lt"/>
              </a:rPr>
              <a:t>章</a:t>
            </a:r>
            <a:endParaRPr lang="zh-CN" altLang="en-US" sz="7200" b="0" dirty="0">
              <a:solidFill>
                <a:schemeClr val="accent1"/>
              </a:solidFill>
              <a:cs typeface="+mn-ea"/>
              <a:sym typeface="+mn-lt"/>
            </a:endParaRPr>
          </a:p>
        </p:txBody>
      </p:sp>
      <p:grpSp>
        <p:nvGrpSpPr>
          <p:cNvPr id="2" name="组合 1"/>
          <p:cNvGrpSpPr/>
          <p:nvPr/>
        </p:nvGrpSpPr>
        <p:grpSpPr>
          <a:xfrm>
            <a:off x="859157" y="3902004"/>
            <a:ext cx="2629535" cy="1340095"/>
            <a:chOff x="859157" y="3902004"/>
            <a:chExt cx="2629535" cy="1340095"/>
          </a:xfrm>
        </p:grpSpPr>
        <p:sp>
          <p:nvSpPr>
            <p:cNvPr id="35" name="矩形 34"/>
            <p:cNvSpPr/>
            <p:nvPr/>
          </p:nvSpPr>
          <p:spPr>
            <a:xfrm>
              <a:off x="859157" y="4751879"/>
              <a:ext cx="2629535" cy="490220"/>
            </a:xfrm>
            <a:prstGeom prst="rect">
              <a:avLst/>
            </a:prstGeom>
            <a:gradFill flip="none" rotWithShape="1">
              <a:gsLst>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endParaRPr lang="en-US" dirty="0">
                <a:cs typeface="+mn-ea"/>
                <a:sym typeface="+mn-lt"/>
              </a:endParaRPr>
            </a:p>
          </p:txBody>
        </p:sp>
        <p:sp>
          <p:nvSpPr>
            <p:cNvPr id="37" name="文本框 36"/>
            <p:cNvSpPr txBox="1"/>
            <p:nvPr/>
          </p:nvSpPr>
          <p:spPr>
            <a:xfrm>
              <a:off x="1092200" y="3902004"/>
              <a:ext cx="65" cy="276999"/>
            </a:xfrm>
            <a:prstGeom prst="rect">
              <a:avLst/>
            </a:prstGeom>
            <a:noFill/>
          </p:spPr>
          <p:txBody>
            <a:bodyPr wrap="none" lIns="0" tIns="0" rIns="0" bIns="0" rtlCol="0">
              <a:spAutoFit/>
            </a:bodyPr>
            <a:lstStyle/>
            <a:p>
              <a:pPr algn="l"/>
              <a:endParaRPr lang="en-US" altLang="zh-CN" dirty="0" err="1">
                <a:solidFill>
                  <a:schemeClr val="bg1"/>
                </a:solidFill>
                <a:latin typeface="Arial" panose="020B0604020202020204" pitchFamily="34" charset="0"/>
                <a:ea typeface="微软雅黑" panose="020B0503020204020204" pitchFamily="34" charset="-122"/>
                <a:cs typeface="+mn-ea"/>
                <a:sym typeface="+mn-ea"/>
              </a:endParaRPr>
            </a:p>
          </p:txBody>
        </p:sp>
      </p:grpSp>
      <p:sp>
        <p:nvSpPr>
          <p:cNvPr id="4" name="文本框 3">
            <a:extLst>
              <a:ext uri="{FF2B5EF4-FFF2-40B4-BE49-F238E27FC236}">
                <a16:creationId xmlns:a16="http://schemas.microsoft.com/office/drawing/2014/main" id="{1386C28E-85D8-BAFE-3F94-5619D4456E63}"/>
              </a:ext>
            </a:extLst>
          </p:cNvPr>
          <p:cNvSpPr txBox="1"/>
          <p:nvPr/>
        </p:nvSpPr>
        <p:spPr>
          <a:xfrm>
            <a:off x="1092200" y="4796934"/>
            <a:ext cx="6122018" cy="400110"/>
          </a:xfrm>
          <a:prstGeom prst="rect">
            <a:avLst/>
          </a:prstGeom>
          <a:noFill/>
        </p:spPr>
        <p:txBody>
          <a:bodyPr wrap="square">
            <a:spAutoFit/>
          </a:bodyPr>
          <a:lstStyle/>
          <a:p>
            <a:r>
              <a:rPr kumimoji="0" lang="zh-CN" altLang="en-US" sz="2000" b="1" i="0" u="none" strike="noStrike" kern="1200" cap="none" spc="0" normalizeH="0" baseline="0" noProof="0" dirty="0">
                <a:ln>
                  <a:noFill/>
                </a:ln>
                <a:solidFill>
                  <a:srgbClr val="FFFFFF"/>
                </a:solidFill>
                <a:effectLst/>
                <a:uLnTx/>
                <a:uFillTx/>
                <a:latin typeface="Arial"/>
                <a:ea typeface="微软雅黑"/>
                <a:cs typeface="+mn-ea"/>
                <a:sym typeface="+mn-lt"/>
              </a:rPr>
              <a:t>主讲人：王之禾</a:t>
            </a:r>
            <a:endParaRPr lang="zh-CN" altLang="en-US" dirty="0"/>
          </a:p>
        </p:txBody>
      </p:sp>
    </p:spTree>
    <p:custDataLst>
      <p:tags r:id="rId1"/>
    </p:custDataLst>
    <p:extLst>
      <p:ext uri="{BB962C8B-B14F-4D97-AF65-F5344CB8AC3E}">
        <p14:creationId xmlns:p14="http://schemas.microsoft.com/office/powerpoint/2010/main" val="24601520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388750" y="510928"/>
            <a:ext cx="5366151" cy="1015663"/>
            <a:chOff x="3412923" y="1193519"/>
            <a:chExt cx="5366151" cy="1015663"/>
          </a:xfrm>
        </p:grpSpPr>
        <p:sp>
          <p:nvSpPr>
            <p:cNvPr id="45" name="文本框 44"/>
            <p:cNvSpPr txBox="1"/>
            <p:nvPr/>
          </p:nvSpPr>
          <p:spPr>
            <a:xfrm>
              <a:off x="5125380" y="1193519"/>
              <a:ext cx="1941237" cy="1015663"/>
            </a:xfrm>
            <a:prstGeom prst="rect">
              <a:avLst/>
            </a:prstGeom>
            <a:noFill/>
          </p:spPr>
          <p:txBody>
            <a:bodyPr wrap="none" lIns="0" tIns="0" rIns="0" bIns="0" rtlCol="0" anchor="t">
              <a:spAutoFit/>
            </a:bodyPr>
            <a:lstStyle/>
            <a:p>
              <a:pPr algn="l"/>
              <a:r>
                <a:rPr lang="zh-CN" altLang="en-US" sz="6600" dirty="0">
                  <a:solidFill>
                    <a:schemeClr val="accent1"/>
                  </a:solidFill>
                  <a:latin typeface="Arial" panose="020B0604020202020204" pitchFamily="34" charset="0"/>
                  <a:ea typeface="微软雅黑" panose="020B0503020204020204" pitchFamily="34" charset="-122"/>
                </a:rPr>
                <a:t>目 录</a:t>
              </a:r>
            </a:p>
          </p:txBody>
        </p:sp>
        <p:grpSp>
          <p:nvGrpSpPr>
            <p:cNvPr id="74" name="组合 73"/>
            <p:cNvGrpSpPr/>
            <p:nvPr/>
          </p:nvGrpSpPr>
          <p:grpSpPr>
            <a:xfrm>
              <a:off x="7812087" y="1625150"/>
              <a:ext cx="966987" cy="152400"/>
              <a:chOff x="9774601" y="5660136"/>
              <a:chExt cx="966987" cy="152400"/>
            </a:xfrm>
          </p:grpSpPr>
          <p:sp>
            <p:nvSpPr>
              <p:cNvPr id="75" name="矩形 74"/>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6" name="矩形 75"/>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7" name="矩形 76"/>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78" name="矩形 77"/>
              <p:cNvSpPr/>
              <p:nvPr/>
            </p:nvSpPr>
            <p:spPr>
              <a:xfrm>
                <a:off x="9774601" y="5660136"/>
                <a:ext cx="152400" cy="15240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grpSp>
        <p:grpSp>
          <p:nvGrpSpPr>
            <p:cNvPr id="79" name="组合 78"/>
            <p:cNvGrpSpPr/>
            <p:nvPr/>
          </p:nvGrpSpPr>
          <p:grpSpPr>
            <a:xfrm flipH="1">
              <a:off x="3412923" y="1625150"/>
              <a:ext cx="966987" cy="152400"/>
              <a:chOff x="9774601" y="5660136"/>
              <a:chExt cx="966987" cy="152400"/>
            </a:xfrm>
          </p:grpSpPr>
          <p:sp>
            <p:nvSpPr>
              <p:cNvPr id="80" name="矩形 79"/>
              <p:cNvSpPr/>
              <p:nvPr/>
            </p:nvSpPr>
            <p:spPr>
              <a:xfrm>
                <a:off x="10046130" y="5660136"/>
                <a:ext cx="152400" cy="1524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1" name="矩形 80"/>
              <p:cNvSpPr/>
              <p:nvPr/>
            </p:nvSpPr>
            <p:spPr>
              <a:xfrm>
                <a:off x="10317659" y="5660136"/>
                <a:ext cx="152400" cy="152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dirty="0"/>
              </a:p>
            </p:txBody>
          </p:sp>
          <p:sp>
            <p:nvSpPr>
              <p:cNvPr id="82" name="矩形 81"/>
              <p:cNvSpPr/>
              <p:nvPr/>
            </p:nvSpPr>
            <p:spPr>
              <a:xfrm>
                <a:off x="10589188" y="5660136"/>
                <a:ext cx="152400" cy="1524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3" name="矩形 82"/>
              <p:cNvSpPr/>
              <p:nvPr/>
            </p:nvSpPr>
            <p:spPr>
              <a:xfrm>
                <a:off x="9774601" y="5660136"/>
                <a:ext cx="152400" cy="15240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grpSp>
      </p:grpSp>
      <p:grpSp>
        <p:nvGrpSpPr>
          <p:cNvPr id="19" name="组合 18">
            <a:extLst>
              <a:ext uri="{FF2B5EF4-FFF2-40B4-BE49-F238E27FC236}">
                <a16:creationId xmlns:a16="http://schemas.microsoft.com/office/drawing/2014/main" id="{3CDB02F7-900D-71E7-80E8-6BAA12652258}"/>
              </a:ext>
            </a:extLst>
          </p:cNvPr>
          <p:cNvGrpSpPr/>
          <p:nvPr/>
        </p:nvGrpSpPr>
        <p:grpSpPr>
          <a:xfrm>
            <a:off x="757878" y="2190199"/>
            <a:ext cx="2734885" cy="2477602"/>
            <a:chOff x="1081208" y="3293258"/>
            <a:chExt cx="2434758" cy="1908177"/>
          </a:xfrm>
        </p:grpSpPr>
        <p:sp>
          <p:nvSpPr>
            <p:cNvPr id="20" name="文本框 19">
              <a:extLst>
                <a:ext uri="{FF2B5EF4-FFF2-40B4-BE49-F238E27FC236}">
                  <a16:creationId xmlns:a16="http://schemas.microsoft.com/office/drawing/2014/main" id="{A2484C16-759F-B191-16B9-FACE56202CE1}"/>
                </a:ext>
              </a:extLst>
            </p:cNvPr>
            <p:cNvSpPr txBox="1"/>
            <p:nvPr/>
          </p:nvSpPr>
          <p:spPr>
            <a:xfrm>
              <a:off x="1081208" y="3293258"/>
              <a:ext cx="2133783" cy="1908177"/>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01</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21" name="矩形 20">
              <a:extLst>
                <a:ext uri="{FF2B5EF4-FFF2-40B4-BE49-F238E27FC236}">
                  <a16:creationId xmlns:a16="http://schemas.microsoft.com/office/drawing/2014/main" id="{2B9DFF49-7C93-6788-CCB5-17DBF1316B3D}"/>
                </a:ext>
              </a:extLst>
            </p:cNvPr>
            <p:cNvSpPr/>
            <p:nvPr/>
          </p:nvSpPr>
          <p:spPr>
            <a:xfrm flipH="1">
              <a:off x="1291981" y="4765447"/>
              <a:ext cx="1927792"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22" name="文本框 21">
              <a:extLst>
                <a:ext uri="{FF2B5EF4-FFF2-40B4-BE49-F238E27FC236}">
                  <a16:creationId xmlns:a16="http://schemas.microsoft.com/office/drawing/2014/main" id="{6B336A24-CC08-25EE-2927-0DC8C8580900}"/>
                </a:ext>
              </a:extLst>
            </p:cNvPr>
            <p:cNvSpPr txBox="1"/>
            <p:nvPr/>
          </p:nvSpPr>
          <p:spPr>
            <a:xfrm>
              <a:off x="1291982"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第一章</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grpSp>
        <p:nvGrpSpPr>
          <p:cNvPr id="23" name="组合 22">
            <a:extLst>
              <a:ext uri="{FF2B5EF4-FFF2-40B4-BE49-F238E27FC236}">
                <a16:creationId xmlns:a16="http://schemas.microsoft.com/office/drawing/2014/main" id="{D0D88B29-86B2-1C1B-E01B-51F261E7B07A}"/>
              </a:ext>
            </a:extLst>
          </p:cNvPr>
          <p:cNvGrpSpPr/>
          <p:nvPr/>
        </p:nvGrpSpPr>
        <p:grpSpPr>
          <a:xfrm>
            <a:off x="3544867" y="2190199"/>
            <a:ext cx="2734885" cy="2477602"/>
            <a:chOff x="1081208" y="3293258"/>
            <a:chExt cx="2434758" cy="1908177"/>
          </a:xfrm>
        </p:grpSpPr>
        <p:sp>
          <p:nvSpPr>
            <p:cNvPr id="24" name="文本框 23">
              <a:extLst>
                <a:ext uri="{FF2B5EF4-FFF2-40B4-BE49-F238E27FC236}">
                  <a16:creationId xmlns:a16="http://schemas.microsoft.com/office/drawing/2014/main" id="{B4660C7A-FDE6-B9D0-E573-C9BC314BC39E}"/>
                </a:ext>
              </a:extLst>
            </p:cNvPr>
            <p:cNvSpPr txBox="1"/>
            <p:nvPr/>
          </p:nvSpPr>
          <p:spPr>
            <a:xfrm>
              <a:off x="1081208" y="3293258"/>
              <a:ext cx="2133783" cy="1908177"/>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02</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25" name="矩形 24">
              <a:extLst>
                <a:ext uri="{FF2B5EF4-FFF2-40B4-BE49-F238E27FC236}">
                  <a16:creationId xmlns:a16="http://schemas.microsoft.com/office/drawing/2014/main" id="{4080AE0B-BF8E-11FC-DBA6-4F8C6F85E728}"/>
                </a:ext>
              </a:extLst>
            </p:cNvPr>
            <p:cNvSpPr/>
            <p:nvPr/>
          </p:nvSpPr>
          <p:spPr>
            <a:xfrm flipH="1">
              <a:off x="1291981" y="4765447"/>
              <a:ext cx="1875421"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26" name="文本框 25">
              <a:extLst>
                <a:ext uri="{FF2B5EF4-FFF2-40B4-BE49-F238E27FC236}">
                  <a16:creationId xmlns:a16="http://schemas.microsoft.com/office/drawing/2014/main" id="{C6B23F7B-5DED-62C1-74E5-0656BCF24335}"/>
                </a:ext>
              </a:extLst>
            </p:cNvPr>
            <p:cNvSpPr txBox="1"/>
            <p:nvPr/>
          </p:nvSpPr>
          <p:spPr>
            <a:xfrm>
              <a:off x="1291982"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第二章</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grpSp>
        <p:nvGrpSpPr>
          <p:cNvPr id="27" name="组合 26">
            <a:extLst>
              <a:ext uri="{FF2B5EF4-FFF2-40B4-BE49-F238E27FC236}">
                <a16:creationId xmlns:a16="http://schemas.microsoft.com/office/drawing/2014/main" id="{000CEF0E-A1E0-3591-2F04-5B6A74C52965}"/>
              </a:ext>
            </a:extLst>
          </p:cNvPr>
          <p:cNvGrpSpPr/>
          <p:nvPr/>
        </p:nvGrpSpPr>
        <p:grpSpPr>
          <a:xfrm>
            <a:off x="6331856" y="2190199"/>
            <a:ext cx="2734885" cy="2477602"/>
            <a:chOff x="1081208" y="3293258"/>
            <a:chExt cx="2434758" cy="1908177"/>
          </a:xfrm>
        </p:grpSpPr>
        <p:sp>
          <p:nvSpPr>
            <p:cNvPr id="28" name="文本框 27">
              <a:extLst>
                <a:ext uri="{FF2B5EF4-FFF2-40B4-BE49-F238E27FC236}">
                  <a16:creationId xmlns:a16="http://schemas.microsoft.com/office/drawing/2014/main" id="{62D957DE-120F-0A00-B987-7C57C70E8136}"/>
                </a:ext>
              </a:extLst>
            </p:cNvPr>
            <p:cNvSpPr txBox="1"/>
            <p:nvPr/>
          </p:nvSpPr>
          <p:spPr>
            <a:xfrm>
              <a:off x="1081208" y="3293258"/>
              <a:ext cx="2133783" cy="1908177"/>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03</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29" name="矩形 28">
              <a:extLst>
                <a:ext uri="{FF2B5EF4-FFF2-40B4-BE49-F238E27FC236}">
                  <a16:creationId xmlns:a16="http://schemas.microsoft.com/office/drawing/2014/main" id="{192F3835-2F9F-EAFA-6638-5D745DA71570}"/>
                </a:ext>
              </a:extLst>
            </p:cNvPr>
            <p:cNvSpPr/>
            <p:nvPr/>
          </p:nvSpPr>
          <p:spPr>
            <a:xfrm flipH="1">
              <a:off x="1291981" y="4765447"/>
              <a:ext cx="1975263"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30" name="文本框 29">
              <a:extLst>
                <a:ext uri="{FF2B5EF4-FFF2-40B4-BE49-F238E27FC236}">
                  <a16:creationId xmlns:a16="http://schemas.microsoft.com/office/drawing/2014/main" id="{3791715C-4C7F-E7B1-FC44-4B318E123228}"/>
                </a:ext>
              </a:extLst>
            </p:cNvPr>
            <p:cNvSpPr txBox="1"/>
            <p:nvPr/>
          </p:nvSpPr>
          <p:spPr>
            <a:xfrm>
              <a:off x="1291982"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第三章</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grpSp>
        <p:nvGrpSpPr>
          <p:cNvPr id="31" name="组合 30">
            <a:extLst>
              <a:ext uri="{FF2B5EF4-FFF2-40B4-BE49-F238E27FC236}">
                <a16:creationId xmlns:a16="http://schemas.microsoft.com/office/drawing/2014/main" id="{EAB6190D-415F-9EA6-167C-3957D6788B9C}"/>
              </a:ext>
            </a:extLst>
          </p:cNvPr>
          <p:cNvGrpSpPr/>
          <p:nvPr/>
        </p:nvGrpSpPr>
        <p:grpSpPr>
          <a:xfrm>
            <a:off x="9118844" y="2190200"/>
            <a:ext cx="2734884" cy="2477601"/>
            <a:chOff x="1081208" y="3293258"/>
            <a:chExt cx="2434757" cy="1908176"/>
          </a:xfrm>
        </p:grpSpPr>
        <p:sp>
          <p:nvSpPr>
            <p:cNvPr id="32" name="文本框 31">
              <a:extLst>
                <a:ext uri="{FF2B5EF4-FFF2-40B4-BE49-F238E27FC236}">
                  <a16:creationId xmlns:a16="http://schemas.microsoft.com/office/drawing/2014/main" id="{22F8D95A-5576-E54D-1963-7BF479142B79}"/>
                </a:ext>
              </a:extLst>
            </p:cNvPr>
            <p:cNvSpPr txBox="1"/>
            <p:nvPr/>
          </p:nvSpPr>
          <p:spPr>
            <a:xfrm>
              <a:off x="1081208" y="3293258"/>
              <a:ext cx="2133783" cy="1908176"/>
            </a:xfrm>
            <a:prstGeom prst="rect">
              <a:avLst/>
            </a:prstGeom>
            <a:noFill/>
          </p:spPr>
          <p:txBody>
            <a:bodyPr wrap="none">
              <a:spAutoFit/>
            </a:bodyPr>
            <a:lstStyle>
              <a:defPPr>
                <a:defRPr lang="zh-CN"/>
              </a:defPPr>
              <a:lvl1pPr marR="0" lvl="0" indent="0" defTabSz="913765" fontAlgn="auto">
                <a:lnSpc>
                  <a:spcPct val="100000"/>
                </a:lnSpc>
                <a:spcBef>
                  <a:spcPts val="0"/>
                </a:spcBef>
                <a:spcAft>
                  <a:spcPts val="0"/>
                </a:spcAft>
                <a:buClrTx/>
                <a:buSzPct val="25000"/>
                <a:buFontTx/>
                <a:buNone/>
                <a:defRPr kumimoji="0" sz="15500" b="1" i="0" u="none" strike="noStrike" cap="none" spc="0" normalizeH="0" baseline="0">
                  <a:ln>
                    <a:noFill/>
                  </a:ln>
                  <a:solidFill>
                    <a:schemeClr val="tx1">
                      <a:lumMod val="95000"/>
                      <a:lumOff val="5000"/>
                      <a:alpha val="4000"/>
                    </a:schemeClr>
                  </a:solidFill>
                  <a:effectLst/>
                  <a:uLnTx/>
                  <a:uFillTx/>
                </a:defRPr>
              </a:lvl1pPr>
            </a:lstStyle>
            <a:p>
              <a:pPr marL="0" marR="0" lvl="0" indent="0" defTabSz="913765" eaLnBrk="1" fontAlgn="auto" latinLnBrk="0" hangingPunct="1">
                <a:lnSpc>
                  <a:spcPct val="100000"/>
                </a:lnSpc>
                <a:spcBef>
                  <a:spcPts val="0"/>
                </a:spcBef>
                <a:spcAft>
                  <a:spcPts val="0"/>
                </a:spcAft>
                <a:buClrTx/>
                <a:buSzPct val="25000"/>
                <a:buFontTx/>
                <a:buNone/>
                <a:tabLst/>
                <a:defRPr/>
              </a:pPr>
              <a:r>
                <a:rPr kumimoji="0" lang="en-US" altLang="zh-CN" sz="15500" b="1" i="0" u="none" strike="noStrike" kern="0" cap="none" spc="0" normalizeH="0" baseline="0" noProof="0" dirty="0">
                  <a:ln>
                    <a:noFill/>
                  </a:ln>
                  <a:solidFill>
                    <a:srgbClr val="3E5A4B">
                      <a:lumMod val="20000"/>
                      <a:lumOff val="80000"/>
                      <a:alpha val="20000"/>
                    </a:srgbClr>
                  </a:solidFill>
                  <a:effectLst/>
                  <a:uLnTx/>
                  <a:uFillTx/>
                  <a:cs typeface="+mn-ea"/>
                  <a:sym typeface="+mn-lt"/>
                </a:rPr>
                <a:t>04</a:t>
              </a:r>
              <a:endParaRPr kumimoji="0" lang="zh-CN" altLang="en-US" sz="15500" b="1" i="0" u="none" strike="noStrike" kern="0" cap="none" spc="0" normalizeH="0" baseline="0" noProof="0" dirty="0">
                <a:ln>
                  <a:noFill/>
                </a:ln>
                <a:solidFill>
                  <a:srgbClr val="3E5A4B">
                    <a:lumMod val="20000"/>
                    <a:lumOff val="80000"/>
                    <a:alpha val="20000"/>
                  </a:srgbClr>
                </a:solidFill>
                <a:effectLst/>
                <a:uLnTx/>
                <a:uFillTx/>
                <a:cs typeface="+mn-ea"/>
                <a:sym typeface="+mn-lt"/>
              </a:endParaRPr>
            </a:p>
          </p:txBody>
        </p:sp>
        <p:sp>
          <p:nvSpPr>
            <p:cNvPr id="33" name="矩形 32">
              <a:extLst>
                <a:ext uri="{FF2B5EF4-FFF2-40B4-BE49-F238E27FC236}">
                  <a16:creationId xmlns:a16="http://schemas.microsoft.com/office/drawing/2014/main" id="{C7EABF44-B9B4-89FE-9CE9-4E52985840F4}"/>
                </a:ext>
              </a:extLst>
            </p:cNvPr>
            <p:cNvSpPr/>
            <p:nvPr/>
          </p:nvSpPr>
          <p:spPr>
            <a:xfrm flipH="1">
              <a:off x="1291981" y="4765447"/>
              <a:ext cx="1975263" cy="387203"/>
            </a:xfrm>
            <a:prstGeom prst="rect">
              <a:avLst/>
            </a:prstGeom>
            <a:noFill/>
            <a:ln w="57150" cap="rnd" cmpd="sng" algn="ctr">
              <a:noFill/>
              <a:prstDash val="solid"/>
              <a:round/>
            </a:ln>
            <a:effectLst/>
          </p:spPr>
          <p:txBody>
            <a:bodyPr rot="0" spcFirstLastPara="0" vert="horz" wrap="square" lIns="90000" tIns="46800" rIns="90000" bIns="46800" numCol="1" spcCol="0" rtlCol="0" fromWordArt="0" anchor="t" anchorCtr="0" forceAA="0" compatLnSpc="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CN" sz="800" b="0"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34" name="文本框 33">
              <a:extLst>
                <a:ext uri="{FF2B5EF4-FFF2-40B4-BE49-F238E27FC236}">
                  <a16:creationId xmlns:a16="http://schemas.microsoft.com/office/drawing/2014/main" id="{AB37493E-C8D5-D698-216C-23910BC20652}"/>
                </a:ext>
              </a:extLst>
            </p:cNvPr>
            <p:cNvSpPr txBox="1"/>
            <p:nvPr/>
          </p:nvSpPr>
          <p:spPr>
            <a:xfrm>
              <a:off x="1291981" y="3992593"/>
              <a:ext cx="2223984" cy="49778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zh-CN" altLang="en-US" sz="3600" b="1" i="0" u="none" strike="noStrike" kern="0" cap="none" spc="0" normalizeH="0" baseline="0" noProof="0" dirty="0">
                  <a:ln>
                    <a:noFill/>
                  </a:ln>
                  <a:solidFill>
                    <a:srgbClr val="FFFFFF"/>
                  </a:solidFill>
                  <a:effectLst/>
                  <a:uLnTx/>
                  <a:uFillTx/>
                  <a:cs typeface="+mn-ea"/>
                  <a:sym typeface="+mn-lt"/>
                </a:rPr>
                <a:t>总结</a:t>
              </a:r>
              <a:endParaRPr kumimoji="0" lang="en-US" altLang="zh-CN" sz="3600" b="1" i="0" u="none" strike="noStrike" kern="0" cap="none" spc="0" normalizeH="0" baseline="0" noProof="0" dirty="0">
                <a:ln>
                  <a:noFill/>
                </a:ln>
                <a:solidFill>
                  <a:srgbClr val="FFFFFF"/>
                </a:solidFill>
                <a:effectLst/>
                <a:uLnTx/>
                <a:uFillTx/>
                <a:cs typeface="+mn-ea"/>
                <a:sym typeface="+mn-lt"/>
              </a:endParaRPr>
            </a:p>
          </p:txBody>
        </p:sp>
      </p:grpSp>
    </p:spTree>
    <p:extLst>
      <p:ext uri="{BB962C8B-B14F-4D97-AF65-F5344CB8AC3E}">
        <p14:creationId xmlns:p14="http://schemas.microsoft.com/office/powerpoint/2010/main" val="500575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747926" y="2121588"/>
            <a:ext cx="3484928" cy="3677930"/>
          </a:xfrm>
          <a:prstGeom prst="rect">
            <a:avLst/>
          </a:prstGeom>
          <a:noFill/>
        </p:spPr>
        <p:txBody>
          <a:bodyPr wrap="none" lIns="0" tIns="0" rIns="0" bIns="0" rtlCol="0" anchor="t">
            <a:spAutoFit/>
          </a:bodyPr>
          <a:lstStyle/>
          <a:p>
            <a:pPr algn="l"/>
            <a:r>
              <a:rPr lang="en-US" altLang="zh-CN" sz="23900" dirty="0">
                <a:solidFill>
                  <a:schemeClr val="bg1"/>
                </a:solidFill>
                <a:latin typeface="Arial" panose="020B0604020202020204" pitchFamily="34" charset="0"/>
                <a:ea typeface="微软雅黑" panose="020B0503020204020204" pitchFamily="34" charset="-122"/>
              </a:rPr>
              <a:t>01</a:t>
            </a:r>
            <a:endParaRPr lang="zh-CN" altLang="en-US" sz="23900" dirty="0">
              <a:solidFill>
                <a:schemeClr val="bg1"/>
              </a:solidFill>
              <a:latin typeface="Arial" panose="020B0604020202020204" pitchFamily="34" charset="0"/>
              <a:ea typeface="微软雅黑" panose="020B0503020204020204" pitchFamily="34" charset="-122"/>
            </a:endParaRPr>
          </a:p>
        </p:txBody>
      </p:sp>
      <p:sp>
        <p:nvSpPr>
          <p:cNvPr id="16" name="矩形: 圆角 15"/>
          <p:cNvSpPr/>
          <p:nvPr/>
        </p:nvSpPr>
        <p:spPr>
          <a:xfrm>
            <a:off x="108974" y="3426553"/>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192980" y="3596199"/>
            <a:ext cx="1623521" cy="369332"/>
          </a:xfrm>
          <a:prstGeom prst="rect">
            <a:avLst/>
          </a:prstGeom>
          <a:noFill/>
        </p:spPr>
        <p:txBody>
          <a:bodyPr wrap="none" lIns="0" tIns="0" rIns="0" bIns="0" rtlCol="0" anchor="t">
            <a:spAutoFit/>
          </a:bodyPr>
          <a:lstStyle/>
          <a:p>
            <a:pPr algn="l"/>
            <a:r>
              <a:rPr lang="en-US" altLang="zh-CN" sz="2400" dirty="0">
                <a:solidFill>
                  <a:schemeClr val="bg1"/>
                </a:solidFill>
                <a:latin typeface="Arial" panose="020B0604020202020204" pitchFamily="34" charset="0"/>
                <a:ea typeface="微软雅黑" panose="020B0503020204020204" pitchFamily="34" charset="-122"/>
              </a:rPr>
              <a:t>PART ONE </a:t>
            </a:r>
            <a:endParaRPr lang="zh-CN" altLang="en-US" sz="2400" dirty="0">
              <a:solidFill>
                <a:schemeClr val="bg1"/>
              </a:solidFill>
              <a:latin typeface="Arial" panose="020B0604020202020204" pitchFamily="34" charset="0"/>
              <a:ea typeface="微软雅黑" panose="020B0503020204020204" pitchFamily="34" charset="-122"/>
            </a:endParaRPr>
          </a:p>
        </p:txBody>
      </p:sp>
      <p:grpSp>
        <p:nvGrpSpPr>
          <p:cNvPr id="18" name="组合 17"/>
          <p:cNvGrpSpPr/>
          <p:nvPr/>
        </p:nvGrpSpPr>
        <p:grpSpPr>
          <a:xfrm>
            <a:off x="5074320" y="2918721"/>
            <a:ext cx="5924700" cy="1202717"/>
            <a:chOff x="1280862" y="2154191"/>
            <a:chExt cx="5924700" cy="1202717"/>
          </a:xfrm>
        </p:grpSpPr>
        <p:sp>
          <p:nvSpPr>
            <p:cNvPr id="19" name="文本框 18"/>
            <p:cNvSpPr txBox="1"/>
            <p:nvPr/>
          </p:nvSpPr>
          <p:spPr>
            <a:xfrm>
              <a:off x="1280862" y="2154191"/>
              <a:ext cx="5924700" cy="1015663"/>
            </a:xfrm>
            <a:prstGeom prst="rect">
              <a:avLst/>
            </a:prstGeom>
            <a:noFill/>
          </p:spPr>
          <p:txBody>
            <a:bodyPr wrap="none" lIns="0" tIns="0" rIns="0" bIns="0" rtlCol="0" anchor="t">
              <a:spAutoFit/>
            </a:bodyPr>
            <a:lstStyle/>
            <a:p>
              <a:pPr algn="ctr"/>
              <a:r>
                <a:rPr lang="zh-CN" altLang="en-US" sz="6600" dirty="0">
                  <a:solidFill>
                    <a:schemeClr val="bg1"/>
                  </a:solidFill>
                  <a:latin typeface="Arial" panose="020B0604020202020204" pitchFamily="34" charset="0"/>
                  <a:ea typeface="微软雅黑" panose="020B0503020204020204" pitchFamily="34" charset="-122"/>
                  <a:sym typeface="+mn-ea"/>
                </a:rPr>
                <a:t>制图的基础知识</a:t>
              </a:r>
              <a:endParaRPr kumimoji="1" lang="zh-CN" altLang="en-US" sz="6600" dirty="0">
                <a:solidFill>
                  <a:schemeClr val="bg1"/>
                </a:solidFill>
                <a:latin typeface="Arial" panose="020B0604020202020204" pitchFamily="34" charset="0"/>
                <a:ea typeface="微软雅黑" panose="020B0503020204020204" pitchFamily="34" charset="-122"/>
                <a:sym typeface="+mn-ea"/>
              </a:endParaRPr>
            </a:p>
          </p:txBody>
        </p:sp>
        <p:sp>
          <p:nvSpPr>
            <p:cNvPr id="20" name="文本框 19"/>
            <p:cNvSpPr txBox="1"/>
            <p:nvPr/>
          </p:nvSpPr>
          <p:spPr>
            <a:xfrm>
              <a:off x="1861555" y="3080048"/>
              <a:ext cx="4991100"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123517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747926" y="2121588"/>
            <a:ext cx="3407984" cy="3677930"/>
          </a:xfrm>
          <a:prstGeom prst="rect">
            <a:avLst/>
          </a:prstGeom>
          <a:noFill/>
        </p:spPr>
        <p:txBody>
          <a:bodyPr wrap="none" lIns="0" tIns="0" rIns="0" bIns="0" rtlCol="0" anchor="t">
            <a:spAutoFit/>
          </a:bodyPr>
          <a:lstStyle/>
          <a:p>
            <a:pPr algn="l"/>
            <a:r>
              <a:rPr lang="en-US" altLang="zh-CN" sz="23900" dirty="0">
                <a:solidFill>
                  <a:schemeClr val="bg1"/>
                </a:solidFill>
                <a:latin typeface="Arial" panose="020B0604020202020204" pitchFamily="34" charset="0"/>
                <a:ea typeface="微软雅黑" panose="020B0503020204020204" pitchFamily="34" charset="-122"/>
              </a:rPr>
              <a:t>02</a:t>
            </a:r>
            <a:endParaRPr lang="zh-CN" altLang="en-US" sz="23900" dirty="0">
              <a:solidFill>
                <a:schemeClr val="bg1"/>
              </a:solidFill>
              <a:latin typeface="Arial" panose="020B0604020202020204" pitchFamily="34" charset="0"/>
              <a:ea typeface="微软雅黑" panose="020B0503020204020204" pitchFamily="34" charset="-122"/>
            </a:endParaRPr>
          </a:p>
        </p:txBody>
      </p:sp>
      <p:sp>
        <p:nvSpPr>
          <p:cNvPr id="8" name="矩形: 圆角 7"/>
          <p:cNvSpPr/>
          <p:nvPr/>
        </p:nvSpPr>
        <p:spPr>
          <a:xfrm>
            <a:off x="108974" y="3426553"/>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192980" y="3596199"/>
            <a:ext cx="1667636" cy="369332"/>
          </a:xfrm>
          <a:prstGeom prst="rect">
            <a:avLst/>
          </a:prstGeom>
          <a:noFill/>
        </p:spPr>
        <p:txBody>
          <a:bodyPr wrap="none" lIns="0" tIns="0" rIns="0" bIns="0" rtlCol="0" anchor="t">
            <a:spAutoFit/>
          </a:bodyPr>
          <a:lstStyle/>
          <a:p>
            <a:pPr algn="l"/>
            <a:r>
              <a:rPr lang="en-US" altLang="zh-CN" sz="2400" dirty="0">
                <a:solidFill>
                  <a:schemeClr val="bg1"/>
                </a:solidFill>
                <a:latin typeface="Arial" panose="020B0604020202020204" pitchFamily="34" charset="0"/>
                <a:ea typeface="微软雅黑" panose="020B0503020204020204" pitchFamily="34" charset="-122"/>
              </a:rPr>
              <a:t>PART TWO </a:t>
            </a:r>
            <a:endParaRPr lang="zh-CN" altLang="en-US" sz="2400" dirty="0">
              <a:solidFill>
                <a:schemeClr val="bg1"/>
              </a:solidFill>
              <a:latin typeface="Arial" panose="020B0604020202020204" pitchFamily="34" charset="0"/>
              <a:ea typeface="微软雅黑" panose="020B0503020204020204" pitchFamily="34" charset="-122"/>
            </a:endParaRPr>
          </a:p>
        </p:txBody>
      </p:sp>
      <p:grpSp>
        <p:nvGrpSpPr>
          <p:cNvPr id="9" name="组合 8"/>
          <p:cNvGrpSpPr/>
          <p:nvPr/>
        </p:nvGrpSpPr>
        <p:grpSpPr>
          <a:xfrm>
            <a:off x="5903298" y="2903731"/>
            <a:ext cx="4874895" cy="1384935"/>
            <a:chOff x="1905370" y="1971973"/>
            <a:chExt cx="4874895" cy="1384935"/>
          </a:xfrm>
        </p:grpSpPr>
        <p:sp>
          <p:nvSpPr>
            <p:cNvPr id="10" name="文本框 9"/>
            <p:cNvSpPr txBox="1"/>
            <p:nvPr/>
          </p:nvSpPr>
          <p:spPr>
            <a:xfrm>
              <a:off x="2200606" y="1971973"/>
              <a:ext cx="4231928" cy="1015663"/>
            </a:xfrm>
            <a:prstGeom prst="rect">
              <a:avLst/>
            </a:prstGeom>
            <a:noFill/>
          </p:spPr>
          <p:txBody>
            <a:bodyPr wrap="none" lIns="0" tIns="0" rIns="0" bIns="0" rtlCol="0" anchor="t">
              <a:spAutoFit/>
            </a:bodyPr>
            <a:lstStyle/>
            <a:p>
              <a:pPr algn="ctr"/>
              <a:r>
                <a:rPr kumimoji="1" lang="zh-CN" altLang="en-US" sz="6600" dirty="0">
                  <a:solidFill>
                    <a:schemeClr val="bg1"/>
                  </a:solidFill>
                  <a:latin typeface="Arial" panose="020B0604020202020204" pitchFamily="34" charset="0"/>
                  <a:ea typeface="微软雅黑" panose="020B0503020204020204" pitchFamily="34" charset="-122"/>
                  <a:sym typeface="+mn-ea"/>
                </a:rPr>
                <a:t>正投影基础</a:t>
              </a:r>
            </a:p>
          </p:txBody>
        </p:sp>
        <p:sp>
          <p:nvSpPr>
            <p:cNvPr id="11" name="文本框 10"/>
            <p:cNvSpPr txBox="1"/>
            <p:nvPr/>
          </p:nvSpPr>
          <p:spPr>
            <a:xfrm>
              <a:off x="1905370" y="3080048"/>
              <a:ext cx="4874895"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184871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8F7A92-213B-1B9B-08D7-5BFA6BFA7EFB}"/>
              </a:ext>
            </a:extLst>
          </p:cNvPr>
          <p:cNvSpPr>
            <a:spLocks noGrp="1"/>
          </p:cNvSpPr>
          <p:nvPr>
            <p:ph type="title"/>
          </p:nvPr>
        </p:nvSpPr>
        <p:spPr/>
        <p:txBody>
          <a:bodyPr/>
          <a:lstStyle/>
          <a:p>
            <a:endParaRPr lang="zh-CN" altLang="en-US"/>
          </a:p>
        </p:txBody>
      </p:sp>
      <p:sp>
        <p:nvSpPr>
          <p:cNvPr id="3" name="Rectangle 2">
            <a:extLst>
              <a:ext uri="{FF2B5EF4-FFF2-40B4-BE49-F238E27FC236}">
                <a16:creationId xmlns:a16="http://schemas.microsoft.com/office/drawing/2014/main" id="{39689D9E-35BC-2586-9542-A374EED81820}"/>
              </a:ext>
            </a:extLst>
          </p:cNvPr>
          <p:cNvSpPr txBox="1">
            <a:spLocks noChangeArrowheads="1"/>
          </p:cNvSpPr>
          <p:nvPr/>
        </p:nvSpPr>
        <p:spPr bwMode="auto">
          <a:xfrm>
            <a:off x="1944688" y="25637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400" b="0" i="0" u="none" strike="noStrike" kern="0" cap="none" spc="0" normalizeH="0" baseline="0" noProof="0" dirty="0">
                <a:ln>
                  <a:noFill/>
                </a:ln>
                <a:solidFill>
                  <a:srgbClr val="000000"/>
                </a:solidFill>
                <a:effectLst/>
                <a:uLnTx/>
                <a:uFillTx/>
                <a:latin typeface="Arial"/>
                <a:ea typeface="隶书"/>
                <a:cs typeface="+mj-cs"/>
              </a:rPr>
              <a:t>本章的核心内容</a:t>
            </a:r>
          </a:p>
        </p:txBody>
      </p:sp>
      <p:sp>
        <p:nvSpPr>
          <p:cNvPr id="4" name="Rectangle 3">
            <a:extLst>
              <a:ext uri="{FF2B5EF4-FFF2-40B4-BE49-F238E27FC236}">
                <a16:creationId xmlns:a16="http://schemas.microsoft.com/office/drawing/2014/main" id="{DBC05FA5-019A-0FA6-30AB-C268C115054F}"/>
              </a:ext>
            </a:extLst>
          </p:cNvPr>
          <p:cNvSpPr txBox="1">
            <a:spLocks noChangeArrowheads="1"/>
          </p:cNvSpPr>
          <p:nvPr/>
        </p:nvSpPr>
        <p:spPr bwMode="auto">
          <a:xfrm>
            <a:off x="2187420" y="1399372"/>
            <a:ext cx="82296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3600" b="1" i="0" u="none" strike="noStrike" kern="0" cap="none" spc="0" normalizeH="0" baseline="0" noProof="0" dirty="0">
                <a:ln>
                  <a:noFill/>
                </a:ln>
                <a:solidFill>
                  <a:srgbClr val="FF0000"/>
                </a:solidFill>
                <a:effectLst/>
                <a:uLnTx/>
                <a:uFillTx/>
                <a:latin typeface="Arial"/>
                <a:ea typeface="宋体"/>
                <a:cs typeface="+mn-cs"/>
              </a:rPr>
              <a:t>1</a:t>
            </a:r>
            <a:r>
              <a:rPr kumimoji="0" lang="zh-CN" altLang="en-US" sz="3600" b="1" i="0" u="none" strike="noStrike" kern="0" cap="none" spc="0" normalizeH="0" baseline="0" noProof="0" dirty="0">
                <a:ln>
                  <a:noFill/>
                </a:ln>
                <a:solidFill>
                  <a:srgbClr val="FF0000"/>
                </a:solidFill>
                <a:effectLst/>
                <a:uLnTx/>
                <a:uFillTx/>
                <a:latin typeface="Arial"/>
                <a:ea typeface="宋体"/>
                <a:cs typeface="+mn-cs"/>
              </a:rPr>
              <a:t>、点、直线和平面的投影规律；</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3600" b="1" i="0" u="none" strike="noStrike" kern="0" cap="none" spc="0" normalizeH="0" baseline="0" noProof="0" dirty="0">
                <a:ln>
                  <a:noFill/>
                </a:ln>
                <a:solidFill>
                  <a:srgbClr val="006600"/>
                </a:solidFill>
                <a:effectLst/>
                <a:uLnTx/>
                <a:uFillTx/>
                <a:latin typeface="Arial"/>
                <a:ea typeface="宋体"/>
                <a:cs typeface="+mn-cs"/>
              </a:rPr>
              <a:t>2</a:t>
            </a:r>
            <a:r>
              <a:rPr kumimoji="0" lang="zh-CN" altLang="en-US" sz="3600" b="1" i="0" u="none" strike="noStrike" kern="0" cap="none" spc="0" normalizeH="0" baseline="0" noProof="0" dirty="0">
                <a:ln>
                  <a:noFill/>
                </a:ln>
                <a:solidFill>
                  <a:srgbClr val="006600"/>
                </a:solidFill>
                <a:effectLst/>
                <a:uLnTx/>
                <a:uFillTx/>
                <a:latin typeface="Arial"/>
                <a:ea typeface="宋体"/>
                <a:cs typeface="+mn-cs"/>
              </a:rPr>
              <a:t>、点、直线和平面的投影特征；</a:t>
            </a:r>
          </a:p>
          <a:p>
            <a:pPr marL="342900" marR="0" lvl="0" indent="-342900" algn="l" defTabSz="914400" rtl="0" eaLnBrk="0" fontAlgn="base" latinLnBrk="0" hangingPunct="0">
              <a:lnSpc>
                <a:spcPct val="100000"/>
              </a:lnSpc>
              <a:spcBef>
                <a:spcPct val="20000"/>
              </a:spcBef>
              <a:spcAft>
                <a:spcPct val="0"/>
              </a:spcAft>
              <a:buClrTx/>
              <a:buSzTx/>
              <a:buFontTx/>
              <a:buNone/>
              <a:tabLst/>
              <a:defRPr/>
            </a:pPr>
            <a:r>
              <a:rPr kumimoji="0" lang="en-US" altLang="zh-CN" sz="3600" b="1" i="0" u="none" strike="noStrike" kern="0" cap="none" spc="0" normalizeH="0" baseline="0" noProof="0" dirty="0">
                <a:ln>
                  <a:noFill/>
                </a:ln>
                <a:solidFill>
                  <a:srgbClr val="0000FF"/>
                </a:solidFill>
                <a:effectLst/>
                <a:uLnTx/>
                <a:uFillTx/>
                <a:latin typeface="Arial"/>
                <a:ea typeface="宋体"/>
                <a:cs typeface="+mn-cs"/>
              </a:rPr>
              <a:t>3</a:t>
            </a:r>
            <a:r>
              <a:rPr kumimoji="0" lang="zh-CN" altLang="en-US" sz="3600" b="1" i="0" u="none" strike="noStrike" kern="0" cap="none" spc="0" normalizeH="0" baseline="0" noProof="0" dirty="0">
                <a:ln>
                  <a:noFill/>
                </a:ln>
                <a:solidFill>
                  <a:srgbClr val="0000FF"/>
                </a:solidFill>
                <a:effectLst/>
                <a:uLnTx/>
                <a:uFillTx/>
                <a:latin typeface="Arial"/>
                <a:ea typeface="宋体"/>
                <a:cs typeface="+mn-cs"/>
              </a:rPr>
              <a:t>、点、直线和平面的相关作图方法。</a:t>
            </a:r>
          </a:p>
        </p:txBody>
      </p:sp>
      <p:sp>
        <p:nvSpPr>
          <p:cNvPr id="6" name="文本框 5">
            <a:extLst>
              <a:ext uri="{FF2B5EF4-FFF2-40B4-BE49-F238E27FC236}">
                <a16:creationId xmlns:a16="http://schemas.microsoft.com/office/drawing/2014/main" id="{22E56C59-2398-AE31-5859-BF30E2357B02}"/>
              </a:ext>
            </a:extLst>
          </p:cNvPr>
          <p:cNvSpPr txBox="1"/>
          <p:nvPr/>
        </p:nvSpPr>
        <p:spPr>
          <a:xfrm>
            <a:off x="1944688" y="3899353"/>
            <a:ext cx="8229600" cy="1815882"/>
          </a:xfrm>
          <a:prstGeom prst="rect">
            <a:avLst/>
          </a:prstGeom>
          <a:noFill/>
        </p:spPr>
        <p:txBody>
          <a:bodyPr wrap="square">
            <a:spAutoFit/>
          </a:bodyPr>
          <a:lstStyle/>
          <a:p>
            <a:r>
              <a:rPr lang="zh-CN" altLang="en-US" sz="2800" dirty="0"/>
              <a:t>本章要求</a:t>
            </a:r>
            <a:r>
              <a:rPr lang="en-US" altLang="zh-CN" sz="2800" dirty="0"/>
              <a:t>:</a:t>
            </a:r>
          </a:p>
          <a:p>
            <a:r>
              <a:rPr lang="en-US" altLang="zh-CN" sz="2800" dirty="0"/>
              <a:t>    1.</a:t>
            </a:r>
            <a:r>
              <a:rPr lang="zh-CN" altLang="en-US" sz="2800" dirty="0"/>
              <a:t>掌握点在三投影面体系中的投影特性。</a:t>
            </a:r>
          </a:p>
          <a:p>
            <a:r>
              <a:rPr lang="zh-CN" altLang="en-US" sz="2800" dirty="0"/>
              <a:t>    </a:t>
            </a:r>
            <a:r>
              <a:rPr lang="en-US" altLang="zh-CN" sz="2800" dirty="0"/>
              <a:t>2.</a:t>
            </a:r>
            <a:r>
              <a:rPr lang="zh-CN" altLang="en-US" sz="2800" dirty="0"/>
              <a:t>掌握直线和平面的投影，以及在三投影面体系中各种位置直线、平面的投影特性及相关作图方法。</a:t>
            </a:r>
          </a:p>
        </p:txBody>
      </p:sp>
    </p:spTree>
    <p:extLst>
      <p:ext uri="{BB962C8B-B14F-4D97-AF65-F5344CB8AC3E}">
        <p14:creationId xmlns:p14="http://schemas.microsoft.com/office/powerpoint/2010/main" val="1597391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
            <a:extLst>
              <a:ext uri="{FF2B5EF4-FFF2-40B4-BE49-F238E27FC236}">
                <a16:creationId xmlns:a16="http://schemas.microsoft.com/office/drawing/2014/main" id="{CB91A2E5-596F-ADA8-2672-A98552FDC0D8}"/>
              </a:ext>
            </a:extLst>
          </p:cNvPr>
          <p:cNvSpPr txBox="1">
            <a:spLocks noChangeArrowheads="1"/>
          </p:cNvSpPr>
          <p:nvPr/>
        </p:nvSpPr>
        <p:spPr bwMode="auto">
          <a:xfrm>
            <a:off x="3563938" y="463550"/>
            <a:ext cx="2592387" cy="638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993300"/>
                </a:solidFill>
                <a:effectLst>
                  <a:outerShdw blurRad="38100" dist="38100" dir="2700000" algn="tl">
                    <a:srgbClr val="C0C0C0"/>
                  </a:outerShdw>
                </a:effectLst>
                <a:uLnTx/>
                <a:uFillTx/>
                <a:latin typeface="Arial"/>
                <a:ea typeface="隶书"/>
                <a:cs typeface="+mj-cs"/>
              </a:rPr>
              <a:t>投影法</a:t>
            </a:r>
          </a:p>
        </p:txBody>
      </p:sp>
      <p:sp>
        <p:nvSpPr>
          <p:cNvPr id="27" name="Rectangle 3">
            <a:extLst>
              <a:ext uri="{FF2B5EF4-FFF2-40B4-BE49-F238E27FC236}">
                <a16:creationId xmlns:a16="http://schemas.microsoft.com/office/drawing/2014/main" id="{4B749E42-EF42-E756-A246-E39376566BD3}"/>
              </a:ext>
            </a:extLst>
          </p:cNvPr>
          <p:cNvSpPr>
            <a:spLocks noChangeArrowheads="1"/>
          </p:cNvSpPr>
          <p:nvPr/>
        </p:nvSpPr>
        <p:spPr bwMode="auto">
          <a:xfrm>
            <a:off x="611188" y="1398588"/>
            <a:ext cx="2016125" cy="519112"/>
          </a:xfrm>
          <a:prstGeom prst="rect">
            <a:avLst/>
          </a:prstGeom>
          <a:noFill/>
          <a:ln w="9525">
            <a:noFill/>
            <a:miter lim="800000"/>
            <a:headEnd/>
            <a:tailEnd/>
          </a:ln>
          <a:effectLst/>
        </p:spPr>
        <p:txBody>
          <a:bodyPr lIns="92075" tIns="46038" rIns="92075" bIns="46038">
            <a:spAutoFit/>
          </a:bodyPr>
          <a:lstStyle/>
          <a:p>
            <a:pPr algn="ctr" fontAlgn="base">
              <a:spcBef>
                <a:spcPct val="50000"/>
              </a:spcBef>
              <a:spcAft>
                <a:spcPct val="0"/>
              </a:spcAft>
              <a:defRPr/>
            </a:pPr>
            <a:r>
              <a:rPr kumimoji="1" lang="zh-CN" altLang="en-US" sz="2800" b="1">
                <a:solidFill>
                  <a:srgbClr val="000000"/>
                </a:solidFill>
                <a:effectLst>
                  <a:outerShdw blurRad="38100" dist="38100" dir="2700000" algn="tl">
                    <a:srgbClr val="C0C0C0"/>
                  </a:outerShdw>
                </a:effectLst>
                <a:latin typeface="Times New Roman" pitchFamily="18" charset="0"/>
                <a:ea typeface="宋体" pitchFamily="2" charset="-122"/>
              </a:rPr>
              <a:t>投影法：</a:t>
            </a:r>
          </a:p>
        </p:txBody>
      </p:sp>
      <p:sp>
        <p:nvSpPr>
          <p:cNvPr id="28" name="Rectangle 4">
            <a:extLst>
              <a:ext uri="{FF2B5EF4-FFF2-40B4-BE49-F238E27FC236}">
                <a16:creationId xmlns:a16="http://schemas.microsoft.com/office/drawing/2014/main" id="{220027BD-5A79-CAD2-1006-417D97355E4F}"/>
              </a:ext>
            </a:extLst>
          </p:cNvPr>
          <p:cNvSpPr>
            <a:spLocks noChangeArrowheads="1"/>
          </p:cNvSpPr>
          <p:nvPr/>
        </p:nvSpPr>
        <p:spPr bwMode="auto">
          <a:xfrm>
            <a:off x="2627313" y="5141913"/>
            <a:ext cx="1800225" cy="519112"/>
          </a:xfrm>
          <a:prstGeom prst="rect">
            <a:avLst/>
          </a:prstGeom>
          <a:noFill/>
          <a:ln w="9525">
            <a:noFill/>
            <a:miter lim="800000"/>
            <a:headEnd/>
            <a:tailEnd/>
          </a:ln>
          <a:effectLst/>
        </p:spPr>
        <p:txBody>
          <a:bodyPr lIns="92075" tIns="46038" rIns="92075" bIns="46038">
            <a:spAutoFit/>
          </a:bodyPr>
          <a:lstStyle/>
          <a:p>
            <a:pPr fontAlgn="base">
              <a:spcBef>
                <a:spcPct val="50000"/>
              </a:spcBef>
              <a:spcAft>
                <a:spcPct val="0"/>
              </a:spcAft>
              <a:defRPr/>
            </a:pPr>
            <a:r>
              <a:rPr kumimoji="1" lang="zh-CN" altLang="en-US" sz="2800" b="1">
                <a:solidFill>
                  <a:srgbClr val="EC0202"/>
                </a:solidFill>
                <a:effectLst>
                  <a:outerShdw blurRad="38100" dist="38100" dir="2700000" algn="tl">
                    <a:srgbClr val="C0C0C0"/>
                  </a:outerShdw>
                </a:effectLst>
                <a:latin typeface="Times New Roman" pitchFamily="18" charset="0"/>
                <a:ea typeface="宋体" pitchFamily="2" charset="-122"/>
              </a:rPr>
              <a:t>正投影</a:t>
            </a:r>
            <a:r>
              <a:rPr lang="zh-CN" altLang="en-US" sz="2800" b="1">
                <a:solidFill>
                  <a:srgbClr val="EC0202"/>
                </a:solidFill>
                <a:effectLst>
                  <a:outerShdw blurRad="38100" dist="38100" dir="2700000" algn="tl">
                    <a:srgbClr val="C0C0C0"/>
                  </a:outerShdw>
                </a:effectLst>
                <a:latin typeface="Times New Roman" pitchFamily="18" charset="0"/>
                <a:ea typeface="宋体" pitchFamily="2" charset="-122"/>
              </a:rPr>
              <a:t>图</a:t>
            </a:r>
          </a:p>
        </p:txBody>
      </p:sp>
      <p:sp>
        <p:nvSpPr>
          <p:cNvPr id="29" name="AutoShape 5">
            <a:extLst>
              <a:ext uri="{FF2B5EF4-FFF2-40B4-BE49-F238E27FC236}">
                <a16:creationId xmlns:a16="http://schemas.microsoft.com/office/drawing/2014/main" id="{73079E06-DA16-2451-ECD5-606457E2384D}"/>
              </a:ext>
            </a:extLst>
          </p:cNvPr>
          <p:cNvSpPr>
            <a:spLocks noChangeArrowheads="1"/>
          </p:cNvSpPr>
          <p:nvPr/>
        </p:nvSpPr>
        <p:spPr bwMode="auto">
          <a:xfrm>
            <a:off x="4211638" y="5213350"/>
            <a:ext cx="576262" cy="376238"/>
          </a:xfrm>
          <a:prstGeom prst="rect">
            <a:avLst/>
          </a:prstGeom>
          <a:noFill/>
          <a:ln w="9525">
            <a:noFill/>
            <a:miter lim="800000"/>
            <a:headEnd/>
            <a:tailEnd/>
          </a:ln>
        </p:spPr>
        <p:txBody>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30" name="Rectangle 7">
            <a:extLst>
              <a:ext uri="{FF2B5EF4-FFF2-40B4-BE49-F238E27FC236}">
                <a16:creationId xmlns:a16="http://schemas.microsoft.com/office/drawing/2014/main" id="{E20C4183-9E62-596E-FE44-7BB42F8937C2}"/>
              </a:ext>
            </a:extLst>
          </p:cNvPr>
          <p:cNvSpPr>
            <a:spLocks noChangeArrowheads="1"/>
          </p:cNvSpPr>
          <p:nvPr/>
        </p:nvSpPr>
        <p:spPr bwMode="auto">
          <a:xfrm>
            <a:off x="4500563" y="5070475"/>
            <a:ext cx="4032250" cy="519113"/>
          </a:xfrm>
          <a:prstGeom prst="rect">
            <a:avLst/>
          </a:prstGeom>
          <a:noFill/>
          <a:ln w="9525">
            <a:noFill/>
            <a:miter lim="800000"/>
            <a:headEnd/>
            <a:tailEnd/>
          </a:ln>
          <a:effectLst/>
        </p:spPr>
        <p:txBody>
          <a:bodyPr lIns="92075" tIns="46038" rIns="92075" bIns="46038">
            <a:spAutoFit/>
          </a:bodyPr>
          <a:lstStyle/>
          <a:p>
            <a:pPr algn="ctr"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Times New Roman" pitchFamily="18" charset="0"/>
                <a:ea typeface="宋体" pitchFamily="2" charset="-122"/>
              </a:rPr>
              <a:t>物体三投影间的关系</a:t>
            </a:r>
          </a:p>
        </p:txBody>
      </p:sp>
      <p:sp>
        <p:nvSpPr>
          <p:cNvPr id="31" name="Rectangle 8">
            <a:extLst>
              <a:ext uri="{FF2B5EF4-FFF2-40B4-BE49-F238E27FC236}">
                <a16:creationId xmlns:a16="http://schemas.microsoft.com/office/drawing/2014/main" id="{E5ECEFDB-76F5-0EBB-2204-37031EA12EB0}"/>
              </a:ext>
            </a:extLst>
          </p:cNvPr>
          <p:cNvSpPr>
            <a:spLocks noChangeArrowheads="1"/>
          </p:cNvSpPr>
          <p:nvPr/>
        </p:nvSpPr>
        <p:spPr bwMode="auto">
          <a:xfrm>
            <a:off x="900113" y="5141913"/>
            <a:ext cx="2087562" cy="519112"/>
          </a:xfrm>
          <a:prstGeom prst="rect">
            <a:avLst/>
          </a:prstGeom>
          <a:noFill/>
          <a:ln w="9525">
            <a:noFill/>
            <a:miter lim="800000"/>
            <a:headEnd/>
            <a:tailEnd/>
          </a:ln>
          <a:effectLst/>
        </p:spPr>
        <p:txBody>
          <a:bodyPr lIns="92075" tIns="46038" rIns="92075" bIns="46038">
            <a:spAutoFit/>
          </a:bodyPr>
          <a:lstStyle/>
          <a:p>
            <a:pPr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Times New Roman" pitchFamily="18" charset="0"/>
                <a:ea typeface="黑体" pitchFamily="2" charset="-122"/>
              </a:rPr>
              <a:t>本章核心：</a:t>
            </a:r>
          </a:p>
        </p:txBody>
      </p:sp>
      <p:sp>
        <p:nvSpPr>
          <p:cNvPr id="32" name="Rectangle 9">
            <a:extLst>
              <a:ext uri="{FF2B5EF4-FFF2-40B4-BE49-F238E27FC236}">
                <a16:creationId xmlns:a16="http://schemas.microsoft.com/office/drawing/2014/main" id="{6A246A3C-C919-D828-3649-B402BA21898C}"/>
              </a:ext>
            </a:extLst>
          </p:cNvPr>
          <p:cNvSpPr>
            <a:spLocks noChangeArrowheads="1"/>
          </p:cNvSpPr>
          <p:nvPr/>
        </p:nvSpPr>
        <p:spPr bwMode="auto">
          <a:xfrm>
            <a:off x="2305050" y="5589588"/>
            <a:ext cx="6227763" cy="579437"/>
          </a:xfrm>
          <a:prstGeom prst="rect">
            <a:avLst/>
          </a:prstGeom>
          <a:noFill/>
          <a:ln w="9525">
            <a:noFill/>
            <a:miter lim="800000"/>
            <a:headEnd/>
            <a:tailEnd/>
          </a:ln>
          <a:effectLst/>
        </p:spPr>
        <p:txBody>
          <a:bodyPr lIns="92075" tIns="46038" rIns="92075" bIns="46038">
            <a:spAutoFit/>
          </a:bodyPr>
          <a:lstStyle/>
          <a:p>
            <a:pPr fontAlgn="base">
              <a:spcBef>
                <a:spcPct val="50000"/>
              </a:spcBef>
              <a:spcAft>
                <a:spcPct val="0"/>
              </a:spcAft>
              <a:defRPr/>
            </a:pPr>
            <a:r>
              <a:rPr kumimoji="1" lang="zh-CN" altLang="en-US" sz="3200" b="1">
                <a:solidFill>
                  <a:srgbClr val="EC0202"/>
                </a:solidFill>
                <a:effectLst>
                  <a:outerShdw blurRad="38100" dist="38100" dir="2700000" algn="tl">
                    <a:srgbClr val="C0C0C0"/>
                  </a:outerShdw>
                </a:effectLst>
                <a:latin typeface="华文细黑"/>
                <a:ea typeface="华文细黑" pitchFamily="2" charset="-122"/>
              </a:rPr>
              <a:t>“</a:t>
            </a:r>
            <a:r>
              <a:rPr kumimoji="1" lang="zh-CN" altLang="en-US" sz="3200" b="1" u="sng">
                <a:solidFill>
                  <a:srgbClr val="EC0202"/>
                </a:solidFill>
                <a:effectLst>
                  <a:outerShdw blurRad="38100" dist="38100" dir="2700000" algn="tl">
                    <a:srgbClr val="C0C0C0"/>
                  </a:outerShdw>
                </a:effectLst>
                <a:latin typeface="Times New Roman" pitchFamily="18" charset="0"/>
                <a:ea typeface="华文细黑" pitchFamily="2" charset="-122"/>
              </a:rPr>
              <a:t>长对正，高平齐，宽相等</a:t>
            </a:r>
            <a:r>
              <a:rPr kumimoji="1" lang="zh-CN" altLang="en-US" sz="3200" b="1">
                <a:solidFill>
                  <a:srgbClr val="EC0202"/>
                </a:solidFill>
                <a:effectLst>
                  <a:outerShdw blurRad="38100" dist="38100" dir="2700000" algn="tl">
                    <a:srgbClr val="C0C0C0"/>
                  </a:outerShdw>
                </a:effectLst>
                <a:latin typeface="华文细黑"/>
                <a:ea typeface="华文细黑" pitchFamily="2" charset="-122"/>
              </a:rPr>
              <a:t>”</a:t>
            </a:r>
            <a:endParaRPr kumimoji="1" lang="zh-CN" altLang="en-US" sz="3200" b="1">
              <a:solidFill>
                <a:srgbClr val="EC0202"/>
              </a:solidFill>
              <a:effectLst>
                <a:outerShdw blurRad="38100" dist="38100" dir="2700000" algn="tl">
                  <a:srgbClr val="C0C0C0"/>
                </a:outerShdw>
              </a:effectLst>
              <a:latin typeface="Times New Roman" pitchFamily="18" charset="0"/>
              <a:ea typeface="华文细黑" pitchFamily="2" charset="-122"/>
            </a:endParaRPr>
          </a:p>
        </p:txBody>
      </p:sp>
      <p:sp>
        <p:nvSpPr>
          <p:cNvPr id="33" name="Text Box 10">
            <a:extLst>
              <a:ext uri="{FF2B5EF4-FFF2-40B4-BE49-F238E27FC236}">
                <a16:creationId xmlns:a16="http://schemas.microsoft.com/office/drawing/2014/main" id="{F858A3FB-EA57-B1C3-BD57-0156BCA571C0}"/>
              </a:ext>
            </a:extLst>
          </p:cNvPr>
          <p:cNvSpPr txBox="1">
            <a:spLocks noChangeArrowheads="1"/>
          </p:cNvSpPr>
          <p:nvPr/>
        </p:nvSpPr>
        <p:spPr bwMode="auto">
          <a:xfrm>
            <a:off x="2411413" y="1109663"/>
            <a:ext cx="3000375" cy="519112"/>
          </a:xfrm>
          <a:prstGeom prst="rect">
            <a:avLst/>
          </a:prstGeom>
          <a:noFill/>
          <a:ln w="9525">
            <a:noFill/>
            <a:miter lim="800000"/>
            <a:headEnd/>
            <a:tailEnd/>
          </a:ln>
        </p:spPr>
        <p:txBody>
          <a:bodyPr>
            <a:spAutoFit/>
          </a:bodyPr>
          <a:lstStyle/>
          <a:p>
            <a:pPr fontAlgn="base">
              <a:spcBef>
                <a:spcPct val="0"/>
              </a:spcBef>
              <a:spcAft>
                <a:spcPct val="0"/>
              </a:spcAft>
            </a:pPr>
            <a:r>
              <a:rPr kumimoji="1" lang="zh-CN" altLang="en-US" sz="2800" b="1" dirty="0">
                <a:solidFill>
                  <a:srgbClr val="FF3399"/>
                </a:solidFill>
                <a:latin typeface="宋体" pitchFamily="2" charset="-122"/>
                <a:ea typeface="宋体" pitchFamily="2" charset="-122"/>
              </a:rPr>
              <a:t>中心投影法</a:t>
            </a:r>
          </a:p>
        </p:txBody>
      </p:sp>
      <p:sp>
        <p:nvSpPr>
          <p:cNvPr id="34" name="Text Box 11">
            <a:extLst>
              <a:ext uri="{FF2B5EF4-FFF2-40B4-BE49-F238E27FC236}">
                <a16:creationId xmlns:a16="http://schemas.microsoft.com/office/drawing/2014/main" id="{337097F1-83E7-A5F9-BEC4-61A1FA67C344}"/>
              </a:ext>
            </a:extLst>
          </p:cNvPr>
          <p:cNvSpPr txBox="1">
            <a:spLocks noChangeArrowheads="1"/>
          </p:cNvSpPr>
          <p:nvPr/>
        </p:nvSpPr>
        <p:spPr bwMode="auto">
          <a:xfrm>
            <a:off x="2422525" y="1614488"/>
            <a:ext cx="2581275" cy="519112"/>
          </a:xfrm>
          <a:prstGeom prst="rect">
            <a:avLst/>
          </a:prstGeom>
          <a:noFill/>
          <a:ln w="9525">
            <a:noFill/>
            <a:miter lim="800000"/>
            <a:headEnd/>
            <a:tailEnd/>
          </a:ln>
        </p:spPr>
        <p:txBody>
          <a:bodyPr>
            <a:spAutoFit/>
          </a:bodyPr>
          <a:lstStyle/>
          <a:p>
            <a:pPr fontAlgn="base">
              <a:spcBef>
                <a:spcPct val="0"/>
              </a:spcBef>
              <a:spcAft>
                <a:spcPct val="0"/>
              </a:spcAft>
              <a:defRPr/>
            </a:pPr>
            <a:r>
              <a:rPr kumimoji="1" lang="zh-CN" altLang="en-US" sz="2800" b="1">
                <a:solidFill>
                  <a:srgbClr val="EC0202"/>
                </a:solidFill>
                <a:effectLst>
                  <a:outerShdw blurRad="38100" dist="38100" dir="2700000" algn="tl">
                    <a:srgbClr val="C0C0C0"/>
                  </a:outerShdw>
                </a:effectLst>
                <a:latin typeface="宋体" pitchFamily="2" charset="-122"/>
                <a:ea typeface="宋体" pitchFamily="2" charset="-122"/>
              </a:rPr>
              <a:t>平行投影法</a:t>
            </a:r>
          </a:p>
        </p:txBody>
      </p:sp>
      <p:sp>
        <p:nvSpPr>
          <p:cNvPr id="35" name="AutoShape 12">
            <a:extLst>
              <a:ext uri="{FF2B5EF4-FFF2-40B4-BE49-F238E27FC236}">
                <a16:creationId xmlns:a16="http://schemas.microsoft.com/office/drawing/2014/main" id="{9FB810F4-6FA7-D6DE-8883-4189460851AF}"/>
              </a:ext>
            </a:extLst>
          </p:cNvPr>
          <p:cNvSpPr>
            <a:spLocks/>
          </p:cNvSpPr>
          <p:nvPr/>
        </p:nvSpPr>
        <p:spPr bwMode="auto">
          <a:xfrm>
            <a:off x="2268538" y="1398588"/>
            <a:ext cx="142875" cy="503237"/>
          </a:xfrm>
          <a:prstGeom prst="leftBrace">
            <a:avLst>
              <a:gd name="adj1" fmla="val 29352"/>
              <a:gd name="adj2" fmla="val 50000"/>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36" name="Text Box 13">
            <a:extLst>
              <a:ext uri="{FF2B5EF4-FFF2-40B4-BE49-F238E27FC236}">
                <a16:creationId xmlns:a16="http://schemas.microsoft.com/office/drawing/2014/main" id="{6CD6BBCA-6487-99F1-4675-D6B53841AC74}"/>
              </a:ext>
            </a:extLst>
          </p:cNvPr>
          <p:cNvSpPr txBox="1">
            <a:spLocks noChangeArrowheads="1"/>
          </p:cNvSpPr>
          <p:nvPr/>
        </p:nvSpPr>
        <p:spPr bwMode="auto">
          <a:xfrm>
            <a:off x="4010025" y="1887538"/>
            <a:ext cx="3009900" cy="519112"/>
          </a:xfrm>
          <a:prstGeom prst="rect">
            <a:avLst/>
          </a:prstGeom>
          <a:noFill/>
          <a:ln w="19050">
            <a:noFill/>
            <a:miter lim="800000"/>
            <a:headEnd/>
            <a:tailEnd/>
          </a:ln>
          <a:effectLst/>
        </p:spPr>
        <p:txBody>
          <a:bodyPr anchor="ctr">
            <a:spAutoFit/>
          </a:bodyPr>
          <a:lstStyle/>
          <a:p>
            <a:pPr algn="ct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斜投影法</a:t>
            </a:r>
          </a:p>
        </p:txBody>
      </p:sp>
      <p:sp>
        <p:nvSpPr>
          <p:cNvPr id="37" name="Text Box 14">
            <a:extLst>
              <a:ext uri="{FF2B5EF4-FFF2-40B4-BE49-F238E27FC236}">
                <a16:creationId xmlns:a16="http://schemas.microsoft.com/office/drawing/2014/main" id="{4B00CBC1-0E1A-7C9A-EE1D-D4810BE239A4}"/>
              </a:ext>
            </a:extLst>
          </p:cNvPr>
          <p:cNvSpPr txBox="1">
            <a:spLocks noChangeArrowheads="1"/>
          </p:cNvSpPr>
          <p:nvPr/>
        </p:nvSpPr>
        <p:spPr bwMode="auto">
          <a:xfrm>
            <a:off x="4356100" y="1382713"/>
            <a:ext cx="2089150" cy="519112"/>
          </a:xfrm>
          <a:prstGeom prst="rect">
            <a:avLst/>
          </a:prstGeom>
          <a:noFill/>
          <a:ln w="19050">
            <a:noFill/>
            <a:miter lim="800000"/>
            <a:headEnd/>
            <a:tailEnd/>
          </a:ln>
          <a:effectLst/>
        </p:spPr>
        <p:txBody>
          <a:bodyPr anchor="ctr">
            <a:spAutoFit/>
          </a:bodyPr>
          <a:lstStyle/>
          <a:p>
            <a:pPr algn="ctr" fontAlgn="base">
              <a:spcBef>
                <a:spcPct val="0"/>
              </a:spcBef>
              <a:spcAft>
                <a:spcPct val="0"/>
              </a:spcAft>
              <a:defRPr/>
            </a:pPr>
            <a:r>
              <a:rPr kumimoji="1" lang="zh-CN" altLang="en-US" sz="2800" b="1">
                <a:solidFill>
                  <a:srgbClr val="EC0202"/>
                </a:solidFill>
                <a:effectLst>
                  <a:outerShdw blurRad="38100" dist="38100" dir="2700000" algn="tl">
                    <a:srgbClr val="C0C0C0"/>
                  </a:outerShdw>
                </a:effectLst>
                <a:latin typeface="宋体" pitchFamily="2" charset="-122"/>
                <a:ea typeface="宋体" pitchFamily="2" charset="-122"/>
              </a:rPr>
              <a:t>*正投影法</a:t>
            </a:r>
          </a:p>
        </p:txBody>
      </p:sp>
      <p:sp>
        <p:nvSpPr>
          <p:cNvPr id="38" name="AutoShape 15">
            <a:extLst>
              <a:ext uri="{FF2B5EF4-FFF2-40B4-BE49-F238E27FC236}">
                <a16:creationId xmlns:a16="http://schemas.microsoft.com/office/drawing/2014/main" id="{9741B640-D214-A1D6-E7EF-43C3541C63F7}"/>
              </a:ext>
            </a:extLst>
          </p:cNvPr>
          <p:cNvSpPr>
            <a:spLocks/>
          </p:cNvSpPr>
          <p:nvPr/>
        </p:nvSpPr>
        <p:spPr bwMode="auto">
          <a:xfrm>
            <a:off x="4427538" y="1685925"/>
            <a:ext cx="144462" cy="554038"/>
          </a:xfrm>
          <a:prstGeom prst="leftBrace">
            <a:avLst>
              <a:gd name="adj1" fmla="val 31960"/>
              <a:gd name="adj2" fmla="val 50000"/>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39" name="Rectangle 16">
            <a:extLst>
              <a:ext uri="{FF2B5EF4-FFF2-40B4-BE49-F238E27FC236}">
                <a16:creationId xmlns:a16="http://schemas.microsoft.com/office/drawing/2014/main" id="{9AFF8741-6DD3-FEB7-AD82-45B24592A3FA}"/>
              </a:ext>
            </a:extLst>
          </p:cNvPr>
          <p:cNvSpPr>
            <a:spLocks noChangeArrowheads="1"/>
          </p:cNvSpPr>
          <p:nvPr/>
        </p:nvSpPr>
        <p:spPr bwMode="auto">
          <a:xfrm>
            <a:off x="788988" y="2822575"/>
            <a:ext cx="1622425" cy="519113"/>
          </a:xfrm>
          <a:prstGeom prst="rect">
            <a:avLst/>
          </a:prstGeom>
          <a:noFill/>
          <a:ln w="28575" algn="ctr">
            <a:noFill/>
            <a:miter lim="800000"/>
            <a:headEnd/>
            <a:tailEnd/>
          </a:ln>
          <a:effectLst/>
        </p:spPr>
        <p:txBody>
          <a:bodyPr>
            <a:spAutoFit/>
          </a:bodyPr>
          <a:lstStyle/>
          <a:p>
            <a:pPr algn="ctr" fontAlgn="base">
              <a:spcBef>
                <a:spcPct val="0"/>
              </a:spcBef>
              <a:spcAft>
                <a:spcPct val="0"/>
              </a:spcAft>
              <a:defRPr/>
            </a:pPr>
            <a:r>
              <a:rPr lang="zh-CN" altLang="en-US" sz="2800" b="1">
                <a:solidFill>
                  <a:srgbClr val="000000"/>
                </a:solidFill>
                <a:effectLst>
                  <a:outerShdw blurRad="38100" dist="38100" dir="2700000" algn="tl">
                    <a:srgbClr val="C0C0C0"/>
                  </a:outerShdw>
                </a:effectLst>
                <a:latin typeface="Times New Roman" pitchFamily="18" charset="0"/>
                <a:ea typeface="宋体" pitchFamily="2" charset="-122"/>
              </a:rPr>
              <a:t>投影图：</a:t>
            </a:r>
          </a:p>
        </p:txBody>
      </p:sp>
      <p:sp>
        <p:nvSpPr>
          <p:cNvPr id="40" name="AutoShape 17">
            <a:extLst>
              <a:ext uri="{FF2B5EF4-FFF2-40B4-BE49-F238E27FC236}">
                <a16:creationId xmlns:a16="http://schemas.microsoft.com/office/drawing/2014/main" id="{50C5D184-A695-91D8-C458-37B7B17179C2}"/>
              </a:ext>
            </a:extLst>
          </p:cNvPr>
          <p:cNvSpPr>
            <a:spLocks/>
          </p:cNvSpPr>
          <p:nvPr/>
        </p:nvSpPr>
        <p:spPr bwMode="auto">
          <a:xfrm>
            <a:off x="2268538" y="2406650"/>
            <a:ext cx="142875" cy="1295400"/>
          </a:xfrm>
          <a:prstGeom prst="leftBrace">
            <a:avLst>
              <a:gd name="adj1" fmla="val 75556"/>
              <a:gd name="adj2" fmla="val 51102"/>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41" name="Text Box 18">
            <a:extLst>
              <a:ext uri="{FF2B5EF4-FFF2-40B4-BE49-F238E27FC236}">
                <a16:creationId xmlns:a16="http://schemas.microsoft.com/office/drawing/2014/main" id="{EEBA55F7-67E8-35E1-66E7-077401EC3203}"/>
              </a:ext>
            </a:extLst>
          </p:cNvPr>
          <p:cNvSpPr txBox="1">
            <a:spLocks noChangeArrowheads="1"/>
          </p:cNvSpPr>
          <p:nvPr/>
        </p:nvSpPr>
        <p:spPr bwMode="auto">
          <a:xfrm>
            <a:off x="2268538" y="2117725"/>
            <a:ext cx="2089150" cy="519113"/>
          </a:xfrm>
          <a:prstGeom prst="rect">
            <a:avLst/>
          </a:prstGeom>
          <a:noFill/>
          <a:ln w="19050">
            <a:noFill/>
            <a:miter lim="800000"/>
            <a:headEnd/>
            <a:tailEnd/>
          </a:ln>
          <a:effectLst/>
        </p:spPr>
        <p:txBody>
          <a:bodyPr anchor="ctr">
            <a:spAutoFit/>
          </a:bodyPr>
          <a:lstStyle/>
          <a:p>
            <a:pPr algn="ctr" fontAlgn="base">
              <a:spcBef>
                <a:spcPct val="0"/>
              </a:spcBef>
              <a:spcAft>
                <a:spcPct val="0"/>
              </a:spcAft>
              <a:defRPr/>
            </a:pPr>
            <a:r>
              <a:rPr kumimoji="1" lang="zh-CN" altLang="en-US" sz="2800" b="1">
                <a:solidFill>
                  <a:srgbClr val="EC0202"/>
                </a:solidFill>
                <a:effectLst>
                  <a:outerShdw blurRad="38100" dist="38100" dir="2700000" algn="tl">
                    <a:srgbClr val="C0C0C0"/>
                  </a:outerShdw>
                </a:effectLst>
                <a:latin typeface="宋体" pitchFamily="2" charset="-122"/>
                <a:ea typeface="宋体" pitchFamily="2" charset="-122"/>
              </a:rPr>
              <a:t>*正投影图</a:t>
            </a:r>
          </a:p>
        </p:txBody>
      </p:sp>
      <p:sp>
        <p:nvSpPr>
          <p:cNvPr id="42" name="Text Box 19">
            <a:extLst>
              <a:ext uri="{FF2B5EF4-FFF2-40B4-BE49-F238E27FC236}">
                <a16:creationId xmlns:a16="http://schemas.microsoft.com/office/drawing/2014/main" id="{C7AD6952-BB93-900A-ABF5-2A8AAB92B081}"/>
              </a:ext>
            </a:extLst>
          </p:cNvPr>
          <p:cNvSpPr txBox="1">
            <a:spLocks noChangeArrowheads="1"/>
          </p:cNvSpPr>
          <p:nvPr/>
        </p:nvSpPr>
        <p:spPr bwMode="auto">
          <a:xfrm>
            <a:off x="2555875" y="2549525"/>
            <a:ext cx="3009900" cy="519113"/>
          </a:xfrm>
          <a:prstGeom prst="rect">
            <a:avLst/>
          </a:prstGeom>
          <a:noFill/>
          <a:ln w="19050">
            <a:noFill/>
            <a:miter lim="800000"/>
            <a:headEnd/>
            <a:tailEnd/>
          </a:ln>
          <a:effectLst/>
        </p:spPr>
        <p:txBody>
          <a:bodyPr anchor="ctr">
            <a:spAutoFit/>
          </a:bodyPr>
          <a:lstStyle/>
          <a:p>
            <a:pP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轴测投影</a:t>
            </a:r>
          </a:p>
        </p:txBody>
      </p:sp>
      <p:sp>
        <p:nvSpPr>
          <p:cNvPr id="43" name="Text Box 20">
            <a:extLst>
              <a:ext uri="{FF2B5EF4-FFF2-40B4-BE49-F238E27FC236}">
                <a16:creationId xmlns:a16="http://schemas.microsoft.com/office/drawing/2014/main" id="{3578F902-EA5D-24D5-F6A0-AF0D9663F2C6}"/>
              </a:ext>
            </a:extLst>
          </p:cNvPr>
          <p:cNvSpPr txBox="1">
            <a:spLocks noChangeArrowheads="1"/>
          </p:cNvSpPr>
          <p:nvPr/>
        </p:nvSpPr>
        <p:spPr bwMode="auto">
          <a:xfrm>
            <a:off x="2570163" y="3038475"/>
            <a:ext cx="3009900" cy="519113"/>
          </a:xfrm>
          <a:prstGeom prst="rect">
            <a:avLst/>
          </a:prstGeom>
          <a:noFill/>
          <a:ln w="19050">
            <a:noFill/>
            <a:miter lim="800000"/>
            <a:headEnd/>
            <a:tailEnd/>
          </a:ln>
          <a:effectLst/>
        </p:spPr>
        <p:txBody>
          <a:bodyPr anchor="ctr">
            <a:spAutoFit/>
          </a:bodyPr>
          <a:lstStyle/>
          <a:p>
            <a:pP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标高投影</a:t>
            </a:r>
          </a:p>
        </p:txBody>
      </p:sp>
      <p:sp>
        <p:nvSpPr>
          <p:cNvPr id="44" name="Text Box 21">
            <a:extLst>
              <a:ext uri="{FF2B5EF4-FFF2-40B4-BE49-F238E27FC236}">
                <a16:creationId xmlns:a16="http://schemas.microsoft.com/office/drawing/2014/main" id="{70DBE0A5-DDD5-6804-1F08-C96962C97B82}"/>
              </a:ext>
            </a:extLst>
          </p:cNvPr>
          <p:cNvSpPr txBox="1">
            <a:spLocks noChangeArrowheads="1"/>
          </p:cNvSpPr>
          <p:nvPr/>
        </p:nvSpPr>
        <p:spPr bwMode="auto">
          <a:xfrm>
            <a:off x="2570163" y="3486150"/>
            <a:ext cx="3009900" cy="519113"/>
          </a:xfrm>
          <a:prstGeom prst="rect">
            <a:avLst/>
          </a:prstGeom>
          <a:noFill/>
          <a:ln w="19050">
            <a:noFill/>
            <a:miter lim="800000"/>
            <a:headEnd/>
            <a:tailEnd/>
          </a:ln>
          <a:effectLst/>
        </p:spPr>
        <p:txBody>
          <a:bodyPr anchor="ctr">
            <a:spAutoFit/>
          </a:bodyPr>
          <a:lstStyle/>
          <a:p>
            <a:pPr fontAlgn="base">
              <a:spcBef>
                <a:spcPct val="0"/>
              </a:spcBef>
              <a:spcAft>
                <a:spcPct val="0"/>
              </a:spcAft>
              <a:defRPr/>
            </a:pPr>
            <a:r>
              <a:rPr kumimoji="1" lang="zh-CN" altLang="en-US" sz="2800" b="1">
                <a:solidFill>
                  <a:srgbClr val="FF3399"/>
                </a:solidFill>
                <a:effectLst>
                  <a:outerShdw blurRad="38100" dist="38100" dir="2700000" algn="tl">
                    <a:srgbClr val="C0C0C0"/>
                  </a:outerShdw>
                </a:effectLst>
                <a:latin typeface="宋体" pitchFamily="2" charset="-122"/>
                <a:ea typeface="宋体" pitchFamily="2" charset="-122"/>
              </a:rPr>
              <a:t>透视投影</a:t>
            </a:r>
          </a:p>
        </p:txBody>
      </p:sp>
      <p:sp>
        <p:nvSpPr>
          <p:cNvPr id="45" name="Rectangle 22">
            <a:extLst>
              <a:ext uri="{FF2B5EF4-FFF2-40B4-BE49-F238E27FC236}">
                <a16:creationId xmlns:a16="http://schemas.microsoft.com/office/drawing/2014/main" id="{113A48AF-0217-C387-8BEC-9D993556D7B5}"/>
              </a:ext>
            </a:extLst>
          </p:cNvPr>
          <p:cNvSpPr>
            <a:spLocks noChangeArrowheads="1"/>
          </p:cNvSpPr>
          <p:nvPr/>
        </p:nvSpPr>
        <p:spPr bwMode="auto">
          <a:xfrm>
            <a:off x="827088" y="4205288"/>
            <a:ext cx="2808287" cy="519112"/>
          </a:xfrm>
          <a:prstGeom prst="rect">
            <a:avLst/>
          </a:prstGeom>
          <a:noFill/>
          <a:ln w="28575" algn="ctr">
            <a:noFill/>
            <a:miter lim="800000"/>
            <a:headEnd/>
            <a:tailEnd/>
          </a:ln>
          <a:effectLst/>
        </p:spPr>
        <p:txBody>
          <a:bodyPr>
            <a:spAutoFit/>
          </a:bodyPr>
          <a:lstStyle/>
          <a:p>
            <a:pPr fontAlgn="base">
              <a:spcBef>
                <a:spcPct val="0"/>
              </a:spcBef>
              <a:spcAft>
                <a:spcPct val="0"/>
              </a:spcAft>
              <a:defRPr/>
            </a:pPr>
            <a:r>
              <a:rPr lang="zh-CN" altLang="en-US" sz="2800" b="1">
                <a:solidFill>
                  <a:srgbClr val="000000"/>
                </a:solidFill>
                <a:effectLst>
                  <a:outerShdw blurRad="38100" dist="38100" dir="2700000" algn="tl">
                    <a:srgbClr val="C0C0C0"/>
                  </a:outerShdw>
                </a:effectLst>
                <a:latin typeface="Times New Roman" pitchFamily="18" charset="0"/>
                <a:ea typeface="宋体" pitchFamily="2" charset="-122"/>
              </a:rPr>
              <a:t>三投影面体系：</a:t>
            </a:r>
          </a:p>
        </p:txBody>
      </p:sp>
      <p:sp>
        <p:nvSpPr>
          <p:cNvPr id="46" name="AutoShape 23">
            <a:extLst>
              <a:ext uri="{FF2B5EF4-FFF2-40B4-BE49-F238E27FC236}">
                <a16:creationId xmlns:a16="http://schemas.microsoft.com/office/drawing/2014/main" id="{8F0DE82E-3176-4568-D3C9-76C936630142}"/>
              </a:ext>
            </a:extLst>
          </p:cNvPr>
          <p:cNvSpPr>
            <a:spLocks/>
          </p:cNvSpPr>
          <p:nvPr/>
        </p:nvSpPr>
        <p:spPr bwMode="auto">
          <a:xfrm>
            <a:off x="3348038" y="4076700"/>
            <a:ext cx="144462" cy="1008063"/>
          </a:xfrm>
          <a:prstGeom prst="leftBrace">
            <a:avLst>
              <a:gd name="adj1" fmla="val 58150"/>
              <a:gd name="adj2" fmla="val 51102"/>
            </a:avLst>
          </a:prstGeom>
          <a:noFill/>
          <a:ln w="19050">
            <a:solidFill>
              <a:srgbClr val="000000"/>
            </a:solidFill>
            <a:round/>
            <a:headEnd/>
            <a:tailEnd/>
          </a:ln>
        </p:spPr>
        <p:txBody>
          <a:bodyPr anchor="ctr">
            <a:spAutoFit/>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47" name="Text Box 24">
            <a:extLst>
              <a:ext uri="{FF2B5EF4-FFF2-40B4-BE49-F238E27FC236}">
                <a16:creationId xmlns:a16="http://schemas.microsoft.com/office/drawing/2014/main" id="{3BC12B7A-350F-3AF4-F4D4-DA44177604EE}"/>
              </a:ext>
            </a:extLst>
          </p:cNvPr>
          <p:cNvSpPr txBox="1">
            <a:spLocks noChangeArrowheads="1"/>
          </p:cNvSpPr>
          <p:nvPr/>
        </p:nvSpPr>
        <p:spPr bwMode="auto">
          <a:xfrm>
            <a:off x="3490913" y="4278313"/>
            <a:ext cx="4025900" cy="519112"/>
          </a:xfrm>
          <a:prstGeom prst="rect">
            <a:avLst/>
          </a:prstGeom>
          <a:noFill/>
          <a:ln w="12700">
            <a:noFill/>
            <a:miter lim="800000"/>
            <a:headEnd/>
            <a:tailEnd/>
          </a:ln>
        </p:spPr>
        <p:txBody>
          <a:bodyPr anchor="ctr">
            <a:spAutoFit/>
          </a:bodyPr>
          <a:lstStyle/>
          <a:p>
            <a:pPr fontAlgn="base">
              <a:spcBef>
                <a:spcPct val="0"/>
              </a:spcBef>
              <a:spcAft>
                <a:spcPct val="0"/>
              </a:spcAft>
            </a:pPr>
            <a:r>
              <a:rPr kumimoji="1" lang="zh-CN" altLang="en-US" sz="2800" b="1">
                <a:solidFill>
                  <a:srgbClr val="FF3399"/>
                </a:solidFill>
                <a:latin typeface="宋体" pitchFamily="2" charset="-122"/>
                <a:ea typeface="宋体" pitchFamily="2" charset="-122"/>
              </a:rPr>
              <a:t>正面投影面</a:t>
            </a:r>
            <a:r>
              <a:rPr kumimoji="1" lang="en-US" altLang="zh-CN" sz="2800" b="1" i="1">
                <a:solidFill>
                  <a:srgbClr val="FF3300"/>
                </a:solidFill>
                <a:latin typeface="Times New Roman" pitchFamily="18" charset="0"/>
                <a:ea typeface="宋体" pitchFamily="2" charset="-122"/>
              </a:rPr>
              <a:t>V</a:t>
            </a:r>
            <a:r>
              <a:rPr kumimoji="1" lang="en-US" altLang="zh-CN" sz="2800" b="1" i="1">
                <a:solidFill>
                  <a:srgbClr val="FF3300"/>
                </a:solidFill>
                <a:latin typeface="宋体" pitchFamily="2" charset="-122"/>
                <a:ea typeface="宋体" pitchFamily="2" charset="-122"/>
              </a:rPr>
              <a:t> </a:t>
            </a:r>
            <a:endParaRPr kumimoji="1" lang="en-US" altLang="zh-CN" sz="2800" b="1">
              <a:solidFill>
                <a:srgbClr val="FF3399"/>
              </a:solidFill>
              <a:latin typeface="宋体" pitchFamily="2" charset="-122"/>
              <a:ea typeface="宋体" pitchFamily="2" charset="-122"/>
            </a:endParaRPr>
          </a:p>
        </p:txBody>
      </p:sp>
      <p:sp>
        <p:nvSpPr>
          <p:cNvPr id="48" name="Text Box 25">
            <a:extLst>
              <a:ext uri="{FF2B5EF4-FFF2-40B4-BE49-F238E27FC236}">
                <a16:creationId xmlns:a16="http://schemas.microsoft.com/office/drawing/2014/main" id="{DA790AFB-7229-7E81-CB15-F9863A7F212C}"/>
              </a:ext>
            </a:extLst>
          </p:cNvPr>
          <p:cNvSpPr txBox="1">
            <a:spLocks noChangeArrowheads="1"/>
          </p:cNvSpPr>
          <p:nvPr/>
        </p:nvSpPr>
        <p:spPr bwMode="auto">
          <a:xfrm>
            <a:off x="3492500" y="3917950"/>
            <a:ext cx="4097338" cy="519113"/>
          </a:xfrm>
          <a:prstGeom prst="rect">
            <a:avLst/>
          </a:prstGeom>
          <a:noFill/>
          <a:ln w="12700">
            <a:noFill/>
            <a:miter lim="800000"/>
            <a:headEnd/>
            <a:tailEnd/>
          </a:ln>
        </p:spPr>
        <p:txBody>
          <a:bodyPr anchor="ctr">
            <a:spAutoFit/>
          </a:bodyPr>
          <a:lstStyle/>
          <a:p>
            <a:pPr fontAlgn="base">
              <a:spcBef>
                <a:spcPct val="0"/>
              </a:spcBef>
              <a:spcAft>
                <a:spcPct val="0"/>
              </a:spcAft>
            </a:pPr>
            <a:r>
              <a:rPr kumimoji="1" lang="zh-CN" altLang="en-US" sz="2800" b="1">
                <a:solidFill>
                  <a:srgbClr val="FF3399"/>
                </a:solidFill>
                <a:latin typeface="宋体" pitchFamily="2" charset="-122"/>
                <a:ea typeface="宋体" pitchFamily="2" charset="-122"/>
              </a:rPr>
              <a:t>水平投影面</a:t>
            </a:r>
            <a:r>
              <a:rPr kumimoji="1" lang="en-US" altLang="zh-CN" sz="2800" b="1" i="1">
                <a:solidFill>
                  <a:srgbClr val="FF3300"/>
                </a:solidFill>
                <a:latin typeface="Times New Roman" pitchFamily="18" charset="0"/>
                <a:ea typeface="宋体" pitchFamily="2" charset="-122"/>
              </a:rPr>
              <a:t>H</a:t>
            </a:r>
            <a:endParaRPr kumimoji="1" lang="en-US" altLang="zh-CN" sz="2800" b="1">
              <a:solidFill>
                <a:srgbClr val="FF3399"/>
              </a:solidFill>
              <a:latin typeface="宋体" pitchFamily="2" charset="-122"/>
              <a:ea typeface="宋体" pitchFamily="2" charset="-122"/>
            </a:endParaRPr>
          </a:p>
        </p:txBody>
      </p:sp>
      <p:sp>
        <p:nvSpPr>
          <p:cNvPr id="49" name="Text Box 26">
            <a:extLst>
              <a:ext uri="{FF2B5EF4-FFF2-40B4-BE49-F238E27FC236}">
                <a16:creationId xmlns:a16="http://schemas.microsoft.com/office/drawing/2014/main" id="{00B805D6-880F-BA53-9D41-0E5F8B567289}"/>
              </a:ext>
            </a:extLst>
          </p:cNvPr>
          <p:cNvSpPr txBox="1">
            <a:spLocks noChangeArrowheads="1"/>
          </p:cNvSpPr>
          <p:nvPr/>
        </p:nvSpPr>
        <p:spPr bwMode="auto">
          <a:xfrm>
            <a:off x="3497263" y="4638675"/>
            <a:ext cx="4170362" cy="519113"/>
          </a:xfrm>
          <a:prstGeom prst="rect">
            <a:avLst/>
          </a:prstGeom>
          <a:noFill/>
          <a:ln w="12700">
            <a:noFill/>
            <a:miter lim="800000"/>
            <a:headEnd/>
            <a:tailEnd/>
          </a:ln>
        </p:spPr>
        <p:txBody>
          <a:bodyPr anchor="ctr">
            <a:spAutoFit/>
          </a:bodyPr>
          <a:lstStyle/>
          <a:p>
            <a:pPr fontAlgn="base">
              <a:spcBef>
                <a:spcPct val="0"/>
              </a:spcBef>
              <a:spcAft>
                <a:spcPct val="0"/>
              </a:spcAft>
            </a:pPr>
            <a:r>
              <a:rPr kumimoji="1" lang="zh-CN" altLang="en-US" sz="2800" b="1">
                <a:solidFill>
                  <a:srgbClr val="FF3399"/>
                </a:solidFill>
                <a:latin typeface="宋体" pitchFamily="2" charset="-122"/>
                <a:ea typeface="宋体" pitchFamily="2" charset="-122"/>
              </a:rPr>
              <a:t>侧面投影面</a:t>
            </a:r>
            <a:r>
              <a:rPr kumimoji="1" lang="en-US" altLang="zh-CN" sz="2800" b="1" i="1">
                <a:solidFill>
                  <a:srgbClr val="FF3300"/>
                </a:solidFill>
                <a:latin typeface="Times New Roman" pitchFamily="18" charset="0"/>
                <a:ea typeface="宋体" pitchFamily="2" charset="-122"/>
              </a:rPr>
              <a:t>W </a:t>
            </a:r>
            <a:endParaRPr kumimoji="1" lang="en-US" altLang="zh-CN" sz="2800" b="1">
              <a:solidFill>
                <a:srgbClr val="FF3399"/>
              </a:solidFill>
              <a:latin typeface="宋体" pitchFamily="2" charset="-122"/>
              <a:ea typeface="宋体" pitchFamily="2" charset="-122"/>
            </a:endParaRPr>
          </a:p>
        </p:txBody>
      </p:sp>
    </p:spTree>
    <p:extLst>
      <p:ext uri="{BB962C8B-B14F-4D97-AF65-F5344CB8AC3E}">
        <p14:creationId xmlns:p14="http://schemas.microsoft.com/office/powerpoint/2010/main" val="123241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vertical)">
                                      <p:cBhvr>
                                        <p:cTn id="7" dur="500"/>
                                        <p:tgtEl>
                                          <p:spTgt spid="27"/>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strips(downLeft)">
                                      <p:cBhvr>
                                        <p:cTn id="11" dur="500"/>
                                        <p:tgtEl>
                                          <p:spTgt spid="35"/>
                                        </p:tgtEl>
                                      </p:cBhvr>
                                    </p:animEffect>
                                  </p:childTnLst>
                                </p:cTn>
                              </p:par>
                            </p:childTnLst>
                          </p:cTn>
                        </p:par>
                        <p:par>
                          <p:cTn id="12" fill="hold">
                            <p:stCondLst>
                              <p:cond delay="1000"/>
                            </p:stCondLst>
                            <p:childTnLst>
                              <p:par>
                                <p:cTn id="13" presetID="18" presetClass="entr" presetSubtype="12"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trips(downLeft)">
                                      <p:cBhvr>
                                        <p:cTn id="15" dur="500"/>
                                        <p:tgtEl>
                                          <p:spTgt spid="33"/>
                                        </p:tgtEl>
                                      </p:cBhvr>
                                    </p:animEffect>
                                  </p:childTnLst>
                                </p:cTn>
                              </p:par>
                            </p:childTnLst>
                          </p:cTn>
                        </p:par>
                        <p:par>
                          <p:cTn id="16" fill="hold">
                            <p:stCondLst>
                              <p:cond delay="1500"/>
                            </p:stCondLst>
                            <p:childTnLst>
                              <p:par>
                                <p:cTn id="17" presetID="18" presetClass="entr" presetSubtype="12"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strips(downLeft)">
                                      <p:cBhvr>
                                        <p:cTn id="19" dur="500"/>
                                        <p:tgtEl>
                                          <p:spTgt spid="34"/>
                                        </p:tgtEl>
                                      </p:cBhvr>
                                    </p:animEffect>
                                  </p:childTnLst>
                                </p:cTn>
                              </p:par>
                            </p:childTnLst>
                          </p:cTn>
                        </p:par>
                        <p:par>
                          <p:cTn id="20" fill="hold">
                            <p:stCondLst>
                              <p:cond delay="2000"/>
                            </p:stCondLst>
                            <p:childTnLst>
                              <p:par>
                                <p:cTn id="21" presetID="18" presetClass="entr" presetSubtype="12"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strips(downLeft)">
                                      <p:cBhvr>
                                        <p:cTn id="23" dur="500"/>
                                        <p:tgtEl>
                                          <p:spTgt spid="38"/>
                                        </p:tgtEl>
                                      </p:cBhvr>
                                    </p:animEffect>
                                  </p:childTnLst>
                                </p:cTn>
                              </p:par>
                            </p:childTnLst>
                          </p:cTn>
                        </p:par>
                        <p:par>
                          <p:cTn id="24" fill="hold">
                            <p:stCondLst>
                              <p:cond delay="2500"/>
                            </p:stCondLst>
                            <p:childTnLst>
                              <p:par>
                                <p:cTn id="25" presetID="18" presetClass="entr" presetSubtype="12"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strips(downLeft)">
                                      <p:cBhvr>
                                        <p:cTn id="27" dur="500"/>
                                        <p:tgtEl>
                                          <p:spTgt spid="37"/>
                                        </p:tgtEl>
                                      </p:cBhvr>
                                    </p:animEffect>
                                  </p:childTnLst>
                                </p:cTn>
                              </p:par>
                            </p:childTnLst>
                          </p:cTn>
                        </p:par>
                        <p:par>
                          <p:cTn id="28" fill="hold">
                            <p:stCondLst>
                              <p:cond delay="3000"/>
                            </p:stCondLst>
                            <p:childTnLst>
                              <p:par>
                                <p:cTn id="29" presetID="18" presetClass="entr" presetSubtype="12"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strips(downLeft)">
                                      <p:cBhvr>
                                        <p:cTn id="31" dur="500"/>
                                        <p:tgtEl>
                                          <p:spTgt spid="3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left)">
                                      <p:cBhvr>
                                        <p:cTn id="36" dur="500"/>
                                        <p:tgtEl>
                                          <p:spTgt spid="39"/>
                                        </p:tgtEl>
                                      </p:cBhvr>
                                    </p:animEffect>
                                  </p:childTnLst>
                                </p:cTn>
                              </p:par>
                            </p:childTnLst>
                          </p:cTn>
                        </p:par>
                        <p:par>
                          <p:cTn id="37" fill="hold">
                            <p:stCondLst>
                              <p:cond delay="500"/>
                            </p:stCondLst>
                            <p:childTnLst>
                              <p:par>
                                <p:cTn id="38" presetID="18" presetClass="entr" presetSubtype="12" fill="hold" grpId="0" nodeType="after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strips(downLeft)">
                                      <p:cBhvr>
                                        <p:cTn id="40" dur="500"/>
                                        <p:tgtEl>
                                          <p:spTgt spid="40"/>
                                        </p:tgtEl>
                                      </p:cBhvr>
                                    </p:animEffect>
                                  </p:childTnLst>
                                </p:cTn>
                              </p:par>
                            </p:childTnLst>
                          </p:cTn>
                        </p:par>
                        <p:par>
                          <p:cTn id="41" fill="hold">
                            <p:stCondLst>
                              <p:cond delay="1000"/>
                            </p:stCondLst>
                            <p:childTnLst>
                              <p:par>
                                <p:cTn id="42" presetID="18" presetClass="entr" presetSubtype="12" fill="hold" grpId="0" nodeType="after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strips(downLeft)">
                                      <p:cBhvr>
                                        <p:cTn id="44" dur="500"/>
                                        <p:tgtEl>
                                          <p:spTgt spid="41"/>
                                        </p:tgtEl>
                                      </p:cBhvr>
                                    </p:animEffect>
                                  </p:childTnLst>
                                </p:cTn>
                              </p:par>
                            </p:childTnLst>
                          </p:cTn>
                        </p:par>
                        <p:par>
                          <p:cTn id="45" fill="hold">
                            <p:stCondLst>
                              <p:cond delay="1500"/>
                            </p:stCondLst>
                            <p:childTnLst>
                              <p:par>
                                <p:cTn id="46" presetID="18" presetClass="entr" presetSubtype="12"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strips(downLeft)">
                                      <p:cBhvr>
                                        <p:cTn id="48" dur="500"/>
                                        <p:tgtEl>
                                          <p:spTgt spid="42"/>
                                        </p:tgtEl>
                                      </p:cBhvr>
                                    </p:animEffect>
                                  </p:childTnLst>
                                </p:cTn>
                              </p:par>
                            </p:childTnLst>
                          </p:cTn>
                        </p:par>
                        <p:par>
                          <p:cTn id="49" fill="hold">
                            <p:stCondLst>
                              <p:cond delay="2000"/>
                            </p:stCondLst>
                            <p:childTnLst>
                              <p:par>
                                <p:cTn id="50" presetID="18" presetClass="entr" presetSubtype="12"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strips(downLeft)">
                                      <p:cBhvr>
                                        <p:cTn id="52" dur="500"/>
                                        <p:tgtEl>
                                          <p:spTgt spid="43"/>
                                        </p:tgtEl>
                                      </p:cBhvr>
                                    </p:animEffect>
                                  </p:childTnLst>
                                </p:cTn>
                              </p:par>
                            </p:childTnLst>
                          </p:cTn>
                        </p:par>
                        <p:par>
                          <p:cTn id="53" fill="hold">
                            <p:stCondLst>
                              <p:cond delay="2500"/>
                            </p:stCondLst>
                            <p:childTnLst>
                              <p:par>
                                <p:cTn id="54" presetID="18" presetClass="entr" presetSubtype="12" fill="hold" grpId="0" nodeType="after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strips(downLeft)">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5"/>
                                        </p:tgtEl>
                                        <p:attrNameLst>
                                          <p:attrName>style.visibility</p:attrName>
                                        </p:attrNameLst>
                                      </p:cBhvr>
                                      <p:to>
                                        <p:strVal val="visible"/>
                                      </p:to>
                                    </p:set>
                                    <p:animEffect transition="in" filter="wipe(left)">
                                      <p:cBhvr>
                                        <p:cTn id="61" dur="500"/>
                                        <p:tgtEl>
                                          <p:spTgt spid="45"/>
                                        </p:tgtEl>
                                      </p:cBhvr>
                                    </p:animEffect>
                                  </p:childTnLst>
                                </p:cTn>
                              </p:par>
                            </p:childTnLst>
                          </p:cTn>
                        </p:par>
                        <p:par>
                          <p:cTn id="62" fill="hold">
                            <p:stCondLst>
                              <p:cond delay="500"/>
                            </p:stCondLst>
                            <p:childTnLst>
                              <p:par>
                                <p:cTn id="63" presetID="18" presetClass="entr" presetSubtype="12" fill="hold" grpId="0" nodeType="after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strips(downLeft)">
                                      <p:cBhvr>
                                        <p:cTn id="65" dur="500"/>
                                        <p:tgtEl>
                                          <p:spTgt spid="46"/>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48">
                                            <p:txEl>
                                              <p:pRg st="0" end="0"/>
                                            </p:txEl>
                                          </p:spTgt>
                                        </p:tgtEl>
                                        <p:attrNameLst>
                                          <p:attrName>style.visibility</p:attrName>
                                        </p:attrNameLst>
                                      </p:cBhvr>
                                      <p:to>
                                        <p:strVal val="visible"/>
                                      </p:to>
                                    </p:set>
                                    <p:animEffect transition="in" filter="wipe(left)">
                                      <p:cBhvr>
                                        <p:cTn id="69" dur="500"/>
                                        <p:tgtEl>
                                          <p:spTgt spid="48">
                                            <p:txEl>
                                              <p:pRg st="0" end="0"/>
                                            </p:txEl>
                                          </p:spTgt>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47">
                                            <p:txEl>
                                              <p:pRg st="0" end="0"/>
                                            </p:txEl>
                                          </p:spTgt>
                                        </p:tgtEl>
                                        <p:attrNameLst>
                                          <p:attrName>style.visibility</p:attrName>
                                        </p:attrNameLst>
                                      </p:cBhvr>
                                      <p:to>
                                        <p:strVal val="visible"/>
                                      </p:to>
                                    </p:set>
                                    <p:animEffect transition="in" filter="wipe(left)">
                                      <p:cBhvr>
                                        <p:cTn id="73" dur="500"/>
                                        <p:tgtEl>
                                          <p:spTgt spid="47">
                                            <p:txEl>
                                              <p:pRg st="0" end="0"/>
                                            </p:txEl>
                                          </p:spTgt>
                                        </p:tgtEl>
                                      </p:cBhvr>
                                    </p:animEffect>
                                  </p:childTnLst>
                                </p:cTn>
                              </p:par>
                            </p:childTnLst>
                          </p:cTn>
                        </p:par>
                        <p:par>
                          <p:cTn id="74" fill="hold">
                            <p:stCondLst>
                              <p:cond delay="2000"/>
                            </p:stCondLst>
                            <p:childTnLst>
                              <p:par>
                                <p:cTn id="75" presetID="3" presetClass="entr" presetSubtype="10" fill="hold" grpId="0" nodeType="afterEffect">
                                  <p:stCondLst>
                                    <p:cond delay="0"/>
                                  </p:stCondLst>
                                  <p:iterate type="lt">
                                    <p:tmPct val="100000"/>
                                  </p:iterate>
                                  <p:childTnLst>
                                    <p:set>
                                      <p:cBhvr>
                                        <p:cTn id="76" dur="1" fill="hold">
                                          <p:stCondLst>
                                            <p:cond delay="0"/>
                                          </p:stCondLst>
                                        </p:cTn>
                                        <p:tgtEl>
                                          <p:spTgt spid="49"/>
                                        </p:tgtEl>
                                        <p:attrNameLst>
                                          <p:attrName>style.visibility</p:attrName>
                                        </p:attrNameLst>
                                      </p:cBhvr>
                                      <p:to>
                                        <p:strVal val="visible"/>
                                      </p:to>
                                    </p:set>
                                    <p:animEffect transition="in" filter="blinds(horizontal)">
                                      <p:cBhvr>
                                        <p:cTn id="77" dur="75"/>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strips(downRight)">
                                      <p:cBhvr>
                                        <p:cTn id="82" dur="500"/>
                                        <p:tgtEl>
                                          <p:spTgt spid="31"/>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wipe(left)">
                                      <p:cBhvr>
                                        <p:cTn id="86" dur="500"/>
                                        <p:tgtEl>
                                          <p:spTgt spid="28"/>
                                        </p:tgtEl>
                                      </p:cBhvr>
                                    </p:animEffect>
                                  </p:childTnLst>
                                </p:cTn>
                              </p:par>
                            </p:childTnLst>
                          </p:cTn>
                        </p:par>
                        <p:par>
                          <p:cTn id="87" fill="hold">
                            <p:stCondLst>
                              <p:cond delay="1000"/>
                            </p:stCondLst>
                            <p:childTnLst>
                              <p:par>
                                <p:cTn id="88" presetID="22" presetClass="entr" presetSubtype="8" fill="hold" grpId="0" nodeType="afterEffect" nodePh="1">
                                  <p:stCondLst>
                                    <p:cond delay="0"/>
                                  </p:stCondLst>
                                  <p:endCondLst>
                                    <p:cond evt="begin" delay="0">
                                      <p:tn val="88"/>
                                    </p:cond>
                                  </p:endCondLst>
                                  <p:childTnLst>
                                    <p:set>
                                      <p:cBhvr>
                                        <p:cTn id="89" dur="1" fill="hold">
                                          <p:stCondLst>
                                            <p:cond delay="0"/>
                                          </p:stCondLst>
                                        </p:cTn>
                                        <p:tgtEl>
                                          <p:spTgt spid="29"/>
                                        </p:tgtEl>
                                        <p:attrNameLst>
                                          <p:attrName>style.visibility</p:attrName>
                                        </p:attrNameLst>
                                      </p:cBhvr>
                                      <p:to>
                                        <p:strVal val="visible"/>
                                      </p:to>
                                    </p:set>
                                    <p:animEffect transition="in" filter="wipe(left)">
                                      <p:cBhvr>
                                        <p:cTn id="90" dur="500"/>
                                        <p:tgtEl>
                                          <p:spTgt spid="29"/>
                                        </p:tgtEl>
                                      </p:cBhvr>
                                    </p:animEffect>
                                  </p:childTnLst>
                                </p:cTn>
                              </p:par>
                            </p:childTnLst>
                          </p:cTn>
                        </p:par>
                        <p:par>
                          <p:cTn id="91" fill="hold">
                            <p:stCondLst>
                              <p:cond delay="1500"/>
                            </p:stCondLst>
                            <p:childTnLst>
                              <p:par>
                                <p:cTn id="92" presetID="22" presetClass="entr" presetSubtype="8" fill="hold" grpId="0" nodeType="after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wipe(left)">
                                      <p:cBhvr>
                                        <p:cTn id="94" dur="500"/>
                                        <p:tgtEl>
                                          <p:spTgt spid="30"/>
                                        </p:tgtEl>
                                      </p:cBhvr>
                                    </p:animEffect>
                                  </p:childTnLst>
                                </p:cTn>
                              </p:par>
                            </p:childTnLst>
                          </p:cTn>
                        </p:par>
                        <p:par>
                          <p:cTn id="95" fill="hold">
                            <p:stCondLst>
                              <p:cond delay="2000"/>
                            </p:stCondLst>
                            <p:childTnLst>
                              <p:par>
                                <p:cTn id="96" presetID="22" presetClass="entr" presetSubtype="2"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wipe(right)">
                                      <p:cBhvr>
                                        <p:cTn id="9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P spid="28" grpId="0" autoUpdateAnimBg="0"/>
      <p:bldP spid="29" grpId="0" animBg="1"/>
      <p:bldP spid="30" grpId="0" autoUpdateAnimBg="0"/>
      <p:bldP spid="31" grpId="0" autoUpdateAnimBg="0"/>
      <p:bldP spid="32" grpId="0" autoUpdateAnimBg="0"/>
      <p:bldP spid="33" grpId="0" autoUpdateAnimBg="0"/>
      <p:bldP spid="34" grpId="0" autoUpdateAnimBg="0"/>
      <p:bldP spid="35" grpId="0" animBg="1"/>
      <p:bldP spid="36" grpId="0" autoUpdateAnimBg="0"/>
      <p:bldP spid="37" grpId="0" autoUpdateAnimBg="0"/>
      <p:bldP spid="38" grpId="0" animBg="1"/>
      <p:bldP spid="39" grpId="0" autoUpdateAnimBg="0"/>
      <p:bldP spid="40" grpId="0" animBg="1"/>
      <p:bldP spid="41" grpId="0" autoUpdateAnimBg="0"/>
      <p:bldP spid="42" grpId="0" autoUpdateAnimBg="0"/>
      <p:bldP spid="43" grpId="0" autoUpdateAnimBg="0"/>
      <p:bldP spid="44" grpId="0" autoUpdateAnimBg="0"/>
      <p:bldP spid="45" grpId="0" autoUpdateAnimBg="0"/>
      <p:bldP spid="46" grpId="0" animBg="1"/>
      <p:bldP spid="47" grpId="0" build="p" autoUpdateAnimBg="0" advAuto="0"/>
      <p:bldP spid="48" grpId="0" build="p" autoUpdateAnimBg="0" advAuto="0"/>
      <p:bldP spid="4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21"/>
          <p:cNvSpPr>
            <a:spLocks noGrp="1"/>
          </p:cNvSpPr>
          <p:nvPr>
            <p:ph type="title"/>
          </p:nvPr>
        </p:nvSpPr>
        <p:spPr>
          <a:xfrm>
            <a:off x="680771" y="564980"/>
            <a:ext cx="4813123" cy="525785"/>
          </a:xfrm>
        </p:spPr>
        <p:txBody>
          <a:bodyPr vert="horz" lIns="90170" tIns="46990" rIns="90170" bIns="46990" rtlCol="0" anchor="ctr" anchorCtr="0">
            <a:spAutoFit/>
          </a:bodyPr>
          <a:lstStyle/>
          <a:p>
            <a:r>
              <a:rPr lang="zh-CN" altLang="en-US" sz="2800" b="0" dirty="0">
                <a:latin typeface="Arial" panose="020B0604020202020204" pitchFamily="34" charset="0"/>
                <a:sym typeface="+mn-ea"/>
              </a:rPr>
              <a:t>基本</a:t>
            </a:r>
            <a:r>
              <a:rPr lang="zh-CN" altLang="en-US" b="0" dirty="0">
                <a:latin typeface="Arial" panose="020B0604020202020204" pitchFamily="34" charset="0"/>
                <a:sym typeface="+mn-ea"/>
              </a:rPr>
              <a:t>名词</a:t>
            </a:r>
            <a:endParaRPr lang="en-US" sz="2800" b="0" dirty="0">
              <a:latin typeface="Arial" panose="020B0604020202020204" pitchFamily="34" charset="0"/>
            </a:endParaRPr>
          </a:p>
        </p:txBody>
      </p:sp>
      <p:sp>
        <p:nvSpPr>
          <p:cNvPr id="6" name="Rectangle 2">
            <a:extLst>
              <a:ext uri="{FF2B5EF4-FFF2-40B4-BE49-F238E27FC236}">
                <a16:creationId xmlns:a16="http://schemas.microsoft.com/office/drawing/2014/main" id="{FDED8A3A-8D2E-C8AF-D763-EBA5C7830403}"/>
              </a:ext>
            </a:extLst>
          </p:cNvPr>
          <p:cNvSpPr txBox="1">
            <a:spLocks noChangeArrowheads="1"/>
          </p:cNvSpPr>
          <p:nvPr/>
        </p:nvSpPr>
        <p:spPr bwMode="auto">
          <a:xfrm>
            <a:off x="2261299" y="3082925"/>
            <a:ext cx="338455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a:lnSpc>
                <a:spcPct val="120000"/>
              </a:lnSpc>
              <a:buFontTx/>
              <a:buNone/>
            </a:pPr>
            <a:r>
              <a:rPr lang="zh-CN" altLang="en-US" b="0" u="sng" kern="0" dirty="0">
                <a:latin typeface="宋体" pitchFamily="2" charset="-122"/>
              </a:rPr>
              <a:t>投影</a:t>
            </a:r>
          </a:p>
        </p:txBody>
      </p:sp>
      <p:sp>
        <p:nvSpPr>
          <p:cNvPr id="9" name="Text Box 26">
            <a:extLst>
              <a:ext uri="{FF2B5EF4-FFF2-40B4-BE49-F238E27FC236}">
                <a16:creationId xmlns:a16="http://schemas.microsoft.com/office/drawing/2014/main" id="{05BDEB0B-E724-3719-2E39-13EFA779060B}"/>
              </a:ext>
            </a:extLst>
          </p:cNvPr>
          <p:cNvSpPr txBox="1">
            <a:spLocks noChangeArrowheads="1"/>
          </p:cNvSpPr>
          <p:nvPr/>
        </p:nvSpPr>
        <p:spPr bwMode="auto">
          <a:xfrm>
            <a:off x="2250187" y="3844925"/>
            <a:ext cx="3744912" cy="584775"/>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3200" b="1" dirty="0">
                <a:effectLst>
                  <a:outerShdw blurRad="38100" dist="38100" dir="2700000" algn="tl">
                    <a:srgbClr val="C0C0C0"/>
                  </a:outerShdw>
                </a:effectLst>
                <a:ea typeface="宋体" pitchFamily="2" charset="-122"/>
              </a:rPr>
              <a:t>大写字母</a:t>
            </a:r>
            <a:r>
              <a:rPr lang="en-US" altLang="zh-CN" sz="3200" b="1" dirty="0">
                <a:effectLst>
                  <a:outerShdw blurRad="38100" dist="38100" dir="2700000" algn="tl">
                    <a:srgbClr val="C0C0C0"/>
                  </a:outerShdw>
                </a:effectLst>
                <a:ea typeface="宋体" pitchFamily="2" charset="-122"/>
              </a:rPr>
              <a:t>----</a:t>
            </a:r>
            <a:r>
              <a:rPr lang="zh-CN" altLang="en-US" sz="3200" b="1" dirty="0">
                <a:effectLst>
                  <a:outerShdw blurRad="38100" dist="38100" dir="2700000" algn="tl">
                    <a:srgbClr val="C0C0C0"/>
                  </a:outerShdw>
                </a:effectLst>
                <a:ea typeface="宋体" pitchFamily="2" charset="-122"/>
              </a:rPr>
              <a:t>空间点，</a:t>
            </a:r>
          </a:p>
        </p:txBody>
      </p:sp>
      <p:sp>
        <p:nvSpPr>
          <p:cNvPr id="10" name="Rectangle 27">
            <a:extLst>
              <a:ext uri="{FF2B5EF4-FFF2-40B4-BE49-F238E27FC236}">
                <a16:creationId xmlns:a16="http://schemas.microsoft.com/office/drawing/2014/main" id="{E9A61A1E-8149-1CBA-AE69-E6C69C50F591}"/>
              </a:ext>
            </a:extLst>
          </p:cNvPr>
          <p:cNvSpPr>
            <a:spLocks noChangeArrowheads="1"/>
          </p:cNvSpPr>
          <p:nvPr/>
        </p:nvSpPr>
        <p:spPr bwMode="auto">
          <a:xfrm>
            <a:off x="2209401" y="4717061"/>
            <a:ext cx="3598862" cy="1440394"/>
          </a:xfrm>
          <a:prstGeom prst="rect">
            <a:avLst/>
          </a:prstGeom>
          <a:noFill/>
          <a:ln w="28575" algn="ctr">
            <a:noFill/>
            <a:miter lim="800000"/>
            <a:headEnd/>
            <a:tailEnd/>
          </a:ln>
          <a:effectLst/>
        </p:spPr>
        <p:txBody>
          <a:bodyPr>
            <a:spAutoFit/>
          </a:bodyPr>
          <a:lstStyle/>
          <a:p>
            <a:pPr algn="ctr" fontAlgn="base">
              <a:lnSpc>
                <a:spcPct val="80000"/>
              </a:lnSpc>
              <a:spcBef>
                <a:spcPct val="50000"/>
              </a:spcBef>
              <a:spcAft>
                <a:spcPct val="0"/>
              </a:spcAft>
              <a:defRPr/>
            </a:pPr>
            <a:r>
              <a:rPr lang="zh-CN" altLang="en-US" sz="3200" b="1" dirty="0">
                <a:effectLst>
                  <a:outerShdw blurRad="38100" dist="38100" dir="2700000" algn="tl">
                    <a:srgbClr val="C0C0C0"/>
                  </a:outerShdw>
                </a:effectLst>
                <a:ea typeface="宋体" pitchFamily="2" charset="-122"/>
              </a:rPr>
              <a:t>小写字母</a:t>
            </a:r>
            <a:r>
              <a:rPr lang="en-US" altLang="zh-CN" sz="3200" b="1" dirty="0">
                <a:effectLst>
                  <a:outerShdw blurRad="38100" dist="38100" dir="2700000" algn="tl">
                    <a:srgbClr val="C0C0C0"/>
                  </a:outerShdw>
                </a:effectLst>
                <a:ea typeface="宋体" pitchFamily="2" charset="-122"/>
              </a:rPr>
              <a:t>----</a:t>
            </a:r>
            <a:r>
              <a:rPr lang="zh-CN" altLang="en-US" sz="3200" b="1" dirty="0">
                <a:effectLst>
                  <a:outerShdw blurRad="38100" dist="38100" dir="2700000" algn="tl">
                    <a:srgbClr val="C0C0C0"/>
                  </a:outerShdw>
                </a:effectLst>
                <a:ea typeface="宋体" pitchFamily="2" charset="-122"/>
              </a:rPr>
              <a:t>相应空间点的投影   </a:t>
            </a:r>
          </a:p>
          <a:p>
            <a:pPr algn="r" fontAlgn="base">
              <a:lnSpc>
                <a:spcPct val="80000"/>
              </a:lnSpc>
              <a:spcBef>
                <a:spcPct val="50000"/>
              </a:spcBef>
              <a:spcAft>
                <a:spcPct val="0"/>
              </a:spcAft>
              <a:defRPr/>
            </a:pPr>
            <a:r>
              <a:rPr lang="zh-CN" altLang="en-US" sz="2800" b="1" dirty="0">
                <a:effectLst>
                  <a:outerShdw blurRad="38100" dist="38100" dir="2700000" algn="tl">
                    <a:srgbClr val="C0C0C0"/>
                  </a:outerShdw>
                </a:effectLst>
                <a:ea typeface="宋体" pitchFamily="2" charset="-122"/>
              </a:rPr>
              <a:t>        </a:t>
            </a:r>
          </a:p>
        </p:txBody>
      </p:sp>
      <p:sp>
        <p:nvSpPr>
          <p:cNvPr id="11" name="Rectangle 29">
            <a:extLst>
              <a:ext uri="{FF2B5EF4-FFF2-40B4-BE49-F238E27FC236}">
                <a16:creationId xmlns:a16="http://schemas.microsoft.com/office/drawing/2014/main" id="{1CDF6E88-097A-BF27-DDFE-E19346D6548D}"/>
              </a:ext>
            </a:extLst>
          </p:cNvPr>
          <p:cNvSpPr>
            <a:spLocks noChangeArrowheads="1"/>
          </p:cNvSpPr>
          <p:nvPr/>
        </p:nvSpPr>
        <p:spPr bwMode="auto">
          <a:xfrm>
            <a:off x="2261299" y="1406525"/>
            <a:ext cx="2270173" cy="646331"/>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3600" b="1" u="sng" dirty="0">
                <a:latin typeface="宋体" pitchFamily="2" charset="-122"/>
                <a:ea typeface="宋体" pitchFamily="2" charset="-122"/>
              </a:rPr>
              <a:t>投射中心</a:t>
            </a:r>
            <a:r>
              <a:rPr lang="en-US" altLang="zh-CN" sz="3600" b="1" u="sng" dirty="0">
                <a:latin typeface="宋体" pitchFamily="2" charset="-122"/>
                <a:ea typeface="宋体" pitchFamily="2" charset="-122"/>
              </a:rPr>
              <a:t>S</a:t>
            </a:r>
            <a:endParaRPr lang="zh-CN" altLang="en-US" sz="3600" b="1" u="sng" dirty="0">
              <a:latin typeface="宋体" pitchFamily="2" charset="-122"/>
              <a:ea typeface="宋体" pitchFamily="2" charset="-122"/>
            </a:endParaRPr>
          </a:p>
        </p:txBody>
      </p:sp>
      <p:sp>
        <p:nvSpPr>
          <p:cNvPr id="12" name="Rectangle 30">
            <a:extLst>
              <a:ext uri="{FF2B5EF4-FFF2-40B4-BE49-F238E27FC236}">
                <a16:creationId xmlns:a16="http://schemas.microsoft.com/office/drawing/2014/main" id="{942216D7-76B2-0662-7521-4C934B331480}"/>
              </a:ext>
            </a:extLst>
          </p:cNvPr>
          <p:cNvSpPr>
            <a:spLocks noChangeArrowheads="1"/>
          </p:cNvSpPr>
          <p:nvPr/>
        </p:nvSpPr>
        <p:spPr bwMode="auto">
          <a:xfrm>
            <a:off x="2261299" y="1908175"/>
            <a:ext cx="1420582" cy="604781"/>
          </a:xfrm>
          <a:prstGeom prst="rect">
            <a:avLst/>
          </a:prstGeom>
          <a:noFill/>
          <a:ln w="9525">
            <a:noFill/>
            <a:miter lim="800000"/>
            <a:headEnd/>
            <a:tailEnd/>
          </a:ln>
        </p:spPr>
        <p:txBody>
          <a:bodyPr wrap="none">
            <a:spAutoFit/>
          </a:bodyPr>
          <a:lstStyle/>
          <a:p>
            <a:pPr fontAlgn="base">
              <a:lnSpc>
                <a:spcPct val="120000"/>
              </a:lnSpc>
              <a:spcBef>
                <a:spcPct val="20000"/>
              </a:spcBef>
              <a:spcAft>
                <a:spcPct val="0"/>
              </a:spcAft>
            </a:pPr>
            <a:r>
              <a:rPr lang="zh-CN" altLang="en-US" sz="3200" b="1" u="sng" dirty="0">
                <a:latin typeface="宋体" pitchFamily="2" charset="-122"/>
                <a:ea typeface="宋体" pitchFamily="2" charset="-122"/>
              </a:rPr>
              <a:t>投射线</a:t>
            </a:r>
          </a:p>
        </p:txBody>
      </p:sp>
      <p:sp>
        <p:nvSpPr>
          <p:cNvPr id="14" name="Rectangle 31">
            <a:extLst>
              <a:ext uri="{FF2B5EF4-FFF2-40B4-BE49-F238E27FC236}">
                <a16:creationId xmlns:a16="http://schemas.microsoft.com/office/drawing/2014/main" id="{5354E006-DA0C-4476-DA58-C4E71A9575B8}"/>
              </a:ext>
            </a:extLst>
          </p:cNvPr>
          <p:cNvSpPr>
            <a:spLocks noChangeArrowheads="1"/>
          </p:cNvSpPr>
          <p:nvPr/>
        </p:nvSpPr>
        <p:spPr bwMode="auto">
          <a:xfrm>
            <a:off x="2261299" y="2495550"/>
            <a:ext cx="1420582" cy="604781"/>
          </a:xfrm>
          <a:prstGeom prst="rect">
            <a:avLst/>
          </a:prstGeom>
          <a:noFill/>
          <a:ln w="9525">
            <a:noFill/>
            <a:miter lim="800000"/>
            <a:headEnd/>
            <a:tailEnd/>
          </a:ln>
        </p:spPr>
        <p:txBody>
          <a:bodyPr wrap="none">
            <a:spAutoFit/>
          </a:bodyPr>
          <a:lstStyle/>
          <a:p>
            <a:pPr fontAlgn="base">
              <a:lnSpc>
                <a:spcPct val="120000"/>
              </a:lnSpc>
              <a:spcBef>
                <a:spcPct val="20000"/>
              </a:spcBef>
              <a:spcAft>
                <a:spcPct val="0"/>
              </a:spcAft>
            </a:pPr>
            <a:r>
              <a:rPr lang="zh-CN" altLang="en-US" sz="3200" b="1" u="sng" dirty="0">
                <a:latin typeface="宋体" pitchFamily="2" charset="-122"/>
                <a:ea typeface="宋体" pitchFamily="2" charset="-122"/>
              </a:rPr>
              <a:t>投影面</a:t>
            </a:r>
          </a:p>
        </p:txBody>
      </p:sp>
      <p:grpSp>
        <p:nvGrpSpPr>
          <p:cNvPr id="15" name="Group 3">
            <a:extLst>
              <a:ext uri="{FF2B5EF4-FFF2-40B4-BE49-F238E27FC236}">
                <a16:creationId xmlns:a16="http://schemas.microsoft.com/office/drawing/2014/main" id="{6FA97568-642F-1EA9-5E99-2D371F3BED39}"/>
              </a:ext>
            </a:extLst>
          </p:cNvPr>
          <p:cNvGrpSpPr>
            <a:grpSpLocks/>
          </p:cNvGrpSpPr>
          <p:nvPr/>
        </p:nvGrpSpPr>
        <p:grpSpPr bwMode="auto">
          <a:xfrm>
            <a:off x="7065965" y="3746500"/>
            <a:ext cx="3816350" cy="1152525"/>
            <a:chOff x="2699" y="2795"/>
            <a:chExt cx="2404" cy="726"/>
          </a:xfrm>
        </p:grpSpPr>
        <p:sp>
          <p:nvSpPr>
            <p:cNvPr id="16" name="AutoShape 4">
              <a:extLst>
                <a:ext uri="{FF2B5EF4-FFF2-40B4-BE49-F238E27FC236}">
                  <a16:creationId xmlns:a16="http://schemas.microsoft.com/office/drawing/2014/main" id="{CBB246BF-98CC-E640-81C4-29E744AC2796}"/>
                </a:ext>
              </a:extLst>
            </p:cNvPr>
            <p:cNvSpPr>
              <a:spLocks noChangeArrowheads="1"/>
            </p:cNvSpPr>
            <p:nvPr/>
          </p:nvSpPr>
          <p:spPr bwMode="auto">
            <a:xfrm>
              <a:off x="2699" y="2795"/>
              <a:ext cx="2404" cy="726"/>
            </a:xfrm>
            <a:prstGeom prst="parallelogram">
              <a:avLst>
                <a:gd name="adj" fmla="val 100688"/>
              </a:avLst>
            </a:prstGeom>
            <a:solidFill>
              <a:srgbClr val="BBE0E3"/>
            </a:solidFill>
            <a:ln w="9525">
              <a:solidFill>
                <a:srgbClr val="000000"/>
              </a:solidFill>
              <a:miter lim="800000"/>
              <a:headEnd/>
              <a:tailEnd/>
            </a:ln>
            <a:effectLst>
              <a:outerShdw dist="40161" dir="4293903" algn="ctr" rotWithShape="0">
                <a:srgbClr val="000000">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17" name="Group 5">
              <a:extLst>
                <a:ext uri="{FF2B5EF4-FFF2-40B4-BE49-F238E27FC236}">
                  <a16:creationId xmlns:a16="http://schemas.microsoft.com/office/drawing/2014/main" id="{C9EBEA9B-B601-7CEE-3CE1-C3C71716EA98}"/>
                </a:ext>
              </a:extLst>
            </p:cNvPr>
            <p:cNvGrpSpPr>
              <a:grpSpLocks/>
            </p:cNvGrpSpPr>
            <p:nvPr/>
          </p:nvGrpSpPr>
          <p:grpSpPr bwMode="auto">
            <a:xfrm>
              <a:off x="2811" y="3407"/>
              <a:ext cx="181" cy="91"/>
              <a:chOff x="2835" y="3339"/>
              <a:chExt cx="181" cy="91"/>
            </a:xfrm>
          </p:grpSpPr>
          <p:sp>
            <p:nvSpPr>
              <p:cNvPr id="19" name="Line 6">
                <a:extLst>
                  <a:ext uri="{FF2B5EF4-FFF2-40B4-BE49-F238E27FC236}">
                    <a16:creationId xmlns:a16="http://schemas.microsoft.com/office/drawing/2014/main" id="{597193AB-B0AB-8056-A655-E689C7CD1404}"/>
                  </a:ext>
                </a:extLst>
              </p:cNvPr>
              <p:cNvSpPr>
                <a:spLocks noChangeShapeType="1"/>
              </p:cNvSpPr>
              <p:nvPr/>
            </p:nvSpPr>
            <p:spPr bwMode="auto">
              <a:xfrm flipH="1">
                <a:off x="283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0" name="Line 7">
                <a:extLst>
                  <a:ext uri="{FF2B5EF4-FFF2-40B4-BE49-F238E27FC236}">
                    <a16:creationId xmlns:a16="http://schemas.microsoft.com/office/drawing/2014/main" id="{B50B0123-E610-94EA-108D-D577E8776399}"/>
                  </a:ext>
                </a:extLst>
              </p:cNvPr>
              <p:cNvSpPr>
                <a:spLocks noChangeShapeType="1"/>
              </p:cNvSpPr>
              <p:nvPr/>
            </p:nvSpPr>
            <p:spPr bwMode="auto">
              <a:xfrm flipH="1">
                <a:off x="292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1" name="Line 8">
                <a:extLst>
                  <a:ext uri="{FF2B5EF4-FFF2-40B4-BE49-F238E27FC236}">
                    <a16:creationId xmlns:a16="http://schemas.microsoft.com/office/drawing/2014/main" id="{05CEACDA-B624-5E3A-A7A6-24F8D2E47A9C}"/>
                  </a:ext>
                </a:extLst>
              </p:cNvPr>
              <p:cNvSpPr>
                <a:spLocks noChangeShapeType="1"/>
              </p:cNvSpPr>
              <p:nvPr/>
            </p:nvSpPr>
            <p:spPr bwMode="auto">
              <a:xfrm>
                <a:off x="2880" y="3385"/>
                <a:ext cx="91" cy="0"/>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sp>
        <p:nvSpPr>
          <p:cNvPr id="24" name="Freeform 9">
            <a:extLst>
              <a:ext uri="{FF2B5EF4-FFF2-40B4-BE49-F238E27FC236}">
                <a16:creationId xmlns:a16="http://schemas.microsoft.com/office/drawing/2014/main" id="{B7C56369-1435-249E-EEA8-9E7FB56E39B0}"/>
              </a:ext>
            </a:extLst>
          </p:cNvPr>
          <p:cNvSpPr>
            <a:spLocks/>
          </p:cNvSpPr>
          <p:nvPr/>
        </p:nvSpPr>
        <p:spPr bwMode="auto">
          <a:xfrm>
            <a:off x="8001002" y="3962400"/>
            <a:ext cx="1873250" cy="700087"/>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0000FF">
              <a:alpha val="0"/>
            </a:srgbClr>
          </a:solidFill>
          <a:ln w="28575">
            <a:solidFill>
              <a:srgbClr val="990000"/>
            </a:solidFill>
            <a:round/>
            <a:headEnd/>
            <a:tailEnd/>
          </a:ln>
        </p:spPr>
        <p:txBody>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25" name="Freeform 10">
            <a:extLst>
              <a:ext uri="{FF2B5EF4-FFF2-40B4-BE49-F238E27FC236}">
                <a16:creationId xmlns:a16="http://schemas.microsoft.com/office/drawing/2014/main" id="{330A53D4-5435-CBE1-14BF-DD9A8F4116B9}"/>
              </a:ext>
            </a:extLst>
          </p:cNvPr>
          <p:cNvSpPr>
            <a:spLocks/>
          </p:cNvSpPr>
          <p:nvPr/>
        </p:nvSpPr>
        <p:spPr bwMode="auto">
          <a:xfrm>
            <a:off x="8432802" y="2882900"/>
            <a:ext cx="1081088" cy="403225"/>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BBE0E3">
              <a:alpha val="0"/>
            </a:srgbClr>
          </a:solidFill>
          <a:ln w="28575">
            <a:solidFill>
              <a:srgbClr val="99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26" name="Group 11">
            <a:extLst>
              <a:ext uri="{FF2B5EF4-FFF2-40B4-BE49-F238E27FC236}">
                <a16:creationId xmlns:a16="http://schemas.microsoft.com/office/drawing/2014/main" id="{E8BBD886-B7A2-E735-9A2A-0B8CB973400B}"/>
              </a:ext>
            </a:extLst>
          </p:cNvPr>
          <p:cNvGrpSpPr>
            <a:grpSpLocks/>
          </p:cNvGrpSpPr>
          <p:nvPr/>
        </p:nvGrpSpPr>
        <p:grpSpPr bwMode="auto">
          <a:xfrm>
            <a:off x="8001002" y="1443037"/>
            <a:ext cx="1873250" cy="3209925"/>
            <a:chOff x="3378" y="1344"/>
            <a:chExt cx="1180" cy="2022"/>
          </a:xfrm>
        </p:grpSpPr>
        <p:sp>
          <p:nvSpPr>
            <p:cNvPr id="27" name="Line 12">
              <a:extLst>
                <a:ext uri="{FF2B5EF4-FFF2-40B4-BE49-F238E27FC236}">
                  <a16:creationId xmlns:a16="http://schemas.microsoft.com/office/drawing/2014/main" id="{99D047AF-F645-E90B-C571-AFD06B6B7959}"/>
                </a:ext>
              </a:extLst>
            </p:cNvPr>
            <p:cNvSpPr>
              <a:spLocks noChangeShapeType="1"/>
            </p:cNvSpPr>
            <p:nvPr/>
          </p:nvSpPr>
          <p:spPr bwMode="auto">
            <a:xfrm flipV="1">
              <a:off x="3378" y="1344"/>
              <a:ext cx="635" cy="1905"/>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8" name="Line 13">
              <a:extLst>
                <a:ext uri="{FF2B5EF4-FFF2-40B4-BE49-F238E27FC236}">
                  <a16:creationId xmlns:a16="http://schemas.microsoft.com/office/drawing/2014/main" id="{DD28FFC6-977E-3A7B-262C-EF7375D99FE0}"/>
                </a:ext>
              </a:extLst>
            </p:cNvPr>
            <p:cNvSpPr>
              <a:spLocks noChangeShapeType="1"/>
            </p:cNvSpPr>
            <p:nvPr/>
          </p:nvSpPr>
          <p:spPr bwMode="auto">
            <a:xfrm flipH="1" flipV="1">
              <a:off x="4013" y="1344"/>
              <a:ext cx="545" cy="158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29" name="Freeform 14">
              <a:extLst>
                <a:ext uri="{FF2B5EF4-FFF2-40B4-BE49-F238E27FC236}">
                  <a16:creationId xmlns:a16="http://schemas.microsoft.com/office/drawing/2014/main" id="{B2EF7800-7B4D-9452-1849-BDB6DFE9C3D3}"/>
                </a:ext>
              </a:extLst>
            </p:cNvPr>
            <p:cNvSpPr>
              <a:spLocks/>
            </p:cNvSpPr>
            <p:nvPr/>
          </p:nvSpPr>
          <p:spPr bwMode="auto">
            <a:xfrm>
              <a:off x="4014" y="1345"/>
              <a:ext cx="252" cy="2021"/>
            </a:xfrm>
            <a:custGeom>
              <a:avLst/>
              <a:gdLst>
                <a:gd name="T0" fmla="*/ 252 w 252"/>
                <a:gd name="T1" fmla="*/ 2021 h 2021"/>
                <a:gd name="T2" fmla="*/ 0 w 252"/>
                <a:gd name="T3" fmla="*/ 0 h 2021"/>
                <a:gd name="T4" fmla="*/ 0 60000 65536"/>
                <a:gd name="T5" fmla="*/ 0 60000 65536"/>
                <a:gd name="T6" fmla="*/ 0 w 252"/>
                <a:gd name="T7" fmla="*/ 0 h 2021"/>
                <a:gd name="T8" fmla="*/ 252 w 252"/>
                <a:gd name="T9" fmla="*/ 2021 h 2021"/>
              </a:gdLst>
              <a:ahLst/>
              <a:cxnLst>
                <a:cxn ang="T4">
                  <a:pos x="T0" y="T1"/>
                </a:cxn>
                <a:cxn ang="T5">
                  <a:pos x="T2" y="T3"/>
                </a:cxn>
              </a:cxnLst>
              <a:rect l="T6" t="T7" r="T8" b="T9"/>
              <a:pathLst>
                <a:path w="252" h="2021">
                  <a:moveTo>
                    <a:pt x="252" y="2021"/>
                  </a:moveTo>
                  <a:lnTo>
                    <a:pt x="0" y="0"/>
                  </a:lnTo>
                </a:path>
              </a:pathLst>
            </a:cu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nvGrpSpPr>
          <p:cNvPr id="30" name="Group 15">
            <a:extLst>
              <a:ext uri="{FF2B5EF4-FFF2-40B4-BE49-F238E27FC236}">
                <a16:creationId xmlns:a16="http://schemas.microsoft.com/office/drawing/2014/main" id="{4D877C30-8500-5BC2-B653-9530B2E88FF7}"/>
              </a:ext>
            </a:extLst>
          </p:cNvPr>
          <p:cNvGrpSpPr>
            <a:grpSpLocks/>
          </p:cNvGrpSpPr>
          <p:nvPr/>
        </p:nvGrpSpPr>
        <p:grpSpPr bwMode="auto">
          <a:xfrm>
            <a:off x="8721727" y="1009650"/>
            <a:ext cx="360363" cy="469900"/>
            <a:chOff x="3832" y="1071"/>
            <a:chExt cx="227" cy="296"/>
          </a:xfrm>
        </p:grpSpPr>
        <p:sp>
          <p:nvSpPr>
            <p:cNvPr id="31" name="Text Box 16">
              <a:extLst>
                <a:ext uri="{FF2B5EF4-FFF2-40B4-BE49-F238E27FC236}">
                  <a16:creationId xmlns:a16="http://schemas.microsoft.com/office/drawing/2014/main" id="{3CBC6E77-3161-01ED-0D70-D7402C1A5FA0}"/>
                </a:ext>
              </a:extLst>
            </p:cNvPr>
            <p:cNvSpPr txBox="1">
              <a:spLocks noChangeArrowheads="1"/>
            </p:cNvSpPr>
            <p:nvPr/>
          </p:nvSpPr>
          <p:spPr bwMode="auto">
            <a:xfrm>
              <a:off x="3832" y="1071"/>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S</a:t>
              </a:r>
            </a:p>
          </p:txBody>
        </p:sp>
        <p:sp>
          <p:nvSpPr>
            <p:cNvPr id="32" name="Oval 17">
              <a:extLst>
                <a:ext uri="{FF2B5EF4-FFF2-40B4-BE49-F238E27FC236}">
                  <a16:creationId xmlns:a16="http://schemas.microsoft.com/office/drawing/2014/main" id="{3BE1C4E6-4CF8-9331-B2F6-FF3284A44831}"/>
                </a:ext>
              </a:extLst>
            </p:cNvPr>
            <p:cNvSpPr>
              <a:spLocks noChangeArrowheads="1"/>
            </p:cNvSpPr>
            <p:nvPr/>
          </p:nvSpPr>
          <p:spPr bwMode="auto">
            <a:xfrm>
              <a:off x="3991" y="1321"/>
              <a:ext cx="45" cy="46"/>
            </a:xfrm>
            <a:prstGeom prst="ellipse">
              <a:avLst/>
            </a:prstGeom>
            <a:solidFill>
              <a:srgbClr val="FF0000">
                <a:alpha val="27058"/>
              </a:srgbClr>
            </a:solidFill>
            <a:ln w="12700" algn="ctr">
              <a:solidFill>
                <a:srgbClr val="FF0000"/>
              </a:solidFill>
              <a:round/>
              <a:headEnd/>
              <a:tailEnd/>
            </a:ln>
          </p:spPr>
          <p:txBody>
            <a:bodyPr wrap="none" anchor="ct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grpSp>
      <p:grpSp>
        <p:nvGrpSpPr>
          <p:cNvPr id="33" name="Group 18">
            <a:extLst>
              <a:ext uri="{FF2B5EF4-FFF2-40B4-BE49-F238E27FC236}">
                <a16:creationId xmlns:a16="http://schemas.microsoft.com/office/drawing/2014/main" id="{05645A2E-6A11-F180-A9D2-B518071FA657}"/>
              </a:ext>
            </a:extLst>
          </p:cNvPr>
          <p:cNvGrpSpPr>
            <a:grpSpLocks/>
          </p:cNvGrpSpPr>
          <p:nvPr/>
        </p:nvGrpSpPr>
        <p:grpSpPr bwMode="auto">
          <a:xfrm>
            <a:off x="8074027" y="2522537"/>
            <a:ext cx="1728788" cy="1033463"/>
            <a:chOff x="3424" y="2024"/>
            <a:chExt cx="1089" cy="651"/>
          </a:xfrm>
        </p:grpSpPr>
        <p:sp>
          <p:nvSpPr>
            <p:cNvPr id="34" name="Text Box 19">
              <a:extLst>
                <a:ext uri="{FF2B5EF4-FFF2-40B4-BE49-F238E27FC236}">
                  <a16:creationId xmlns:a16="http://schemas.microsoft.com/office/drawing/2014/main" id="{8D42216D-F6E9-BF7A-8D79-ECA5D3BCBCBD}"/>
                </a:ext>
              </a:extLst>
            </p:cNvPr>
            <p:cNvSpPr txBox="1">
              <a:spLocks noChangeArrowheads="1"/>
            </p:cNvSpPr>
            <p:nvPr/>
          </p:nvSpPr>
          <p:spPr bwMode="auto">
            <a:xfrm>
              <a:off x="4150" y="238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35" name="Text Box 20">
              <a:extLst>
                <a:ext uri="{FF2B5EF4-FFF2-40B4-BE49-F238E27FC236}">
                  <a16:creationId xmlns:a16="http://schemas.microsoft.com/office/drawing/2014/main" id="{30E6052C-92E5-63C6-7ACF-C8F72655643E}"/>
                </a:ext>
              </a:extLst>
            </p:cNvPr>
            <p:cNvSpPr txBox="1">
              <a:spLocks noChangeArrowheads="1"/>
            </p:cNvSpPr>
            <p:nvPr/>
          </p:nvSpPr>
          <p:spPr bwMode="auto">
            <a:xfrm>
              <a:off x="3424" y="2235"/>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36" name="Text Box 21">
              <a:extLst>
                <a:ext uri="{FF2B5EF4-FFF2-40B4-BE49-F238E27FC236}">
                  <a16:creationId xmlns:a16="http://schemas.microsoft.com/office/drawing/2014/main" id="{CA27C697-D2BE-AA05-68BC-4E32E3F40491}"/>
                </a:ext>
              </a:extLst>
            </p:cNvPr>
            <p:cNvSpPr txBox="1">
              <a:spLocks noChangeArrowheads="1"/>
            </p:cNvSpPr>
            <p:nvPr/>
          </p:nvSpPr>
          <p:spPr bwMode="auto">
            <a:xfrm>
              <a:off x="4286" y="2024"/>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grpSp>
        <p:nvGrpSpPr>
          <p:cNvPr id="37" name="Group 22">
            <a:extLst>
              <a:ext uri="{FF2B5EF4-FFF2-40B4-BE49-F238E27FC236}">
                <a16:creationId xmlns:a16="http://schemas.microsoft.com/office/drawing/2014/main" id="{AF540CA1-50E4-6CDD-CE6E-D6FCB9E0C42F}"/>
              </a:ext>
            </a:extLst>
          </p:cNvPr>
          <p:cNvGrpSpPr>
            <a:grpSpLocks/>
          </p:cNvGrpSpPr>
          <p:nvPr/>
        </p:nvGrpSpPr>
        <p:grpSpPr bwMode="auto">
          <a:xfrm>
            <a:off x="7713665" y="3675062"/>
            <a:ext cx="2449512" cy="1249363"/>
            <a:chOff x="3197" y="2750"/>
            <a:chExt cx="1543" cy="787"/>
          </a:xfrm>
        </p:grpSpPr>
        <p:sp>
          <p:nvSpPr>
            <p:cNvPr id="38" name="Text Box 23">
              <a:extLst>
                <a:ext uri="{FF2B5EF4-FFF2-40B4-BE49-F238E27FC236}">
                  <a16:creationId xmlns:a16="http://schemas.microsoft.com/office/drawing/2014/main" id="{72B79344-F992-3DCA-7DF1-70EFFC2BDCA3}"/>
                </a:ext>
              </a:extLst>
            </p:cNvPr>
            <p:cNvSpPr txBox="1">
              <a:spLocks noChangeArrowheads="1"/>
            </p:cNvSpPr>
            <p:nvPr/>
          </p:nvSpPr>
          <p:spPr bwMode="auto">
            <a:xfrm>
              <a:off x="4241" y="3249"/>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39" name="Text Box 24">
              <a:extLst>
                <a:ext uri="{FF2B5EF4-FFF2-40B4-BE49-F238E27FC236}">
                  <a16:creationId xmlns:a16="http://schemas.microsoft.com/office/drawing/2014/main" id="{C5BB80F4-A406-AB8E-288E-D5DC2B5E387D}"/>
                </a:ext>
              </a:extLst>
            </p:cNvPr>
            <p:cNvSpPr txBox="1">
              <a:spLocks noChangeArrowheads="1"/>
            </p:cNvSpPr>
            <p:nvPr/>
          </p:nvSpPr>
          <p:spPr bwMode="auto">
            <a:xfrm>
              <a:off x="3197" y="306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41" name="Text Box 25">
              <a:extLst>
                <a:ext uri="{FF2B5EF4-FFF2-40B4-BE49-F238E27FC236}">
                  <a16:creationId xmlns:a16="http://schemas.microsoft.com/office/drawing/2014/main" id="{635BD02F-6B01-0214-732A-82CC77B5EB7C}"/>
                </a:ext>
              </a:extLst>
            </p:cNvPr>
            <p:cNvSpPr txBox="1">
              <a:spLocks noChangeArrowheads="1"/>
            </p:cNvSpPr>
            <p:nvPr/>
          </p:nvSpPr>
          <p:spPr bwMode="auto">
            <a:xfrm>
              <a:off x="4513" y="2750"/>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spTree>
    <p:custDataLst>
      <p:tags r:id="rId1"/>
    </p:custDataLst>
    <p:extLst>
      <p:ext uri="{BB962C8B-B14F-4D97-AF65-F5344CB8AC3E}">
        <p14:creationId xmlns:p14="http://schemas.microsoft.com/office/powerpoint/2010/main" val="233519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fill="hold"/>
                                        <p:tgtEl>
                                          <p:spTgt spid="14"/>
                                        </p:tgtEl>
                                        <p:attrNameLst>
                                          <p:attrName>ppt_x</p:attrName>
                                        </p:attrNameLst>
                                      </p:cBhvr>
                                      <p:tavLst>
                                        <p:tav tm="0">
                                          <p:val>
                                            <p:strVal val="0-#ppt_w/2"/>
                                          </p:val>
                                        </p:tav>
                                        <p:tav tm="100000">
                                          <p:val>
                                            <p:strVal val="#ppt_x"/>
                                          </p:val>
                                        </p:tav>
                                      </p:tavLst>
                                    </p:anim>
                                    <p:anim calcmode="lin" valueType="num">
                                      <p:cBhvr additive="base">
                                        <p:cTn id="17" dur="500" fill="hold"/>
                                        <p:tgtEl>
                                          <p:spTgt spid="14"/>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8" presetClass="entr" presetSubtype="12" fill="hold" grpId="0" nodeType="after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strips(downLeft)">
                                      <p:cBhvr>
                                        <p:cTn id="21" dur="500"/>
                                        <p:tgtEl>
                                          <p:spTgt spid="6">
                                            <p:txEl>
                                              <p:pRg st="0" end="0"/>
                                            </p:txEl>
                                          </p:spTgt>
                                        </p:tgtEl>
                                      </p:cBhvr>
                                    </p:animEffect>
                                  </p:childTnLst>
                                </p:cTn>
                              </p:par>
                            </p:childTnLst>
                          </p:cTn>
                        </p:par>
                        <p:par>
                          <p:cTn id="22" fill="hold">
                            <p:stCondLst>
                              <p:cond delay="2000"/>
                            </p:stCondLst>
                            <p:childTnLst>
                              <p:par>
                                <p:cTn id="23" presetID="18" presetClass="entr" presetSubtype="6"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strips(downRight)">
                                      <p:cBhvr>
                                        <p:cTn id="25" dur="500"/>
                                        <p:tgtEl>
                                          <p:spTgt spid="9"/>
                                        </p:tgtEl>
                                      </p:cBhvr>
                                    </p:animEffect>
                                  </p:childTnLst>
                                </p:cTn>
                              </p:par>
                            </p:childTnLst>
                          </p:cTn>
                        </p:par>
                        <p:par>
                          <p:cTn id="26" fill="hold">
                            <p:stCondLst>
                              <p:cond delay="2500"/>
                            </p:stCondLst>
                            <p:childTnLst>
                              <p:par>
                                <p:cTn id="27" presetID="18" presetClass="entr" presetSubtype="6"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strips(downRigh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mph" presetSubtype="2" fill="hold" grpId="1" nodeType="clickEffect">
                                  <p:stCondLst>
                                    <p:cond delay="0"/>
                                  </p:stCondLst>
                                  <p:childTnLst>
                                    <p:animClr clrSpc="rgb" dir="cw">
                                      <p:cBhvr override="childStyle">
                                        <p:cTn id="33" dur="2000" fill="hold"/>
                                        <p:tgtEl>
                                          <p:spTgt spid="9"/>
                                        </p:tgtEl>
                                        <p:attrNameLst>
                                          <p:attrName>style.color</p:attrName>
                                        </p:attrNameLst>
                                      </p:cBhvr>
                                      <p:to>
                                        <a:schemeClr val="accent2"/>
                                      </p:to>
                                    </p:animClr>
                                  </p:childTnLst>
                                </p:cTn>
                              </p:par>
                              <p:par>
                                <p:cTn id="34" presetID="3" presetClass="emph" presetSubtype="2" fill="hold" grpId="1" nodeType="withEffect">
                                  <p:stCondLst>
                                    <p:cond delay="0"/>
                                  </p:stCondLst>
                                  <p:childTnLst>
                                    <p:animClr clrSpc="rgb" dir="cw">
                                      <p:cBhvr override="childStyle">
                                        <p:cTn id="35" dur="2000" fill="hold"/>
                                        <p:tgtEl>
                                          <p:spTgt spid="10"/>
                                        </p:tgtEl>
                                        <p:attrNameLst>
                                          <p:attrName>style.color</p:attrName>
                                        </p:attrNameLst>
                                      </p:cBhvr>
                                      <p:to>
                                        <a:schemeClr val="accent2"/>
                                      </p:to>
                                    </p:animClr>
                                  </p:childTnLst>
                                </p:cTn>
                              </p:par>
                            </p:childTnLst>
                          </p:cTn>
                        </p:par>
                      </p:childTnLst>
                    </p:cTn>
                  </p:par>
                  <p:par>
                    <p:cTn id="36" fill="hold">
                      <p:stCondLst>
                        <p:cond delay="indefinite"/>
                      </p:stCondLst>
                      <p:childTnLst>
                        <p:par>
                          <p:cTn id="37" fill="hold">
                            <p:stCondLst>
                              <p:cond delay="0"/>
                            </p:stCondLst>
                            <p:childTnLst>
                              <p:par>
                                <p:cTn id="38" presetID="2" presetClass="entr" presetSubtype="1"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additive="base">
                                        <p:cTn id="40" dur="500" fill="hold"/>
                                        <p:tgtEl>
                                          <p:spTgt spid="30"/>
                                        </p:tgtEl>
                                        <p:attrNameLst>
                                          <p:attrName>ppt_x</p:attrName>
                                        </p:attrNameLst>
                                      </p:cBhvr>
                                      <p:tavLst>
                                        <p:tav tm="0">
                                          <p:val>
                                            <p:strVal val="#ppt_x"/>
                                          </p:val>
                                        </p:tav>
                                        <p:tav tm="100000">
                                          <p:val>
                                            <p:strVal val="#ppt_x"/>
                                          </p:val>
                                        </p:tav>
                                      </p:tavLst>
                                    </p:anim>
                                    <p:anim calcmode="lin" valueType="num">
                                      <p:cBhvr additive="base">
                                        <p:cTn id="41" dur="500" fill="hold"/>
                                        <p:tgtEl>
                                          <p:spTgt spid="30"/>
                                        </p:tgtEl>
                                        <p:attrNameLst>
                                          <p:attrName>ppt_y</p:attrName>
                                        </p:attrNameLst>
                                      </p:cBhvr>
                                      <p:tavLst>
                                        <p:tav tm="0">
                                          <p:val>
                                            <p:strVal val="0-#ppt_h/2"/>
                                          </p:val>
                                        </p:tav>
                                        <p:tav tm="100000">
                                          <p:val>
                                            <p:strVal val="#ppt_y"/>
                                          </p:val>
                                        </p:tav>
                                      </p:tavLst>
                                    </p:anim>
                                  </p:childTnLst>
                                </p:cTn>
                              </p:par>
                            </p:childTnLst>
                          </p:cTn>
                        </p:par>
                        <p:par>
                          <p:cTn id="42" fill="hold">
                            <p:stCondLst>
                              <p:cond delay="500"/>
                            </p:stCondLst>
                            <p:childTnLst>
                              <p:par>
                                <p:cTn id="43" presetID="1" presetClass="entr" presetSubtype="0" fill="hold" grpId="0" nodeType="afterEffect">
                                  <p:stCondLst>
                                    <p:cond delay="0"/>
                                  </p:stCondLst>
                                  <p:childTnLst>
                                    <p:set>
                                      <p:cBhvr>
                                        <p:cTn id="44" dur="1" fill="hold">
                                          <p:stCondLst>
                                            <p:cond delay="499"/>
                                          </p:stCondLst>
                                        </p:cTn>
                                        <p:tgtEl>
                                          <p:spTgt spid="25"/>
                                        </p:tgtEl>
                                        <p:attrNameLst>
                                          <p:attrName>style.visibility</p:attrName>
                                        </p:attrNameLst>
                                      </p:cBhvr>
                                      <p:to>
                                        <p:strVal val="visible"/>
                                      </p:to>
                                    </p:set>
                                  </p:childTnLst>
                                </p:cTn>
                              </p:par>
                            </p:childTnLst>
                          </p:cTn>
                        </p:par>
                        <p:par>
                          <p:cTn id="45" fill="hold">
                            <p:stCondLst>
                              <p:cond delay="1000"/>
                            </p:stCondLst>
                            <p:childTnLst>
                              <p:par>
                                <p:cTn id="46" presetID="18" presetClass="entr" presetSubtype="12"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strips(downLeft)">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blinds(horizontal)">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blinds(horizontal)">
                                      <p:cBhvr>
                                        <p:cTn id="6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P spid="9" grpId="0" autoUpdateAnimBg="0"/>
      <p:bldP spid="9" grpId="1"/>
      <p:bldP spid="10" grpId="0" autoUpdateAnimBg="0"/>
      <p:bldP spid="10" grpId="1"/>
      <p:bldP spid="11" grpId="0" autoUpdateAnimBg="0"/>
      <p:bldP spid="12" grpId="0" autoUpdateAnimBg="0"/>
      <p:bldP spid="14" grpId="0" autoUpdateAnimBg="0"/>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EB8C20-E54F-50D3-4C43-FA9828D5EB40}"/>
              </a:ext>
            </a:extLst>
          </p:cNvPr>
          <p:cNvSpPr>
            <a:spLocks noGrp="1"/>
          </p:cNvSpPr>
          <p:nvPr>
            <p:ph type="title"/>
          </p:nvPr>
        </p:nvSpPr>
        <p:spPr/>
        <p:txBody>
          <a:bodyPr/>
          <a:lstStyle/>
          <a:p>
            <a:r>
              <a:rPr lang="zh-CN" altLang="en-US" sz="2800" b="1" dirty="0">
                <a:solidFill>
                  <a:schemeClr val="tx1"/>
                </a:solidFill>
                <a:effectLst>
                  <a:outerShdw blurRad="38100" dist="38100" dir="2700000" algn="tl">
                    <a:srgbClr val="C0C0C0"/>
                  </a:outerShdw>
                </a:effectLst>
                <a:latin typeface="宋体" pitchFamily="2" charset="-122"/>
                <a:ea typeface="宋体" pitchFamily="2" charset="-122"/>
              </a:rPr>
              <a:t>平行投影法</a:t>
            </a:r>
            <a:endParaRPr lang="zh-CN" altLang="en-US" dirty="0"/>
          </a:p>
        </p:txBody>
      </p:sp>
      <p:sp>
        <p:nvSpPr>
          <p:cNvPr id="4" name="文本框 3">
            <a:extLst>
              <a:ext uri="{FF2B5EF4-FFF2-40B4-BE49-F238E27FC236}">
                <a16:creationId xmlns:a16="http://schemas.microsoft.com/office/drawing/2014/main" id="{C1149A04-3FFE-5CDB-B82E-78CF12B7CD48}"/>
              </a:ext>
            </a:extLst>
          </p:cNvPr>
          <p:cNvSpPr txBox="1"/>
          <p:nvPr/>
        </p:nvSpPr>
        <p:spPr>
          <a:xfrm>
            <a:off x="680771" y="2397948"/>
            <a:ext cx="5262829" cy="2062103"/>
          </a:xfrm>
          <a:prstGeom prst="rect">
            <a:avLst/>
          </a:prstGeom>
          <a:noFill/>
        </p:spPr>
        <p:txBody>
          <a:bodyPr wrap="square">
            <a:spAutoFit/>
          </a:bodyPr>
          <a:lstStyle/>
          <a:p>
            <a:r>
              <a:rPr kumimoji="1" lang="zh-CN" altLang="en-US" sz="3200" b="1" i="0" u="none" strike="noStrike" kern="0" cap="none" spc="0" normalizeH="0" baseline="0" noProof="0" dirty="0">
                <a:ln>
                  <a:noFill/>
                </a:ln>
                <a:solidFill>
                  <a:srgbClr val="FF3399"/>
                </a:solidFill>
                <a:effectLst/>
                <a:uLnTx/>
                <a:uFillTx/>
                <a:latin typeface="Arial"/>
                <a:ea typeface="宋体"/>
                <a:cs typeface="+mn-cs"/>
              </a:rPr>
              <a:t> </a:t>
            </a:r>
            <a:r>
              <a:rPr kumimoji="1" lang="zh-CN" altLang="en-US" sz="3200" b="1" i="0" u="none" strike="noStrike" kern="0" cap="none" spc="0" normalizeH="0" baseline="0" noProof="0" dirty="0">
                <a:ln>
                  <a:noFill/>
                </a:ln>
                <a:solidFill>
                  <a:srgbClr val="000000"/>
                </a:solidFill>
                <a:effectLst/>
                <a:uLnTx/>
                <a:uFillTx/>
                <a:latin typeface="Arial"/>
                <a:ea typeface="宋体"/>
                <a:cs typeface="+mn-cs"/>
              </a:rPr>
              <a:t>如果把中心投影法的投射中心移至无穷远处，则</a:t>
            </a:r>
            <a:r>
              <a:rPr kumimoji="1" lang="zh-CN" altLang="en-US" sz="3200" b="1" i="0" u="none" strike="noStrike" kern="0" cap="none" spc="0" normalizeH="0" baseline="0" noProof="0" dirty="0">
                <a:ln>
                  <a:noFill/>
                </a:ln>
                <a:solidFill>
                  <a:srgbClr val="FF0000"/>
                </a:solidFill>
                <a:effectLst/>
                <a:uLnTx/>
                <a:uFillTx/>
                <a:latin typeface="Arial"/>
                <a:ea typeface="宋体"/>
                <a:cs typeface="+mn-cs"/>
              </a:rPr>
              <a:t>各投射线成为相互平行的直线</a:t>
            </a:r>
            <a:r>
              <a:rPr kumimoji="1" lang="zh-CN" altLang="en-US" sz="3200" b="1" i="0" u="none" strike="noStrike" kern="0" cap="none" spc="0" normalizeH="0" baseline="0" noProof="0" dirty="0">
                <a:ln>
                  <a:noFill/>
                </a:ln>
                <a:solidFill>
                  <a:srgbClr val="FF3399"/>
                </a:solidFill>
                <a:effectLst/>
                <a:uLnTx/>
                <a:uFillTx/>
                <a:latin typeface="Arial"/>
                <a:ea typeface="宋体"/>
                <a:cs typeface="+mn-cs"/>
              </a:rPr>
              <a:t>，</a:t>
            </a:r>
            <a:r>
              <a:rPr kumimoji="1" lang="zh-CN" altLang="en-US" sz="3200" b="1" i="0" u="none" strike="noStrike" kern="0" cap="none" spc="0" normalizeH="0" baseline="0" noProof="0" dirty="0">
                <a:ln>
                  <a:noFill/>
                </a:ln>
                <a:solidFill>
                  <a:srgbClr val="000000"/>
                </a:solidFill>
                <a:effectLst/>
                <a:uLnTx/>
                <a:uFillTx/>
                <a:latin typeface="Arial"/>
                <a:ea typeface="宋体"/>
                <a:cs typeface="+mn-cs"/>
              </a:rPr>
              <a:t>这种投影法称为</a:t>
            </a:r>
            <a:r>
              <a:rPr kumimoji="1" lang="zh-CN" altLang="en-US" sz="3200" b="1" i="0" u="none" strike="noStrike" kern="0" cap="none" spc="0" normalizeH="0" baseline="0" noProof="0" dirty="0">
                <a:ln>
                  <a:noFill/>
                </a:ln>
                <a:solidFill>
                  <a:srgbClr val="FF3300"/>
                </a:solidFill>
                <a:effectLst/>
                <a:uLnTx/>
                <a:uFillTx/>
                <a:latin typeface="Arial"/>
                <a:ea typeface="宋体"/>
                <a:cs typeface="+mn-cs"/>
              </a:rPr>
              <a:t>平行投影法。</a:t>
            </a:r>
            <a:endParaRPr lang="zh-CN" altLang="en-US" dirty="0"/>
          </a:p>
        </p:txBody>
      </p:sp>
      <p:pic>
        <p:nvPicPr>
          <p:cNvPr id="7" name="图片 6">
            <a:extLst>
              <a:ext uri="{FF2B5EF4-FFF2-40B4-BE49-F238E27FC236}">
                <a16:creationId xmlns:a16="http://schemas.microsoft.com/office/drawing/2014/main" id="{73DF0010-EA88-A697-CA80-51A28BE4A892}"/>
              </a:ext>
            </a:extLst>
          </p:cNvPr>
          <p:cNvPicPr>
            <a:picLocks noChangeAspect="1"/>
          </p:cNvPicPr>
          <p:nvPr/>
        </p:nvPicPr>
        <p:blipFill>
          <a:blip r:embed="rId2"/>
          <a:stretch>
            <a:fillRect/>
          </a:stretch>
        </p:blipFill>
        <p:spPr>
          <a:xfrm>
            <a:off x="6961147" y="1613432"/>
            <a:ext cx="3643661" cy="3862281"/>
          </a:xfrm>
          <a:prstGeom prst="rect">
            <a:avLst/>
          </a:prstGeom>
        </p:spPr>
      </p:pic>
    </p:spTree>
    <p:extLst>
      <p:ext uri="{BB962C8B-B14F-4D97-AF65-F5344CB8AC3E}">
        <p14:creationId xmlns:p14="http://schemas.microsoft.com/office/powerpoint/2010/main" val="107746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0C25D-138B-BDE6-321E-02743AF9B011}"/>
              </a:ext>
            </a:extLst>
          </p:cNvPr>
          <p:cNvSpPr>
            <a:spLocks noGrp="1"/>
          </p:cNvSpPr>
          <p:nvPr>
            <p:ph type="title"/>
          </p:nvPr>
        </p:nvSpPr>
        <p:spPr/>
        <p:txBody>
          <a:bodyPr/>
          <a:lstStyle/>
          <a:p>
            <a:r>
              <a:rPr lang="zh-CN" altLang="en-US" sz="2800" b="1" dirty="0">
                <a:solidFill>
                  <a:schemeClr val="tx1"/>
                </a:solidFill>
                <a:effectLst>
                  <a:outerShdw blurRad="38100" dist="38100" dir="2700000" algn="tl">
                    <a:srgbClr val="C0C0C0"/>
                  </a:outerShdw>
                </a:effectLst>
                <a:latin typeface="+mn-ea"/>
                <a:ea typeface="+mn-ea"/>
              </a:rPr>
              <a:t>中心投影法</a:t>
            </a:r>
            <a:endParaRPr lang="zh-CN" altLang="en-US" dirty="0"/>
          </a:p>
        </p:txBody>
      </p:sp>
      <p:sp>
        <p:nvSpPr>
          <p:cNvPr id="3" name="Rectangle 2">
            <a:extLst>
              <a:ext uri="{FF2B5EF4-FFF2-40B4-BE49-F238E27FC236}">
                <a16:creationId xmlns:a16="http://schemas.microsoft.com/office/drawing/2014/main" id="{AE639F85-B9C2-7EB9-5B4C-9774E882728F}"/>
              </a:ext>
            </a:extLst>
          </p:cNvPr>
          <p:cNvSpPr txBox="1">
            <a:spLocks noChangeArrowheads="1"/>
          </p:cNvSpPr>
          <p:nvPr/>
        </p:nvSpPr>
        <p:spPr bwMode="auto">
          <a:xfrm>
            <a:off x="395288" y="427038"/>
            <a:ext cx="39624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zh-CN" altLang="en-US" sz="3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宋体"/>
              <a:ea typeface="宋体"/>
              <a:cs typeface="+mj-cs"/>
            </a:endParaRPr>
          </a:p>
        </p:txBody>
      </p:sp>
      <p:sp>
        <p:nvSpPr>
          <p:cNvPr id="4" name="Rectangle 3">
            <a:extLst>
              <a:ext uri="{FF2B5EF4-FFF2-40B4-BE49-F238E27FC236}">
                <a16:creationId xmlns:a16="http://schemas.microsoft.com/office/drawing/2014/main" id="{96098E6E-9379-5FC7-8967-1CC764720EA4}"/>
              </a:ext>
            </a:extLst>
          </p:cNvPr>
          <p:cNvSpPr txBox="1">
            <a:spLocks noChangeArrowheads="1"/>
          </p:cNvSpPr>
          <p:nvPr/>
        </p:nvSpPr>
        <p:spPr bwMode="auto">
          <a:xfrm>
            <a:off x="177801" y="1633538"/>
            <a:ext cx="7661276" cy="2374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marL="342900" marR="0" lvl="0" indent="-342900" algn="l" defTabSz="914400" rtl="0" eaLnBrk="0" fontAlgn="base" latinLnBrk="0" hangingPunct="0">
              <a:lnSpc>
                <a:spcPct val="90000"/>
              </a:lnSpc>
              <a:spcBef>
                <a:spcPct val="20000"/>
              </a:spcBef>
              <a:spcAft>
                <a:spcPct val="0"/>
              </a:spcAft>
              <a:buClrTx/>
              <a:buSzTx/>
              <a:buFontTx/>
              <a:buNone/>
              <a:tabLst/>
              <a:defRPr/>
            </a:pP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      投射中心</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发散的投射线</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物体</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投影面</a:t>
            </a:r>
            <a:r>
              <a:rPr kumimoji="0" lang="zh-CN" altLang="en-US" sz="4000" b="1" i="0" u="none" strike="noStrike" kern="0" cap="none" spc="0" normalizeH="0" baseline="0" noProof="0" dirty="0">
                <a:ln>
                  <a:noFill/>
                </a:ln>
                <a:solidFill>
                  <a:srgbClr val="FF0000"/>
                </a:solidFill>
                <a:effectLst/>
                <a:uLnTx/>
                <a:uFillTx/>
                <a:latin typeface="Courier New" pitchFamily="49" charset="0"/>
                <a:ea typeface="宋体"/>
                <a:cs typeface="Courier New" pitchFamily="49" charset="0"/>
              </a:rPr>
              <a:t>→</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投影，这种投影法叫</a:t>
            </a:r>
            <a:r>
              <a:rPr kumimoji="0" lang="zh-CN" altLang="en-US" sz="4000" b="1" i="0" u="sng" strike="noStrike" kern="0" cap="none" spc="0" normalizeH="0" baseline="0" noProof="0" dirty="0">
                <a:ln>
                  <a:noFill/>
                </a:ln>
                <a:solidFill>
                  <a:srgbClr val="FF0000"/>
                </a:solidFill>
                <a:effectLst/>
                <a:uLnTx/>
                <a:uFillTx/>
                <a:latin typeface="宋体" pitchFamily="2" charset="-122"/>
                <a:ea typeface="宋体"/>
              </a:rPr>
              <a:t>中心投影</a:t>
            </a:r>
            <a:r>
              <a:rPr kumimoji="0" lang="zh-CN" altLang="en-US" sz="4000" b="1" i="0" u="none" strike="noStrike" kern="0" cap="none" spc="0" normalizeH="0" baseline="0" noProof="0" dirty="0">
                <a:ln>
                  <a:noFill/>
                </a:ln>
                <a:solidFill>
                  <a:srgbClr val="000000"/>
                </a:solidFill>
                <a:effectLst/>
                <a:uLnTx/>
                <a:uFillTx/>
                <a:latin typeface="宋体" pitchFamily="2" charset="-122"/>
                <a:ea typeface="宋体"/>
              </a:rPr>
              <a:t>。</a:t>
            </a:r>
          </a:p>
          <a:p>
            <a:pPr marL="342900" marR="0" lvl="0" indent="-342900" algn="l" defTabSz="914400" rtl="0" eaLnBrk="0" fontAlgn="base" latinLnBrk="0" hangingPunct="0">
              <a:lnSpc>
                <a:spcPct val="90000"/>
              </a:lnSpc>
              <a:spcBef>
                <a:spcPct val="20000"/>
              </a:spcBef>
              <a:spcAft>
                <a:spcPct val="0"/>
              </a:spcAft>
              <a:buClrTx/>
              <a:buSzTx/>
              <a:buFontTx/>
              <a:buNone/>
              <a:tabLst/>
              <a:defRPr/>
            </a:pPr>
            <a:r>
              <a:rPr kumimoji="0" lang="zh-CN" altLang="en-US" sz="4000" b="1" i="0" u="none" strike="noStrike" kern="0" cap="none" spc="0" normalizeH="0" baseline="0" noProof="0" dirty="0">
                <a:ln>
                  <a:noFill/>
                </a:ln>
                <a:solidFill>
                  <a:srgbClr val="FF3399"/>
                </a:solidFill>
                <a:effectLst/>
                <a:uLnTx/>
                <a:uFillTx/>
                <a:latin typeface="宋体" pitchFamily="2" charset="-122"/>
                <a:ea typeface="宋体"/>
              </a:rPr>
              <a:t>      </a:t>
            </a:r>
            <a:endParaRPr kumimoji="0" lang="zh-CN" altLang="en-US" sz="4000" b="1" i="0" u="none" strike="noStrike" kern="0" cap="none" spc="0" normalizeH="0" baseline="0" noProof="0" dirty="0">
              <a:ln>
                <a:noFill/>
              </a:ln>
              <a:solidFill>
                <a:srgbClr val="000000"/>
              </a:solidFill>
              <a:effectLst/>
              <a:uLnTx/>
              <a:uFillTx/>
              <a:latin typeface="宋体" pitchFamily="2" charset="-122"/>
              <a:ea typeface="宋体"/>
            </a:endParaRPr>
          </a:p>
        </p:txBody>
      </p:sp>
      <p:sp>
        <p:nvSpPr>
          <p:cNvPr id="5" name="Rectangle 4">
            <a:extLst>
              <a:ext uri="{FF2B5EF4-FFF2-40B4-BE49-F238E27FC236}">
                <a16:creationId xmlns:a16="http://schemas.microsoft.com/office/drawing/2014/main" id="{7BBDF36D-8E40-6307-2B25-F01B092C732C}"/>
              </a:ext>
            </a:extLst>
          </p:cNvPr>
          <p:cNvSpPr>
            <a:spLocks noChangeArrowheads="1"/>
          </p:cNvSpPr>
          <p:nvPr/>
        </p:nvSpPr>
        <p:spPr bwMode="auto">
          <a:xfrm>
            <a:off x="539750" y="3860800"/>
            <a:ext cx="5330305" cy="1138773"/>
          </a:xfrm>
          <a:prstGeom prst="rect">
            <a:avLst/>
          </a:prstGeom>
          <a:noFill/>
          <a:ln w="28575" algn="ctr">
            <a:noFill/>
            <a:miter lim="800000"/>
            <a:headEnd/>
            <a:tailEnd/>
          </a:ln>
          <a:effectLst/>
        </p:spPr>
        <p:txBody>
          <a:bodyPr wrap="none">
            <a:spAutoFit/>
          </a:bodyPr>
          <a:lstStyle/>
          <a:p>
            <a:pPr fontAlgn="base">
              <a:spcBef>
                <a:spcPct val="0"/>
              </a:spcBef>
              <a:spcAft>
                <a:spcPct val="0"/>
              </a:spcAft>
              <a:defRPr/>
            </a:pPr>
            <a:r>
              <a:rPr lang="zh-CN" altLang="en-US" sz="2800" b="1" dirty="0">
                <a:solidFill>
                  <a:srgbClr val="000000"/>
                </a:solidFill>
                <a:effectLst>
                  <a:outerShdw blurRad="38100" dist="38100" dir="2700000" algn="tl">
                    <a:srgbClr val="C0C0C0"/>
                  </a:outerShdw>
                </a:effectLst>
                <a:ea typeface="宋体" pitchFamily="2" charset="-122"/>
              </a:rPr>
              <a:t>特点：</a:t>
            </a:r>
          </a:p>
          <a:p>
            <a:pPr fontAlgn="base">
              <a:spcBef>
                <a:spcPct val="0"/>
              </a:spcBef>
              <a:spcAft>
                <a:spcPct val="0"/>
              </a:spcAft>
              <a:defRPr/>
            </a:pPr>
            <a:r>
              <a:rPr lang="zh-CN" altLang="en-US" sz="4000" b="1" dirty="0">
                <a:solidFill>
                  <a:srgbClr val="0000FF"/>
                </a:solidFill>
                <a:effectLst>
                  <a:outerShdw blurRad="38100" dist="38100" dir="2700000" algn="tl">
                    <a:srgbClr val="C0C0C0"/>
                  </a:outerShdw>
                </a:effectLst>
                <a:ea typeface="宋体" pitchFamily="2" charset="-122"/>
              </a:rPr>
              <a:t>物体投影＞物体轮廓</a:t>
            </a:r>
            <a:r>
              <a:rPr lang="zh-CN" altLang="en-US" sz="4000" b="1" dirty="0">
                <a:solidFill>
                  <a:srgbClr val="000000"/>
                </a:solidFill>
                <a:effectLst>
                  <a:outerShdw blurRad="38100" dist="38100" dir="2700000" algn="tl">
                    <a:srgbClr val="C0C0C0"/>
                  </a:outerShdw>
                </a:effectLst>
                <a:ea typeface="宋体" pitchFamily="2" charset="-122"/>
              </a:rPr>
              <a:t>　</a:t>
            </a:r>
            <a:endParaRPr lang="zh-CN" altLang="en-US" sz="2800" b="1" dirty="0">
              <a:solidFill>
                <a:srgbClr val="000000"/>
              </a:solidFill>
              <a:effectLst>
                <a:outerShdw blurRad="38100" dist="38100" dir="2700000" algn="tl">
                  <a:srgbClr val="C0C0C0"/>
                </a:outerShdw>
              </a:effectLst>
              <a:ea typeface="宋体" pitchFamily="2" charset="-122"/>
            </a:endParaRPr>
          </a:p>
        </p:txBody>
      </p:sp>
      <p:grpSp>
        <p:nvGrpSpPr>
          <p:cNvPr id="6" name="Group 5">
            <a:extLst>
              <a:ext uri="{FF2B5EF4-FFF2-40B4-BE49-F238E27FC236}">
                <a16:creationId xmlns:a16="http://schemas.microsoft.com/office/drawing/2014/main" id="{A23C3BEC-8D0B-5071-88B5-0C5DD63441F9}"/>
              </a:ext>
            </a:extLst>
          </p:cNvPr>
          <p:cNvGrpSpPr>
            <a:grpSpLocks/>
          </p:cNvGrpSpPr>
          <p:nvPr/>
        </p:nvGrpSpPr>
        <p:grpSpPr bwMode="auto">
          <a:xfrm>
            <a:off x="6977065" y="3900488"/>
            <a:ext cx="3816350" cy="1152525"/>
            <a:chOff x="2699" y="2795"/>
            <a:chExt cx="2404" cy="726"/>
          </a:xfrm>
        </p:grpSpPr>
        <p:sp>
          <p:nvSpPr>
            <p:cNvPr id="7" name="AutoShape 6">
              <a:extLst>
                <a:ext uri="{FF2B5EF4-FFF2-40B4-BE49-F238E27FC236}">
                  <a16:creationId xmlns:a16="http://schemas.microsoft.com/office/drawing/2014/main" id="{9F33E5EA-5CFB-101F-BEA4-5A476ED6AC54}"/>
                </a:ext>
              </a:extLst>
            </p:cNvPr>
            <p:cNvSpPr>
              <a:spLocks noChangeArrowheads="1"/>
            </p:cNvSpPr>
            <p:nvPr/>
          </p:nvSpPr>
          <p:spPr bwMode="auto">
            <a:xfrm>
              <a:off x="2699" y="2795"/>
              <a:ext cx="2404" cy="726"/>
            </a:xfrm>
            <a:prstGeom prst="parallelogram">
              <a:avLst>
                <a:gd name="adj" fmla="val 100688"/>
              </a:avLst>
            </a:prstGeom>
            <a:solidFill>
              <a:srgbClr val="BBE0E3"/>
            </a:solidFill>
            <a:ln w="9525">
              <a:solidFill>
                <a:srgbClr val="000000"/>
              </a:solidFill>
              <a:miter lim="800000"/>
              <a:headEnd/>
              <a:tailEnd/>
            </a:ln>
            <a:effectLst>
              <a:outerShdw dist="40161" dir="4293903" algn="ctr" rotWithShape="0">
                <a:srgbClr val="000000">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8" name="Group 7">
              <a:extLst>
                <a:ext uri="{FF2B5EF4-FFF2-40B4-BE49-F238E27FC236}">
                  <a16:creationId xmlns:a16="http://schemas.microsoft.com/office/drawing/2014/main" id="{CBE1E796-96C4-A650-20F7-C118CDFE06A0}"/>
                </a:ext>
              </a:extLst>
            </p:cNvPr>
            <p:cNvGrpSpPr>
              <a:grpSpLocks/>
            </p:cNvGrpSpPr>
            <p:nvPr/>
          </p:nvGrpSpPr>
          <p:grpSpPr bwMode="auto">
            <a:xfrm>
              <a:off x="2811" y="3407"/>
              <a:ext cx="181" cy="91"/>
              <a:chOff x="2835" y="3339"/>
              <a:chExt cx="181" cy="91"/>
            </a:xfrm>
          </p:grpSpPr>
          <p:sp>
            <p:nvSpPr>
              <p:cNvPr id="9" name="Line 8">
                <a:extLst>
                  <a:ext uri="{FF2B5EF4-FFF2-40B4-BE49-F238E27FC236}">
                    <a16:creationId xmlns:a16="http://schemas.microsoft.com/office/drawing/2014/main" id="{E890F946-C8EE-4536-ED3A-96CC2D1204E7}"/>
                  </a:ext>
                </a:extLst>
              </p:cNvPr>
              <p:cNvSpPr>
                <a:spLocks noChangeShapeType="1"/>
              </p:cNvSpPr>
              <p:nvPr/>
            </p:nvSpPr>
            <p:spPr bwMode="auto">
              <a:xfrm flipH="1">
                <a:off x="283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0" name="Line 9">
                <a:extLst>
                  <a:ext uri="{FF2B5EF4-FFF2-40B4-BE49-F238E27FC236}">
                    <a16:creationId xmlns:a16="http://schemas.microsoft.com/office/drawing/2014/main" id="{8A0E873C-67CC-96A0-8237-38E86A9694B8}"/>
                  </a:ext>
                </a:extLst>
              </p:cNvPr>
              <p:cNvSpPr>
                <a:spLocks noChangeShapeType="1"/>
              </p:cNvSpPr>
              <p:nvPr/>
            </p:nvSpPr>
            <p:spPr bwMode="auto">
              <a:xfrm flipH="1">
                <a:off x="2925" y="3339"/>
                <a:ext cx="91" cy="91"/>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1" name="Line 10">
                <a:extLst>
                  <a:ext uri="{FF2B5EF4-FFF2-40B4-BE49-F238E27FC236}">
                    <a16:creationId xmlns:a16="http://schemas.microsoft.com/office/drawing/2014/main" id="{EFD18508-CB72-FF32-72AF-D00F9AE0CA64}"/>
                  </a:ext>
                </a:extLst>
              </p:cNvPr>
              <p:cNvSpPr>
                <a:spLocks noChangeShapeType="1"/>
              </p:cNvSpPr>
              <p:nvPr/>
            </p:nvSpPr>
            <p:spPr bwMode="auto">
              <a:xfrm>
                <a:off x="2880" y="3385"/>
                <a:ext cx="91" cy="0"/>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sp>
        <p:nvSpPr>
          <p:cNvPr id="12" name="Freeform 11">
            <a:extLst>
              <a:ext uri="{FF2B5EF4-FFF2-40B4-BE49-F238E27FC236}">
                <a16:creationId xmlns:a16="http://schemas.microsoft.com/office/drawing/2014/main" id="{D82B1CD3-5321-0BE6-FE78-07FBE6F8C153}"/>
              </a:ext>
            </a:extLst>
          </p:cNvPr>
          <p:cNvSpPr>
            <a:spLocks/>
          </p:cNvSpPr>
          <p:nvPr/>
        </p:nvSpPr>
        <p:spPr bwMode="auto">
          <a:xfrm>
            <a:off x="7912102" y="4116388"/>
            <a:ext cx="1873250" cy="700087"/>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0000FF">
              <a:alpha val="0"/>
            </a:srgbClr>
          </a:solidFill>
          <a:ln w="28575">
            <a:solidFill>
              <a:srgbClr val="990000"/>
            </a:solidFill>
            <a:round/>
            <a:headEnd/>
            <a:tailEnd/>
          </a:ln>
        </p:spPr>
        <p:txBody>
          <a:bodyP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sp>
        <p:nvSpPr>
          <p:cNvPr id="13" name="Freeform 12">
            <a:extLst>
              <a:ext uri="{FF2B5EF4-FFF2-40B4-BE49-F238E27FC236}">
                <a16:creationId xmlns:a16="http://schemas.microsoft.com/office/drawing/2014/main" id="{259A653D-2BAF-E6E9-D76B-BDCB4EB9EFF4}"/>
              </a:ext>
            </a:extLst>
          </p:cNvPr>
          <p:cNvSpPr>
            <a:spLocks/>
          </p:cNvSpPr>
          <p:nvPr/>
        </p:nvSpPr>
        <p:spPr bwMode="auto">
          <a:xfrm>
            <a:off x="8343902" y="3036888"/>
            <a:ext cx="1081088" cy="403225"/>
          </a:xfrm>
          <a:custGeom>
            <a:avLst/>
            <a:gdLst>
              <a:gd name="T0" fmla="*/ 0 w 1180"/>
              <a:gd name="T1" fmla="*/ 2147483647 h 441"/>
              <a:gd name="T2" fmla="*/ 2147483647 w 1180"/>
              <a:gd name="T3" fmla="*/ 0 h 441"/>
              <a:gd name="T4" fmla="*/ 2147483647 w 1180"/>
              <a:gd name="T5" fmla="*/ 2147483647 h 441"/>
              <a:gd name="T6" fmla="*/ 0 w 1180"/>
              <a:gd name="T7" fmla="*/ 2147483647 h 441"/>
              <a:gd name="T8" fmla="*/ 0 60000 65536"/>
              <a:gd name="T9" fmla="*/ 0 60000 65536"/>
              <a:gd name="T10" fmla="*/ 0 60000 65536"/>
              <a:gd name="T11" fmla="*/ 0 60000 65536"/>
              <a:gd name="T12" fmla="*/ 0 w 1180"/>
              <a:gd name="T13" fmla="*/ 0 h 441"/>
              <a:gd name="T14" fmla="*/ 1180 w 1180"/>
              <a:gd name="T15" fmla="*/ 441 h 441"/>
            </a:gdLst>
            <a:ahLst/>
            <a:cxnLst>
              <a:cxn ang="T8">
                <a:pos x="T0" y="T1"/>
              </a:cxn>
              <a:cxn ang="T9">
                <a:pos x="T2" y="T3"/>
              </a:cxn>
              <a:cxn ang="T10">
                <a:pos x="T4" y="T5"/>
              </a:cxn>
              <a:cxn ang="T11">
                <a:pos x="T6" y="T7"/>
              </a:cxn>
            </a:cxnLst>
            <a:rect l="T12" t="T13" r="T14" b="T15"/>
            <a:pathLst>
              <a:path w="1180" h="441">
                <a:moveTo>
                  <a:pt x="0" y="317"/>
                </a:moveTo>
                <a:lnTo>
                  <a:pt x="1180" y="0"/>
                </a:lnTo>
                <a:lnTo>
                  <a:pt x="888" y="441"/>
                </a:lnTo>
                <a:lnTo>
                  <a:pt x="0" y="317"/>
                </a:lnTo>
                <a:close/>
              </a:path>
            </a:pathLst>
          </a:custGeom>
          <a:solidFill>
            <a:srgbClr val="BBE0E3">
              <a:alpha val="0"/>
            </a:srgbClr>
          </a:solidFill>
          <a:ln w="28575">
            <a:solidFill>
              <a:srgbClr val="99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nvGrpSpPr>
          <p:cNvPr id="14" name="Group 13">
            <a:extLst>
              <a:ext uri="{FF2B5EF4-FFF2-40B4-BE49-F238E27FC236}">
                <a16:creationId xmlns:a16="http://schemas.microsoft.com/office/drawing/2014/main" id="{17325A8C-C635-F7CF-6939-FD45B7F4A488}"/>
              </a:ext>
            </a:extLst>
          </p:cNvPr>
          <p:cNvGrpSpPr>
            <a:grpSpLocks/>
          </p:cNvGrpSpPr>
          <p:nvPr/>
        </p:nvGrpSpPr>
        <p:grpSpPr bwMode="auto">
          <a:xfrm>
            <a:off x="7912102" y="1597025"/>
            <a:ext cx="1873250" cy="3209925"/>
            <a:chOff x="3378" y="1344"/>
            <a:chExt cx="1180" cy="2022"/>
          </a:xfrm>
        </p:grpSpPr>
        <p:sp>
          <p:nvSpPr>
            <p:cNvPr id="15" name="Line 14">
              <a:extLst>
                <a:ext uri="{FF2B5EF4-FFF2-40B4-BE49-F238E27FC236}">
                  <a16:creationId xmlns:a16="http://schemas.microsoft.com/office/drawing/2014/main" id="{087710C9-B262-A462-8EE7-BF337409D545}"/>
                </a:ext>
              </a:extLst>
            </p:cNvPr>
            <p:cNvSpPr>
              <a:spLocks noChangeShapeType="1"/>
            </p:cNvSpPr>
            <p:nvPr/>
          </p:nvSpPr>
          <p:spPr bwMode="auto">
            <a:xfrm flipV="1">
              <a:off x="3378" y="1344"/>
              <a:ext cx="635" cy="1905"/>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6" name="Line 15">
              <a:extLst>
                <a:ext uri="{FF2B5EF4-FFF2-40B4-BE49-F238E27FC236}">
                  <a16:creationId xmlns:a16="http://schemas.microsoft.com/office/drawing/2014/main" id="{BACD11AF-DDB7-99CD-F9A1-59B9BB018D9C}"/>
                </a:ext>
              </a:extLst>
            </p:cNvPr>
            <p:cNvSpPr>
              <a:spLocks noChangeShapeType="1"/>
            </p:cNvSpPr>
            <p:nvPr/>
          </p:nvSpPr>
          <p:spPr bwMode="auto">
            <a:xfrm flipH="1" flipV="1">
              <a:off x="4013" y="1344"/>
              <a:ext cx="545" cy="158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sp>
          <p:nvSpPr>
            <p:cNvPr id="17" name="Freeform 16">
              <a:extLst>
                <a:ext uri="{FF2B5EF4-FFF2-40B4-BE49-F238E27FC236}">
                  <a16:creationId xmlns:a16="http://schemas.microsoft.com/office/drawing/2014/main" id="{82A3B3F4-9032-619D-A8A2-5ACB4C32DC8B}"/>
                </a:ext>
              </a:extLst>
            </p:cNvPr>
            <p:cNvSpPr>
              <a:spLocks/>
            </p:cNvSpPr>
            <p:nvPr/>
          </p:nvSpPr>
          <p:spPr bwMode="auto">
            <a:xfrm>
              <a:off x="4014" y="1345"/>
              <a:ext cx="252" cy="2021"/>
            </a:xfrm>
            <a:custGeom>
              <a:avLst/>
              <a:gdLst>
                <a:gd name="T0" fmla="*/ 252 w 252"/>
                <a:gd name="T1" fmla="*/ 2021 h 2021"/>
                <a:gd name="T2" fmla="*/ 0 w 252"/>
                <a:gd name="T3" fmla="*/ 0 h 2021"/>
                <a:gd name="T4" fmla="*/ 0 60000 65536"/>
                <a:gd name="T5" fmla="*/ 0 60000 65536"/>
                <a:gd name="T6" fmla="*/ 0 w 252"/>
                <a:gd name="T7" fmla="*/ 0 h 2021"/>
                <a:gd name="T8" fmla="*/ 252 w 252"/>
                <a:gd name="T9" fmla="*/ 2021 h 2021"/>
              </a:gdLst>
              <a:ahLst/>
              <a:cxnLst>
                <a:cxn ang="T4">
                  <a:pos x="T0" y="T1"/>
                </a:cxn>
                <a:cxn ang="T5">
                  <a:pos x="T2" y="T3"/>
                </a:cxn>
              </a:cxnLst>
              <a:rect l="T6" t="T7" r="T8" b="T9"/>
              <a:pathLst>
                <a:path w="252" h="2021">
                  <a:moveTo>
                    <a:pt x="252" y="2021"/>
                  </a:moveTo>
                  <a:lnTo>
                    <a:pt x="0" y="0"/>
                  </a:lnTo>
                </a:path>
              </a:pathLst>
            </a:cu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itchFamily="18" charset="0"/>
                <a:ea typeface="宋体" pitchFamily="2" charset="-122"/>
              </a:endParaRPr>
            </a:p>
          </p:txBody>
        </p:sp>
      </p:grpSp>
      <p:grpSp>
        <p:nvGrpSpPr>
          <p:cNvPr id="18" name="Group 17">
            <a:extLst>
              <a:ext uri="{FF2B5EF4-FFF2-40B4-BE49-F238E27FC236}">
                <a16:creationId xmlns:a16="http://schemas.microsoft.com/office/drawing/2014/main" id="{8C101993-F31A-A744-EAE3-6E36A479D293}"/>
              </a:ext>
            </a:extLst>
          </p:cNvPr>
          <p:cNvGrpSpPr>
            <a:grpSpLocks/>
          </p:cNvGrpSpPr>
          <p:nvPr/>
        </p:nvGrpSpPr>
        <p:grpSpPr bwMode="auto">
          <a:xfrm>
            <a:off x="8632827" y="1163638"/>
            <a:ext cx="360363" cy="469900"/>
            <a:chOff x="3832" y="1071"/>
            <a:chExt cx="227" cy="296"/>
          </a:xfrm>
        </p:grpSpPr>
        <p:sp>
          <p:nvSpPr>
            <p:cNvPr id="19" name="Text Box 18">
              <a:extLst>
                <a:ext uri="{FF2B5EF4-FFF2-40B4-BE49-F238E27FC236}">
                  <a16:creationId xmlns:a16="http://schemas.microsoft.com/office/drawing/2014/main" id="{6464B55F-0DC4-0A4D-4994-9F49726A68DA}"/>
                </a:ext>
              </a:extLst>
            </p:cNvPr>
            <p:cNvSpPr txBox="1">
              <a:spLocks noChangeArrowheads="1"/>
            </p:cNvSpPr>
            <p:nvPr/>
          </p:nvSpPr>
          <p:spPr bwMode="auto">
            <a:xfrm>
              <a:off x="3832" y="1071"/>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S</a:t>
              </a:r>
            </a:p>
          </p:txBody>
        </p:sp>
        <p:sp>
          <p:nvSpPr>
            <p:cNvPr id="20" name="Oval 19">
              <a:extLst>
                <a:ext uri="{FF2B5EF4-FFF2-40B4-BE49-F238E27FC236}">
                  <a16:creationId xmlns:a16="http://schemas.microsoft.com/office/drawing/2014/main" id="{B21D14AA-4151-DE24-3A3F-3DB42D451205}"/>
                </a:ext>
              </a:extLst>
            </p:cNvPr>
            <p:cNvSpPr>
              <a:spLocks noChangeArrowheads="1"/>
            </p:cNvSpPr>
            <p:nvPr/>
          </p:nvSpPr>
          <p:spPr bwMode="auto">
            <a:xfrm>
              <a:off x="3991" y="1321"/>
              <a:ext cx="45" cy="46"/>
            </a:xfrm>
            <a:prstGeom prst="ellipse">
              <a:avLst/>
            </a:prstGeom>
            <a:solidFill>
              <a:srgbClr val="FF0000">
                <a:alpha val="27058"/>
              </a:srgbClr>
            </a:solidFill>
            <a:ln w="12700" algn="ctr">
              <a:solidFill>
                <a:srgbClr val="FF0000"/>
              </a:solidFill>
              <a:round/>
              <a:headEnd/>
              <a:tailEnd/>
            </a:ln>
          </p:spPr>
          <p:txBody>
            <a:bodyPr wrap="none" anchor="ctr"/>
            <a:lstStyle/>
            <a:p>
              <a:pPr fontAlgn="base">
                <a:spcBef>
                  <a:spcPct val="0"/>
                </a:spcBef>
                <a:spcAft>
                  <a:spcPct val="0"/>
                </a:spcAft>
              </a:pPr>
              <a:endParaRPr lang="zh-CN" altLang="en-US">
                <a:solidFill>
                  <a:srgbClr val="000000"/>
                </a:solidFill>
                <a:latin typeface="Times New Roman" pitchFamily="18" charset="0"/>
                <a:ea typeface="宋体" pitchFamily="2" charset="-122"/>
              </a:endParaRPr>
            </a:p>
          </p:txBody>
        </p:sp>
      </p:grpSp>
      <p:grpSp>
        <p:nvGrpSpPr>
          <p:cNvPr id="21" name="Group 20">
            <a:extLst>
              <a:ext uri="{FF2B5EF4-FFF2-40B4-BE49-F238E27FC236}">
                <a16:creationId xmlns:a16="http://schemas.microsoft.com/office/drawing/2014/main" id="{762EF76A-471F-3585-C98F-844D4102FEF5}"/>
              </a:ext>
            </a:extLst>
          </p:cNvPr>
          <p:cNvGrpSpPr>
            <a:grpSpLocks/>
          </p:cNvGrpSpPr>
          <p:nvPr/>
        </p:nvGrpSpPr>
        <p:grpSpPr bwMode="auto">
          <a:xfrm>
            <a:off x="7985127" y="2676525"/>
            <a:ext cx="1728788" cy="1033463"/>
            <a:chOff x="3424" y="2024"/>
            <a:chExt cx="1089" cy="651"/>
          </a:xfrm>
        </p:grpSpPr>
        <p:sp>
          <p:nvSpPr>
            <p:cNvPr id="22" name="Text Box 21">
              <a:extLst>
                <a:ext uri="{FF2B5EF4-FFF2-40B4-BE49-F238E27FC236}">
                  <a16:creationId xmlns:a16="http://schemas.microsoft.com/office/drawing/2014/main" id="{0D161D3F-FDBF-39AB-678A-526A5B16F8FF}"/>
                </a:ext>
              </a:extLst>
            </p:cNvPr>
            <p:cNvSpPr txBox="1">
              <a:spLocks noChangeArrowheads="1"/>
            </p:cNvSpPr>
            <p:nvPr/>
          </p:nvSpPr>
          <p:spPr bwMode="auto">
            <a:xfrm>
              <a:off x="4150" y="238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23" name="Text Box 22">
              <a:extLst>
                <a:ext uri="{FF2B5EF4-FFF2-40B4-BE49-F238E27FC236}">
                  <a16:creationId xmlns:a16="http://schemas.microsoft.com/office/drawing/2014/main" id="{B6C5A251-DA38-6ACD-E6DC-D345B4660750}"/>
                </a:ext>
              </a:extLst>
            </p:cNvPr>
            <p:cNvSpPr txBox="1">
              <a:spLocks noChangeArrowheads="1"/>
            </p:cNvSpPr>
            <p:nvPr/>
          </p:nvSpPr>
          <p:spPr bwMode="auto">
            <a:xfrm>
              <a:off x="3424" y="2235"/>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24" name="Text Box 23">
              <a:extLst>
                <a:ext uri="{FF2B5EF4-FFF2-40B4-BE49-F238E27FC236}">
                  <a16:creationId xmlns:a16="http://schemas.microsoft.com/office/drawing/2014/main" id="{509B3ED2-1BC0-2FF5-B6BA-796B3E4E5F69}"/>
                </a:ext>
              </a:extLst>
            </p:cNvPr>
            <p:cNvSpPr txBox="1">
              <a:spLocks noChangeArrowheads="1"/>
            </p:cNvSpPr>
            <p:nvPr/>
          </p:nvSpPr>
          <p:spPr bwMode="auto">
            <a:xfrm>
              <a:off x="4286" y="2024"/>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grpSp>
        <p:nvGrpSpPr>
          <p:cNvPr id="25" name="Group 24">
            <a:extLst>
              <a:ext uri="{FF2B5EF4-FFF2-40B4-BE49-F238E27FC236}">
                <a16:creationId xmlns:a16="http://schemas.microsoft.com/office/drawing/2014/main" id="{E88BF29F-FE74-F5B0-A717-C0619EB3FF88}"/>
              </a:ext>
            </a:extLst>
          </p:cNvPr>
          <p:cNvGrpSpPr>
            <a:grpSpLocks/>
          </p:cNvGrpSpPr>
          <p:nvPr/>
        </p:nvGrpSpPr>
        <p:grpSpPr bwMode="auto">
          <a:xfrm>
            <a:off x="7624765" y="3829050"/>
            <a:ext cx="2449512" cy="1249363"/>
            <a:chOff x="3197" y="2750"/>
            <a:chExt cx="1543" cy="787"/>
          </a:xfrm>
        </p:grpSpPr>
        <p:sp>
          <p:nvSpPr>
            <p:cNvPr id="26" name="Text Box 25">
              <a:extLst>
                <a:ext uri="{FF2B5EF4-FFF2-40B4-BE49-F238E27FC236}">
                  <a16:creationId xmlns:a16="http://schemas.microsoft.com/office/drawing/2014/main" id="{640D8E79-5DA2-7C30-02E6-42DEFABADBF6}"/>
                </a:ext>
              </a:extLst>
            </p:cNvPr>
            <p:cNvSpPr txBox="1">
              <a:spLocks noChangeArrowheads="1"/>
            </p:cNvSpPr>
            <p:nvPr/>
          </p:nvSpPr>
          <p:spPr bwMode="auto">
            <a:xfrm>
              <a:off x="4241" y="3249"/>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a</a:t>
              </a:r>
            </a:p>
          </p:txBody>
        </p:sp>
        <p:sp>
          <p:nvSpPr>
            <p:cNvPr id="27" name="Text Box 26">
              <a:extLst>
                <a:ext uri="{FF2B5EF4-FFF2-40B4-BE49-F238E27FC236}">
                  <a16:creationId xmlns:a16="http://schemas.microsoft.com/office/drawing/2014/main" id="{B4DF1BE4-0085-6030-FE5C-9E5B238BC500}"/>
                </a:ext>
              </a:extLst>
            </p:cNvPr>
            <p:cNvSpPr txBox="1">
              <a:spLocks noChangeArrowheads="1"/>
            </p:cNvSpPr>
            <p:nvPr/>
          </p:nvSpPr>
          <p:spPr bwMode="auto">
            <a:xfrm>
              <a:off x="3197" y="3067"/>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b</a:t>
              </a:r>
            </a:p>
          </p:txBody>
        </p:sp>
        <p:sp>
          <p:nvSpPr>
            <p:cNvPr id="28" name="Text Box 27">
              <a:extLst>
                <a:ext uri="{FF2B5EF4-FFF2-40B4-BE49-F238E27FC236}">
                  <a16:creationId xmlns:a16="http://schemas.microsoft.com/office/drawing/2014/main" id="{26624E47-3C7C-2B72-6253-951A0D343384}"/>
                </a:ext>
              </a:extLst>
            </p:cNvPr>
            <p:cNvSpPr txBox="1">
              <a:spLocks noChangeArrowheads="1"/>
            </p:cNvSpPr>
            <p:nvPr/>
          </p:nvSpPr>
          <p:spPr bwMode="auto">
            <a:xfrm>
              <a:off x="4513" y="2750"/>
              <a:ext cx="227" cy="288"/>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i="1">
                  <a:solidFill>
                    <a:srgbClr val="CC3300"/>
                  </a:solidFill>
                  <a:effectLst>
                    <a:outerShdw blurRad="38100" dist="38100" dir="2700000" algn="tl">
                      <a:srgbClr val="C0C0C0"/>
                    </a:outerShdw>
                  </a:effectLst>
                  <a:latin typeface="Times New Roman" pitchFamily="18" charset="0"/>
                  <a:ea typeface="宋体" pitchFamily="2" charset="-122"/>
                </a:rPr>
                <a:t>c</a:t>
              </a:r>
            </a:p>
          </p:txBody>
        </p:sp>
      </p:grpSp>
    </p:spTree>
    <p:extLst>
      <p:ext uri="{BB962C8B-B14F-4D97-AF65-F5344CB8AC3E}">
        <p14:creationId xmlns:p14="http://schemas.microsoft.com/office/powerpoint/2010/main" val="323945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3"/>
                                        </p:tgtEl>
                                        <p:attrNameLst>
                                          <p:attrName>style.visibility</p:attrName>
                                        </p:attrNameLst>
                                      </p:cBhvr>
                                      <p:to>
                                        <p:strVal val="visible"/>
                                      </p:to>
                                    </p:se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strips(downLeft)">
                                      <p:cBhvr>
                                        <p:cTn id="15" dur="500"/>
                                        <p:tgtEl>
                                          <p:spTgt spid="14"/>
                                        </p:tgtEl>
                                      </p:cBhvr>
                                    </p:animEffec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0"/>
                                  </p:stCondLst>
                                  <p:childTnLst>
                                    <p:set>
                                      <p:cBhvr>
                                        <p:cTn id="21" dur="1" fill="hold">
                                          <p:stCondLst>
                                            <p:cond delay="499"/>
                                          </p:stCondLst>
                                        </p:cTn>
                                        <p:tgtEl>
                                          <p:spTgt spid="12"/>
                                        </p:tgtEl>
                                        <p:attrNameLst>
                                          <p:attrName>style.visibility</p:attrName>
                                        </p:attrNameLst>
                                      </p:cBhvr>
                                      <p:to>
                                        <p:strVal val="visible"/>
                                      </p:to>
                                    </p:set>
                                  </p:childTnLst>
                                </p:cTn>
                              </p:par>
                            </p:childTnLst>
                          </p:cTn>
                        </p:par>
                        <p:par>
                          <p:cTn id="22" fill="hold">
                            <p:stCondLst>
                              <p:cond delay="2500"/>
                            </p:stCondLst>
                            <p:childTnLst>
                              <p:par>
                                <p:cTn id="23" presetID="3" presetClass="entr" presetSubtype="10"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par>
                          <p:cTn id="26" fill="hold">
                            <p:stCondLst>
                              <p:cond delay="3000"/>
                            </p:stCondLst>
                            <p:childTnLst>
                              <p:par>
                                <p:cTn id="27" presetID="3" presetClass="entr" presetSubtype="1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blinds(horizontal)">
                                      <p:cBhvr>
                                        <p:cTn id="29" dur="500"/>
                                        <p:tgtEl>
                                          <p:spTgt spid="25"/>
                                        </p:tgtEl>
                                      </p:cBhvr>
                                    </p:animEffect>
                                  </p:childTnLst>
                                </p:cTn>
                              </p:par>
                            </p:childTnLst>
                          </p:cTn>
                        </p:par>
                        <p:par>
                          <p:cTn id="30" fill="hold">
                            <p:stCondLst>
                              <p:cond delay="3500"/>
                            </p:stCondLst>
                            <p:childTnLst>
                              <p:par>
                                <p:cTn id="31" presetID="1" presetClass="entr" presetSubtype="0" fill="hold" grpId="0" nodeType="afterEffect">
                                  <p:stCondLst>
                                    <p:cond delay="0"/>
                                  </p:stCondLst>
                                  <p:iterate type="lt">
                                    <p:tmAbs val="75"/>
                                  </p:iterate>
                                  <p:childTnLst>
                                    <p:set>
                                      <p:cBhvr>
                                        <p:cTn id="32" dur="1" fill="hold">
                                          <p:stCondLst>
                                            <p:cond delay="74"/>
                                          </p:stCondLst>
                                        </p:cTn>
                                        <p:tgtEl>
                                          <p:spTgt spid="4">
                                            <p:txEl>
                                              <p:pRg st="0" end="0"/>
                                            </p:txEl>
                                          </p:spTgt>
                                        </p:tgtEl>
                                        <p:attrNameLst>
                                          <p:attrName>style.visibility</p:attrName>
                                        </p:attrNameLst>
                                      </p:cBhvr>
                                      <p:to>
                                        <p:strVal val="visible"/>
                                      </p:to>
                                    </p:set>
                                  </p:childTnLst>
                                </p:cTn>
                              </p:par>
                            </p:childTnLst>
                          </p:cTn>
                        </p:par>
                        <p:par>
                          <p:cTn id="33" fill="hold">
                            <p:stCondLst>
                              <p:cond delay="5975"/>
                            </p:stCondLst>
                            <p:childTnLst>
                              <p:par>
                                <p:cTn id="34" presetID="1" presetClass="entr" presetSubtype="0" fill="hold" grpId="0" nodeType="afterEffect">
                                  <p:stCondLst>
                                    <p:cond delay="0"/>
                                  </p:stCondLst>
                                  <p:iterate type="lt">
                                    <p:tmAbs val="75"/>
                                  </p:iterate>
                                  <p:childTnLst>
                                    <p:set>
                                      <p:cBhvr>
                                        <p:cTn id="35" dur="1" fill="hold">
                                          <p:stCondLst>
                                            <p:cond delay="74"/>
                                          </p:stCondLst>
                                        </p:cTn>
                                        <p:tgtEl>
                                          <p:spTgt spid="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strips(downRight)">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0"/>
      <p:bldP spid="5" grpId="0" autoUpdateAnimBg="0"/>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F8CE29F-7236-E520-A590-F239A0088019}"/>
              </a:ext>
            </a:extLst>
          </p:cNvPr>
          <p:cNvSpPr>
            <a:spLocks noChangeArrowheads="1"/>
          </p:cNvSpPr>
          <p:nvPr/>
        </p:nvSpPr>
        <p:spPr bwMode="auto">
          <a:xfrm>
            <a:off x="4691856" y="523156"/>
            <a:ext cx="2592388" cy="638175"/>
          </a:xfrm>
          <a:prstGeom prst="rect">
            <a:avLst/>
          </a:prstGeom>
          <a:noFill/>
          <a:ln w="9525">
            <a:noFill/>
            <a:miter lim="800000"/>
            <a:headEnd/>
            <a:tailEnd/>
          </a:ln>
          <a:effectLst/>
        </p:spPr>
        <p:txBody>
          <a:bodyPr/>
          <a:lstStyle/>
          <a:p>
            <a:pPr eaLnBrk="0" fontAlgn="base" hangingPunct="0">
              <a:spcBef>
                <a:spcPct val="0"/>
              </a:spcBef>
              <a:spcAft>
                <a:spcPct val="0"/>
              </a:spcAft>
              <a:defRPr/>
            </a:pPr>
            <a:endParaRPr kumimoji="1" lang="zh-CN" altLang="en-US" sz="3600" dirty="0">
              <a:solidFill>
                <a:srgbClr val="000000"/>
              </a:solidFill>
              <a:effectLst>
                <a:outerShdw blurRad="38100" dist="38100" dir="2700000" algn="tl">
                  <a:srgbClr val="C0C0C0"/>
                </a:outerShdw>
              </a:effectLst>
              <a:ea typeface="隶书" pitchFamily="49" charset="-122"/>
            </a:endParaRPr>
          </a:p>
        </p:txBody>
      </p:sp>
      <p:sp>
        <p:nvSpPr>
          <p:cNvPr id="3" name="Rectangle 3">
            <a:extLst>
              <a:ext uri="{FF2B5EF4-FFF2-40B4-BE49-F238E27FC236}">
                <a16:creationId xmlns:a16="http://schemas.microsoft.com/office/drawing/2014/main" id="{91DE54FA-83F9-D8B2-8E73-03F6AD2A23F6}"/>
              </a:ext>
            </a:extLst>
          </p:cNvPr>
          <p:cNvSpPr>
            <a:spLocks noChangeArrowheads="1"/>
          </p:cNvSpPr>
          <p:nvPr/>
        </p:nvSpPr>
        <p:spPr bwMode="auto">
          <a:xfrm>
            <a:off x="1878806" y="2859956"/>
            <a:ext cx="642938" cy="641350"/>
          </a:xfrm>
          <a:prstGeom prst="rect">
            <a:avLst/>
          </a:prstGeom>
          <a:noFill/>
          <a:ln w="28575" algn="ctr">
            <a:noFill/>
            <a:miter lim="800000"/>
            <a:headEnd/>
            <a:tailEnd/>
          </a:ln>
          <a:effectLst/>
        </p:spPr>
        <p:txBody>
          <a:bodyPr wrap="none">
            <a:spAutoFit/>
          </a:bodyPr>
          <a:lstStyle/>
          <a:p>
            <a:pPr algn="ctr" fontAlgn="base">
              <a:spcBef>
                <a:spcPct val="0"/>
              </a:spcBef>
              <a:spcAft>
                <a:spcPct val="0"/>
              </a:spcAft>
              <a:defRPr/>
            </a:pPr>
            <a:r>
              <a:rPr lang="zh-CN" altLang="en-US" sz="3600" b="1">
                <a:solidFill>
                  <a:srgbClr val="000000"/>
                </a:solidFill>
                <a:effectLst>
                  <a:outerShdw blurRad="38100" dist="38100" dir="2700000" algn="tl">
                    <a:srgbClr val="C0C0C0"/>
                  </a:outerShdw>
                </a:effectLst>
                <a:latin typeface="Times New Roman" panose="02020603050405020304" pitchFamily="18" charset="0"/>
                <a:ea typeface="隶书" pitchFamily="49" charset="-122"/>
              </a:rPr>
              <a:t>点</a:t>
            </a:r>
          </a:p>
        </p:txBody>
      </p:sp>
      <p:sp>
        <p:nvSpPr>
          <p:cNvPr id="4" name="AutoShape 4">
            <a:extLst>
              <a:ext uri="{FF2B5EF4-FFF2-40B4-BE49-F238E27FC236}">
                <a16:creationId xmlns:a16="http://schemas.microsoft.com/office/drawing/2014/main" id="{24F2B5C0-F4EC-CBC9-76C1-7682A086DD8F}"/>
              </a:ext>
            </a:extLst>
          </p:cNvPr>
          <p:cNvSpPr>
            <a:spLocks/>
          </p:cNvSpPr>
          <p:nvPr/>
        </p:nvSpPr>
        <p:spPr bwMode="auto">
          <a:xfrm>
            <a:off x="2675731" y="2105894"/>
            <a:ext cx="215900" cy="2449512"/>
          </a:xfrm>
          <a:prstGeom prst="leftBrace">
            <a:avLst>
              <a:gd name="adj1" fmla="val 94547"/>
              <a:gd name="adj2" fmla="val 50000"/>
            </a:avLst>
          </a:prstGeom>
          <a:noFill/>
          <a:ln w="28575">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 name="Text Box 5">
            <a:extLst>
              <a:ext uri="{FF2B5EF4-FFF2-40B4-BE49-F238E27FC236}">
                <a16:creationId xmlns:a16="http://schemas.microsoft.com/office/drawing/2014/main" id="{F304F3FB-3278-8AB2-9036-4AD327A75AC0}"/>
              </a:ext>
            </a:extLst>
          </p:cNvPr>
          <p:cNvSpPr txBox="1">
            <a:spLocks noChangeArrowheads="1"/>
          </p:cNvSpPr>
          <p:nvPr/>
        </p:nvSpPr>
        <p:spPr bwMode="auto">
          <a:xfrm>
            <a:off x="2818606" y="1889994"/>
            <a:ext cx="6481763" cy="519112"/>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800" b="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★点的投影规律</a:t>
            </a:r>
            <a:r>
              <a:rPr lang="en-US" altLang="zh-CN" sz="2800" b="1">
                <a:solidFill>
                  <a:srgbClr val="FF0000"/>
                </a:solidFill>
                <a:effectLst>
                  <a:outerShdw blurRad="38100" dist="38100" dir="2700000" algn="tl">
                    <a:srgbClr val="C0C0C0"/>
                  </a:outerShdw>
                </a:effectLst>
                <a:latin typeface="宋体"/>
                <a:ea typeface="宋体" panose="02010600030101010101" pitchFamily="2" charset="-122"/>
              </a:rPr>
              <a:t>——</a:t>
            </a:r>
            <a:r>
              <a:rPr lang="zh-CN" altLang="en-US" sz="2800" b="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点的投影永远是点</a:t>
            </a:r>
          </a:p>
        </p:txBody>
      </p:sp>
      <p:sp>
        <p:nvSpPr>
          <p:cNvPr id="6" name="Rectangle 6">
            <a:extLst>
              <a:ext uri="{FF2B5EF4-FFF2-40B4-BE49-F238E27FC236}">
                <a16:creationId xmlns:a16="http://schemas.microsoft.com/office/drawing/2014/main" id="{DBB47FAB-8C30-6DDF-7271-6892A2AAD39A}"/>
              </a:ext>
            </a:extLst>
          </p:cNvPr>
          <p:cNvSpPr>
            <a:spLocks noChangeArrowheads="1"/>
          </p:cNvSpPr>
          <p:nvPr/>
        </p:nvSpPr>
        <p:spPr bwMode="auto">
          <a:xfrm>
            <a:off x="3250406" y="2236069"/>
            <a:ext cx="2663825" cy="519112"/>
          </a:xfrm>
          <a:prstGeom prst="rect">
            <a:avLst/>
          </a:prstGeom>
          <a:noFill/>
          <a:ln w="28575" algn="ctr">
            <a:noFill/>
            <a:miter lim="800000"/>
            <a:headEnd/>
            <a:tailEnd/>
          </a:ln>
          <a:effectLst/>
        </p:spPr>
        <p:txBody>
          <a:bodyPr>
            <a:spAutoFit/>
          </a:bodyPr>
          <a:lstStyle/>
          <a:p>
            <a:pPr fontAlgn="base">
              <a:spcBef>
                <a:spcPct val="0"/>
              </a:spcBef>
              <a:spcAft>
                <a:spcPct val="0"/>
              </a:spcAft>
              <a:defRPr/>
            </a:pPr>
            <a:r>
              <a:rPr lang="zh-CN" altLang="en-US" sz="2800">
                <a:solidFill>
                  <a:srgbClr val="000000"/>
                </a:solidFill>
                <a:effectLst>
                  <a:outerShdw blurRad="38100" dist="38100" dir="2700000" algn="tl">
                    <a:srgbClr val="C0C0C0"/>
                  </a:outerShdw>
                </a:effectLst>
                <a:latin typeface="Times New Roman" panose="02020603050405020304" pitchFamily="18" charset="0"/>
                <a:ea typeface="隶书" pitchFamily="49" charset="-122"/>
              </a:rPr>
              <a:t>（熟练掌握）</a:t>
            </a:r>
          </a:p>
        </p:txBody>
      </p:sp>
      <p:sp>
        <p:nvSpPr>
          <p:cNvPr id="7" name="Text Box 7">
            <a:extLst>
              <a:ext uri="{FF2B5EF4-FFF2-40B4-BE49-F238E27FC236}">
                <a16:creationId xmlns:a16="http://schemas.microsoft.com/office/drawing/2014/main" id="{91EF3CD2-A440-5DCB-26CB-8F9590128672}"/>
              </a:ext>
            </a:extLst>
          </p:cNvPr>
          <p:cNvSpPr txBox="1">
            <a:spLocks noChangeArrowheads="1"/>
          </p:cNvSpPr>
          <p:nvPr/>
        </p:nvSpPr>
        <p:spPr bwMode="auto">
          <a:xfrm>
            <a:off x="3178969" y="3042519"/>
            <a:ext cx="4608512" cy="519112"/>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点的投影和坐标之间的关系</a:t>
            </a:r>
          </a:p>
        </p:txBody>
      </p:sp>
      <p:sp>
        <p:nvSpPr>
          <p:cNvPr id="8" name="Text Box 8">
            <a:extLst>
              <a:ext uri="{FF2B5EF4-FFF2-40B4-BE49-F238E27FC236}">
                <a16:creationId xmlns:a16="http://schemas.microsoft.com/office/drawing/2014/main" id="{854FDF50-81FB-2FD9-4CED-464B7CA210B9}"/>
              </a:ext>
            </a:extLst>
          </p:cNvPr>
          <p:cNvSpPr txBox="1">
            <a:spLocks noChangeArrowheads="1"/>
          </p:cNvSpPr>
          <p:nvPr/>
        </p:nvSpPr>
        <p:spPr bwMode="auto">
          <a:xfrm>
            <a:off x="3178969" y="4195044"/>
            <a:ext cx="4608512" cy="519112"/>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800" b="1">
                <a:solidFill>
                  <a:srgbClr val="3333FF"/>
                </a:solidFill>
                <a:effectLst>
                  <a:outerShdw blurRad="38100" dist="38100" dir="2700000" algn="tl">
                    <a:srgbClr val="C0C0C0"/>
                  </a:outerShdw>
                </a:effectLst>
                <a:latin typeface="Times New Roman" panose="02020603050405020304" pitchFamily="18" charset="0"/>
                <a:ea typeface="宋体" panose="02010600030101010101" pitchFamily="2" charset="-122"/>
              </a:rPr>
              <a:t>两点的相对位置和重影点</a:t>
            </a:r>
          </a:p>
        </p:txBody>
      </p:sp>
    </p:spTree>
    <p:extLst>
      <p:ext uri="{BB962C8B-B14F-4D97-AF65-F5344CB8AC3E}">
        <p14:creationId xmlns:p14="http://schemas.microsoft.com/office/powerpoint/2010/main" val="36337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5703C07-CC84-D408-4821-0A097CD5640D}"/>
              </a:ext>
            </a:extLst>
          </p:cNvPr>
          <p:cNvGrpSpPr>
            <a:grpSpLocks/>
          </p:cNvGrpSpPr>
          <p:nvPr/>
        </p:nvGrpSpPr>
        <p:grpSpPr bwMode="auto">
          <a:xfrm>
            <a:off x="6830007" y="1380855"/>
            <a:ext cx="3960812" cy="3686175"/>
            <a:chOff x="2880" y="1344"/>
            <a:chExt cx="2495" cy="2322"/>
          </a:xfrm>
        </p:grpSpPr>
        <p:grpSp>
          <p:nvGrpSpPr>
            <p:cNvPr id="3" name="Group 3">
              <a:extLst>
                <a:ext uri="{FF2B5EF4-FFF2-40B4-BE49-F238E27FC236}">
                  <a16:creationId xmlns:a16="http://schemas.microsoft.com/office/drawing/2014/main" id="{973045E8-218B-CF8F-CAF1-FAB263183374}"/>
                </a:ext>
              </a:extLst>
            </p:cNvPr>
            <p:cNvGrpSpPr>
              <a:grpSpLocks/>
            </p:cNvGrpSpPr>
            <p:nvPr/>
          </p:nvGrpSpPr>
          <p:grpSpPr bwMode="auto">
            <a:xfrm>
              <a:off x="3124" y="1605"/>
              <a:ext cx="2006" cy="1785"/>
              <a:chOff x="3124" y="1605"/>
              <a:chExt cx="2006" cy="1785"/>
            </a:xfrm>
          </p:grpSpPr>
          <p:sp>
            <p:nvSpPr>
              <p:cNvPr id="15" name="AutoShape 4">
                <a:extLst>
                  <a:ext uri="{FF2B5EF4-FFF2-40B4-BE49-F238E27FC236}">
                    <a16:creationId xmlns:a16="http://schemas.microsoft.com/office/drawing/2014/main" id="{57FD441C-C2FD-A3FC-3D7C-C46FC55ECA3B}"/>
                  </a:ext>
                </a:extLst>
              </p:cNvPr>
              <p:cNvSpPr>
                <a:spLocks noChangeArrowheads="1"/>
              </p:cNvSpPr>
              <p:nvPr/>
            </p:nvSpPr>
            <p:spPr bwMode="auto">
              <a:xfrm rot="5420447">
                <a:off x="3961" y="2216"/>
                <a:ext cx="1772" cy="565"/>
              </a:xfrm>
              <a:prstGeom prst="parallelogram">
                <a:avLst>
                  <a:gd name="adj" fmla="val 99170"/>
                </a:avLst>
              </a:prstGeom>
              <a:solidFill>
                <a:srgbClr val="CCFFFF"/>
              </a:solidFill>
              <a:ln w="12700">
                <a:solidFill>
                  <a:srgbClr val="00000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 name="Freeform 5">
                <a:extLst>
                  <a:ext uri="{FF2B5EF4-FFF2-40B4-BE49-F238E27FC236}">
                    <a16:creationId xmlns:a16="http://schemas.microsoft.com/office/drawing/2014/main" id="{FB250D08-E765-0C88-487B-4305F9FCBB01}"/>
                  </a:ext>
                </a:extLst>
              </p:cNvPr>
              <p:cNvSpPr>
                <a:spLocks/>
              </p:cNvSpPr>
              <p:nvPr/>
            </p:nvSpPr>
            <p:spPr bwMode="auto">
              <a:xfrm>
                <a:off x="3130" y="2825"/>
                <a:ext cx="2000" cy="564"/>
              </a:xfrm>
              <a:custGeom>
                <a:avLst/>
                <a:gdLst>
                  <a:gd name="T0" fmla="*/ 0 w 1872"/>
                  <a:gd name="T1" fmla="*/ 0 h 528"/>
                  <a:gd name="T2" fmla="*/ 1022 w 1872"/>
                  <a:gd name="T3" fmla="*/ 1020 h 528"/>
                  <a:gd name="T4" fmla="*/ 3626 w 1872"/>
                  <a:gd name="T5" fmla="*/ 1020 h 528"/>
                  <a:gd name="T6" fmla="*/ 2605 w 1872"/>
                  <a:gd name="T7" fmla="*/ 0 h 528"/>
                  <a:gd name="T8" fmla="*/ 0 w 1872"/>
                  <a:gd name="T9" fmla="*/ 0 h 528"/>
                  <a:gd name="T10" fmla="*/ 0 60000 65536"/>
                  <a:gd name="T11" fmla="*/ 0 60000 65536"/>
                  <a:gd name="T12" fmla="*/ 0 60000 65536"/>
                  <a:gd name="T13" fmla="*/ 0 60000 65536"/>
                  <a:gd name="T14" fmla="*/ 0 60000 65536"/>
                  <a:gd name="T15" fmla="*/ 0 w 1872"/>
                  <a:gd name="T16" fmla="*/ 0 h 528"/>
                  <a:gd name="T17" fmla="*/ 1872 w 1872"/>
                  <a:gd name="T18" fmla="*/ 528 h 528"/>
                </a:gdLst>
                <a:ahLst/>
                <a:cxnLst>
                  <a:cxn ang="T10">
                    <a:pos x="T0" y="T1"/>
                  </a:cxn>
                  <a:cxn ang="T11">
                    <a:pos x="T2" y="T3"/>
                  </a:cxn>
                  <a:cxn ang="T12">
                    <a:pos x="T4" y="T5"/>
                  </a:cxn>
                  <a:cxn ang="T13">
                    <a:pos x="T6" y="T7"/>
                  </a:cxn>
                  <a:cxn ang="T14">
                    <a:pos x="T8" y="T9"/>
                  </a:cxn>
                </a:cxnLst>
                <a:rect l="T15" t="T16" r="T17" b="T18"/>
                <a:pathLst>
                  <a:path w="1872" h="528">
                    <a:moveTo>
                      <a:pt x="0" y="0"/>
                    </a:moveTo>
                    <a:lnTo>
                      <a:pt x="528" y="528"/>
                    </a:lnTo>
                    <a:lnTo>
                      <a:pt x="1872" y="528"/>
                    </a:lnTo>
                    <a:lnTo>
                      <a:pt x="1344" y="0"/>
                    </a:lnTo>
                    <a:lnTo>
                      <a:pt x="0" y="0"/>
                    </a:lnTo>
                    <a:close/>
                  </a:path>
                </a:pathLst>
              </a:custGeom>
              <a:solidFill>
                <a:srgbClr val="FFFF00"/>
              </a:solidFill>
              <a:ln w="12700">
                <a:solidFill>
                  <a:srgbClr val="000000"/>
                </a:solidFill>
                <a:round/>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Rectangle 6">
                <a:extLst>
                  <a:ext uri="{FF2B5EF4-FFF2-40B4-BE49-F238E27FC236}">
                    <a16:creationId xmlns:a16="http://schemas.microsoft.com/office/drawing/2014/main" id="{FF40727F-ED76-FCE9-A4A1-10BD4808E986}"/>
                  </a:ext>
                </a:extLst>
              </p:cNvPr>
              <p:cNvSpPr>
                <a:spLocks noChangeArrowheads="1"/>
              </p:cNvSpPr>
              <p:nvPr/>
            </p:nvSpPr>
            <p:spPr bwMode="auto">
              <a:xfrm>
                <a:off x="3130" y="1605"/>
                <a:ext cx="1436" cy="1220"/>
              </a:xfrm>
              <a:prstGeom prst="rect">
                <a:avLst/>
              </a:prstGeom>
              <a:solidFill>
                <a:srgbClr val="66FF99"/>
              </a:solidFill>
              <a:ln w="12700">
                <a:solidFill>
                  <a:srgbClr val="0099FF"/>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Freeform 7">
                <a:extLst>
                  <a:ext uri="{FF2B5EF4-FFF2-40B4-BE49-F238E27FC236}">
                    <a16:creationId xmlns:a16="http://schemas.microsoft.com/office/drawing/2014/main" id="{7AA0AF60-35E8-4BD6-5559-CEFEA51F24D8}"/>
                  </a:ext>
                </a:extLst>
              </p:cNvPr>
              <p:cNvSpPr>
                <a:spLocks/>
              </p:cNvSpPr>
              <p:nvPr/>
            </p:nvSpPr>
            <p:spPr bwMode="auto">
              <a:xfrm>
                <a:off x="3124" y="1608"/>
                <a:ext cx="2006" cy="1782"/>
              </a:xfrm>
              <a:custGeom>
                <a:avLst/>
                <a:gdLst>
                  <a:gd name="T0" fmla="*/ 1444 w 2006"/>
                  <a:gd name="T1" fmla="*/ 0 h 1782"/>
                  <a:gd name="T2" fmla="*/ 0 w 2006"/>
                  <a:gd name="T3" fmla="*/ 0 h 1782"/>
                  <a:gd name="T4" fmla="*/ 4 w 2006"/>
                  <a:gd name="T5" fmla="*/ 1216 h 1782"/>
                  <a:gd name="T6" fmla="*/ 572 w 2006"/>
                  <a:gd name="T7" fmla="*/ 1782 h 1782"/>
                  <a:gd name="T8" fmla="*/ 2006 w 2006"/>
                  <a:gd name="T9" fmla="*/ 1782 h 1782"/>
                  <a:gd name="T10" fmla="*/ 2006 w 2006"/>
                  <a:gd name="T11" fmla="*/ 573 h 1782"/>
                  <a:gd name="T12" fmla="*/ 1444 w 2006"/>
                  <a:gd name="T13" fmla="*/ 0 h 1782"/>
                  <a:gd name="T14" fmla="*/ 0 60000 65536"/>
                  <a:gd name="T15" fmla="*/ 0 60000 65536"/>
                  <a:gd name="T16" fmla="*/ 0 60000 65536"/>
                  <a:gd name="T17" fmla="*/ 0 60000 65536"/>
                  <a:gd name="T18" fmla="*/ 0 60000 65536"/>
                  <a:gd name="T19" fmla="*/ 0 60000 65536"/>
                  <a:gd name="T20" fmla="*/ 0 60000 65536"/>
                  <a:gd name="T21" fmla="*/ 0 w 2006"/>
                  <a:gd name="T22" fmla="*/ 0 h 1782"/>
                  <a:gd name="T23" fmla="*/ 2006 w 2006"/>
                  <a:gd name="T24" fmla="*/ 1782 h 17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06" h="1782">
                    <a:moveTo>
                      <a:pt x="1444" y="0"/>
                    </a:moveTo>
                    <a:lnTo>
                      <a:pt x="0" y="0"/>
                    </a:lnTo>
                    <a:lnTo>
                      <a:pt x="4" y="1216"/>
                    </a:lnTo>
                    <a:lnTo>
                      <a:pt x="572" y="1782"/>
                    </a:lnTo>
                    <a:lnTo>
                      <a:pt x="2006" y="1782"/>
                    </a:lnTo>
                    <a:lnTo>
                      <a:pt x="2006" y="573"/>
                    </a:lnTo>
                    <a:lnTo>
                      <a:pt x="1444" y="0"/>
                    </a:lnTo>
                    <a:close/>
                  </a:path>
                </a:pathLst>
              </a:custGeom>
              <a:noFill/>
              <a:ln w="28575">
                <a:solidFill>
                  <a:srgbClr val="0099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4" name="Text Box 8">
              <a:extLst>
                <a:ext uri="{FF2B5EF4-FFF2-40B4-BE49-F238E27FC236}">
                  <a16:creationId xmlns:a16="http://schemas.microsoft.com/office/drawing/2014/main" id="{02471BA3-B200-480D-F809-36756804101A}"/>
                </a:ext>
              </a:extLst>
            </p:cNvPr>
            <p:cNvSpPr txBox="1">
              <a:spLocks noChangeArrowheads="1"/>
            </p:cNvSpPr>
            <p:nvPr/>
          </p:nvSpPr>
          <p:spPr bwMode="auto">
            <a:xfrm>
              <a:off x="3079" y="1554"/>
              <a:ext cx="359"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5" name="Text Box 9">
              <a:extLst>
                <a:ext uri="{FF2B5EF4-FFF2-40B4-BE49-F238E27FC236}">
                  <a16:creationId xmlns:a16="http://schemas.microsoft.com/office/drawing/2014/main" id="{0B48E8C5-E5C9-36B9-F59B-05C4FA267904}"/>
                </a:ext>
              </a:extLst>
            </p:cNvPr>
            <p:cNvSpPr txBox="1">
              <a:spLocks noChangeArrowheads="1"/>
            </p:cNvSpPr>
            <p:nvPr/>
          </p:nvSpPr>
          <p:spPr bwMode="auto">
            <a:xfrm>
              <a:off x="2880" y="2704"/>
              <a:ext cx="256"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6" name="Text Box 10">
              <a:extLst>
                <a:ext uri="{FF2B5EF4-FFF2-40B4-BE49-F238E27FC236}">
                  <a16:creationId xmlns:a16="http://schemas.microsoft.com/office/drawing/2014/main" id="{CD6C07B1-D703-6872-86CC-8A74E97113AB}"/>
                </a:ext>
              </a:extLst>
            </p:cNvPr>
            <p:cNvSpPr txBox="1">
              <a:spLocks noChangeArrowheads="1"/>
            </p:cNvSpPr>
            <p:nvPr/>
          </p:nvSpPr>
          <p:spPr bwMode="auto">
            <a:xfrm>
              <a:off x="4468" y="1344"/>
              <a:ext cx="410"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sp>
          <p:nvSpPr>
            <p:cNvPr id="7" name="Text Box 11">
              <a:extLst>
                <a:ext uri="{FF2B5EF4-FFF2-40B4-BE49-F238E27FC236}">
                  <a16:creationId xmlns:a16="http://schemas.microsoft.com/office/drawing/2014/main" id="{2484E327-90D9-4854-F3FD-CC21E83A0132}"/>
                </a:ext>
              </a:extLst>
            </p:cNvPr>
            <p:cNvSpPr txBox="1">
              <a:spLocks noChangeArrowheads="1"/>
            </p:cNvSpPr>
            <p:nvPr/>
          </p:nvSpPr>
          <p:spPr bwMode="auto">
            <a:xfrm>
              <a:off x="5028" y="3378"/>
              <a:ext cx="347"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8" name="Text Box 12">
              <a:extLst>
                <a:ext uri="{FF2B5EF4-FFF2-40B4-BE49-F238E27FC236}">
                  <a16:creationId xmlns:a16="http://schemas.microsoft.com/office/drawing/2014/main" id="{75C326F2-11FF-BD1B-731D-69E7B1BA3A5E}"/>
                </a:ext>
              </a:extLst>
            </p:cNvPr>
            <p:cNvSpPr txBox="1">
              <a:spLocks noChangeArrowheads="1"/>
            </p:cNvSpPr>
            <p:nvPr/>
          </p:nvSpPr>
          <p:spPr bwMode="auto">
            <a:xfrm>
              <a:off x="4375" y="2750"/>
              <a:ext cx="410"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graphicFrame>
          <p:nvGraphicFramePr>
            <p:cNvPr id="9" name="Object 13">
              <a:extLst>
                <a:ext uri="{FF2B5EF4-FFF2-40B4-BE49-F238E27FC236}">
                  <a16:creationId xmlns:a16="http://schemas.microsoft.com/office/drawing/2014/main" id="{94551831-58BD-4450-A52D-42EE35F98344}"/>
                </a:ext>
              </a:extLst>
            </p:cNvPr>
            <p:cNvGraphicFramePr>
              <a:graphicFrameLocks noChangeAspect="1"/>
            </p:cNvGraphicFramePr>
            <p:nvPr/>
          </p:nvGraphicFramePr>
          <p:xfrm>
            <a:off x="3673" y="3249"/>
            <a:ext cx="205" cy="117"/>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7214" name="Object 13">
                          <a:extLst>
                            <a:ext uri="{FF2B5EF4-FFF2-40B4-BE49-F238E27FC236}">
                              <a16:creationId xmlns:a16="http://schemas.microsoft.com/office/drawing/2014/main" id="{6AF68844-6F68-9148-FB03-E20A8B207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3" y="3249"/>
                          <a:ext cx="205" cy="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14">
              <a:extLst>
                <a:ext uri="{FF2B5EF4-FFF2-40B4-BE49-F238E27FC236}">
                  <a16:creationId xmlns:a16="http://schemas.microsoft.com/office/drawing/2014/main" id="{DA3908F2-326C-13E8-88BD-0A74EBB1A102}"/>
                </a:ext>
              </a:extLst>
            </p:cNvPr>
            <p:cNvGrpSpPr>
              <a:grpSpLocks/>
            </p:cNvGrpSpPr>
            <p:nvPr/>
          </p:nvGrpSpPr>
          <p:grpSpPr bwMode="auto">
            <a:xfrm>
              <a:off x="5012" y="2115"/>
              <a:ext cx="91" cy="181"/>
              <a:chOff x="5012" y="2115"/>
              <a:chExt cx="91" cy="181"/>
            </a:xfrm>
          </p:grpSpPr>
          <p:sp>
            <p:nvSpPr>
              <p:cNvPr id="11" name="Line 15">
                <a:extLst>
                  <a:ext uri="{FF2B5EF4-FFF2-40B4-BE49-F238E27FC236}">
                    <a16:creationId xmlns:a16="http://schemas.microsoft.com/office/drawing/2014/main" id="{15E59A1E-9BCC-9AB8-1368-219F820C74B9}"/>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 name="Line 16">
                <a:extLst>
                  <a:ext uri="{FF2B5EF4-FFF2-40B4-BE49-F238E27FC236}">
                    <a16:creationId xmlns:a16="http://schemas.microsoft.com/office/drawing/2014/main" id="{A325FE52-85AA-9C05-C396-750A8EF562ED}"/>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 name="Line 17">
                <a:extLst>
                  <a:ext uri="{FF2B5EF4-FFF2-40B4-BE49-F238E27FC236}">
                    <a16:creationId xmlns:a16="http://schemas.microsoft.com/office/drawing/2014/main" id="{DF152C0C-0A6E-3A59-5199-6A7CD36BD0C6}"/>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Line 18">
                <a:extLst>
                  <a:ext uri="{FF2B5EF4-FFF2-40B4-BE49-F238E27FC236}">
                    <a16:creationId xmlns:a16="http://schemas.microsoft.com/office/drawing/2014/main" id="{5EBEFE19-68E9-2C91-C5B6-8F6914999BE3}"/>
                  </a:ext>
                </a:extLst>
              </p:cNvPr>
              <p:cNvSpPr>
                <a:spLocks noChangeShapeType="1"/>
              </p:cNvSpPr>
              <p:nvPr/>
            </p:nvSpPr>
            <p:spPr bwMode="auto">
              <a:xfrm flipH="1">
                <a:off x="5012" y="2160"/>
                <a:ext cx="45"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19" name="Rectangle 19">
            <a:extLst>
              <a:ext uri="{FF2B5EF4-FFF2-40B4-BE49-F238E27FC236}">
                <a16:creationId xmlns:a16="http://schemas.microsoft.com/office/drawing/2014/main" id="{7A0230A0-A34E-2907-C35C-2A053509F36B}"/>
              </a:ext>
            </a:extLst>
          </p:cNvPr>
          <p:cNvSpPr txBox="1">
            <a:spLocks noChangeArrowheads="1"/>
          </p:cNvSpPr>
          <p:nvPr/>
        </p:nvSpPr>
        <p:spPr bwMode="auto">
          <a:xfrm>
            <a:off x="2936663" y="578373"/>
            <a:ext cx="4916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zh-CN" sz="3200" b="1" i="0" u="none" strike="noStrike" kern="0" cap="none" spc="0" normalizeH="0" baseline="0" noProof="0" dirty="0">
                <a:ln>
                  <a:noFill/>
                </a:ln>
                <a:solidFill>
                  <a:srgbClr val="000000"/>
                </a:solidFill>
                <a:effectLst/>
                <a:uLnTx/>
                <a:uFillTx/>
                <a:latin typeface="隶书" pitchFamily="49" charset="-122"/>
                <a:ea typeface="隶书"/>
                <a:cs typeface="+mj-cs"/>
              </a:rPr>
              <a:t>           </a:t>
            </a:r>
            <a:r>
              <a:rPr kumimoji="0" lang="zh-CN" altLang="en-US" sz="3200" b="1" i="0" u="none" strike="noStrike" kern="0" cap="none" spc="0" normalizeH="0" baseline="0" noProof="0" dirty="0">
                <a:ln>
                  <a:noFill/>
                </a:ln>
                <a:solidFill>
                  <a:srgbClr val="000000"/>
                </a:solidFill>
                <a:effectLst/>
                <a:uLnTx/>
                <a:uFillTx/>
                <a:latin typeface="宋体"/>
                <a:ea typeface="宋体"/>
                <a:cs typeface="+mj-cs"/>
              </a:rPr>
              <a:t>点的投影</a:t>
            </a:r>
          </a:p>
        </p:txBody>
      </p:sp>
      <p:sp>
        <p:nvSpPr>
          <p:cNvPr id="20" name="Rectangle 20">
            <a:extLst>
              <a:ext uri="{FF2B5EF4-FFF2-40B4-BE49-F238E27FC236}">
                <a16:creationId xmlns:a16="http://schemas.microsoft.com/office/drawing/2014/main" id="{FA77E6F1-3804-9B36-EA63-C49B76C9DB9C}"/>
              </a:ext>
            </a:extLst>
          </p:cNvPr>
          <p:cNvSpPr txBox="1">
            <a:spLocks noChangeArrowheads="1"/>
          </p:cNvSpPr>
          <p:nvPr/>
        </p:nvSpPr>
        <p:spPr bwMode="auto">
          <a:xfrm>
            <a:off x="615950" y="1066800"/>
            <a:ext cx="4032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a:lnSpc>
                <a:spcPct val="80000"/>
              </a:lnSpc>
              <a:spcBef>
                <a:spcPct val="0"/>
              </a:spcBef>
              <a:buFontTx/>
              <a:buNone/>
              <a:defRPr/>
            </a:pPr>
            <a:endParaRPr kumimoji="1" lang="zh-CN" altLang="en-US" sz="2800" kern="0" dirty="0">
              <a:latin typeface="仿宋" pitchFamily="49" charset="-122"/>
              <a:ea typeface="仿宋" pitchFamily="49" charset="-122"/>
            </a:endParaRPr>
          </a:p>
        </p:txBody>
      </p:sp>
      <p:sp>
        <p:nvSpPr>
          <p:cNvPr id="22" name="Text Box 22">
            <a:extLst>
              <a:ext uri="{FF2B5EF4-FFF2-40B4-BE49-F238E27FC236}">
                <a16:creationId xmlns:a16="http://schemas.microsoft.com/office/drawing/2014/main" id="{EFE136FB-C683-70A6-17F8-1A85614E29EE}"/>
              </a:ext>
            </a:extLst>
          </p:cNvPr>
          <p:cNvSpPr txBox="1">
            <a:spLocks noChangeArrowheads="1"/>
          </p:cNvSpPr>
          <p:nvPr/>
        </p:nvSpPr>
        <p:spPr bwMode="auto">
          <a:xfrm>
            <a:off x="2007182" y="1582467"/>
            <a:ext cx="2232025" cy="523875"/>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空   间  点</a:t>
            </a:r>
            <a:endParaRPr kumimoji="1" lang="zh-CN" altLang="en-US" sz="2800" dirty="0">
              <a:solidFill>
                <a:srgbClr val="0000FF"/>
              </a:solidFill>
              <a:effectLst>
                <a:outerShdw blurRad="38100" dist="38100" dir="2700000" algn="tl">
                  <a:srgbClr val="C0C0C0"/>
                </a:outerShdw>
              </a:effectLst>
              <a:latin typeface="仿宋" pitchFamily="49" charset="-122"/>
              <a:ea typeface="仿宋" pitchFamily="49" charset="-122"/>
            </a:endParaRPr>
          </a:p>
        </p:txBody>
      </p:sp>
      <p:sp>
        <p:nvSpPr>
          <p:cNvPr id="23" name="Text Box 23">
            <a:extLst>
              <a:ext uri="{FF2B5EF4-FFF2-40B4-BE49-F238E27FC236}">
                <a16:creationId xmlns:a16="http://schemas.microsoft.com/office/drawing/2014/main" id="{8ACF0F16-03D4-10BC-EDE6-36C38DF25E52}"/>
              </a:ext>
            </a:extLst>
          </p:cNvPr>
          <p:cNvSpPr txBox="1">
            <a:spLocks noChangeArrowheads="1"/>
          </p:cNvSpPr>
          <p:nvPr/>
        </p:nvSpPr>
        <p:spPr bwMode="auto">
          <a:xfrm>
            <a:off x="4526544" y="1572942"/>
            <a:ext cx="18288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a:t>
            </a:r>
            <a:r>
              <a:rPr kumimoji="1" lang="zh-CN" altLang="en-US"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a:t>
            </a:r>
          </a:p>
        </p:txBody>
      </p:sp>
      <p:sp>
        <p:nvSpPr>
          <p:cNvPr id="24" name="Line 24">
            <a:extLst>
              <a:ext uri="{FF2B5EF4-FFF2-40B4-BE49-F238E27FC236}">
                <a16:creationId xmlns:a16="http://schemas.microsoft.com/office/drawing/2014/main" id="{7C482B1D-608D-C805-178E-C8E6C5A3AE35}"/>
              </a:ext>
            </a:extLst>
          </p:cNvPr>
          <p:cNvSpPr>
            <a:spLocks noChangeShapeType="1"/>
          </p:cNvSpPr>
          <p:nvPr/>
        </p:nvSpPr>
        <p:spPr bwMode="auto">
          <a:xfrm>
            <a:off x="4166182" y="1814242"/>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5" name="Text Box 25">
            <a:extLst>
              <a:ext uri="{FF2B5EF4-FFF2-40B4-BE49-F238E27FC236}">
                <a16:creationId xmlns:a16="http://schemas.microsoft.com/office/drawing/2014/main" id="{DBCB747D-FD1F-57C6-62ED-FB88AEFE4C81}"/>
              </a:ext>
            </a:extLst>
          </p:cNvPr>
          <p:cNvSpPr txBox="1">
            <a:spLocks noChangeArrowheads="1"/>
          </p:cNvSpPr>
          <p:nvPr/>
        </p:nvSpPr>
        <p:spPr bwMode="auto">
          <a:xfrm>
            <a:off x="1935744" y="2087292"/>
            <a:ext cx="2362200" cy="519113"/>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点的</a:t>
            </a:r>
            <a:r>
              <a:rPr kumimoji="1" lang="en-US" altLang="zh-CN" sz="2800" b="1" i="1" dirty="0">
                <a:solidFill>
                  <a:srgbClr val="0000FF"/>
                </a:solidFill>
                <a:effectLst>
                  <a:outerShdw blurRad="38100" dist="38100" dir="2700000" algn="tl">
                    <a:srgbClr val="C0C0C0"/>
                  </a:outerShdw>
                </a:effectLst>
                <a:latin typeface="仿宋" pitchFamily="49" charset="-122"/>
                <a:ea typeface="仿宋" pitchFamily="49" charset="-122"/>
              </a:rPr>
              <a:t>H</a:t>
            </a: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面投影</a:t>
            </a:r>
          </a:p>
        </p:txBody>
      </p:sp>
      <p:sp>
        <p:nvSpPr>
          <p:cNvPr id="26" name="Text Box 26">
            <a:extLst>
              <a:ext uri="{FF2B5EF4-FFF2-40B4-BE49-F238E27FC236}">
                <a16:creationId xmlns:a16="http://schemas.microsoft.com/office/drawing/2014/main" id="{72E7BA59-1598-6C30-4279-46D9361D412A}"/>
              </a:ext>
            </a:extLst>
          </p:cNvPr>
          <p:cNvSpPr txBox="1">
            <a:spLocks noChangeArrowheads="1"/>
          </p:cNvSpPr>
          <p:nvPr/>
        </p:nvSpPr>
        <p:spPr bwMode="auto">
          <a:xfrm>
            <a:off x="1935744" y="2590530"/>
            <a:ext cx="2438400" cy="519112"/>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点的</a:t>
            </a:r>
            <a:r>
              <a:rPr kumimoji="1" lang="en-US" altLang="zh-CN" sz="2800" b="1" i="1" dirty="0">
                <a:solidFill>
                  <a:srgbClr val="0000FF"/>
                </a:solidFill>
                <a:effectLst>
                  <a:outerShdw blurRad="38100" dist="38100" dir="2700000" algn="tl">
                    <a:srgbClr val="C0C0C0"/>
                  </a:outerShdw>
                </a:effectLst>
                <a:latin typeface="仿宋" pitchFamily="49" charset="-122"/>
                <a:ea typeface="仿宋" pitchFamily="49" charset="-122"/>
              </a:rPr>
              <a:t>V</a:t>
            </a: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面投影</a:t>
            </a:r>
          </a:p>
        </p:txBody>
      </p:sp>
      <p:sp>
        <p:nvSpPr>
          <p:cNvPr id="27" name="Text Box 27">
            <a:extLst>
              <a:ext uri="{FF2B5EF4-FFF2-40B4-BE49-F238E27FC236}">
                <a16:creationId xmlns:a16="http://schemas.microsoft.com/office/drawing/2014/main" id="{157F04D5-093A-AEA5-69BF-74DCE7D13D24}"/>
              </a:ext>
            </a:extLst>
          </p:cNvPr>
          <p:cNvSpPr txBox="1">
            <a:spLocks noChangeArrowheads="1"/>
          </p:cNvSpPr>
          <p:nvPr/>
        </p:nvSpPr>
        <p:spPr bwMode="auto">
          <a:xfrm>
            <a:off x="1935744" y="3095355"/>
            <a:ext cx="2519363" cy="519112"/>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点的</a:t>
            </a:r>
            <a:r>
              <a:rPr kumimoji="1" lang="en-US" altLang="zh-CN" sz="2800" b="1" i="1" dirty="0">
                <a:solidFill>
                  <a:srgbClr val="0000FF"/>
                </a:solidFill>
                <a:effectLst>
                  <a:outerShdw blurRad="38100" dist="38100" dir="2700000" algn="tl">
                    <a:srgbClr val="C0C0C0"/>
                  </a:outerShdw>
                </a:effectLst>
                <a:latin typeface="仿宋" pitchFamily="49" charset="-122"/>
                <a:ea typeface="仿宋" pitchFamily="49" charset="-122"/>
              </a:rPr>
              <a:t>W</a:t>
            </a: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面投影</a:t>
            </a:r>
          </a:p>
        </p:txBody>
      </p:sp>
      <p:sp>
        <p:nvSpPr>
          <p:cNvPr id="28" name="Text Box 28">
            <a:extLst>
              <a:ext uri="{FF2B5EF4-FFF2-40B4-BE49-F238E27FC236}">
                <a16:creationId xmlns:a16="http://schemas.microsoft.com/office/drawing/2014/main" id="{927BC2BD-6F05-BEDF-DB97-1249BAAAEB56}"/>
              </a:ext>
            </a:extLst>
          </p:cNvPr>
          <p:cNvSpPr txBox="1">
            <a:spLocks noChangeArrowheads="1"/>
          </p:cNvSpPr>
          <p:nvPr/>
        </p:nvSpPr>
        <p:spPr bwMode="auto">
          <a:xfrm>
            <a:off x="4526544" y="2638155"/>
            <a:ext cx="23622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a:t>
            </a:r>
          </a:p>
        </p:txBody>
      </p:sp>
      <p:sp>
        <p:nvSpPr>
          <p:cNvPr id="29" name="Text Box 29">
            <a:extLst>
              <a:ext uri="{FF2B5EF4-FFF2-40B4-BE49-F238E27FC236}">
                <a16:creationId xmlns:a16="http://schemas.microsoft.com/office/drawing/2014/main" id="{9AB30A6B-5542-7384-B3E6-4DA77188423F}"/>
              </a:ext>
            </a:extLst>
          </p:cNvPr>
          <p:cNvSpPr txBox="1">
            <a:spLocks noChangeArrowheads="1"/>
          </p:cNvSpPr>
          <p:nvPr/>
        </p:nvSpPr>
        <p:spPr bwMode="auto">
          <a:xfrm>
            <a:off x="4526544" y="2061892"/>
            <a:ext cx="19050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a:t>
            </a:r>
          </a:p>
        </p:txBody>
      </p:sp>
      <p:sp>
        <p:nvSpPr>
          <p:cNvPr id="30" name="Text Box 30">
            <a:extLst>
              <a:ext uri="{FF2B5EF4-FFF2-40B4-BE49-F238E27FC236}">
                <a16:creationId xmlns:a16="http://schemas.microsoft.com/office/drawing/2014/main" id="{3472A6FE-618C-E5B0-B458-71B634943006}"/>
              </a:ext>
            </a:extLst>
          </p:cNvPr>
          <p:cNvSpPr txBox="1">
            <a:spLocks noChangeArrowheads="1"/>
          </p:cNvSpPr>
          <p:nvPr/>
        </p:nvSpPr>
        <p:spPr bwMode="auto">
          <a:xfrm>
            <a:off x="4526544" y="3142980"/>
            <a:ext cx="28194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b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a:solidFill>
                  <a:srgbClr val="0000FF"/>
                </a:solidFill>
                <a:latin typeface="Times New Roman" panose="02020603050405020304" pitchFamily="18" charset="0"/>
                <a:ea typeface="宋体" panose="02010600030101010101" pitchFamily="2" charset="-122"/>
              </a:rPr>
              <a:t> </a:t>
            </a:r>
            <a:r>
              <a:rPr kumimoji="1" lang="zh-CN" altLang="en-US"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c </a:t>
            </a:r>
            <a:r>
              <a:rPr kumimoji="1" lang="en-US" altLang="zh-CN" sz="2400" b="1" i="1">
                <a:solidFill>
                  <a:srgbClr val="0000FF"/>
                </a:solidFill>
                <a:latin typeface="Times New Roman" panose="02020603050405020304" pitchFamily="18" charset="0"/>
                <a:ea typeface="宋体" panose="02010600030101010101" pitchFamily="2" charset="-122"/>
              </a:rPr>
              <a:t>"</a:t>
            </a:r>
            <a:r>
              <a:rPr kumimoji="1" lang="en-US" altLang="zh-CN" sz="2400" b="1" i="1">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p>
        </p:txBody>
      </p:sp>
      <p:sp>
        <p:nvSpPr>
          <p:cNvPr id="31" name="Line 31">
            <a:extLst>
              <a:ext uri="{FF2B5EF4-FFF2-40B4-BE49-F238E27FC236}">
                <a16:creationId xmlns:a16="http://schemas.microsoft.com/office/drawing/2014/main" id="{BCED1CB8-8B60-EC94-A188-B0FA2B2909D0}"/>
              </a:ext>
            </a:extLst>
          </p:cNvPr>
          <p:cNvSpPr>
            <a:spLocks noChangeShapeType="1"/>
          </p:cNvSpPr>
          <p:nvPr/>
        </p:nvSpPr>
        <p:spPr bwMode="auto">
          <a:xfrm>
            <a:off x="4166182" y="2317480"/>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2" name="Line 32">
            <a:extLst>
              <a:ext uri="{FF2B5EF4-FFF2-40B4-BE49-F238E27FC236}">
                <a16:creationId xmlns:a16="http://schemas.microsoft.com/office/drawing/2014/main" id="{B4BDBBC3-2973-E7C5-A0DD-70B13701F181}"/>
              </a:ext>
            </a:extLst>
          </p:cNvPr>
          <p:cNvSpPr>
            <a:spLocks noChangeShapeType="1"/>
          </p:cNvSpPr>
          <p:nvPr/>
        </p:nvSpPr>
        <p:spPr bwMode="auto">
          <a:xfrm>
            <a:off x="4166182" y="2879455"/>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3" name="Line 33">
            <a:extLst>
              <a:ext uri="{FF2B5EF4-FFF2-40B4-BE49-F238E27FC236}">
                <a16:creationId xmlns:a16="http://schemas.microsoft.com/office/drawing/2014/main" id="{1F510BE5-BD3C-C792-8F30-16CC7DBD8F12}"/>
              </a:ext>
            </a:extLst>
          </p:cNvPr>
          <p:cNvSpPr>
            <a:spLocks noChangeShapeType="1"/>
          </p:cNvSpPr>
          <p:nvPr/>
        </p:nvSpPr>
        <p:spPr bwMode="auto">
          <a:xfrm>
            <a:off x="4166182" y="3384280"/>
            <a:ext cx="457200" cy="0"/>
          </a:xfrm>
          <a:prstGeom prst="line">
            <a:avLst/>
          </a:prstGeom>
          <a:noFill/>
          <a:ln w="38100">
            <a:solidFill>
              <a:srgbClr val="9933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nvGrpSpPr>
          <p:cNvPr id="34" name="Group 34">
            <a:extLst>
              <a:ext uri="{FF2B5EF4-FFF2-40B4-BE49-F238E27FC236}">
                <a16:creationId xmlns:a16="http://schemas.microsoft.com/office/drawing/2014/main" id="{399416B1-61ED-8D1B-973B-BD98FDB2F91C}"/>
              </a:ext>
            </a:extLst>
          </p:cNvPr>
          <p:cNvGrpSpPr>
            <a:grpSpLocks/>
          </p:cNvGrpSpPr>
          <p:nvPr/>
        </p:nvGrpSpPr>
        <p:grpSpPr bwMode="auto">
          <a:xfrm>
            <a:off x="8595307" y="2512742"/>
            <a:ext cx="1433512" cy="1371600"/>
            <a:chOff x="4173" y="2238"/>
            <a:chExt cx="903" cy="864"/>
          </a:xfrm>
        </p:grpSpPr>
        <p:sp>
          <p:nvSpPr>
            <p:cNvPr id="35" name="Text Box 35">
              <a:extLst>
                <a:ext uri="{FF2B5EF4-FFF2-40B4-BE49-F238E27FC236}">
                  <a16:creationId xmlns:a16="http://schemas.microsoft.com/office/drawing/2014/main" id="{FF7EE763-2508-88EF-5098-AC7B6B1FC6E4}"/>
                </a:ext>
              </a:extLst>
            </p:cNvPr>
            <p:cNvSpPr txBox="1">
              <a:spLocks noChangeArrowheads="1"/>
            </p:cNvSpPr>
            <p:nvPr/>
          </p:nvSpPr>
          <p:spPr bwMode="auto">
            <a:xfrm>
              <a:off x="4350" y="2734"/>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00"/>
                  </a:solidFill>
                  <a:latin typeface="Times New Roman" panose="02020603050405020304" pitchFamily="18" charset="0"/>
                </a:rPr>
                <a:t>a</a:t>
              </a:r>
              <a:r>
                <a:rPr kumimoji="1" lang="en-US" altLang="zh-CN" sz="2400" baseline="-25000">
                  <a:solidFill>
                    <a:srgbClr val="000000"/>
                  </a:solidFill>
                  <a:latin typeface="Times New Roman" panose="02020603050405020304" pitchFamily="18" charset="0"/>
                </a:rPr>
                <a:t>X</a:t>
              </a:r>
              <a:endParaRPr kumimoji="1" lang="en-US" altLang="zh-CN" sz="2400">
                <a:solidFill>
                  <a:srgbClr val="000000"/>
                </a:solidFill>
                <a:latin typeface="Times New Roman" panose="02020603050405020304" pitchFamily="18" charset="0"/>
              </a:endParaRPr>
            </a:p>
          </p:txBody>
        </p:sp>
        <p:sp>
          <p:nvSpPr>
            <p:cNvPr id="36" name="Text Box 36">
              <a:extLst>
                <a:ext uri="{FF2B5EF4-FFF2-40B4-BE49-F238E27FC236}">
                  <a16:creationId xmlns:a16="http://schemas.microsoft.com/office/drawing/2014/main" id="{673EBC7A-4510-24E5-F0E8-40C9DCB707FF}"/>
                </a:ext>
              </a:extLst>
            </p:cNvPr>
            <p:cNvSpPr txBox="1">
              <a:spLocks noChangeArrowheads="1"/>
            </p:cNvSpPr>
            <p:nvPr/>
          </p:nvSpPr>
          <p:spPr bwMode="auto">
            <a:xfrm>
              <a:off x="4494" y="2479"/>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00"/>
                  </a:solidFill>
                  <a:latin typeface="Times New Roman" panose="02020603050405020304" pitchFamily="18" charset="0"/>
                </a:rPr>
                <a:t>a</a:t>
              </a:r>
              <a:r>
                <a:rPr kumimoji="1" lang="en-US" altLang="zh-CN" sz="2400" baseline="-25000">
                  <a:solidFill>
                    <a:srgbClr val="000000"/>
                  </a:solidFill>
                  <a:latin typeface="Times New Roman" panose="02020603050405020304" pitchFamily="18" charset="0"/>
                </a:rPr>
                <a:t>Z</a:t>
              </a:r>
              <a:endParaRPr kumimoji="1" lang="en-US" altLang="zh-CN" sz="2400">
                <a:solidFill>
                  <a:srgbClr val="000000"/>
                </a:solidFill>
                <a:latin typeface="Times New Roman" panose="02020603050405020304" pitchFamily="18" charset="0"/>
              </a:endParaRPr>
            </a:p>
          </p:txBody>
        </p:sp>
        <p:grpSp>
          <p:nvGrpSpPr>
            <p:cNvPr id="37" name="Group 37">
              <a:extLst>
                <a:ext uri="{FF2B5EF4-FFF2-40B4-BE49-F238E27FC236}">
                  <a16:creationId xmlns:a16="http://schemas.microsoft.com/office/drawing/2014/main" id="{C295D38B-2DD9-9955-BA9F-B8A330A5D7E6}"/>
                </a:ext>
              </a:extLst>
            </p:cNvPr>
            <p:cNvGrpSpPr>
              <a:grpSpLocks/>
            </p:cNvGrpSpPr>
            <p:nvPr/>
          </p:nvGrpSpPr>
          <p:grpSpPr bwMode="auto">
            <a:xfrm>
              <a:off x="4173" y="2238"/>
              <a:ext cx="674" cy="864"/>
              <a:chOff x="4173" y="2238"/>
              <a:chExt cx="674" cy="864"/>
            </a:xfrm>
          </p:grpSpPr>
          <p:sp>
            <p:nvSpPr>
              <p:cNvPr id="41" name="Freeform 38">
                <a:extLst>
                  <a:ext uri="{FF2B5EF4-FFF2-40B4-BE49-F238E27FC236}">
                    <a16:creationId xmlns:a16="http://schemas.microsoft.com/office/drawing/2014/main" id="{39035BF8-B656-A31E-8785-FFE6DF28B3D9}"/>
                  </a:ext>
                </a:extLst>
              </p:cNvPr>
              <p:cNvSpPr>
                <a:spLocks/>
              </p:cNvSpPr>
              <p:nvPr/>
            </p:nvSpPr>
            <p:spPr bwMode="auto">
              <a:xfrm>
                <a:off x="4173" y="2238"/>
                <a:ext cx="99" cy="99"/>
              </a:xfrm>
              <a:custGeom>
                <a:avLst/>
                <a:gdLst>
                  <a:gd name="T0" fmla="*/ 0 w 99"/>
                  <a:gd name="T1" fmla="*/ 0 h 99"/>
                  <a:gd name="T2" fmla="*/ 99 w 99"/>
                  <a:gd name="T3" fmla="*/ 99 h 99"/>
                  <a:gd name="T4" fmla="*/ 0 60000 65536"/>
                  <a:gd name="T5" fmla="*/ 0 60000 65536"/>
                  <a:gd name="T6" fmla="*/ 0 w 99"/>
                  <a:gd name="T7" fmla="*/ 0 h 99"/>
                  <a:gd name="T8" fmla="*/ 99 w 99"/>
                  <a:gd name="T9" fmla="*/ 99 h 99"/>
                </a:gdLst>
                <a:ahLst/>
                <a:cxnLst>
                  <a:cxn ang="T4">
                    <a:pos x="T0" y="T1"/>
                  </a:cxn>
                  <a:cxn ang="T5">
                    <a:pos x="T2" y="T3"/>
                  </a:cxn>
                </a:cxnLst>
                <a:rect l="T6" t="T7" r="T8" b="T9"/>
                <a:pathLst>
                  <a:path w="99" h="99">
                    <a:moveTo>
                      <a:pt x="0" y="0"/>
                    </a:moveTo>
                    <a:lnTo>
                      <a:pt x="99" y="99"/>
                    </a:lnTo>
                  </a:path>
                </a:pathLst>
              </a:custGeom>
              <a:noFill/>
              <a:ln w="127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2" name="Line 39">
                <a:extLst>
                  <a:ext uri="{FF2B5EF4-FFF2-40B4-BE49-F238E27FC236}">
                    <a16:creationId xmlns:a16="http://schemas.microsoft.com/office/drawing/2014/main" id="{B7A63415-C6A6-77DD-37DE-A64838AE26C1}"/>
                  </a:ext>
                </a:extLst>
              </p:cNvPr>
              <p:cNvSpPr>
                <a:spLocks noChangeShapeType="1"/>
              </p:cNvSpPr>
              <p:nvPr/>
            </p:nvSpPr>
            <p:spPr bwMode="auto">
              <a:xfrm>
                <a:off x="4751" y="2238"/>
                <a:ext cx="96" cy="96"/>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3" name="Rectangle 40">
                <a:extLst>
                  <a:ext uri="{FF2B5EF4-FFF2-40B4-BE49-F238E27FC236}">
                    <a16:creationId xmlns:a16="http://schemas.microsoft.com/office/drawing/2014/main" id="{1B8FBF52-F543-D19B-4C27-4C61E8036845}"/>
                  </a:ext>
                </a:extLst>
              </p:cNvPr>
              <p:cNvSpPr>
                <a:spLocks noChangeArrowheads="1"/>
              </p:cNvSpPr>
              <p:nvPr/>
            </p:nvSpPr>
            <p:spPr bwMode="auto">
              <a:xfrm>
                <a:off x="4271" y="2334"/>
                <a:ext cx="576" cy="768"/>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44" name="Freeform 41">
                <a:extLst>
                  <a:ext uri="{FF2B5EF4-FFF2-40B4-BE49-F238E27FC236}">
                    <a16:creationId xmlns:a16="http://schemas.microsoft.com/office/drawing/2014/main" id="{B31D0C7B-DF3A-93D7-1303-C4E1DE48FC3B}"/>
                  </a:ext>
                </a:extLst>
              </p:cNvPr>
              <p:cNvSpPr>
                <a:spLocks/>
              </p:cNvSpPr>
              <p:nvPr/>
            </p:nvSpPr>
            <p:spPr bwMode="auto">
              <a:xfrm>
                <a:off x="4176" y="3006"/>
                <a:ext cx="94" cy="94"/>
              </a:xfrm>
              <a:custGeom>
                <a:avLst/>
                <a:gdLst>
                  <a:gd name="T0" fmla="*/ 0 w 94"/>
                  <a:gd name="T1" fmla="*/ 0 h 94"/>
                  <a:gd name="T2" fmla="*/ 94 w 94"/>
                  <a:gd name="T3" fmla="*/ 94 h 94"/>
                  <a:gd name="T4" fmla="*/ 0 60000 65536"/>
                  <a:gd name="T5" fmla="*/ 0 60000 65536"/>
                  <a:gd name="T6" fmla="*/ 0 w 94"/>
                  <a:gd name="T7" fmla="*/ 0 h 94"/>
                  <a:gd name="T8" fmla="*/ 94 w 94"/>
                  <a:gd name="T9" fmla="*/ 94 h 94"/>
                </a:gdLst>
                <a:ahLst/>
                <a:cxnLst>
                  <a:cxn ang="T4">
                    <a:pos x="T0" y="T1"/>
                  </a:cxn>
                  <a:cxn ang="T5">
                    <a:pos x="T2" y="T3"/>
                  </a:cxn>
                </a:cxnLst>
                <a:rect l="T6" t="T7" r="T8" b="T9"/>
                <a:pathLst>
                  <a:path w="94" h="94">
                    <a:moveTo>
                      <a:pt x="0" y="0"/>
                    </a:moveTo>
                    <a:lnTo>
                      <a:pt x="94" y="94"/>
                    </a:lnTo>
                  </a:path>
                </a:pathLst>
              </a:custGeom>
              <a:noFill/>
              <a:ln w="127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5" name="Freeform 42">
                <a:extLst>
                  <a:ext uri="{FF2B5EF4-FFF2-40B4-BE49-F238E27FC236}">
                    <a16:creationId xmlns:a16="http://schemas.microsoft.com/office/drawing/2014/main" id="{DCF47E82-8C92-016D-EC52-F7B418BBDC41}"/>
                  </a:ext>
                </a:extLst>
              </p:cNvPr>
              <p:cNvSpPr>
                <a:spLocks/>
              </p:cNvSpPr>
              <p:nvPr/>
            </p:nvSpPr>
            <p:spPr bwMode="auto">
              <a:xfrm>
                <a:off x="4748" y="3006"/>
                <a:ext cx="94" cy="96"/>
              </a:xfrm>
              <a:custGeom>
                <a:avLst/>
                <a:gdLst>
                  <a:gd name="T0" fmla="*/ 0 w 94"/>
                  <a:gd name="T1" fmla="*/ 0 h 96"/>
                  <a:gd name="T2" fmla="*/ 94 w 94"/>
                  <a:gd name="T3" fmla="*/ 96 h 96"/>
                  <a:gd name="T4" fmla="*/ 0 60000 65536"/>
                  <a:gd name="T5" fmla="*/ 0 60000 65536"/>
                  <a:gd name="T6" fmla="*/ 0 w 94"/>
                  <a:gd name="T7" fmla="*/ 0 h 96"/>
                  <a:gd name="T8" fmla="*/ 94 w 94"/>
                  <a:gd name="T9" fmla="*/ 96 h 96"/>
                </a:gdLst>
                <a:ahLst/>
                <a:cxnLst>
                  <a:cxn ang="T4">
                    <a:pos x="T0" y="T1"/>
                  </a:cxn>
                  <a:cxn ang="T5">
                    <a:pos x="T2" y="T3"/>
                  </a:cxn>
                </a:cxnLst>
                <a:rect l="T6" t="T7" r="T8" b="T9"/>
                <a:pathLst>
                  <a:path w="94" h="96">
                    <a:moveTo>
                      <a:pt x="0" y="0"/>
                    </a:moveTo>
                    <a:lnTo>
                      <a:pt x="94" y="96"/>
                    </a:lnTo>
                  </a:path>
                </a:pathLst>
              </a:custGeom>
              <a:noFill/>
              <a:ln w="12700">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6" name="Rectangle 43">
                <a:extLst>
                  <a:ext uri="{FF2B5EF4-FFF2-40B4-BE49-F238E27FC236}">
                    <a16:creationId xmlns:a16="http://schemas.microsoft.com/office/drawing/2014/main" id="{613D4717-F573-B4BA-7938-B729708BAC88}"/>
                  </a:ext>
                </a:extLst>
              </p:cNvPr>
              <p:cNvSpPr>
                <a:spLocks noChangeArrowheads="1"/>
              </p:cNvSpPr>
              <p:nvPr/>
            </p:nvSpPr>
            <p:spPr bwMode="auto">
              <a:xfrm>
                <a:off x="4175" y="2238"/>
                <a:ext cx="576" cy="768"/>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grpSp>
          <p:nvGrpSpPr>
            <p:cNvPr id="38" name="Group 44">
              <a:extLst>
                <a:ext uri="{FF2B5EF4-FFF2-40B4-BE49-F238E27FC236}">
                  <a16:creationId xmlns:a16="http://schemas.microsoft.com/office/drawing/2014/main" id="{8799DFB0-354A-4CA6-62E2-79918D792D4C}"/>
                </a:ext>
              </a:extLst>
            </p:cNvPr>
            <p:cNvGrpSpPr>
              <a:grpSpLocks/>
            </p:cNvGrpSpPr>
            <p:nvPr/>
          </p:nvGrpSpPr>
          <p:grpSpPr bwMode="auto">
            <a:xfrm>
              <a:off x="4740" y="2795"/>
              <a:ext cx="336" cy="288"/>
              <a:chOff x="4740" y="2795"/>
              <a:chExt cx="336" cy="288"/>
            </a:xfrm>
          </p:grpSpPr>
          <p:sp>
            <p:nvSpPr>
              <p:cNvPr id="39" name="Rectangle 45">
                <a:extLst>
                  <a:ext uri="{FF2B5EF4-FFF2-40B4-BE49-F238E27FC236}">
                    <a16:creationId xmlns:a16="http://schemas.microsoft.com/office/drawing/2014/main" id="{D34B55C3-C2C5-5F72-B658-51A5BA9244F6}"/>
                  </a:ext>
                </a:extLst>
              </p:cNvPr>
              <p:cNvSpPr>
                <a:spLocks noChangeArrowheads="1"/>
              </p:cNvSpPr>
              <p:nvPr/>
            </p:nvSpPr>
            <p:spPr bwMode="auto">
              <a:xfrm>
                <a:off x="4826" y="2910"/>
                <a:ext cx="141" cy="144"/>
              </a:xfrm>
              <a:prstGeom prst="rect">
                <a:avLst/>
              </a:prstGeom>
              <a:solidFill>
                <a:srgbClr val="CCFFFF"/>
              </a:solidFill>
              <a:ln w="12700">
                <a:solidFill>
                  <a:srgbClr val="CCFFFF"/>
                </a:solidFill>
                <a:miter lim="800000"/>
                <a:headEnd/>
                <a:tailEnd/>
              </a:ln>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40" name="Text Box 46">
                <a:extLst>
                  <a:ext uri="{FF2B5EF4-FFF2-40B4-BE49-F238E27FC236}">
                    <a16:creationId xmlns:a16="http://schemas.microsoft.com/office/drawing/2014/main" id="{751F3F3F-CB2A-54DE-E1B1-64A7F0FCC4A8}"/>
                  </a:ext>
                </a:extLst>
              </p:cNvPr>
              <p:cNvSpPr txBox="1">
                <a:spLocks noChangeArrowheads="1"/>
              </p:cNvSpPr>
              <p:nvPr/>
            </p:nvSpPr>
            <p:spPr bwMode="auto">
              <a:xfrm>
                <a:off x="4740" y="2795"/>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00"/>
                    </a:solidFill>
                    <a:latin typeface="Times New Roman" panose="02020603050405020304" pitchFamily="18" charset="0"/>
                  </a:rPr>
                  <a:t>a</a:t>
                </a:r>
                <a:r>
                  <a:rPr kumimoji="1" lang="en-US" altLang="zh-CN" sz="2400" baseline="-25000">
                    <a:solidFill>
                      <a:srgbClr val="000000"/>
                    </a:solidFill>
                    <a:latin typeface="Times New Roman" panose="02020603050405020304" pitchFamily="18" charset="0"/>
                  </a:rPr>
                  <a:t>Y</a:t>
                </a:r>
                <a:endParaRPr kumimoji="1" lang="en-US" altLang="zh-CN" sz="2400">
                  <a:solidFill>
                    <a:srgbClr val="000000"/>
                  </a:solidFill>
                  <a:latin typeface="Times New Roman" panose="02020603050405020304" pitchFamily="18" charset="0"/>
                </a:endParaRPr>
              </a:p>
            </p:txBody>
          </p:sp>
        </p:grpSp>
      </p:grpSp>
      <p:sp>
        <p:nvSpPr>
          <p:cNvPr id="47" name="Text Box 47">
            <a:extLst>
              <a:ext uri="{FF2B5EF4-FFF2-40B4-BE49-F238E27FC236}">
                <a16:creationId xmlns:a16="http://schemas.microsoft.com/office/drawing/2014/main" id="{82480C78-9FC3-A30C-E7FE-104A32C88895}"/>
              </a:ext>
            </a:extLst>
          </p:cNvPr>
          <p:cNvSpPr txBox="1">
            <a:spLocks noChangeArrowheads="1"/>
          </p:cNvSpPr>
          <p:nvPr/>
        </p:nvSpPr>
        <p:spPr bwMode="auto">
          <a:xfrm>
            <a:off x="8271457" y="2174605"/>
            <a:ext cx="720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FF0000"/>
                </a:solidFill>
                <a:latin typeface="Times New Roman" panose="02020603050405020304" pitchFamily="18" charset="0"/>
                <a:ea typeface="华文细黑" panose="02010600040101010101" pitchFamily="2" charset="-122"/>
              </a:rPr>
              <a:t>a</a:t>
            </a:r>
            <a:r>
              <a:rPr kumimoji="1" lang="en-US" altLang="zh-CN" sz="2400" i="1">
                <a:solidFill>
                  <a:srgbClr val="FF0000"/>
                </a:solidFill>
                <a:latin typeface="Times New Roman" panose="02020603050405020304" pitchFamily="18" charset="0"/>
              </a:rPr>
              <a:t>'</a:t>
            </a:r>
          </a:p>
        </p:txBody>
      </p:sp>
      <p:sp>
        <p:nvSpPr>
          <p:cNvPr id="48" name="Text Box 48">
            <a:extLst>
              <a:ext uri="{FF2B5EF4-FFF2-40B4-BE49-F238E27FC236}">
                <a16:creationId xmlns:a16="http://schemas.microsoft.com/office/drawing/2014/main" id="{3EC684BE-D9F6-0E7A-ADD0-3504B2AF6A74}"/>
              </a:ext>
            </a:extLst>
          </p:cNvPr>
          <p:cNvSpPr txBox="1">
            <a:spLocks noChangeArrowheads="1"/>
          </p:cNvSpPr>
          <p:nvPr/>
        </p:nvSpPr>
        <p:spPr bwMode="auto">
          <a:xfrm>
            <a:off x="9704969" y="2317480"/>
            <a:ext cx="72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FF0000"/>
                </a:solidFill>
                <a:latin typeface="Times New Roman" panose="02020603050405020304" pitchFamily="18" charset="0"/>
              </a:rPr>
              <a:t>a"</a:t>
            </a:r>
            <a:endParaRPr kumimoji="1" lang="en-US" altLang="zh-CN" sz="2400" i="1">
              <a:solidFill>
                <a:srgbClr val="000000"/>
              </a:solidFill>
              <a:latin typeface="Times New Roman" panose="02020603050405020304" pitchFamily="18" charset="0"/>
            </a:endParaRPr>
          </a:p>
        </p:txBody>
      </p:sp>
      <p:sp>
        <p:nvSpPr>
          <p:cNvPr id="49" name="Text Box 49">
            <a:extLst>
              <a:ext uri="{FF2B5EF4-FFF2-40B4-BE49-F238E27FC236}">
                <a16:creationId xmlns:a16="http://schemas.microsoft.com/office/drawing/2014/main" id="{6DDCBFFA-8CE9-31B6-4EEB-CBD6DAA2FB10}"/>
              </a:ext>
            </a:extLst>
          </p:cNvPr>
          <p:cNvSpPr txBox="1">
            <a:spLocks noChangeArrowheads="1"/>
          </p:cNvSpPr>
          <p:nvPr/>
        </p:nvSpPr>
        <p:spPr bwMode="auto">
          <a:xfrm>
            <a:off x="8487357" y="3731942"/>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FF0000"/>
                </a:solidFill>
                <a:latin typeface="Times New Roman" panose="02020603050405020304" pitchFamily="18" charset="0"/>
              </a:rPr>
              <a:t>a</a:t>
            </a:r>
            <a:endParaRPr kumimoji="1" lang="en-US" altLang="zh-CN" sz="2400" i="1">
              <a:solidFill>
                <a:srgbClr val="000000"/>
              </a:solidFill>
              <a:latin typeface="Times New Roman" panose="02020603050405020304" pitchFamily="18" charset="0"/>
            </a:endParaRPr>
          </a:p>
        </p:txBody>
      </p:sp>
      <p:sp>
        <p:nvSpPr>
          <p:cNvPr id="50" name="Oval 50">
            <a:extLst>
              <a:ext uri="{FF2B5EF4-FFF2-40B4-BE49-F238E27FC236}">
                <a16:creationId xmlns:a16="http://schemas.microsoft.com/office/drawing/2014/main" id="{EB62A084-BEFB-DDAD-E6BA-BB707E45E8BA}"/>
              </a:ext>
            </a:extLst>
          </p:cNvPr>
          <p:cNvSpPr>
            <a:spLocks noChangeAspect="1" noChangeArrowheads="1"/>
          </p:cNvSpPr>
          <p:nvPr/>
        </p:nvSpPr>
        <p:spPr bwMode="auto">
          <a:xfrm>
            <a:off x="8703257" y="2604817"/>
            <a:ext cx="79375" cy="79375"/>
          </a:xfrm>
          <a:prstGeom prst="ellipse">
            <a:avLst/>
          </a:prstGeom>
          <a:gradFill rotWithShape="1">
            <a:gsLst>
              <a:gs pos="0">
                <a:srgbClr val="FF0000"/>
              </a:gs>
              <a:gs pos="100000">
                <a:srgbClr val="9A0000"/>
              </a:gs>
            </a:gsLst>
            <a:path path="shape">
              <a:fillToRect l="50000" t="50000" r="50000" b="50000"/>
            </a:path>
          </a:gradFill>
          <a:ln w="3175">
            <a:solidFill>
              <a:srgbClr val="FF3300"/>
            </a:solidFill>
            <a:round/>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1" name="Text Box 51">
            <a:extLst>
              <a:ext uri="{FF2B5EF4-FFF2-40B4-BE49-F238E27FC236}">
                <a16:creationId xmlns:a16="http://schemas.microsoft.com/office/drawing/2014/main" id="{1BA2797F-4974-157E-3DAC-1F42C6F1F91C}"/>
              </a:ext>
            </a:extLst>
          </p:cNvPr>
          <p:cNvSpPr txBox="1">
            <a:spLocks noChangeArrowheads="1"/>
          </p:cNvSpPr>
          <p:nvPr/>
        </p:nvSpPr>
        <p:spPr bwMode="auto">
          <a:xfrm>
            <a:off x="8774694" y="2388917"/>
            <a:ext cx="381000" cy="457200"/>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en-US" altLang="zh-CN" sz="2400" b="1" i="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endPar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52" name="Oval 52">
            <a:extLst>
              <a:ext uri="{FF2B5EF4-FFF2-40B4-BE49-F238E27FC236}">
                <a16:creationId xmlns:a16="http://schemas.microsoft.com/office/drawing/2014/main" id="{302A978D-2930-BE49-B941-34C930D8034F}"/>
              </a:ext>
            </a:extLst>
          </p:cNvPr>
          <p:cNvSpPr>
            <a:spLocks noChangeArrowheads="1"/>
          </p:cNvSpPr>
          <p:nvPr/>
        </p:nvSpPr>
        <p:spPr bwMode="auto">
          <a:xfrm>
            <a:off x="8558794" y="2496867"/>
            <a:ext cx="76200" cy="76200"/>
          </a:xfrm>
          <a:prstGeom prst="ellipse">
            <a:avLst/>
          </a:prstGeom>
          <a:gradFill rotWithShape="1">
            <a:gsLst>
              <a:gs pos="0">
                <a:srgbClr val="761800"/>
              </a:gs>
              <a:gs pos="50000">
                <a:srgbClr val="FF3300"/>
              </a:gs>
              <a:gs pos="100000">
                <a:srgbClr val="761800"/>
              </a:gs>
            </a:gsLst>
            <a:lin ang="2700000" scaled="1"/>
          </a:gra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3" name="Oval 53">
            <a:extLst>
              <a:ext uri="{FF2B5EF4-FFF2-40B4-BE49-F238E27FC236}">
                <a16:creationId xmlns:a16="http://schemas.microsoft.com/office/drawing/2014/main" id="{AD93698F-5652-ED65-774B-741ACF661735}"/>
              </a:ext>
            </a:extLst>
          </p:cNvPr>
          <p:cNvSpPr>
            <a:spLocks noChangeArrowheads="1"/>
          </p:cNvSpPr>
          <p:nvPr/>
        </p:nvSpPr>
        <p:spPr bwMode="auto">
          <a:xfrm>
            <a:off x="8703257" y="3828780"/>
            <a:ext cx="76200" cy="76200"/>
          </a:xfrm>
          <a:prstGeom prst="ellipse">
            <a:avLst/>
          </a:prstGeom>
          <a:gradFill rotWithShape="1">
            <a:gsLst>
              <a:gs pos="0">
                <a:srgbClr val="761800"/>
              </a:gs>
              <a:gs pos="50000">
                <a:srgbClr val="FF3300"/>
              </a:gs>
              <a:gs pos="100000">
                <a:srgbClr val="761800"/>
              </a:gs>
            </a:gsLst>
            <a:lin ang="2700000" scaled="1"/>
          </a:gra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4" name="Oval 54">
            <a:extLst>
              <a:ext uri="{FF2B5EF4-FFF2-40B4-BE49-F238E27FC236}">
                <a16:creationId xmlns:a16="http://schemas.microsoft.com/office/drawing/2014/main" id="{4C9F1A44-F019-C6C9-6175-2B2629564C94}"/>
              </a:ext>
            </a:extLst>
          </p:cNvPr>
          <p:cNvSpPr>
            <a:spLocks noChangeArrowheads="1"/>
          </p:cNvSpPr>
          <p:nvPr/>
        </p:nvSpPr>
        <p:spPr bwMode="auto">
          <a:xfrm>
            <a:off x="9638294" y="2604817"/>
            <a:ext cx="76200" cy="76200"/>
          </a:xfrm>
          <a:prstGeom prst="ellipse">
            <a:avLst/>
          </a:prstGeom>
          <a:gradFill rotWithShape="1">
            <a:gsLst>
              <a:gs pos="0">
                <a:srgbClr val="761800"/>
              </a:gs>
              <a:gs pos="50000">
                <a:srgbClr val="FF3300"/>
              </a:gs>
              <a:gs pos="100000">
                <a:srgbClr val="761800"/>
              </a:gs>
            </a:gsLst>
            <a:lin ang="2700000" scaled="1"/>
          </a:gra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55" name="Text Box 55">
            <a:extLst>
              <a:ext uri="{FF2B5EF4-FFF2-40B4-BE49-F238E27FC236}">
                <a16:creationId xmlns:a16="http://schemas.microsoft.com/office/drawing/2014/main" id="{052C30E4-B531-B823-D4F5-2CC201E06FA6}"/>
              </a:ext>
            </a:extLst>
          </p:cNvPr>
          <p:cNvSpPr txBox="1">
            <a:spLocks noChangeArrowheads="1"/>
          </p:cNvSpPr>
          <p:nvPr/>
        </p:nvSpPr>
        <p:spPr bwMode="auto">
          <a:xfrm>
            <a:off x="2007182" y="3685905"/>
            <a:ext cx="6624637" cy="197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2800" u="sng" dirty="0">
                <a:solidFill>
                  <a:srgbClr val="000000"/>
                </a:solidFill>
                <a:latin typeface="Times New Roman" panose="02020603050405020304" pitchFamily="18" charset="0"/>
              </a:rPr>
              <a:t>注意</a:t>
            </a:r>
            <a:r>
              <a:rPr kumimoji="1" lang="zh-CN" altLang="en-US" sz="2800" dirty="0">
                <a:solidFill>
                  <a:srgbClr val="000000"/>
                </a:solidFill>
                <a:latin typeface="Times New Roman" panose="02020603050405020304" pitchFamily="18" charset="0"/>
              </a:rPr>
              <a:t>：</a:t>
            </a:r>
          </a:p>
          <a:p>
            <a:pPr fontAlgn="base">
              <a:spcBef>
                <a:spcPct val="0"/>
              </a:spcBef>
              <a:spcAft>
                <a:spcPct val="0"/>
              </a:spcAft>
              <a:buFontTx/>
              <a:buNone/>
            </a:pPr>
            <a:r>
              <a:rPr kumimoji="1" lang="en-US" altLang="zh-CN" sz="2400" dirty="0">
                <a:solidFill>
                  <a:srgbClr val="000000"/>
                </a:solidFill>
                <a:latin typeface="Times New Roman" panose="02020603050405020304" pitchFamily="18" charset="0"/>
              </a:rPr>
              <a:t>1</a:t>
            </a:r>
            <a:r>
              <a:rPr kumimoji="1" lang="zh-CN" altLang="en-US" sz="2400" dirty="0">
                <a:solidFill>
                  <a:srgbClr val="000000"/>
                </a:solidFill>
                <a:latin typeface="Times New Roman" panose="02020603050405020304" pitchFamily="18" charset="0"/>
              </a:rPr>
              <a:t>、</a:t>
            </a:r>
            <a:r>
              <a:rPr kumimoji="1" lang="zh-CN" altLang="en-US" sz="2400" dirty="0">
                <a:solidFill>
                  <a:srgbClr val="0000FF"/>
                </a:solidFill>
                <a:latin typeface="Times New Roman" panose="02020603050405020304" pitchFamily="18" charset="0"/>
              </a:rPr>
              <a:t>空间点</a:t>
            </a:r>
            <a:r>
              <a:rPr kumimoji="1" lang="zh-CN" altLang="en-US" sz="2400" dirty="0">
                <a:solidFill>
                  <a:srgbClr val="000000"/>
                </a:solidFill>
                <a:latin typeface="Times New Roman" panose="02020603050405020304" pitchFamily="18" charset="0"/>
              </a:rPr>
              <a:t>用</a:t>
            </a:r>
            <a:r>
              <a:rPr kumimoji="1" lang="zh-CN" altLang="en-US" sz="2400" dirty="0">
                <a:solidFill>
                  <a:srgbClr val="FF0000"/>
                </a:solidFill>
                <a:latin typeface="Times New Roman" panose="02020603050405020304" pitchFamily="18" charset="0"/>
              </a:rPr>
              <a:t>大写字母</a:t>
            </a:r>
            <a:r>
              <a:rPr kumimoji="1" lang="zh-CN" altLang="en-US" sz="2400" dirty="0">
                <a:solidFill>
                  <a:srgbClr val="000000"/>
                </a:solidFill>
                <a:latin typeface="Times New Roman" panose="02020603050405020304" pitchFamily="18" charset="0"/>
              </a:rPr>
              <a:t>表示，</a:t>
            </a:r>
          </a:p>
          <a:p>
            <a:pPr fontAlgn="base">
              <a:spcBef>
                <a:spcPct val="0"/>
              </a:spcBef>
              <a:spcAft>
                <a:spcPct val="0"/>
              </a:spcAft>
              <a:buFontTx/>
              <a:buNone/>
            </a:pPr>
            <a:r>
              <a:rPr kumimoji="1" lang="zh-CN" altLang="en-US" sz="2400" dirty="0">
                <a:solidFill>
                  <a:srgbClr val="000000"/>
                </a:solidFill>
                <a:latin typeface="Times New Roman" panose="02020603050405020304" pitchFamily="18" charset="0"/>
              </a:rPr>
              <a:t>      点的三个</a:t>
            </a:r>
            <a:r>
              <a:rPr kumimoji="1" lang="zh-CN" altLang="en-US" sz="2400" dirty="0">
                <a:solidFill>
                  <a:srgbClr val="0000FF"/>
                </a:solidFill>
                <a:latin typeface="Times New Roman" panose="02020603050405020304" pitchFamily="18" charset="0"/>
              </a:rPr>
              <a:t>投影</a:t>
            </a:r>
            <a:r>
              <a:rPr kumimoji="1" lang="zh-CN" altLang="en-US" sz="2400" dirty="0">
                <a:solidFill>
                  <a:srgbClr val="000000"/>
                </a:solidFill>
                <a:latin typeface="Times New Roman" panose="02020603050405020304" pitchFamily="18" charset="0"/>
              </a:rPr>
              <a:t>都用</a:t>
            </a:r>
            <a:r>
              <a:rPr kumimoji="1" lang="zh-CN" altLang="en-US" sz="2400" dirty="0">
                <a:solidFill>
                  <a:srgbClr val="FF0000"/>
                </a:solidFill>
                <a:latin typeface="Times New Roman" panose="02020603050405020304" pitchFamily="18" charset="0"/>
              </a:rPr>
              <a:t>同一个小写字母</a:t>
            </a:r>
            <a:r>
              <a:rPr kumimoji="1" lang="zh-CN" altLang="en-US" sz="2400" dirty="0">
                <a:solidFill>
                  <a:srgbClr val="000000"/>
                </a:solidFill>
                <a:latin typeface="Times New Roman" panose="02020603050405020304" pitchFamily="18" charset="0"/>
              </a:rPr>
              <a:t>表示；</a:t>
            </a:r>
          </a:p>
          <a:p>
            <a:pPr fontAlgn="base">
              <a:spcBef>
                <a:spcPct val="0"/>
              </a:spcBef>
              <a:spcAft>
                <a:spcPct val="0"/>
              </a:spcAft>
              <a:buFontTx/>
              <a:buNone/>
            </a:pPr>
            <a:r>
              <a:rPr kumimoji="1" lang="en-US" altLang="zh-CN" sz="2400" dirty="0">
                <a:solidFill>
                  <a:srgbClr val="000000"/>
                </a:solidFill>
                <a:latin typeface="Times New Roman" panose="02020603050405020304" pitchFamily="18" charset="0"/>
              </a:rPr>
              <a:t>2</a:t>
            </a:r>
            <a:r>
              <a:rPr kumimoji="1" lang="zh-CN" altLang="en-US" sz="2400" dirty="0">
                <a:solidFill>
                  <a:srgbClr val="000000"/>
                </a:solidFill>
                <a:latin typeface="Times New Roman" panose="02020603050405020304" pitchFamily="18" charset="0"/>
              </a:rPr>
              <a:t>、</a:t>
            </a:r>
            <a:r>
              <a:rPr kumimoji="1" lang="zh-CN" altLang="en-US" sz="2400" dirty="0">
                <a:solidFill>
                  <a:srgbClr val="FF3399"/>
                </a:solidFill>
                <a:latin typeface="Times New Roman" panose="02020603050405020304" pitchFamily="18" charset="0"/>
              </a:rPr>
              <a:t> </a:t>
            </a:r>
            <a:r>
              <a:rPr kumimoji="1" lang="en-US" altLang="zh-CN" sz="2400" i="1" dirty="0">
                <a:solidFill>
                  <a:srgbClr val="EC0202"/>
                </a:solidFill>
                <a:latin typeface="Times New Roman" panose="02020603050405020304" pitchFamily="18" charset="0"/>
              </a:rPr>
              <a:t>H</a:t>
            </a:r>
            <a:r>
              <a:rPr kumimoji="1" lang="en-US" altLang="zh-CN" sz="2400" i="1" dirty="0">
                <a:solidFill>
                  <a:srgbClr val="FF3399"/>
                </a:solidFill>
                <a:latin typeface="Times New Roman" panose="02020603050405020304" pitchFamily="18" charset="0"/>
              </a:rPr>
              <a:t> </a:t>
            </a:r>
            <a:r>
              <a:rPr kumimoji="1" lang="zh-CN" altLang="en-US" sz="2400" dirty="0">
                <a:solidFill>
                  <a:srgbClr val="000000"/>
                </a:solidFill>
                <a:latin typeface="Times New Roman" panose="02020603050405020304" pitchFamily="18" charset="0"/>
              </a:rPr>
              <a:t>投影</a:t>
            </a:r>
            <a:r>
              <a:rPr kumimoji="1" lang="zh-CN" altLang="en-US" sz="2400" dirty="0">
                <a:solidFill>
                  <a:srgbClr val="EC0202"/>
                </a:solidFill>
                <a:latin typeface="Times New Roman" panose="02020603050405020304" pitchFamily="18" charset="0"/>
              </a:rPr>
              <a:t>不加撇</a:t>
            </a:r>
            <a:r>
              <a:rPr kumimoji="1" lang="zh-CN" altLang="en-US" sz="2400" dirty="0">
                <a:solidFill>
                  <a:srgbClr val="000000"/>
                </a:solidFill>
                <a:latin typeface="Times New Roman" panose="02020603050405020304" pitchFamily="18" charset="0"/>
              </a:rPr>
              <a:t>，</a:t>
            </a:r>
            <a:r>
              <a:rPr kumimoji="1" lang="zh-CN" altLang="en-US" sz="2400" dirty="0">
                <a:solidFill>
                  <a:srgbClr val="FF3399"/>
                </a:solidFill>
                <a:latin typeface="Times New Roman" panose="02020603050405020304" pitchFamily="18" charset="0"/>
              </a:rPr>
              <a:t> </a:t>
            </a:r>
            <a:r>
              <a:rPr kumimoji="1" lang="en-US" altLang="zh-CN" sz="2400" i="1" dirty="0">
                <a:solidFill>
                  <a:srgbClr val="EC0202"/>
                </a:solidFill>
                <a:latin typeface="Times New Roman" panose="02020603050405020304" pitchFamily="18" charset="0"/>
              </a:rPr>
              <a:t>V </a:t>
            </a:r>
            <a:r>
              <a:rPr kumimoji="1" lang="zh-CN" altLang="en-US" sz="2400" dirty="0">
                <a:solidFill>
                  <a:srgbClr val="000000"/>
                </a:solidFill>
                <a:latin typeface="Times New Roman" panose="02020603050405020304" pitchFamily="18" charset="0"/>
              </a:rPr>
              <a:t>投影</a:t>
            </a:r>
            <a:r>
              <a:rPr kumimoji="1" lang="zh-CN" altLang="en-US" sz="2400" dirty="0">
                <a:solidFill>
                  <a:srgbClr val="EC0202"/>
                </a:solidFill>
                <a:latin typeface="Times New Roman" panose="02020603050405020304" pitchFamily="18" charset="0"/>
              </a:rPr>
              <a:t>加一撇</a:t>
            </a:r>
            <a:r>
              <a:rPr kumimoji="1" lang="zh-CN" altLang="en-US" sz="2400" dirty="0">
                <a:solidFill>
                  <a:srgbClr val="000000"/>
                </a:solidFill>
                <a:latin typeface="Times New Roman" panose="02020603050405020304" pitchFamily="18" charset="0"/>
              </a:rPr>
              <a:t>，</a:t>
            </a:r>
            <a:r>
              <a:rPr kumimoji="1" lang="en-US" altLang="zh-CN" sz="2400" i="1" dirty="0">
                <a:solidFill>
                  <a:srgbClr val="EC0202"/>
                </a:solidFill>
                <a:latin typeface="Times New Roman" panose="02020603050405020304" pitchFamily="18" charset="0"/>
              </a:rPr>
              <a:t>W</a:t>
            </a:r>
            <a:r>
              <a:rPr kumimoji="1" lang="en-US" altLang="zh-CN" sz="2400" i="1" dirty="0">
                <a:solidFill>
                  <a:srgbClr val="FF3399"/>
                </a:solidFill>
                <a:latin typeface="Times New Roman" panose="02020603050405020304" pitchFamily="18" charset="0"/>
              </a:rPr>
              <a:t>  </a:t>
            </a:r>
            <a:r>
              <a:rPr kumimoji="1" lang="zh-CN" altLang="en-US" sz="2400" dirty="0">
                <a:solidFill>
                  <a:srgbClr val="000000"/>
                </a:solidFill>
                <a:latin typeface="Times New Roman" panose="02020603050405020304" pitchFamily="18" charset="0"/>
              </a:rPr>
              <a:t>投影</a:t>
            </a:r>
            <a:r>
              <a:rPr kumimoji="1" lang="zh-CN" altLang="en-US" sz="2400" dirty="0">
                <a:solidFill>
                  <a:srgbClr val="EC0202"/>
                </a:solidFill>
                <a:latin typeface="Times New Roman" panose="02020603050405020304" pitchFamily="18" charset="0"/>
              </a:rPr>
              <a:t>加 </a:t>
            </a:r>
          </a:p>
          <a:p>
            <a:pPr fontAlgn="base">
              <a:spcBef>
                <a:spcPct val="0"/>
              </a:spcBef>
              <a:spcAft>
                <a:spcPct val="0"/>
              </a:spcAft>
              <a:buFontTx/>
              <a:buNone/>
            </a:pPr>
            <a:r>
              <a:rPr kumimoji="1" lang="zh-CN" altLang="en-US" sz="2400" dirty="0">
                <a:solidFill>
                  <a:srgbClr val="EC0202"/>
                </a:solidFill>
                <a:latin typeface="Times New Roman" panose="02020603050405020304" pitchFamily="18" charset="0"/>
              </a:rPr>
              <a:t>       两撇</a:t>
            </a:r>
            <a:r>
              <a:rPr kumimoji="1" lang="zh-CN" altLang="en-US" sz="2400"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50528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wipe(left)">
                                      <p:cBhvr>
                                        <p:cTn id="7" dur="500"/>
                                        <p:tgtEl>
                                          <p:spTgt spid="20">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50"/>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wipe(left)">
                                      <p:cBhvr>
                                        <p:cTn id="23" dur="500"/>
                                        <p:tgtEl>
                                          <p:spTgt spid="51"/>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par>
                          <p:cTn id="28" fill="hold">
                            <p:stCondLst>
                              <p:cond delay="2000"/>
                            </p:stCondLst>
                            <p:childTnLst>
                              <p:par>
                                <p:cTn id="29" presetID="22" presetClass="entr" presetSubtype="8"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left)">
                                      <p:cBhvr>
                                        <p:cTn id="36" dur="500"/>
                                        <p:tgtEl>
                                          <p:spTgt spid="25"/>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34"/>
                                        </p:tgtEl>
                                        <p:attrNameLst>
                                          <p:attrName>style.visibility</p:attrName>
                                        </p:attrNameLst>
                                      </p:cBhvr>
                                      <p:to>
                                        <p:strVal val="visible"/>
                                      </p:to>
                                    </p:set>
                                  </p:childTnLst>
                                </p:cTn>
                              </p:par>
                            </p:childTnLst>
                          </p:cTn>
                        </p:par>
                        <p:par>
                          <p:cTn id="40" fill="hold">
                            <p:stCondLst>
                              <p:cond delay="1000"/>
                            </p:stCondLst>
                            <p:childTnLst>
                              <p:par>
                                <p:cTn id="41" presetID="2" presetClass="entr" presetSubtype="1" fill="hold" grpId="0" nodeType="after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additive="base">
                                        <p:cTn id="43" dur="500" fill="hold"/>
                                        <p:tgtEl>
                                          <p:spTgt spid="53"/>
                                        </p:tgtEl>
                                        <p:attrNameLst>
                                          <p:attrName>ppt_x</p:attrName>
                                        </p:attrNameLst>
                                      </p:cBhvr>
                                      <p:tavLst>
                                        <p:tav tm="0">
                                          <p:val>
                                            <p:strVal val="#ppt_x"/>
                                          </p:val>
                                        </p:tav>
                                        <p:tav tm="100000">
                                          <p:val>
                                            <p:strVal val="#ppt_x"/>
                                          </p:val>
                                        </p:tav>
                                      </p:tavLst>
                                    </p:anim>
                                    <p:anim calcmode="lin" valueType="num">
                                      <p:cBhvr additive="base">
                                        <p:cTn id="44" dur="500" fill="hold"/>
                                        <p:tgtEl>
                                          <p:spTgt spid="53"/>
                                        </p:tgtEl>
                                        <p:attrNameLst>
                                          <p:attrName>ppt_y</p:attrName>
                                        </p:attrNameLst>
                                      </p:cBhvr>
                                      <p:tavLst>
                                        <p:tav tm="0">
                                          <p:val>
                                            <p:strVal val="0-#ppt_h/2"/>
                                          </p:val>
                                        </p:tav>
                                        <p:tav tm="100000">
                                          <p:val>
                                            <p:strVal val="#ppt_y"/>
                                          </p:val>
                                        </p:tav>
                                      </p:tavLst>
                                    </p:anim>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wipe(left)">
                                      <p:cBhvr>
                                        <p:cTn id="48" dur="500"/>
                                        <p:tgtEl>
                                          <p:spTgt spid="49"/>
                                        </p:tgtEl>
                                      </p:cBhvr>
                                    </p:animEffect>
                                  </p:childTnLst>
                                </p:cTn>
                              </p:par>
                            </p:childTnLst>
                          </p:cTn>
                        </p:par>
                        <p:par>
                          <p:cTn id="49" fill="hold">
                            <p:stCondLst>
                              <p:cond delay="2000"/>
                            </p:stCondLst>
                            <p:childTnLst>
                              <p:par>
                                <p:cTn id="50" presetID="22" presetClass="entr" presetSubtype="8" fill="hold"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par>
                          <p:cTn id="5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childTnLst>
                          </p:cTn>
                        </p:par>
                        <p:par>
                          <p:cTn id="62" fill="hold">
                            <p:stCondLst>
                              <p:cond delay="500"/>
                            </p:stCondLst>
                            <p:childTnLst>
                              <p:par>
                                <p:cTn id="63" presetID="2" presetClass="entr" presetSubtype="6" fill="hold" grpId="0" nodeType="afterEffect">
                                  <p:stCondLst>
                                    <p:cond delay="0"/>
                                  </p:stCondLst>
                                  <p:childTnLst>
                                    <p:set>
                                      <p:cBhvr>
                                        <p:cTn id="64" dur="1" fill="hold">
                                          <p:stCondLst>
                                            <p:cond delay="0"/>
                                          </p:stCondLst>
                                        </p:cTn>
                                        <p:tgtEl>
                                          <p:spTgt spid="52"/>
                                        </p:tgtEl>
                                        <p:attrNameLst>
                                          <p:attrName>style.visibility</p:attrName>
                                        </p:attrNameLst>
                                      </p:cBhvr>
                                      <p:to>
                                        <p:strVal val="visible"/>
                                      </p:to>
                                    </p:set>
                                    <p:anim calcmode="lin" valueType="num">
                                      <p:cBhvr additive="base">
                                        <p:cTn id="65" dur="500" fill="hold"/>
                                        <p:tgtEl>
                                          <p:spTgt spid="52"/>
                                        </p:tgtEl>
                                        <p:attrNameLst>
                                          <p:attrName>ppt_x</p:attrName>
                                        </p:attrNameLst>
                                      </p:cBhvr>
                                      <p:tavLst>
                                        <p:tav tm="0">
                                          <p:val>
                                            <p:strVal val="1+#ppt_w/2"/>
                                          </p:val>
                                        </p:tav>
                                        <p:tav tm="100000">
                                          <p:val>
                                            <p:strVal val="#ppt_x"/>
                                          </p:val>
                                        </p:tav>
                                      </p:tavLst>
                                    </p:anim>
                                    <p:anim calcmode="lin" valueType="num">
                                      <p:cBhvr additive="base">
                                        <p:cTn id="66" dur="500" fill="hold"/>
                                        <p:tgtEl>
                                          <p:spTgt spid="52"/>
                                        </p:tgtEl>
                                        <p:attrNameLst>
                                          <p:attrName>ppt_y</p:attrName>
                                        </p:attrNameLst>
                                      </p:cBhvr>
                                      <p:tavLst>
                                        <p:tav tm="0">
                                          <p:val>
                                            <p:strVal val="1+#ppt_h/2"/>
                                          </p:val>
                                        </p:tav>
                                        <p:tav tm="100000">
                                          <p:val>
                                            <p:strVal val="#ppt_y"/>
                                          </p:val>
                                        </p:tav>
                                      </p:tavLst>
                                    </p:anim>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wipe(left)">
                                      <p:cBhvr>
                                        <p:cTn id="70" dur="500"/>
                                        <p:tgtEl>
                                          <p:spTgt spid="47"/>
                                        </p:tgtEl>
                                      </p:cBhvr>
                                    </p:animEffect>
                                  </p:childTnLst>
                                </p:cTn>
                              </p:par>
                            </p:childTnLst>
                          </p:cTn>
                        </p:par>
                        <p:par>
                          <p:cTn id="71" fill="hold">
                            <p:stCondLst>
                              <p:cond delay="1500"/>
                            </p:stCondLst>
                            <p:childTnLst>
                              <p:par>
                                <p:cTn id="72" presetID="22" presetClass="entr" presetSubtype="8" fill="hold" nodeType="after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wipe(left)">
                                      <p:cBhvr>
                                        <p:cTn id="74" dur="500"/>
                                        <p:tgtEl>
                                          <p:spTgt spid="32"/>
                                        </p:tgtEl>
                                      </p:cBhvr>
                                    </p:animEffect>
                                  </p:childTnLst>
                                </p:cTn>
                              </p:par>
                            </p:childTnLst>
                          </p:cTn>
                        </p:par>
                        <p:par>
                          <p:cTn id="75" fill="hold">
                            <p:stCondLst>
                              <p:cond delay="2000"/>
                            </p:stCondLst>
                            <p:childTnLst>
                              <p:par>
                                <p:cTn id="76" presetID="22" presetClass="entr" presetSubtype="8" fill="hold" grpId="0" nodeType="after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wipe(left)">
                                      <p:cBhvr>
                                        <p:cTn id="78" dur="500"/>
                                        <p:tgtEl>
                                          <p:spTgt spid="28"/>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left)">
                                      <p:cBhvr>
                                        <p:cTn id="83" dur="500"/>
                                        <p:tgtEl>
                                          <p:spTgt spid="27"/>
                                        </p:tgtEl>
                                      </p:cBhvr>
                                    </p:animEffect>
                                  </p:childTnLst>
                                </p:cTn>
                              </p:par>
                            </p:childTnLst>
                          </p:cTn>
                        </p:par>
                        <p:par>
                          <p:cTn id="84" fill="hold">
                            <p:stCondLst>
                              <p:cond delay="500"/>
                            </p:stCondLst>
                            <p:childTnLst>
                              <p:par>
                                <p:cTn id="85" presetID="2" presetClass="entr" presetSubtype="8" fill="hold" grpId="0" nodeType="afterEffect">
                                  <p:stCondLst>
                                    <p:cond delay="0"/>
                                  </p:stCondLst>
                                  <p:childTnLst>
                                    <p:set>
                                      <p:cBhvr>
                                        <p:cTn id="86" dur="1" fill="hold">
                                          <p:stCondLst>
                                            <p:cond delay="0"/>
                                          </p:stCondLst>
                                        </p:cTn>
                                        <p:tgtEl>
                                          <p:spTgt spid="54"/>
                                        </p:tgtEl>
                                        <p:attrNameLst>
                                          <p:attrName>style.visibility</p:attrName>
                                        </p:attrNameLst>
                                      </p:cBhvr>
                                      <p:to>
                                        <p:strVal val="visible"/>
                                      </p:to>
                                    </p:set>
                                    <p:anim calcmode="lin" valueType="num">
                                      <p:cBhvr additive="base">
                                        <p:cTn id="87" dur="500" fill="hold"/>
                                        <p:tgtEl>
                                          <p:spTgt spid="54"/>
                                        </p:tgtEl>
                                        <p:attrNameLst>
                                          <p:attrName>ppt_x</p:attrName>
                                        </p:attrNameLst>
                                      </p:cBhvr>
                                      <p:tavLst>
                                        <p:tav tm="0">
                                          <p:val>
                                            <p:strVal val="0-#ppt_w/2"/>
                                          </p:val>
                                        </p:tav>
                                        <p:tav tm="100000">
                                          <p:val>
                                            <p:strVal val="#ppt_x"/>
                                          </p:val>
                                        </p:tav>
                                      </p:tavLst>
                                    </p:anim>
                                    <p:anim calcmode="lin" valueType="num">
                                      <p:cBhvr additive="base">
                                        <p:cTn id="88" dur="500" fill="hold"/>
                                        <p:tgtEl>
                                          <p:spTgt spid="54"/>
                                        </p:tgtEl>
                                        <p:attrNameLst>
                                          <p:attrName>ppt_y</p:attrName>
                                        </p:attrNameLst>
                                      </p:cBhvr>
                                      <p:tavLst>
                                        <p:tav tm="0">
                                          <p:val>
                                            <p:strVal val="#ppt_y"/>
                                          </p:val>
                                        </p:tav>
                                        <p:tav tm="100000">
                                          <p:val>
                                            <p:strVal val="#ppt_y"/>
                                          </p:val>
                                        </p:tav>
                                      </p:tavLst>
                                    </p:anim>
                                  </p:childTnLst>
                                </p:cTn>
                              </p:par>
                            </p:childTnLst>
                          </p:cTn>
                        </p:par>
                        <p:par>
                          <p:cTn id="89" fill="hold">
                            <p:stCondLst>
                              <p:cond delay="1000"/>
                            </p:stCondLst>
                            <p:childTnLst>
                              <p:par>
                                <p:cTn id="90" presetID="22" presetClass="entr" presetSubtype="8" fill="hold" grpId="0" nodeType="after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wipe(left)">
                                      <p:cBhvr>
                                        <p:cTn id="92" dur="500"/>
                                        <p:tgtEl>
                                          <p:spTgt spid="48"/>
                                        </p:tgtEl>
                                      </p:cBhvr>
                                    </p:animEffec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wipe(left)">
                                      <p:cBhvr>
                                        <p:cTn id="96" dur="500"/>
                                        <p:tgtEl>
                                          <p:spTgt spid="33"/>
                                        </p:tgtEl>
                                      </p:cBhvr>
                                    </p:animEffect>
                                  </p:childTnLst>
                                </p:cTn>
                              </p:par>
                            </p:childTnLst>
                          </p:cTn>
                        </p:par>
                        <p:par>
                          <p:cTn id="97" fill="hold">
                            <p:stCondLst>
                              <p:cond delay="2000"/>
                            </p:stCondLst>
                            <p:childTnLst>
                              <p:par>
                                <p:cTn id="98" presetID="22" presetClass="entr" presetSubtype="8" fill="hold" grpId="0" nodeType="after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left)">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18" presetClass="entr" presetSubtype="6" fill="hold" nodeType="clickEffect">
                                  <p:stCondLst>
                                    <p:cond delay="0"/>
                                  </p:stCondLst>
                                  <p:childTnLst>
                                    <p:set>
                                      <p:cBhvr>
                                        <p:cTn id="104" dur="1" fill="hold">
                                          <p:stCondLst>
                                            <p:cond delay="0"/>
                                          </p:stCondLst>
                                        </p:cTn>
                                        <p:tgtEl>
                                          <p:spTgt spid="55">
                                            <p:txEl>
                                              <p:pRg st="0" end="0"/>
                                            </p:txEl>
                                          </p:spTgt>
                                        </p:tgtEl>
                                        <p:attrNameLst>
                                          <p:attrName>style.visibility</p:attrName>
                                        </p:attrNameLst>
                                      </p:cBhvr>
                                      <p:to>
                                        <p:strVal val="visible"/>
                                      </p:to>
                                    </p:set>
                                    <p:animEffect transition="in" filter="strips(downRight)">
                                      <p:cBhvr>
                                        <p:cTn id="105" dur="500"/>
                                        <p:tgtEl>
                                          <p:spTgt spid="55">
                                            <p:txEl>
                                              <p:pRg st="0" end="0"/>
                                            </p:txEl>
                                          </p:spTgt>
                                        </p:tgtEl>
                                      </p:cBhvr>
                                    </p:animEffect>
                                  </p:childTnLst>
                                </p:cTn>
                              </p:par>
                              <p:par>
                                <p:cTn id="106" presetID="18" presetClass="entr" presetSubtype="6" fill="hold" nodeType="withEffect">
                                  <p:stCondLst>
                                    <p:cond delay="0"/>
                                  </p:stCondLst>
                                  <p:childTnLst>
                                    <p:set>
                                      <p:cBhvr>
                                        <p:cTn id="107" dur="1" fill="hold">
                                          <p:stCondLst>
                                            <p:cond delay="0"/>
                                          </p:stCondLst>
                                        </p:cTn>
                                        <p:tgtEl>
                                          <p:spTgt spid="55">
                                            <p:txEl>
                                              <p:pRg st="1" end="1"/>
                                            </p:txEl>
                                          </p:spTgt>
                                        </p:tgtEl>
                                        <p:attrNameLst>
                                          <p:attrName>style.visibility</p:attrName>
                                        </p:attrNameLst>
                                      </p:cBhvr>
                                      <p:to>
                                        <p:strVal val="visible"/>
                                      </p:to>
                                    </p:set>
                                    <p:animEffect transition="in" filter="strips(downRight)">
                                      <p:cBhvr>
                                        <p:cTn id="108" dur="500"/>
                                        <p:tgtEl>
                                          <p:spTgt spid="55">
                                            <p:txEl>
                                              <p:pRg st="1" end="1"/>
                                            </p:txEl>
                                          </p:spTgt>
                                        </p:tgtEl>
                                      </p:cBhvr>
                                    </p:animEffect>
                                  </p:childTnLst>
                                </p:cTn>
                              </p:par>
                              <p:par>
                                <p:cTn id="109" presetID="18" presetClass="entr" presetSubtype="6" fill="hold" nodeType="withEffect">
                                  <p:stCondLst>
                                    <p:cond delay="0"/>
                                  </p:stCondLst>
                                  <p:childTnLst>
                                    <p:set>
                                      <p:cBhvr>
                                        <p:cTn id="110" dur="1" fill="hold">
                                          <p:stCondLst>
                                            <p:cond delay="0"/>
                                          </p:stCondLst>
                                        </p:cTn>
                                        <p:tgtEl>
                                          <p:spTgt spid="55">
                                            <p:txEl>
                                              <p:pRg st="2" end="2"/>
                                            </p:txEl>
                                          </p:spTgt>
                                        </p:tgtEl>
                                        <p:attrNameLst>
                                          <p:attrName>style.visibility</p:attrName>
                                        </p:attrNameLst>
                                      </p:cBhvr>
                                      <p:to>
                                        <p:strVal val="visible"/>
                                      </p:to>
                                    </p:set>
                                    <p:animEffect transition="in" filter="strips(downRight)">
                                      <p:cBhvr>
                                        <p:cTn id="111" dur="500"/>
                                        <p:tgtEl>
                                          <p:spTgt spid="55">
                                            <p:txEl>
                                              <p:pRg st="2" end="2"/>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18" presetClass="entr" presetSubtype="6" fill="hold" nodeType="clickEffect">
                                  <p:stCondLst>
                                    <p:cond delay="0"/>
                                  </p:stCondLst>
                                  <p:childTnLst>
                                    <p:set>
                                      <p:cBhvr>
                                        <p:cTn id="115" dur="1" fill="hold">
                                          <p:stCondLst>
                                            <p:cond delay="0"/>
                                          </p:stCondLst>
                                        </p:cTn>
                                        <p:tgtEl>
                                          <p:spTgt spid="55">
                                            <p:txEl>
                                              <p:pRg st="3" end="3"/>
                                            </p:txEl>
                                          </p:spTgt>
                                        </p:tgtEl>
                                        <p:attrNameLst>
                                          <p:attrName>style.visibility</p:attrName>
                                        </p:attrNameLst>
                                      </p:cBhvr>
                                      <p:to>
                                        <p:strVal val="visible"/>
                                      </p:to>
                                    </p:set>
                                    <p:animEffect transition="in" filter="strips(downRight)">
                                      <p:cBhvr>
                                        <p:cTn id="116" dur="500"/>
                                        <p:tgtEl>
                                          <p:spTgt spid="55">
                                            <p:txEl>
                                              <p:pRg st="3" end="3"/>
                                            </p:txEl>
                                          </p:spTgt>
                                        </p:tgtEl>
                                      </p:cBhvr>
                                    </p:animEffect>
                                  </p:childTnLst>
                                </p:cTn>
                              </p:par>
                              <p:par>
                                <p:cTn id="117" presetID="18" presetClass="entr" presetSubtype="6" fill="hold" nodeType="withEffect">
                                  <p:stCondLst>
                                    <p:cond delay="0"/>
                                  </p:stCondLst>
                                  <p:childTnLst>
                                    <p:set>
                                      <p:cBhvr>
                                        <p:cTn id="118" dur="1" fill="hold">
                                          <p:stCondLst>
                                            <p:cond delay="0"/>
                                          </p:stCondLst>
                                        </p:cTn>
                                        <p:tgtEl>
                                          <p:spTgt spid="55">
                                            <p:txEl>
                                              <p:pRg st="4" end="4"/>
                                            </p:txEl>
                                          </p:spTgt>
                                        </p:tgtEl>
                                        <p:attrNameLst>
                                          <p:attrName>style.visibility</p:attrName>
                                        </p:attrNameLst>
                                      </p:cBhvr>
                                      <p:to>
                                        <p:strVal val="visible"/>
                                      </p:to>
                                    </p:set>
                                    <p:animEffect transition="in" filter="strips(downRight)">
                                      <p:cBhvr>
                                        <p:cTn id="119" dur="500"/>
                                        <p:tgtEl>
                                          <p:spTgt spid="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autoUpdateAnimBg="0"/>
      <p:bldP spid="22" grpId="0" autoUpdateAnimBg="0"/>
      <p:bldP spid="23" grpId="0" autoUpdateAnimBg="0"/>
      <p:bldP spid="25" grpId="0" autoUpdateAnimBg="0"/>
      <p:bldP spid="26" grpId="0" autoUpdateAnimBg="0"/>
      <p:bldP spid="27" grpId="0" autoUpdateAnimBg="0"/>
      <p:bldP spid="28" grpId="0" autoUpdateAnimBg="0"/>
      <p:bldP spid="29" grpId="0" autoUpdateAnimBg="0"/>
      <p:bldP spid="30" grpId="0" autoUpdateAnimBg="0"/>
      <p:bldP spid="47" grpId="0" autoUpdateAnimBg="0"/>
      <p:bldP spid="48" grpId="0" autoUpdateAnimBg="0"/>
      <p:bldP spid="49" grpId="0" autoUpdateAnimBg="0"/>
      <p:bldP spid="50" grpId="0" animBg="1"/>
      <p:bldP spid="51" grpId="0" autoUpdateAnimBg="0"/>
      <p:bldP spid="52" grpId="0" animBg="1"/>
      <p:bldP spid="53" grpId="0" animBg="1"/>
      <p:bldP spid="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9B8EAEED-3FA3-862C-9DA1-32B41C9F07A4}"/>
              </a:ext>
            </a:extLst>
          </p:cNvPr>
          <p:cNvSpPr txBox="1">
            <a:spLocks noChangeArrowheads="1"/>
          </p:cNvSpPr>
          <p:nvPr/>
        </p:nvSpPr>
        <p:spPr bwMode="auto">
          <a:xfrm>
            <a:off x="1386467" y="761148"/>
            <a:ext cx="8305800" cy="482600"/>
          </a:xfrm>
          <a:prstGeom prst="rect">
            <a:avLst/>
          </a:prstGeom>
          <a:noFill/>
          <a:ln w="12700">
            <a:noFill/>
            <a:miter lim="800000"/>
            <a:headEnd type="none" w="sm" len="sm"/>
            <a:tailEnd type="none" w="sm" len="sm"/>
          </a:ln>
          <a:effectLst/>
        </p:spPr>
        <p:txBody>
          <a:bodyPr>
            <a:spAutoFit/>
          </a:bodyPr>
          <a:lstStyle/>
          <a:p>
            <a:pPr fontAlgn="base">
              <a:lnSpc>
                <a:spcPct val="80000"/>
              </a:lnSpc>
              <a:spcBef>
                <a:spcPct val="50000"/>
              </a:spcBef>
              <a:spcAft>
                <a:spcPct val="0"/>
              </a:spcAft>
              <a:defRPr/>
            </a:pPr>
            <a:r>
              <a:rPr kumimoji="1" lang="zh-CN" altLang="en-US" sz="3200" b="1">
                <a:solidFill>
                  <a:srgbClr val="000000"/>
                </a:solidFill>
                <a:effectLst>
                  <a:outerShdw blurRad="38100" dist="38100" dir="2700000" algn="tl">
                    <a:srgbClr val="C0C0C0"/>
                  </a:outerShdw>
                </a:effectLst>
                <a:latin typeface="RomanD" pitchFamily="2" charset="0"/>
                <a:ea typeface="宋体" panose="02010600030101010101" pitchFamily="2" charset="-122"/>
              </a:rPr>
              <a:t>例 已知点</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30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20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40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zh-CN" altLang="en-US" sz="2800" b="1">
                <a:solidFill>
                  <a:srgbClr val="000000"/>
                </a:solidFill>
                <a:effectLst>
                  <a:outerShdw blurRad="38100" dist="38100" dir="2700000" algn="tl">
                    <a:srgbClr val="C0C0C0"/>
                  </a:outerShdw>
                </a:effectLst>
                <a:latin typeface="RomanD" pitchFamily="2" charset="0"/>
                <a:ea typeface="宋体" panose="02010600030101010101" pitchFamily="2" charset="-122"/>
              </a:rPr>
              <a:t>，求作三投影。</a:t>
            </a:r>
          </a:p>
        </p:txBody>
      </p:sp>
      <p:sp>
        <p:nvSpPr>
          <p:cNvPr id="3" name="Freeform 3">
            <a:extLst>
              <a:ext uri="{FF2B5EF4-FFF2-40B4-BE49-F238E27FC236}">
                <a16:creationId xmlns:a16="http://schemas.microsoft.com/office/drawing/2014/main" id="{A6928CF6-2E70-F5BD-5804-7914C4F5540A}"/>
              </a:ext>
            </a:extLst>
          </p:cNvPr>
          <p:cNvSpPr>
            <a:spLocks/>
          </p:cNvSpPr>
          <p:nvPr/>
        </p:nvSpPr>
        <p:spPr bwMode="auto">
          <a:xfrm>
            <a:off x="1854780" y="3426561"/>
            <a:ext cx="2898775" cy="2568575"/>
          </a:xfrm>
          <a:custGeom>
            <a:avLst/>
            <a:gdLst>
              <a:gd name="T0" fmla="*/ 2147483646 w 1864"/>
              <a:gd name="T1" fmla="*/ 0 h 1660"/>
              <a:gd name="T2" fmla="*/ 2147483646 w 1864"/>
              <a:gd name="T3" fmla="*/ 0 h 1660"/>
              <a:gd name="T4" fmla="*/ 0 w 1864"/>
              <a:gd name="T5" fmla="*/ 2147483646 h 1660"/>
              <a:gd name="T6" fmla="*/ 2147483646 w 1864"/>
              <a:gd name="T7" fmla="*/ 2147483646 h 1660"/>
              <a:gd name="T8" fmla="*/ 2147483646 w 1864"/>
              <a:gd name="T9" fmla="*/ 2147483646 h 1660"/>
              <a:gd name="T10" fmla="*/ 2147483646 w 1864"/>
              <a:gd name="T11" fmla="*/ 2147483646 h 1660"/>
              <a:gd name="T12" fmla="*/ 2147483646 w 1864"/>
              <a:gd name="T13" fmla="*/ 0 h 1660"/>
              <a:gd name="T14" fmla="*/ 0 60000 65536"/>
              <a:gd name="T15" fmla="*/ 0 60000 65536"/>
              <a:gd name="T16" fmla="*/ 0 60000 65536"/>
              <a:gd name="T17" fmla="*/ 0 60000 65536"/>
              <a:gd name="T18" fmla="*/ 0 60000 65536"/>
              <a:gd name="T19" fmla="*/ 0 60000 65536"/>
              <a:gd name="T20" fmla="*/ 0 60000 65536"/>
              <a:gd name="T21" fmla="*/ 0 w 1864"/>
              <a:gd name="T22" fmla="*/ 0 h 1660"/>
              <a:gd name="T23" fmla="*/ 1864 w 1864"/>
              <a:gd name="T24" fmla="*/ 1660 h 16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4" h="1660">
                <a:moveTo>
                  <a:pt x="1342" y="0"/>
                </a:moveTo>
                <a:lnTo>
                  <a:pt x="4" y="0"/>
                </a:lnTo>
                <a:lnTo>
                  <a:pt x="0" y="1140"/>
                </a:lnTo>
                <a:lnTo>
                  <a:pt x="520" y="1660"/>
                </a:lnTo>
                <a:lnTo>
                  <a:pt x="1864" y="1660"/>
                </a:lnTo>
                <a:lnTo>
                  <a:pt x="1864" y="540"/>
                </a:lnTo>
                <a:lnTo>
                  <a:pt x="1338" y="0"/>
                </a:lnTo>
              </a:path>
            </a:pathLst>
          </a:custGeom>
          <a:noFill/>
          <a:ln w="2857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 name="Group 4">
            <a:extLst>
              <a:ext uri="{FF2B5EF4-FFF2-40B4-BE49-F238E27FC236}">
                <a16:creationId xmlns:a16="http://schemas.microsoft.com/office/drawing/2014/main" id="{15B1EA61-3FD8-679C-92EA-E05DB09B3744}"/>
              </a:ext>
            </a:extLst>
          </p:cNvPr>
          <p:cNvGrpSpPr>
            <a:grpSpLocks/>
          </p:cNvGrpSpPr>
          <p:nvPr/>
        </p:nvGrpSpPr>
        <p:grpSpPr bwMode="auto">
          <a:xfrm>
            <a:off x="5586992" y="3029686"/>
            <a:ext cx="3889375" cy="3341687"/>
            <a:chOff x="2970" y="1775"/>
            <a:chExt cx="2450" cy="2105"/>
          </a:xfrm>
        </p:grpSpPr>
        <p:sp>
          <p:nvSpPr>
            <p:cNvPr id="5" name="Line 5">
              <a:extLst>
                <a:ext uri="{FF2B5EF4-FFF2-40B4-BE49-F238E27FC236}">
                  <a16:creationId xmlns:a16="http://schemas.microsoft.com/office/drawing/2014/main" id="{A5590D1E-20D7-2D82-65A3-88F6B14AC705}"/>
                </a:ext>
              </a:extLst>
            </p:cNvPr>
            <p:cNvSpPr>
              <a:spLocks noChangeShapeType="1"/>
            </p:cNvSpPr>
            <p:nvPr/>
          </p:nvSpPr>
          <p:spPr bwMode="auto">
            <a:xfrm>
              <a:off x="3189" y="3087"/>
              <a:ext cx="188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 name="Line 6">
              <a:extLst>
                <a:ext uri="{FF2B5EF4-FFF2-40B4-BE49-F238E27FC236}">
                  <a16:creationId xmlns:a16="http://schemas.microsoft.com/office/drawing/2014/main" id="{F822FDBA-5796-78B4-78D5-877424F1E4C3}"/>
                </a:ext>
              </a:extLst>
            </p:cNvPr>
            <p:cNvSpPr>
              <a:spLocks noChangeShapeType="1"/>
            </p:cNvSpPr>
            <p:nvPr/>
          </p:nvSpPr>
          <p:spPr bwMode="auto">
            <a:xfrm rot="-5400000">
              <a:off x="3214" y="2840"/>
              <a:ext cx="178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Text Box 7">
              <a:extLst>
                <a:ext uri="{FF2B5EF4-FFF2-40B4-BE49-F238E27FC236}">
                  <a16:creationId xmlns:a16="http://schemas.microsoft.com/office/drawing/2014/main" id="{3424D17D-EB7D-6213-3258-ACE5B8262B6B}"/>
                </a:ext>
              </a:extLst>
            </p:cNvPr>
            <p:cNvSpPr txBox="1">
              <a:spLocks noChangeArrowheads="1"/>
            </p:cNvSpPr>
            <p:nvPr/>
          </p:nvSpPr>
          <p:spPr bwMode="auto">
            <a:xfrm>
              <a:off x="4064" y="3029"/>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a:t>
              </a:r>
            </a:p>
          </p:txBody>
        </p:sp>
        <p:sp>
          <p:nvSpPr>
            <p:cNvPr id="8" name="Text Box 8">
              <a:extLst>
                <a:ext uri="{FF2B5EF4-FFF2-40B4-BE49-F238E27FC236}">
                  <a16:creationId xmlns:a16="http://schemas.microsoft.com/office/drawing/2014/main" id="{D733E925-2412-77F4-F770-B99023F77390}"/>
                </a:ext>
              </a:extLst>
            </p:cNvPr>
            <p:cNvSpPr txBox="1">
              <a:spLocks noChangeArrowheads="1"/>
            </p:cNvSpPr>
            <p:nvPr/>
          </p:nvSpPr>
          <p:spPr bwMode="auto">
            <a:xfrm>
              <a:off x="2970" y="2944"/>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X</a:t>
              </a:r>
            </a:p>
          </p:txBody>
        </p:sp>
        <p:sp>
          <p:nvSpPr>
            <p:cNvPr id="9" name="Text Box 9">
              <a:extLst>
                <a:ext uri="{FF2B5EF4-FFF2-40B4-BE49-F238E27FC236}">
                  <a16:creationId xmlns:a16="http://schemas.microsoft.com/office/drawing/2014/main" id="{9E6C4DCE-1CBF-BF8A-9F19-AA5848612E5D}"/>
                </a:ext>
              </a:extLst>
            </p:cNvPr>
            <p:cNvSpPr txBox="1">
              <a:spLocks noChangeArrowheads="1"/>
            </p:cNvSpPr>
            <p:nvPr/>
          </p:nvSpPr>
          <p:spPr bwMode="auto">
            <a:xfrm>
              <a:off x="4939" y="2959"/>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W</a:t>
              </a:r>
            </a:p>
          </p:txBody>
        </p:sp>
        <p:sp>
          <p:nvSpPr>
            <p:cNvPr id="10" name="Text Box 10">
              <a:extLst>
                <a:ext uri="{FF2B5EF4-FFF2-40B4-BE49-F238E27FC236}">
                  <a16:creationId xmlns:a16="http://schemas.microsoft.com/office/drawing/2014/main" id="{AB749E03-D421-5142-0A92-0CE2E2453022}"/>
                </a:ext>
              </a:extLst>
            </p:cNvPr>
            <p:cNvSpPr txBox="1">
              <a:spLocks noChangeArrowheads="1"/>
            </p:cNvSpPr>
            <p:nvPr/>
          </p:nvSpPr>
          <p:spPr bwMode="auto">
            <a:xfrm>
              <a:off x="3977" y="3592"/>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H</a:t>
              </a:r>
            </a:p>
          </p:txBody>
        </p:sp>
        <p:sp>
          <p:nvSpPr>
            <p:cNvPr id="11" name="Text Box 11">
              <a:extLst>
                <a:ext uri="{FF2B5EF4-FFF2-40B4-BE49-F238E27FC236}">
                  <a16:creationId xmlns:a16="http://schemas.microsoft.com/office/drawing/2014/main" id="{349FEF77-AA70-14CA-07AF-2C41984B6242}"/>
                </a:ext>
              </a:extLst>
            </p:cNvPr>
            <p:cNvSpPr txBox="1">
              <a:spLocks noChangeArrowheads="1"/>
            </p:cNvSpPr>
            <p:nvPr/>
          </p:nvSpPr>
          <p:spPr bwMode="auto">
            <a:xfrm>
              <a:off x="3976" y="1775"/>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Z</a:t>
              </a:r>
              <a:endParaRPr kumimoji="0"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2" name="Freeform 12">
            <a:extLst>
              <a:ext uri="{FF2B5EF4-FFF2-40B4-BE49-F238E27FC236}">
                <a16:creationId xmlns:a16="http://schemas.microsoft.com/office/drawing/2014/main" id="{114893A6-096E-FDE3-7165-D9FF25F74A41}"/>
              </a:ext>
            </a:extLst>
          </p:cNvPr>
          <p:cNvSpPr>
            <a:spLocks/>
          </p:cNvSpPr>
          <p:nvPr/>
        </p:nvSpPr>
        <p:spPr bwMode="auto">
          <a:xfrm>
            <a:off x="6234692" y="3569436"/>
            <a:ext cx="1588" cy="1547812"/>
          </a:xfrm>
          <a:custGeom>
            <a:avLst/>
            <a:gdLst>
              <a:gd name="T0" fmla="*/ 2147483646 w 1"/>
              <a:gd name="T1" fmla="*/ 0 h 975"/>
              <a:gd name="T2" fmla="*/ 0 w 1"/>
              <a:gd name="T3" fmla="*/ 2147483646 h 975"/>
              <a:gd name="T4" fmla="*/ 0 60000 65536"/>
              <a:gd name="T5" fmla="*/ 0 60000 65536"/>
              <a:gd name="T6" fmla="*/ 0 w 1"/>
              <a:gd name="T7" fmla="*/ 0 h 975"/>
              <a:gd name="T8" fmla="*/ 1 w 1"/>
              <a:gd name="T9" fmla="*/ 975 h 975"/>
            </a:gdLst>
            <a:ahLst/>
            <a:cxnLst>
              <a:cxn ang="T4">
                <a:pos x="T0" y="T1"/>
              </a:cxn>
              <a:cxn ang="T5">
                <a:pos x="T2" y="T3"/>
              </a:cxn>
            </a:cxnLst>
            <a:rect l="T6" t="T7" r="T8" b="T9"/>
            <a:pathLst>
              <a:path w="1" h="975">
                <a:moveTo>
                  <a:pt x="1" y="0"/>
                </a:moveTo>
                <a:lnTo>
                  <a:pt x="0" y="975"/>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3" name="Freeform 13">
            <a:extLst>
              <a:ext uri="{FF2B5EF4-FFF2-40B4-BE49-F238E27FC236}">
                <a16:creationId xmlns:a16="http://schemas.microsoft.com/office/drawing/2014/main" id="{CCB31218-0038-21BF-E60C-8C7EECA0EB9A}"/>
              </a:ext>
            </a:extLst>
          </p:cNvPr>
          <p:cNvSpPr>
            <a:spLocks/>
          </p:cNvSpPr>
          <p:nvPr/>
        </p:nvSpPr>
        <p:spPr bwMode="auto">
          <a:xfrm>
            <a:off x="8225417" y="3569436"/>
            <a:ext cx="3175" cy="1538287"/>
          </a:xfrm>
          <a:custGeom>
            <a:avLst/>
            <a:gdLst>
              <a:gd name="T0" fmla="*/ 2147483646 w 2"/>
              <a:gd name="T1" fmla="*/ 0 h 969"/>
              <a:gd name="T2" fmla="*/ 0 w 2"/>
              <a:gd name="T3" fmla="*/ 2147483646 h 969"/>
              <a:gd name="T4" fmla="*/ 0 60000 65536"/>
              <a:gd name="T5" fmla="*/ 0 60000 65536"/>
              <a:gd name="T6" fmla="*/ 0 w 2"/>
              <a:gd name="T7" fmla="*/ 0 h 969"/>
              <a:gd name="T8" fmla="*/ 2 w 2"/>
              <a:gd name="T9" fmla="*/ 969 h 969"/>
            </a:gdLst>
            <a:ahLst/>
            <a:cxnLst>
              <a:cxn ang="T4">
                <a:pos x="T0" y="T1"/>
              </a:cxn>
              <a:cxn ang="T5">
                <a:pos x="T2" y="T3"/>
              </a:cxn>
            </a:cxnLst>
            <a:rect l="T6" t="T7" r="T8" b="T9"/>
            <a:pathLst>
              <a:path w="2" h="969">
                <a:moveTo>
                  <a:pt x="2" y="0"/>
                </a:moveTo>
                <a:lnTo>
                  <a:pt x="0" y="969"/>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4" name="Freeform 14">
            <a:extLst>
              <a:ext uri="{FF2B5EF4-FFF2-40B4-BE49-F238E27FC236}">
                <a16:creationId xmlns:a16="http://schemas.microsoft.com/office/drawing/2014/main" id="{FB0BA267-BEFF-FBA4-23C4-81B4AFFD8A7A}"/>
              </a:ext>
            </a:extLst>
          </p:cNvPr>
          <p:cNvSpPr>
            <a:spLocks/>
          </p:cNvSpPr>
          <p:nvPr/>
        </p:nvSpPr>
        <p:spPr bwMode="auto">
          <a:xfrm>
            <a:off x="6234692" y="3574198"/>
            <a:ext cx="1152525" cy="1588"/>
          </a:xfrm>
          <a:custGeom>
            <a:avLst/>
            <a:gdLst>
              <a:gd name="T0" fmla="*/ 0 w 726"/>
              <a:gd name="T1" fmla="*/ 0 h 1"/>
              <a:gd name="T2" fmla="*/ 2147483646 w 726"/>
              <a:gd name="T3" fmla="*/ 0 h 1"/>
              <a:gd name="T4" fmla="*/ 0 60000 65536"/>
              <a:gd name="T5" fmla="*/ 0 60000 65536"/>
              <a:gd name="T6" fmla="*/ 0 w 726"/>
              <a:gd name="T7" fmla="*/ 0 h 1"/>
              <a:gd name="T8" fmla="*/ 726 w 726"/>
              <a:gd name="T9" fmla="*/ 1 h 1"/>
            </a:gdLst>
            <a:ahLst/>
            <a:cxnLst>
              <a:cxn ang="T4">
                <a:pos x="T0" y="T1"/>
              </a:cxn>
              <a:cxn ang="T5">
                <a:pos x="T2" y="T3"/>
              </a:cxn>
            </a:cxnLst>
            <a:rect l="T6" t="T7" r="T8" b="T9"/>
            <a:pathLst>
              <a:path w="726" h="1">
                <a:moveTo>
                  <a:pt x="0" y="0"/>
                </a:moveTo>
                <a:lnTo>
                  <a:pt x="726"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5" name="Freeform 15">
            <a:extLst>
              <a:ext uri="{FF2B5EF4-FFF2-40B4-BE49-F238E27FC236}">
                <a16:creationId xmlns:a16="http://schemas.microsoft.com/office/drawing/2014/main" id="{9E4322B9-745F-8F34-ACF2-8104ED774FF4}"/>
              </a:ext>
            </a:extLst>
          </p:cNvPr>
          <p:cNvSpPr>
            <a:spLocks/>
          </p:cNvSpPr>
          <p:nvPr/>
        </p:nvSpPr>
        <p:spPr bwMode="auto">
          <a:xfrm>
            <a:off x="6234692" y="5869723"/>
            <a:ext cx="1157288" cy="1588"/>
          </a:xfrm>
          <a:custGeom>
            <a:avLst/>
            <a:gdLst>
              <a:gd name="T0" fmla="*/ 0 w 729"/>
              <a:gd name="T1" fmla="*/ 0 h 1"/>
              <a:gd name="T2" fmla="*/ 2147483646 w 729"/>
              <a:gd name="T3" fmla="*/ 2147483646 h 1"/>
              <a:gd name="T4" fmla="*/ 0 60000 65536"/>
              <a:gd name="T5" fmla="*/ 0 60000 65536"/>
              <a:gd name="T6" fmla="*/ 0 w 729"/>
              <a:gd name="T7" fmla="*/ 0 h 1"/>
              <a:gd name="T8" fmla="*/ 729 w 729"/>
              <a:gd name="T9" fmla="*/ 1 h 1"/>
            </a:gdLst>
            <a:ahLst/>
            <a:cxnLst>
              <a:cxn ang="T4">
                <a:pos x="T0" y="T1"/>
              </a:cxn>
              <a:cxn ang="T5">
                <a:pos x="T2" y="T3"/>
              </a:cxn>
            </a:cxnLst>
            <a:rect l="T6" t="T7" r="T8" b="T9"/>
            <a:pathLst>
              <a:path w="729" h="1">
                <a:moveTo>
                  <a:pt x="0" y="0"/>
                </a:moveTo>
                <a:lnTo>
                  <a:pt x="729" y="1"/>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6" name="Arc 16">
            <a:extLst>
              <a:ext uri="{FF2B5EF4-FFF2-40B4-BE49-F238E27FC236}">
                <a16:creationId xmlns:a16="http://schemas.microsoft.com/office/drawing/2014/main" id="{4AE26D0A-4C58-1DF1-98A6-A9411540261C}"/>
              </a:ext>
            </a:extLst>
          </p:cNvPr>
          <p:cNvSpPr>
            <a:spLocks/>
          </p:cNvSpPr>
          <p:nvPr/>
        </p:nvSpPr>
        <p:spPr bwMode="auto">
          <a:xfrm flipV="1">
            <a:off x="7393567" y="5063273"/>
            <a:ext cx="833438" cy="809625"/>
          </a:xfrm>
          <a:custGeom>
            <a:avLst/>
            <a:gdLst>
              <a:gd name="T0" fmla="*/ 2147483646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80" y="0"/>
                </a:moveTo>
                <a:cubicBezTo>
                  <a:pt x="11978" y="44"/>
                  <a:pt x="21600" y="9702"/>
                  <a:pt x="21600" y="21600"/>
                </a:cubicBezTo>
              </a:path>
              <a:path w="21600" h="21600" stroke="0" extrusionOk="0">
                <a:moveTo>
                  <a:pt x="80" y="0"/>
                </a:moveTo>
                <a:cubicBezTo>
                  <a:pt x="11978" y="44"/>
                  <a:pt x="21600" y="9702"/>
                  <a:pt x="21600" y="21600"/>
                </a:cubicBezTo>
                <a:lnTo>
                  <a:pt x="0" y="21600"/>
                </a:lnTo>
                <a:lnTo>
                  <a:pt x="80" y="0"/>
                </a:lnTo>
                <a:close/>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7" name="Rectangle 17">
            <a:extLst>
              <a:ext uri="{FF2B5EF4-FFF2-40B4-BE49-F238E27FC236}">
                <a16:creationId xmlns:a16="http://schemas.microsoft.com/office/drawing/2014/main" id="{BC8448CE-DCB2-DC19-3E96-ABEE41179739}"/>
              </a:ext>
            </a:extLst>
          </p:cNvPr>
          <p:cNvSpPr>
            <a:spLocks noChangeArrowheads="1"/>
          </p:cNvSpPr>
          <p:nvPr/>
        </p:nvSpPr>
        <p:spPr bwMode="auto">
          <a:xfrm>
            <a:off x="5875917" y="3280511"/>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8" name="Text Box 18">
            <a:extLst>
              <a:ext uri="{FF2B5EF4-FFF2-40B4-BE49-F238E27FC236}">
                <a16:creationId xmlns:a16="http://schemas.microsoft.com/office/drawing/2014/main" id="{AF016ADE-3B4C-5C77-992B-009400E9E47D}"/>
              </a:ext>
            </a:extLst>
          </p:cNvPr>
          <p:cNvSpPr txBox="1">
            <a:spLocks noChangeArrowheads="1"/>
          </p:cNvSpPr>
          <p:nvPr/>
        </p:nvSpPr>
        <p:spPr bwMode="auto">
          <a:xfrm>
            <a:off x="8273042" y="3255111"/>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9" name="Text Box 19">
            <a:extLst>
              <a:ext uri="{FF2B5EF4-FFF2-40B4-BE49-F238E27FC236}">
                <a16:creationId xmlns:a16="http://schemas.microsoft.com/office/drawing/2014/main" id="{C57C85E2-790F-839A-499A-63EC0FE060F4}"/>
              </a:ext>
            </a:extLst>
          </p:cNvPr>
          <p:cNvSpPr txBox="1">
            <a:spLocks noChangeArrowheads="1"/>
          </p:cNvSpPr>
          <p:nvPr/>
        </p:nvSpPr>
        <p:spPr bwMode="auto">
          <a:xfrm>
            <a:off x="5875917" y="5585561"/>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grpSp>
        <p:nvGrpSpPr>
          <p:cNvPr id="20" name="Group 20">
            <a:extLst>
              <a:ext uri="{FF2B5EF4-FFF2-40B4-BE49-F238E27FC236}">
                <a16:creationId xmlns:a16="http://schemas.microsoft.com/office/drawing/2014/main" id="{ADBBA40C-12E6-B1D9-7624-B177DB8DB7C3}"/>
              </a:ext>
            </a:extLst>
          </p:cNvPr>
          <p:cNvGrpSpPr>
            <a:grpSpLocks/>
          </p:cNvGrpSpPr>
          <p:nvPr/>
        </p:nvGrpSpPr>
        <p:grpSpPr bwMode="auto">
          <a:xfrm>
            <a:off x="6236280" y="5041048"/>
            <a:ext cx="754062" cy="76200"/>
            <a:chOff x="3379" y="2795"/>
            <a:chExt cx="475" cy="48"/>
          </a:xfrm>
        </p:grpSpPr>
        <p:sp>
          <p:nvSpPr>
            <p:cNvPr id="21" name="Line 21">
              <a:extLst>
                <a:ext uri="{FF2B5EF4-FFF2-40B4-BE49-F238E27FC236}">
                  <a16:creationId xmlns:a16="http://schemas.microsoft.com/office/drawing/2014/main" id="{EB204ABB-F75A-4FB4-01D1-F844EE7FD0B8}"/>
                </a:ext>
              </a:extLst>
            </p:cNvPr>
            <p:cNvSpPr>
              <a:spLocks noChangeShapeType="1"/>
            </p:cNvSpPr>
            <p:nvPr/>
          </p:nvSpPr>
          <p:spPr bwMode="auto">
            <a:xfrm>
              <a:off x="3854"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2" name="Line 22">
              <a:extLst>
                <a:ext uri="{FF2B5EF4-FFF2-40B4-BE49-F238E27FC236}">
                  <a16:creationId xmlns:a16="http://schemas.microsoft.com/office/drawing/2014/main" id="{B897071E-DD62-50EE-C582-9B30D98CE477}"/>
                </a:ext>
              </a:extLst>
            </p:cNvPr>
            <p:cNvSpPr>
              <a:spLocks noChangeShapeType="1"/>
            </p:cNvSpPr>
            <p:nvPr/>
          </p:nvSpPr>
          <p:spPr bwMode="auto">
            <a:xfrm>
              <a:off x="3616"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3" name="Line 23">
              <a:extLst>
                <a:ext uri="{FF2B5EF4-FFF2-40B4-BE49-F238E27FC236}">
                  <a16:creationId xmlns:a16="http://schemas.microsoft.com/office/drawing/2014/main" id="{8C22E271-B3B8-805B-01BC-36148B12999E}"/>
                </a:ext>
              </a:extLst>
            </p:cNvPr>
            <p:cNvSpPr>
              <a:spLocks noChangeShapeType="1"/>
            </p:cNvSpPr>
            <p:nvPr/>
          </p:nvSpPr>
          <p:spPr bwMode="auto">
            <a:xfrm>
              <a:off x="3379"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grpSp>
        <p:nvGrpSpPr>
          <p:cNvPr id="24" name="Group 24">
            <a:extLst>
              <a:ext uri="{FF2B5EF4-FFF2-40B4-BE49-F238E27FC236}">
                <a16:creationId xmlns:a16="http://schemas.microsoft.com/office/drawing/2014/main" id="{67BAFAF6-2066-3FF8-3621-24BE3404A55D}"/>
              </a:ext>
            </a:extLst>
          </p:cNvPr>
          <p:cNvGrpSpPr>
            <a:grpSpLocks/>
          </p:cNvGrpSpPr>
          <p:nvPr/>
        </p:nvGrpSpPr>
        <p:grpSpPr bwMode="auto">
          <a:xfrm>
            <a:off x="7315780" y="5498248"/>
            <a:ext cx="76200" cy="374650"/>
            <a:chOff x="4059" y="3330"/>
            <a:chExt cx="48" cy="236"/>
          </a:xfrm>
        </p:grpSpPr>
        <p:sp>
          <p:nvSpPr>
            <p:cNvPr id="25" name="Line 25">
              <a:extLst>
                <a:ext uri="{FF2B5EF4-FFF2-40B4-BE49-F238E27FC236}">
                  <a16:creationId xmlns:a16="http://schemas.microsoft.com/office/drawing/2014/main" id="{E71C7ED4-6286-7D16-48EA-C4812AC5D5B9}"/>
                </a:ext>
              </a:extLst>
            </p:cNvPr>
            <p:cNvSpPr>
              <a:spLocks noChangeShapeType="1"/>
            </p:cNvSpPr>
            <p:nvPr/>
          </p:nvSpPr>
          <p:spPr bwMode="auto">
            <a:xfrm rot="-5400000">
              <a:off x="4083" y="3542"/>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6" name="Line 26">
              <a:extLst>
                <a:ext uri="{FF2B5EF4-FFF2-40B4-BE49-F238E27FC236}">
                  <a16:creationId xmlns:a16="http://schemas.microsoft.com/office/drawing/2014/main" id="{73CEA378-0D05-424B-8E37-78EC28E83DA1}"/>
                </a:ext>
              </a:extLst>
            </p:cNvPr>
            <p:cNvSpPr>
              <a:spLocks noChangeShapeType="1"/>
            </p:cNvSpPr>
            <p:nvPr/>
          </p:nvSpPr>
          <p:spPr bwMode="auto">
            <a:xfrm rot="-5400000">
              <a:off x="4083" y="330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27" name="Oval 27">
            <a:extLst>
              <a:ext uri="{FF2B5EF4-FFF2-40B4-BE49-F238E27FC236}">
                <a16:creationId xmlns:a16="http://schemas.microsoft.com/office/drawing/2014/main" id="{D4349901-C2B9-72A2-4F63-8557A4762105}"/>
              </a:ext>
            </a:extLst>
          </p:cNvPr>
          <p:cNvSpPr>
            <a:spLocks noChangeAspect="1" noChangeArrowheads="1"/>
          </p:cNvSpPr>
          <p:nvPr/>
        </p:nvSpPr>
        <p:spPr bwMode="auto">
          <a:xfrm>
            <a:off x="6212467" y="5801461"/>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8" name="Oval 28">
            <a:extLst>
              <a:ext uri="{FF2B5EF4-FFF2-40B4-BE49-F238E27FC236}">
                <a16:creationId xmlns:a16="http://schemas.microsoft.com/office/drawing/2014/main" id="{31E41222-9A0B-0267-A1DC-19FC7C96FD30}"/>
              </a:ext>
            </a:extLst>
          </p:cNvPr>
          <p:cNvSpPr>
            <a:spLocks noChangeAspect="1" noChangeArrowheads="1"/>
          </p:cNvSpPr>
          <p:nvPr/>
        </p:nvSpPr>
        <p:spPr bwMode="auto">
          <a:xfrm>
            <a:off x="6212467" y="3532923"/>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9" name="Text Box 29">
            <a:extLst>
              <a:ext uri="{FF2B5EF4-FFF2-40B4-BE49-F238E27FC236}">
                <a16:creationId xmlns:a16="http://schemas.microsoft.com/office/drawing/2014/main" id="{7D120940-F17A-5712-6C41-6DF5E83B32E1}"/>
              </a:ext>
            </a:extLst>
          </p:cNvPr>
          <p:cNvSpPr txBox="1">
            <a:spLocks noChangeArrowheads="1"/>
          </p:cNvSpPr>
          <p:nvPr/>
        </p:nvSpPr>
        <p:spPr bwMode="auto">
          <a:xfrm>
            <a:off x="1483305" y="1337411"/>
            <a:ext cx="8532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80000"/>
              </a:lnSpc>
              <a:spcBef>
                <a:spcPct val="50000"/>
              </a:spcBef>
              <a:spcAft>
                <a:spcPct val="0"/>
              </a:spcAft>
              <a:buFontTx/>
              <a:buNone/>
            </a:pPr>
            <a:r>
              <a:rPr lang="zh-CN" altLang="en-US" sz="2400">
                <a:solidFill>
                  <a:srgbClr val="000000"/>
                </a:solidFill>
                <a:latin typeface="仿宋" panose="02010609060101010101" pitchFamily="49" charset="-122"/>
                <a:ea typeface="仿宋" panose="02010609060101010101" pitchFamily="49" charset="-122"/>
              </a:rPr>
              <a:t>作图步骤：</a:t>
            </a:r>
            <a:endParaRPr kumimoji="1" lang="zh-CN" altLang="en-US" sz="2400">
              <a:solidFill>
                <a:srgbClr val="000000"/>
              </a:solidFill>
              <a:latin typeface="仿宋" panose="02010609060101010101" pitchFamily="49" charset="-122"/>
              <a:ea typeface="仿宋" panose="02010609060101010101" pitchFamily="49" charset="-122"/>
            </a:endParaRPr>
          </a:p>
        </p:txBody>
      </p:sp>
      <p:sp>
        <p:nvSpPr>
          <p:cNvPr id="30" name="Rectangle 30">
            <a:extLst>
              <a:ext uri="{FF2B5EF4-FFF2-40B4-BE49-F238E27FC236}">
                <a16:creationId xmlns:a16="http://schemas.microsoft.com/office/drawing/2014/main" id="{E231DAA2-9F3D-09B8-3B32-8FA9016DB478}"/>
              </a:ext>
            </a:extLst>
          </p:cNvPr>
          <p:cNvSpPr>
            <a:spLocks noChangeArrowheads="1"/>
          </p:cNvSpPr>
          <p:nvPr/>
        </p:nvSpPr>
        <p:spPr bwMode="auto">
          <a:xfrm>
            <a:off x="2923167" y="1264386"/>
            <a:ext cx="676910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110000"/>
              </a:lnSpc>
              <a:spcBef>
                <a:spcPct val="0"/>
              </a:spcBef>
              <a:spcAft>
                <a:spcPct val="0"/>
              </a:spcAft>
              <a:buFontTx/>
              <a:buNone/>
            </a:pPr>
            <a:r>
              <a:rPr lang="en-US" altLang="zh-CN" sz="2400" dirty="0">
                <a:solidFill>
                  <a:srgbClr val="000000"/>
                </a:solidFill>
                <a:latin typeface="仿宋" panose="02010609060101010101" pitchFamily="49" charset="-122"/>
                <a:ea typeface="仿宋" panose="02010609060101010101" pitchFamily="49" charset="-122"/>
              </a:rPr>
              <a:t>1</a:t>
            </a:r>
            <a:r>
              <a:rPr lang="zh-CN" altLang="en-US" sz="2400" dirty="0">
                <a:solidFill>
                  <a:srgbClr val="000000"/>
                </a:solidFill>
                <a:latin typeface="仿宋" panose="02010609060101010101" pitchFamily="49" charset="-122"/>
                <a:ea typeface="仿宋" panose="02010609060101010101" pitchFamily="49" charset="-122"/>
              </a:rPr>
              <a:t>、根据已知</a:t>
            </a:r>
            <a:r>
              <a:rPr lang="en-US" altLang="zh-CN" sz="2400" i="1" dirty="0">
                <a:solidFill>
                  <a:srgbClr val="EC0202"/>
                </a:solidFill>
                <a:latin typeface="仿宋" panose="02010609060101010101" pitchFamily="49" charset="-122"/>
                <a:ea typeface="仿宋" panose="02010609060101010101" pitchFamily="49" charset="-122"/>
              </a:rPr>
              <a:t>x</a:t>
            </a:r>
            <a:r>
              <a:rPr lang="zh-CN" altLang="en-US" sz="2400" dirty="0">
                <a:solidFill>
                  <a:srgbClr val="000000"/>
                </a:solidFill>
                <a:latin typeface="仿宋" panose="02010609060101010101" pitchFamily="49" charset="-122"/>
                <a:ea typeface="仿宋" panose="02010609060101010101" pitchFamily="49" charset="-122"/>
              </a:rPr>
              <a:t>标</a:t>
            </a:r>
            <a:r>
              <a:rPr lang="en-US" altLang="zh-CN" sz="2400" i="1" dirty="0">
                <a:solidFill>
                  <a:srgbClr val="EC0202"/>
                </a:solidFill>
                <a:latin typeface="仿宋" panose="02010609060101010101" pitchFamily="49" charset="-122"/>
                <a:ea typeface="仿宋" panose="02010609060101010101" pitchFamily="49" charset="-122"/>
              </a:rPr>
              <a:t>30</a:t>
            </a:r>
            <a:r>
              <a:rPr lang="zh-CN" altLang="en-US" sz="2400" dirty="0">
                <a:solidFill>
                  <a:srgbClr val="000000"/>
                </a:solidFill>
                <a:latin typeface="仿宋" panose="02010609060101010101" pitchFamily="49" charset="-122"/>
                <a:ea typeface="仿宋" panose="02010609060101010101" pitchFamily="49" charset="-122"/>
              </a:rPr>
              <a:t>，</a:t>
            </a:r>
            <a:r>
              <a:rPr lang="en-US" altLang="zh-CN" sz="2400" i="1" dirty="0">
                <a:solidFill>
                  <a:srgbClr val="EC0202"/>
                </a:solidFill>
                <a:latin typeface="仿宋" panose="02010609060101010101" pitchFamily="49" charset="-122"/>
                <a:ea typeface="仿宋" panose="02010609060101010101" pitchFamily="49" charset="-122"/>
              </a:rPr>
              <a:t>z</a:t>
            </a:r>
            <a:r>
              <a:rPr lang="zh-CN" altLang="en-US" sz="2400" dirty="0">
                <a:solidFill>
                  <a:srgbClr val="000000"/>
                </a:solidFill>
                <a:latin typeface="仿宋" panose="02010609060101010101" pitchFamily="49" charset="-122"/>
                <a:ea typeface="仿宋" panose="02010609060101010101" pitchFamily="49" charset="-122"/>
              </a:rPr>
              <a:t>标</a:t>
            </a:r>
            <a:r>
              <a:rPr lang="en-US" altLang="zh-CN" sz="2400" i="1" dirty="0">
                <a:solidFill>
                  <a:srgbClr val="EC0202"/>
                </a:solidFill>
                <a:latin typeface="仿宋" panose="02010609060101010101" pitchFamily="49" charset="-122"/>
                <a:ea typeface="仿宋" panose="02010609060101010101" pitchFamily="49" charset="-122"/>
              </a:rPr>
              <a:t>40</a:t>
            </a:r>
            <a:r>
              <a:rPr lang="zh-CN" altLang="en-US" sz="2400" dirty="0">
                <a:solidFill>
                  <a:srgbClr val="000000"/>
                </a:solidFill>
                <a:latin typeface="仿宋" panose="02010609060101010101" pitchFamily="49" charset="-122"/>
                <a:ea typeface="仿宋" panose="02010609060101010101" pitchFamily="49" charset="-122"/>
              </a:rPr>
              <a:t>，确定</a:t>
            </a:r>
            <a:r>
              <a:rPr lang="en-US" altLang="zh-CN" sz="2400" i="1" dirty="0">
                <a:solidFill>
                  <a:srgbClr val="EC0202"/>
                </a:solidFill>
                <a:latin typeface="仿宋" panose="02010609060101010101" pitchFamily="49" charset="-122"/>
                <a:ea typeface="仿宋" panose="02010609060101010101" pitchFamily="49" charset="-122"/>
              </a:rPr>
              <a:t>V</a:t>
            </a:r>
            <a:r>
              <a:rPr lang="zh-CN" altLang="en-US" sz="2400" dirty="0">
                <a:solidFill>
                  <a:srgbClr val="000000"/>
                </a:solidFill>
                <a:latin typeface="仿宋" panose="02010609060101010101" pitchFamily="49" charset="-122"/>
                <a:ea typeface="仿宋" panose="02010609060101010101" pitchFamily="49" charset="-122"/>
              </a:rPr>
              <a:t>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a:t>
            </a:r>
            <a:endParaRPr lang="zh-CN" altLang="en-US" sz="2400" dirty="0">
              <a:solidFill>
                <a:srgbClr val="000000"/>
              </a:solidFill>
              <a:latin typeface="仿宋" panose="02010609060101010101" pitchFamily="49" charset="-122"/>
              <a:ea typeface="仿宋" panose="02010609060101010101" pitchFamily="49" charset="-122"/>
            </a:endParaRPr>
          </a:p>
          <a:p>
            <a:pPr fontAlgn="base">
              <a:lnSpc>
                <a:spcPct val="110000"/>
              </a:lnSpc>
              <a:spcBef>
                <a:spcPct val="0"/>
              </a:spcBef>
              <a:spcAft>
                <a:spcPct val="0"/>
              </a:spcAft>
              <a:buFontTx/>
              <a:buNone/>
            </a:pPr>
            <a:r>
              <a:rPr lang="en-US" altLang="zh-CN" sz="2400" dirty="0">
                <a:solidFill>
                  <a:srgbClr val="000000"/>
                </a:solidFill>
                <a:latin typeface="仿宋" panose="02010609060101010101" pitchFamily="49" charset="-122"/>
                <a:ea typeface="仿宋" panose="02010609060101010101" pitchFamily="49" charset="-122"/>
              </a:rPr>
              <a:t>2</a:t>
            </a:r>
            <a:r>
              <a:rPr lang="zh-CN" altLang="en-US" sz="2400" dirty="0">
                <a:solidFill>
                  <a:srgbClr val="000000"/>
                </a:solidFill>
                <a:latin typeface="仿宋" panose="02010609060101010101" pitchFamily="49" charset="-122"/>
                <a:ea typeface="仿宋" panose="02010609060101010101" pitchFamily="49" charset="-122"/>
              </a:rPr>
              <a:t>、利用</a:t>
            </a:r>
            <a:r>
              <a:rPr kumimoji="1" lang="en-US" altLang="zh-CN" sz="2400" i="1" dirty="0" err="1">
                <a:solidFill>
                  <a:srgbClr val="EC0202"/>
                </a:solidFill>
                <a:latin typeface="仿宋" panose="02010609060101010101" pitchFamily="49" charset="-122"/>
                <a:ea typeface="仿宋" panose="02010609060101010101" pitchFamily="49" charset="-122"/>
              </a:rPr>
              <a:t>a'a</a:t>
            </a:r>
            <a:r>
              <a:rPr kumimoji="1" lang="en-US" altLang="zh-CN" sz="2400" dirty="0" err="1">
                <a:solidFill>
                  <a:srgbClr val="EC0202"/>
                </a:solidFill>
                <a:latin typeface="仿宋" panose="02010609060101010101" pitchFamily="49" charset="-122"/>
                <a:ea typeface="仿宋" panose="02010609060101010101" pitchFamily="49" charset="-122"/>
              </a:rPr>
              <a:t>⊥</a:t>
            </a:r>
            <a:r>
              <a:rPr kumimoji="1" lang="en-US" altLang="zh-CN" sz="2400" i="1" dirty="0" err="1">
                <a:solidFill>
                  <a:srgbClr val="EC0202"/>
                </a:solidFill>
                <a:latin typeface="仿宋" panose="02010609060101010101" pitchFamily="49" charset="-122"/>
                <a:ea typeface="仿宋" panose="02010609060101010101" pitchFamily="49" charset="-122"/>
              </a:rPr>
              <a:t>OX</a:t>
            </a:r>
            <a:r>
              <a:rPr kumimoji="1" lang="zh-CN" altLang="en-US" sz="2400" i="1" dirty="0">
                <a:solidFill>
                  <a:srgbClr val="000000"/>
                </a:solidFill>
                <a:latin typeface="仿宋" panose="02010609060101010101" pitchFamily="49" charset="-122"/>
                <a:ea typeface="仿宋" panose="02010609060101010101" pitchFamily="49" charset="-122"/>
              </a:rPr>
              <a:t>，</a:t>
            </a:r>
            <a:r>
              <a:rPr kumimoji="1" lang="zh-CN" altLang="en-US" sz="2400" dirty="0">
                <a:solidFill>
                  <a:srgbClr val="000000"/>
                </a:solidFill>
                <a:latin typeface="仿宋" panose="02010609060101010101" pitchFamily="49" charset="-122"/>
                <a:ea typeface="仿宋" panose="02010609060101010101" pitchFamily="49" charset="-122"/>
              </a:rPr>
              <a:t>以及</a:t>
            </a:r>
            <a:r>
              <a:rPr kumimoji="1" lang="en-US" altLang="zh-CN" sz="2400" i="1" dirty="0">
                <a:solidFill>
                  <a:srgbClr val="EC0202"/>
                </a:solidFill>
                <a:latin typeface="仿宋" panose="02010609060101010101" pitchFamily="49" charset="-122"/>
                <a:ea typeface="仿宋" panose="02010609060101010101" pitchFamily="49" charset="-122"/>
              </a:rPr>
              <a:t>y</a:t>
            </a:r>
            <a:r>
              <a:rPr kumimoji="1" lang="zh-CN" altLang="en-US" sz="2400" dirty="0">
                <a:solidFill>
                  <a:srgbClr val="000000"/>
                </a:solidFill>
                <a:latin typeface="仿宋" panose="02010609060101010101" pitchFamily="49" charset="-122"/>
                <a:ea typeface="仿宋" panose="02010609060101010101" pitchFamily="49" charset="-122"/>
              </a:rPr>
              <a:t>标</a:t>
            </a:r>
            <a:r>
              <a:rPr kumimoji="1" lang="en-US" altLang="zh-CN" sz="2400" i="1" dirty="0">
                <a:solidFill>
                  <a:srgbClr val="EC0202"/>
                </a:solidFill>
                <a:latin typeface="仿宋" panose="02010609060101010101" pitchFamily="49" charset="-122"/>
                <a:ea typeface="仿宋" panose="02010609060101010101" pitchFamily="49" charset="-122"/>
              </a:rPr>
              <a:t>20</a:t>
            </a:r>
            <a:r>
              <a:rPr kumimoji="1" lang="zh-CN" altLang="en-US" sz="2400" dirty="0">
                <a:solidFill>
                  <a:srgbClr val="000000"/>
                </a:solidFill>
                <a:latin typeface="仿宋" panose="02010609060101010101" pitchFamily="49" charset="-122"/>
                <a:ea typeface="仿宋" panose="02010609060101010101" pitchFamily="49" charset="-122"/>
              </a:rPr>
              <a:t>，求得</a:t>
            </a:r>
            <a:r>
              <a:rPr kumimoji="1" lang="en-US" altLang="zh-CN" sz="2400" i="1" dirty="0">
                <a:solidFill>
                  <a:srgbClr val="EC0202"/>
                </a:solidFill>
                <a:latin typeface="仿宋" panose="02010609060101010101" pitchFamily="49" charset="-122"/>
                <a:ea typeface="仿宋" panose="02010609060101010101" pitchFamily="49" charset="-122"/>
              </a:rPr>
              <a:t>H</a:t>
            </a:r>
            <a:r>
              <a:rPr kumimoji="1" lang="zh-CN" altLang="en-US" sz="2400" dirty="0">
                <a:solidFill>
                  <a:srgbClr val="000000"/>
                </a:solidFill>
                <a:latin typeface="仿宋" panose="02010609060101010101" pitchFamily="49" charset="-122"/>
                <a:ea typeface="仿宋" panose="02010609060101010101" pitchFamily="49" charset="-122"/>
              </a:rPr>
              <a:t>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a:t>
            </a:r>
          </a:p>
          <a:p>
            <a:pPr fontAlgn="base">
              <a:lnSpc>
                <a:spcPct val="110000"/>
              </a:lnSpc>
              <a:spcBef>
                <a:spcPct val="0"/>
              </a:spcBef>
              <a:spcAft>
                <a:spcPct val="0"/>
              </a:spcAft>
              <a:buFontTx/>
              <a:buNone/>
            </a:pPr>
            <a:r>
              <a:rPr kumimoji="1" lang="en-US" altLang="zh-CN" sz="2400" dirty="0">
                <a:solidFill>
                  <a:srgbClr val="000000"/>
                </a:solidFill>
                <a:latin typeface="仿宋" panose="02010609060101010101" pitchFamily="49" charset="-122"/>
                <a:ea typeface="仿宋" panose="02010609060101010101" pitchFamily="49" charset="-122"/>
              </a:rPr>
              <a:t>3</a:t>
            </a:r>
            <a:r>
              <a:rPr kumimoji="1" lang="zh-CN" altLang="en-US" sz="2400" dirty="0">
                <a:solidFill>
                  <a:srgbClr val="000000"/>
                </a:solidFill>
                <a:latin typeface="仿宋" panose="02010609060101010101" pitchFamily="49" charset="-122"/>
                <a:ea typeface="仿宋" panose="02010609060101010101" pitchFamily="49" charset="-122"/>
              </a:rPr>
              <a:t>、根据已求得的两投影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i="1" dirty="0">
                <a:solidFill>
                  <a:srgbClr val="EC0202"/>
                </a:solidFill>
                <a:latin typeface="仿宋" panose="02010609060101010101" pitchFamily="49" charset="-122"/>
                <a:ea typeface="仿宋" panose="02010609060101010101" pitchFamily="49" charset="-122"/>
              </a:rPr>
              <a:t>、 </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，利用投影关系</a:t>
            </a:r>
          </a:p>
          <a:p>
            <a:pPr fontAlgn="base">
              <a:lnSpc>
                <a:spcPct val="110000"/>
              </a:lnSpc>
              <a:spcBef>
                <a:spcPct val="0"/>
              </a:spcBef>
              <a:spcAft>
                <a:spcPct val="0"/>
              </a:spcAft>
              <a:buFontTx/>
              <a:buNone/>
            </a:pPr>
            <a:r>
              <a:rPr kumimoji="1" lang="zh-CN" altLang="en-US" sz="2400" dirty="0">
                <a:solidFill>
                  <a:srgbClr val="000000"/>
                </a:solidFill>
                <a:latin typeface="仿宋" panose="02010609060101010101" pitchFamily="49" charset="-122"/>
                <a:ea typeface="仿宋" panose="02010609060101010101" pitchFamily="49" charset="-122"/>
              </a:rPr>
              <a:t>      求得</a:t>
            </a:r>
            <a:r>
              <a:rPr kumimoji="1" lang="en-US" altLang="zh-CN" sz="2400" i="1" dirty="0">
                <a:solidFill>
                  <a:srgbClr val="EC0202"/>
                </a:solidFill>
                <a:latin typeface="仿宋" panose="02010609060101010101" pitchFamily="49" charset="-122"/>
                <a:ea typeface="仿宋" panose="02010609060101010101" pitchFamily="49" charset="-122"/>
              </a:rPr>
              <a:t>W</a:t>
            </a:r>
            <a:r>
              <a:rPr kumimoji="1" lang="zh-CN" altLang="en-US" sz="2400" dirty="0">
                <a:solidFill>
                  <a:srgbClr val="000000"/>
                </a:solidFill>
                <a:latin typeface="仿宋" panose="02010609060101010101" pitchFamily="49" charset="-122"/>
                <a:ea typeface="仿宋" panose="02010609060101010101" pitchFamily="49" charset="-122"/>
              </a:rPr>
              <a:t>投影</a:t>
            </a:r>
            <a:r>
              <a:rPr kumimoji="1" lang="en-US" altLang="zh-CN" sz="2400" i="1" dirty="0">
                <a:solidFill>
                  <a:srgbClr val="EC0202"/>
                </a:solidFill>
                <a:latin typeface="仿宋" panose="02010609060101010101" pitchFamily="49" charset="-122"/>
                <a:ea typeface="仿宋" panose="02010609060101010101" pitchFamily="49" charset="-122"/>
              </a:rPr>
              <a:t>a"</a:t>
            </a:r>
            <a:r>
              <a:rPr kumimoji="1" lang="zh-CN" altLang="en-US" sz="2400" dirty="0">
                <a:solidFill>
                  <a:srgbClr val="000000"/>
                </a:solidFill>
                <a:latin typeface="仿宋" panose="02010609060101010101" pitchFamily="49" charset="-122"/>
                <a:ea typeface="仿宋" panose="02010609060101010101" pitchFamily="49" charset="-122"/>
              </a:rPr>
              <a:t>。</a:t>
            </a:r>
          </a:p>
        </p:txBody>
      </p:sp>
      <p:grpSp>
        <p:nvGrpSpPr>
          <p:cNvPr id="31" name="Group 31">
            <a:extLst>
              <a:ext uri="{FF2B5EF4-FFF2-40B4-BE49-F238E27FC236}">
                <a16:creationId xmlns:a16="http://schemas.microsoft.com/office/drawing/2014/main" id="{5616E301-A0F4-DC99-F969-3EFD281F8C07}"/>
              </a:ext>
            </a:extLst>
          </p:cNvPr>
          <p:cNvGrpSpPr>
            <a:grpSpLocks/>
          </p:cNvGrpSpPr>
          <p:nvPr/>
        </p:nvGrpSpPr>
        <p:grpSpPr bwMode="auto">
          <a:xfrm>
            <a:off x="7312605" y="3569436"/>
            <a:ext cx="79375" cy="1150937"/>
            <a:chOff x="4057" y="2115"/>
            <a:chExt cx="50" cy="725"/>
          </a:xfrm>
        </p:grpSpPr>
        <p:grpSp>
          <p:nvGrpSpPr>
            <p:cNvPr id="32" name="Group 32">
              <a:extLst>
                <a:ext uri="{FF2B5EF4-FFF2-40B4-BE49-F238E27FC236}">
                  <a16:creationId xmlns:a16="http://schemas.microsoft.com/office/drawing/2014/main" id="{A6563D96-63DB-7464-BFA2-C3DFAED9858A}"/>
                </a:ext>
              </a:extLst>
            </p:cNvPr>
            <p:cNvGrpSpPr>
              <a:grpSpLocks/>
            </p:cNvGrpSpPr>
            <p:nvPr/>
          </p:nvGrpSpPr>
          <p:grpSpPr bwMode="auto">
            <a:xfrm rot="-5400000">
              <a:off x="3843" y="2329"/>
              <a:ext cx="475" cy="48"/>
              <a:chOff x="3515" y="2931"/>
              <a:chExt cx="475" cy="48"/>
            </a:xfrm>
          </p:grpSpPr>
          <p:sp>
            <p:nvSpPr>
              <p:cNvPr id="34" name="Line 33">
                <a:extLst>
                  <a:ext uri="{FF2B5EF4-FFF2-40B4-BE49-F238E27FC236}">
                    <a16:creationId xmlns:a16="http://schemas.microsoft.com/office/drawing/2014/main" id="{824A2AAD-7E17-CF1B-BB24-5192BDB6453E}"/>
                  </a:ext>
                </a:extLst>
              </p:cNvPr>
              <p:cNvSpPr>
                <a:spLocks noChangeShapeType="1"/>
              </p:cNvSpPr>
              <p:nvPr/>
            </p:nvSpPr>
            <p:spPr bwMode="auto">
              <a:xfrm>
                <a:off x="3990"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5" name="Line 34">
                <a:extLst>
                  <a:ext uri="{FF2B5EF4-FFF2-40B4-BE49-F238E27FC236}">
                    <a16:creationId xmlns:a16="http://schemas.microsoft.com/office/drawing/2014/main" id="{50EAB060-7F4D-EBD2-44FC-ADA778005FDE}"/>
                  </a:ext>
                </a:extLst>
              </p:cNvPr>
              <p:cNvSpPr>
                <a:spLocks noChangeShapeType="1"/>
              </p:cNvSpPr>
              <p:nvPr/>
            </p:nvSpPr>
            <p:spPr bwMode="auto">
              <a:xfrm>
                <a:off x="3752"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6" name="Line 35">
                <a:extLst>
                  <a:ext uri="{FF2B5EF4-FFF2-40B4-BE49-F238E27FC236}">
                    <a16:creationId xmlns:a16="http://schemas.microsoft.com/office/drawing/2014/main" id="{7C1BDDF0-2E6D-7971-84D8-3E111AC44B80}"/>
                  </a:ext>
                </a:extLst>
              </p:cNvPr>
              <p:cNvSpPr>
                <a:spLocks noChangeShapeType="1"/>
              </p:cNvSpPr>
              <p:nvPr/>
            </p:nvSpPr>
            <p:spPr bwMode="auto">
              <a:xfrm>
                <a:off x="3515"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3" name="Line 36">
              <a:extLst>
                <a:ext uri="{FF2B5EF4-FFF2-40B4-BE49-F238E27FC236}">
                  <a16:creationId xmlns:a16="http://schemas.microsoft.com/office/drawing/2014/main" id="{7E6516DC-270C-CB1F-0D98-B0EF8DBC6469}"/>
                </a:ext>
              </a:extLst>
            </p:cNvPr>
            <p:cNvSpPr>
              <a:spLocks noChangeShapeType="1"/>
            </p:cNvSpPr>
            <p:nvPr/>
          </p:nvSpPr>
          <p:spPr bwMode="auto">
            <a:xfrm rot="-5400000">
              <a:off x="4083" y="281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7" name="Freeform 37">
            <a:extLst>
              <a:ext uri="{FF2B5EF4-FFF2-40B4-BE49-F238E27FC236}">
                <a16:creationId xmlns:a16="http://schemas.microsoft.com/office/drawing/2014/main" id="{C069931A-44EC-8C75-A7EB-FA78D468411B}"/>
              </a:ext>
            </a:extLst>
          </p:cNvPr>
          <p:cNvSpPr>
            <a:spLocks/>
          </p:cNvSpPr>
          <p:nvPr/>
        </p:nvSpPr>
        <p:spPr bwMode="auto">
          <a:xfrm>
            <a:off x="6234692" y="5117248"/>
            <a:ext cx="1588" cy="755650"/>
          </a:xfrm>
          <a:custGeom>
            <a:avLst/>
            <a:gdLst>
              <a:gd name="T0" fmla="*/ 0 w 1"/>
              <a:gd name="T1" fmla="*/ 0 h 476"/>
              <a:gd name="T2" fmla="*/ 2147483646 w 1"/>
              <a:gd name="T3" fmla="*/ 2147483646 h 476"/>
              <a:gd name="T4" fmla="*/ 0 60000 65536"/>
              <a:gd name="T5" fmla="*/ 0 60000 65536"/>
              <a:gd name="T6" fmla="*/ 0 w 1"/>
              <a:gd name="T7" fmla="*/ 0 h 476"/>
              <a:gd name="T8" fmla="*/ 1 w 1"/>
              <a:gd name="T9" fmla="*/ 476 h 476"/>
            </a:gdLst>
            <a:ahLst/>
            <a:cxnLst>
              <a:cxn ang="T4">
                <a:pos x="T0" y="T1"/>
              </a:cxn>
              <a:cxn ang="T5">
                <a:pos x="T2" y="T3"/>
              </a:cxn>
            </a:cxnLst>
            <a:rect l="T6" t="T7" r="T8" b="T9"/>
            <a:pathLst>
              <a:path w="1" h="476">
                <a:moveTo>
                  <a:pt x="0" y="0"/>
                </a:moveTo>
                <a:lnTo>
                  <a:pt x="1" y="476"/>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8" name="Freeform 38">
            <a:extLst>
              <a:ext uri="{FF2B5EF4-FFF2-40B4-BE49-F238E27FC236}">
                <a16:creationId xmlns:a16="http://schemas.microsoft.com/office/drawing/2014/main" id="{1C65385C-7C15-1EF6-1320-DAD516487EB1}"/>
              </a:ext>
            </a:extLst>
          </p:cNvPr>
          <p:cNvSpPr>
            <a:spLocks/>
          </p:cNvSpPr>
          <p:nvPr/>
        </p:nvSpPr>
        <p:spPr bwMode="auto">
          <a:xfrm>
            <a:off x="6091817" y="4972786"/>
            <a:ext cx="144463" cy="142875"/>
          </a:xfrm>
          <a:custGeom>
            <a:avLst/>
            <a:gdLst>
              <a:gd name="T0" fmla="*/ 2147483646 w 91"/>
              <a:gd name="T1" fmla="*/ 0 h 90"/>
              <a:gd name="T2" fmla="*/ 0 w 91"/>
              <a:gd name="T3" fmla="*/ 0 h 90"/>
              <a:gd name="T4" fmla="*/ 0 w 91"/>
              <a:gd name="T5" fmla="*/ 2147483646 h 90"/>
              <a:gd name="T6" fmla="*/ 0 60000 65536"/>
              <a:gd name="T7" fmla="*/ 0 60000 65536"/>
              <a:gd name="T8" fmla="*/ 0 60000 65536"/>
              <a:gd name="T9" fmla="*/ 0 w 91"/>
              <a:gd name="T10" fmla="*/ 0 h 90"/>
              <a:gd name="T11" fmla="*/ 91 w 91"/>
              <a:gd name="T12" fmla="*/ 90 h 90"/>
            </a:gdLst>
            <a:ahLst/>
            <a:cxnLst>
              <a:cxn ang="T6">
                <a:pos x="T0" y="T1"/>
              </a:cxn>
              <a:cxn ang="T7">
                <a:pos x="T2" y="T3"/>
              </a:cxn>
              <a:cxn ang="T8">
                <a:pos x="T4" y="T5"/>
              </a:cxn>
            </a:cxnLst>
            <a:rect l="T9" t="T10" r="T11" b="T12"/>
            <a:pathLst>
              <a:path w="91" h="90">
                <a:moveTo>
                  <a:pt x="91" y="0"/>
                </a:moveTo>
                <a:lnTo>
                  <a:pt x="0" y="0"/>
                </a:lnTo>
                <a:lnTo>
                  <a:pt x="0" y="90"/>
                </a:lnTo>
              </a:path>
            </a:pathLst>
          </a:cu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9" name="Freeform 39">
            <a:extLst>
              <a:ext uri="{FF2B5EF4-FFF2-40B4-BE49-F238E27FC236}">
                <a16:creationId xmlns:a16="http://schemas.microsoft.com/office/drawing/2014/main" id="{553D7546-D689-D677-D7B3-CFB6D32D1FE8}"/>
              </a:ext>
            </a:extLst>
          </p:cNvPr>
          <p:cNvSpPr>
            <a:spLocks/>
          </p:cNvSpPr>
          <p:nvPr/>
        </p:nvSpPr>
        <p:spPr bwMode="auto">
          <a:xfrm>
            <a:off x="7387217" y="3574198"/>
            <a:ext cx="842963" cy="1588"/>
          </a:xfrm>
          <a:custGeom>
            <a:avLst/>
            <a:gdLst>
              <a:gd name="T0" fmla="*/ 0 w 531"/>
              <a:gd name="T1" fmla="*/ 0 h 1"/>
              <a:gd name="T2" fmla="*/ 2147483646 w 531"/>
              <a:gd name="T3" fmla="*/ 0 h 1"/>
              <a:gd name="T4" fmla="*/ 0 60000 65536"/>
              <a:gd name="T5" fmla="*/ 0 60000 65536"/>
              <a:gd name="T6" fmla="*/ 0 w 531"/>
              <a:gd name="T7" fmla="*/ 0 h 1"/>
              <a:gd name="T8" fmla="*/ 531 w 531"/>
              <a:gd name="T9" fmla="*/ 1 h 1"/>
            </a:gdLst>
            <a:ahLst/>
            <a:cxnLst>
              <a:cxn ang="T4">
                <a:pos x="T0" y="T1"/>
              </a:cxn>
              <a:cxn ang="T5">
                <a:pos x="T2" y="T3"/>
              </a:cxn>
            </a:cxnLst>
            <a:rect l="T6" t="T7" r="T8" b="T9"/>
            <a:pathLst>
              <a:path w="531" h="1">
                <a:moveTo>
                  <a:pt x="0" y="0"/>
                </a:moveTo>
                <a:lnTo>
                  <a:pt x="531"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0" name="Oval 40">
            <a:extLst>
              <a:ext uri="{FF2B5EF4-FFF2-40B4-BE49-F238E27FC236}">
                <a16:creationId xmlns:a16="http://schemas.microsoft.com/office/drawing/2014/main" id="{C4FF4DE2-7D26-2641-CDE5-7412B723A3B5}"/>
              </a:ext>
            </a:extLst>
          </p:cNvPr>
          <p:cNvSpPr>
            <a:spLocks noChangeAspect="1" noChangeArrowheads="1"/>
          </p:cNvSpPr>
          <p:nvPr/>
        </p:nvSpPr>
        <p:spPr bwMode="auto">
          <a:xfrm>
            <a:off x="8200017" y="3532923"/>
            <a:ext cx="95250" cy="95250"/>
          </a:xfrm>
          <a:prstGeom prst="ellipse">
            <a:avLst/>
          </a:prstGeom>
          <a:gradFill rotWithShape="1">
            <a:gsLst>
              <a:gs pos="0">
                <a:srgbClr val="FF3300"/>
              </a:gs>
              <a:gs pos="100000">
                <a:srgbClr val="BA25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nvGrpSpPr>
          <p:cNvPr id="41" name="Group 41">
            <a:extLst>
              <a:ext uri="{FF2B5EF4-FFF2-40B4-BE49-F238E27FC236}">
                <a16:creationId xmlns:a16="http://schemas.microsoft.com/office/drawing/2014/main" id="{3D779656-FCAF-03E6-4E86-A952AB7BD637}"/>
              </a:ext>
            </a:extLst>
          </p:cNvPr>
          <p:cNvGrpSpPr>
            <a:grpSpLocks/>
          </p:cNvGrpSpPr>
          <p:nvPr/>
        </p:nvGrpSpPr>
        <p:grpSpPr bwMode="auto">
          <a:xfrm>
            <a:off x="1556330" y="3280511"/>
            <a:ext cx="3527425" cy="2784475"/>
            <a:chOff x="431" y="1933"/>
            <a:chExt cx="2222" cy="1754"/>
          </a:xfrm>
        </p:grpSpPr>
        <p:grpSp>
          <p:nvGrpSpPr>
            <p:cNvPr id="42" name="Group 42">
              <a:extLst>
                <a:ext uri="{FF2B5EF4-FFF2-40B4-BE49-F238E27FC236}">
                  <a16:creationId xmlns:a16="http://schemas.microsoft.com/office/drawing/2014/main" id="{D50857B2-1DD5-9CF6-773A-1899D90A7450}"/>
                </a:ext>
              </a:extLst>
            </p:cNvPr>
            <p:cNvGrpSpPr>
              <a:grpSpLocks/>
            </p:cNvGrpSpPr>
            <p:nvPr/>
          </p:nvGrpSpPr>
          <p:grpSpPr bwMode="auto">
            <a:xfrm>
              <a:off x="431" y="1933"/>
              <a:ext cx="2222" cy="1754"/>
              <a:chOff x="431" y="1933"/>
              <a:chExt cx="2222" cy="1754"/>
            </a:xfrm>
          </p:grpSpPr>
          <p:sp>
            <p:nvSpPr>
              <p:cNvPr id="48" name="AutoShape 43">
                <a:extLst>
                  <a:ext uri="{FF2B5EF4-FFF2-40B4-BE49-F238E27FC236}">
                    <a16:creationId xmlns:a16="http://schemas.microsoft.com/office/drawing/2014/main" id="{1B3B0966-4EEE-9906-032A-17058C1B6A82}"/>
                  </a:ext>
                </a:extLst>
              </p:cNvPr>
              <p:cNvSpPr>
                <a:spLocks noChangeArrowheads="1"/>
              </p:cNvSpPr>
              <p:nvPr/>
            </p:nvSpPr>
            <p:spPr bwMode="auto">
              <a:xfrm rot="5420447">
                <a:off x="1384" y="2584"/>
                <a:ext cx="1618" cy="518"/>
              </a:xfrm>
              <a:prstGeom prst="parallelogram">
                <a:avLst>
                  <a:gd name="adj" fmla="val 98768"/>
                </a:avLst>
              </a:prstGeom>
              <a:solidFill>
                <a:srgbClr val="CCFFFF"/>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Freeform 44">
                <a:extLst>
                  <a:ext uri="{FF2B5EF4-FFF2-40B4-BE49-F238E27FC236}">
                    <a16:creationId xmlns:a16="http://schemas.microsoft.com/office/drawing/2014/main" id="{67D84B03-4317-D8E2-EE5D-169E1865CCCC}"/>
                  </a:ext>
                </a:extLst>
              </p:cNvPr>
              <p:cNvSpPr>
                <a:spLocks/>
              </p:cNvSpPr>
              <p:nvPr/>
            </p:nvSpPr>
            <p:spPr bwMode="auto">
              <a:xfrm>
                <a:off x="619" y="3137"/>
                <a:ext cx="1834" cy="515"/>
              </a:xfrm>
              <a:custGeom>
                <a:avLst/>
                <a:gdLst>
                  <a:gd name="T0" fmla="*/ 0 w 1872"/>
                  <a:gd name="T1" fmla="*/ 0 h 528"/>
                  <a:gd name="T2" fmla="*/ 431 w 1872"/>
                  <a:gd name="T3" fmla="*/ 412 h 528"/>
                  <a:gd name="T4" fmla="*/ 1525 w 1872"/>
                  <a:gd name="T5" fmla="*/ 412 h 528"/>
                  <a:gd name="T6" fmla="*/ 1094 w 1872"/>
                  <a:gd name="T7" fmla="*/ 0 h 528"/>
                  <a:gd name="T8" fmla="*/ 0 w 1872"/>
                  <a:gd name="T9" fmla="*/ 0 h 528"/>
                  <a:gd name="T10" fmla="*/ 0 60000 65536"/>
                  <a:gd name="T11" fmla="*/ 0 60000 65536"/>
                  <a:gd name="T12" fmla="*/ 0 60000 65536"/>
                  <a:gd name="T13" fmla="*/ 0 60000 65536"/>
                  <a:gd name="T14" fmla="*/ 0 60000 65536"/>
                  <a:gd name="T15" fmla="*/ 0 w 1872"/>
                  <a:gd name="T16" fmla="*/ 0 h 528"/>
                  <a:gd name="T17" fmla="*/ 1872 w 1872"/>
                  <a:gd name="T18" fmla="*/ 528 h 528"/>
                </a:gdLst>
                <a:ahLst/>
                <a:cxnLst>
                  <a:cxn ang="T10">
                    <a:pos x="T0" y="T1"/>
                  </a:cxn>
                  <a:cxn ang="T11">
                    <a:pos x="T2" y="T3"/>
                  </a:cxn>
                  <a:cxn ang="T12">
                    <a:pos x="T4" y="T5"/>
                  </a:cxn>
                  <a:cxn ang="T13">
                    <a:pos x="T6" y="T7"/>
                  </a:cxn>
                  <a:cxn ang="T14">
                    <a:pos x="T8" y="T9"/>
                  </a:cxn>
                </a:cxnLst>
                <a:rect l="T15" t="T16" r="T17" b="T18"/>
                <a:pathLst>
                  <a:path w="1872" h="528">
                    <a:moveTo>
                      <a:pt x="0" y="0"/>
                    </a:moveTo>
                    <a:lnTo>
                      <a:pt x="528" y="528"/>
                    </a:lnTo>
                    <a:lnTo>
                      <a:pt x="1872" y="528"/>
                    </a:lnTo>
                    <a:lnTo>
                      <a:pt x="1344" y="0"/>
                    </a:lnTo>
                    <a:lnTo>
                      <a:pt x="0" y="0"/>
                    </a:lnTo>
                    <a:close/>
                  </a:path>
                </a:pathLst>
              </a:custGeom>
              <a:solidFill>
                <a:srgbClr val="FFFF00"/>
              </a:solidFill>
              <a:ln w="12700">
                <a:solidFill>
                  <a:srgbClr val="808080"/>
                </a:solidFill>
                <a:round/>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0" name="Rectangle 45">
                <a:extLst>
                  <a:ext uri="{FF2B5EF4-FFF2-40B4-BE49-F238E27FC236}">
                    <a16:creationId xmlns:a16="http://schemas.microsoft.com/office/drawing/2014/main" id="{902B66A5-FDD6-E2F9-31D2-02EA8B6DE191}"/>
                  </a:ext>
                </a:extLst>
              </p:cNvPr>
              <p:cNvSpPr>
                <a:spLocks noChangeArrowheads="1"/>
              </p:cNvSpPr>
              <p:nvPr/>
            </p:nvSpPr>
            <p:spPr bwMode="auto">
              <a:xfrm>
                <a:off x="619" y="2024"/>
                <a:ext cx="1317" cy="1113"/>
              </a:xfrm>
              <a:prstGeom prst="rect">
                <a:avLst/>
              </a:prstGeom>
              <a:solidFill>
                <a:srgbClr val="66FF99"/>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Text Box 46">
                <a:extLst>
                  <a:ext uri="{FF2B5EF4-FFF2-40B4-BE49-F238E27FC236}">
                    <a16:creationId xmlns:a16="http://schemas.microsoft.com/office/drawing/2014/main" id="{20078BAC-002A-EAEB-D9A0-612C3EEA7E33}"/>
                  </a:ext>
                </a:extLst>
              </p:cNvPr>
              <p:cNvSpPr txBox="1">
                <a:spLocks noChangeArrowheads="1"/>
              </p:cNvSpPr>
              <p:nvPr/>
            </p:nvSpPr>
            <p:spPr bwMode="auto">
              <a:xfrm>
                <a:off x="572" y="2004"/>
                <a:ext cx="328"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52" name="Text Box 47">
                <a:extLst>
                  <a:ext uri="{FF2B5EF4-FFF2-40B4-BE49-F238E27FC236}">
                    <a16:creationId xmlns:a16="http://schemas.microsoft.com/office/drawing/2014/main" id="{C1C59DC4-4BA2-BFE5-1139-EB3C48D21AFA}"/>
                  </a:ext>
                </a:extLst>
              </p:cNvPr>
              <p:cNvSpPr txBox="1">
                <a:spLocks noChangeArrowheads="1"/>
              </p:cNvSpPr>
              <p:nvPr/>
            </p:nvSpPr>
            <p:spPr bwMode="auto">
              <a:xfrm>
                <a:off x="431" y="3044"/>
                <a:ext cx="235"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53" name="Text Box 48">
                <a:extLst>
                  <a:ext uri="{FF2B5EF4-FFF2-40B4-BE49-F238E27FC236}">
                    <a16:creationId xmlns:a16="http://schemas.microsoft.com/office/drawing/2014/main" id="{776E876B-BEB0-A974-7D7A-77ED12DB1F24}"/>
                  </a:ext>
                </a:extLst>
              </p:cNvPr>
              <p:cNvSpPr txBox="1">
                <a:spLocks noChangeArrowheads="1"/>
              </p:cNvSpPr>
              <p:nvPr/>
            </p:nvSpPr>
            <p:spPr bwMode="auto">
              <a:xfrm>
                <a:off x="2418" y="3436"/>
                <a:ext cx="235" cy="251"/>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54" name="Text Box 49">
                <a:extLst>
                  <a:ext uri="{FF2B5EF4-FFF2-40B4-BE49-F238E27FC236}">
                    <a16:creationId xmlns:a16="http://schemas.microsoft.com/office/drawing/2014/main" id="{55AD7152-FDA5-E969-1186-1E4EAC2D30EA}"/>
                  </a:ext>
                </a:extLst>
              </p:cNvPr>
              <p:cNvSpPr txBox="1">
                <a:spLocks noChangeArrowheads="1"/>
              </p:cNvSpPr>
              <p:nvPr/>
            </p:nvSpPr>
            <p:spPr bwMode="auto">
              <a:xfrm>
                <a:off x="1736" y="312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sp>
            <p:nvSpPr>
              <p:cNvPr id="55" name="Line 50">
                <a:extLst>
                  <a:ext uri="{FF2B5EF4-FFF2-40B4-BE49-F238E27FC236}">
                    <a16:creationId xmlns:a16="http://schemas.microsoft.com/office/drawing/2014/main" id="{59D799F2-2A01-26FB-F3EA-26ABDFC4CB26}"/>
                  </a:ext>
                </a:extLst>
              </p:cNvPr>
              <p:cNvSpPr>
                <a:spLocks noChangeShapeType="1"/>
              </p:cNvSpPr>
              <p:nvPr/>
            </p:nvSpPr>
            <p:spPr bwMode="auto">
              <a:xfrm>
                <a:off x="1654" y="2669"/>
                <a:ext cx="0" cy="749"/>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51">
                <a:extLst>
                  <a:ext uri="{FF2B5EF4-FFF2-40B4-BE49-F238E27FC236}">
                    <a16:creationId xmlns:a16="http://schemas.microsoft.com/office/drawing/2014/main" id="{BBC2CDD1-A08F-9A34-C710-1735493AB349}"/>
                  </a:ext>
                </a:extLst>
              </p:cNvPr>
              <p:cNvSpPr>
                <a:spLocks noChangeShapeType="1"/>
              </p:cNvSpPr>
              <p:nvPr/>
            </p:nvSpPr>
            <p:spPr bwMode="auto">
              <a:xfrm>
                <a:off x="1936" y="3137"/>
                <a:ext cx="94" cy="94"/>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Oval 52">
                <a:extLst>
                  <a:ext uri="{FF2B5EF4-FFF2-40B4-BE49-F238E27FC236}">
                    <a16:creationId xmlns:a16="http://schemas.microsoft.com/office/drawing/2014/main" id="{42A28D2D-0129-3BC0-4941-BB9FF76E2C7C}"/>
                  </a:ext>
                </a:extLst>
              </p:cNvPr>
              <p:cNvSpPr>
                <a:spLocks noChangeArrowheads="1"/>
              </p:cNvSpPr>
              <p:nvPr/>
            </p:nvSpPr>
            <p:spPr bwMode="auto">
              <a:xfrm flipH="1">
                <a:off x="1631" y="2643"/>
                <a:ext cx="47" cy="47"/>
              </a:xfrm>
              <a:prstGeom prst="ellipse">
                <a:avLst/>
              </a:prstGeom>
              <a:solidFill>
                <a:srgbClr val="FF0000"/>
              </a:solidFill>
              <a:ln w="12700">
                <a:solidFill>
                  <a:srgbClr val="000000"/>
                </a:solidFill>
                <a:round/>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Rectangle 53">
                <a:extLst>
                  <a:ext uri="{FF2B5EF4-FFF2-40B4-BE49-F238E27FC236}">
                    <a16:creationId xmlns:a16="http://schemas.microsoft.com/office/drawing/2014/main" id="{78924C0F-6F83-02AA-A6C7-5C564146F4AE}"/>
                  </a:ext>
                </a:extLst>
              </p:cNvPr>
              <p:cNvSpPr>
                <a:spLocks noChangeArrowheads="1"/>
              </p:cNvSpPr>
              <p:nvPr/>
            </p:nvSpPr>
            <p:spPr bwMode="auto">
              <a:xfrm>
                <a:off x="2030" y="3044"/>
                <a:ext cx="94" cy="140"/>
              </a:xfrm>
              <a:prstGeom prst="rect">
                <a:avLst/>
              </a:prstGeom>
              <a:solidFill>
                <a:srgbClr val="CCFFFF"/>
              </a:solidFill>
              <a:ln w="12700">
                <a:solidFill>
                  <a:srgbClr val="CCFFFF"/>
                </a:solidFill>
                <a:miter lim="800000"/>
                <a:headEnd/>
                <a:tailEnd/>
              </a:ln>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59" name="Object 54">
                <a:extLst>
                  <a:ext uri="{FF2B5EF4-FFF2-40B4-BE49-F238E27FC236}">
                    <a16:creationId xmlns:a16="http://schemas.microsoft.com/office/drawing/2014/main" id="{C9286502-8EB4-8F72-B6D7-71CB97898290}"/>
                  </a:ext>
                </a:extLst>
              </p:cNvPr>
              <p:cNvGraphicFramePr>
                <a:graphicFrameLocks noChangeAspect="1"/>
              </p:cNvGraphicFramePr>
              <p:nvPr/>
            </p:nvGraphicFramePr>
            <p:xfrm>
              <a:off x="1136" y="3512"/>
              <a:ext cx="189" cy="107"/>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12330" name="Object 54">
                            <a:extLst>
                              <a:ext uri="{FF2B5EF4-FFF2-40B4-BE49-F238E27FC236}">
                                <a16:creationId xmlns:a16="http://schemas.microsoft.com/office/drawing/2014/main" id="{50832FF2-AA87-91D2-0409-B960F80C1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 y="3512"/>
                            <a:ext cx="189" cy="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 name="Text Box 55">
                <a:extLst>
                  <a:ext uri="{FF2B5EF4-FFF2-40B4-BE49-F238E27FC236}">
                    <a16:creationId xmlns:a16="http://schemas.microsoft.com/office/drawing/2014/main" id="{B82C7A8B-3A6F-D050-FF69-51D5CF7F9B6A}"/>
                  </a:ext>
                </a:extLst>
              </p:cNvPr>
              <p:cNvSpPr txBox="1">
                <a:spLocks noChangeArrowheads="1"/>
              </p:cNvSpPr>
              <p:nvPr/>
            </p:nvSpPr>
            <p:spPr bwMode="auto">
              <a:xfrm>
                <a:off x="1513" y="2387"/>
                <a:ext cx="235"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endPar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endParaRPr>
              </a:p>
            </p:txBody>
          </p:sp>
          <p:sp>
            <p:nvSpPr>
              <p:cNvPr id="61" name="Line 56">
                <a:extLst>
                  <a:ext uri="{FF2B5EF4-FFF2-40B4-BE49-F238E27FC236}">
                    <a16:creationId xmlns:a16="http://schemas.microsoft.com/office/drawing/2014/main" id="{1F48A512-218A-FF75-055B-B2055901334F}"/>
                  </a:ext>
                </a:extLst>
              </p:cNvPr>
              <p:cNvSpPr>
                <a:spLocks noChangeShapeType="1"/>
              </p:cNvSpPr>
              <p:nvPr/>
            </p:nvSpPr>
            <p:spPr bwMode="auto">
              <a:xfrm>
                <a:off x="1748"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Line 57">
                <a:extLst>
                  <a:ext uri="{FF2B5EF4-FFF2-40B4-BE49-F238E27FC236}">
                    <a16:creationId xmlns:a16="http://schemas.microsoft.com/office/drawing/2014/main" id="{FBF7B079-81C2-12C3-4F6A-273AD3F2E0E3}"/>
                  </a:ext>
                </a:extLst>
              </p:cNvPr>
              <p:cNvSpPr>
                <a:spLocks noChangeShapeType="1"/>
              </p:cNvSpPr>
              <p:nvPr/>
            </p:nvSpPr>
            <p:spPr bwMode="auto">
              <a:xfrm>
                <a:off x="1560"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Line 58">
                <a:extLst>
                  <a:ext uri="{FF2B5EF4-FFF2-40B4-BE49-F238E27FC236}">
                    <a16:creationId xmlns:a16="http://schemas.microsoft.com/office/drawing/2014/main" id="{A95A8458-737F-A827-A703-55ED2744A5FB}"/>
                  </a:ext>
                </a:extLst>
              </p:cNvPr>
              <p:cNvSpPr>
                <a:spLocks noChangeShapeType="1"/>
              </p:cNvSpPr>
              <p:nvPr/>
            </p:nvSpPr>
            <p:spPr bwMode="auto">
              <a:xfrm>
                <a:off x="1372"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4" name="Line 59">
                <a:extLst>
                  <a:ext uri="{FF2B5EF4-FFF2-40B4-BE49-F238E27FC236}">
                    <a16:creationId xmlns:a16="http://schemas.microsoft.com/office/drawing/2014/main" id="{2836160C-1DB3-7505-3B7B-09F6F6EABE9F}"/>
                  </a:ext>
                </a:extLst>
              </p:cNvPr>
              <p:cNvSpPr>
                <a:spLocks noChangeShapeType="1"/>
              </p:cNvSpPr>
              <p:nvPr/>
            </p:nvSpPr>
            <p:spPr bwMode="auto">
              <a:xfrm rot="2700000" flipH="1">
                <a:off x="1325" y="3278"/>
                <a:ext cx="3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Line 60">
                <a:extLst>
                  <a:ext uri="{FF2B5EF4-FFF2-40B4-BE49-F238E27FC236}">
                    <a16:creationId xmlns:a16="http://schemas.microsoft.com/office/drawing/2014/main" id="{DE56AEC6-4D3C-FB3C-25F3-F84414C0A632}"/>
                  </a:ext>
                </a:extLst>
              </p:cNvPr>
              <p:cNvSpPr>
                <a:spLocks noChangeShapeType="1"/>
              </p:cNvSpPr>
              <p:nvPr/>
            </p:nvSpPr>
            <p:spPr bwMode="auto">
              <a:xfrm rot="5400000">
                <a:off x="1490" y="325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61">
                <a:extLst>
                  <a:ext uri="{FF2B5EF4-FFF2-40B4-BE49-F238E27FC236}">
                    <a16:creationId xmlns:a16="http://schemas.microsoft.com/office/drawing/2014/main" id="{73DF3E30-E2AC-81F2-FB6F-9152C918DB3C}"/>
                  </a:ext>
                </a:extLst>
              </p:cNvPr>
              <p:cNvSpPr>
                <a:spLocks noChangeShapeType="1"/>
              </p:cNvSpPr>
              <p:nvPr/>
            </p:nvSpPr>
            <p:spPr bwMode="auto">
              <a:xfrm rot="5400000">
                <a:off x="1631" y="3207"/>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Line 62">
                <a:extLst>
                  <a:ext uri="{FF2B5EF4-FFF2-40B4-BE49-F238E27FC236}">
                    <a16:creationId xmlns:a16="http://schemas.microsoft.com/office/drawing/2014/main" id="{74EAC028-A4B1-055A-7806-3923CDF3DCA0}"/>
                  </a:ext>
                </a:extLst>
              </p:cNvPr>
              <p:cNvSpPr>
                <a:spLocks noChangeShapeType="1"/>
              </p:cNvSpPr>
              <p:nvPr/>
            </p:nvSpPr>
            <p:spPr bwMode="auto">
              <a:xfrm rot="5400000">
                <a:off x="1631" y="302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Line 63">
                <a:extLst>
                  <a:ext uri="{FF2B5EF4-FFF2-40B4-BE49-F238E27FC236}">
                    <a16:creationId xmlns:a16="http://schemas.microsoft.com/office/drawing/2014/main" id="{A27FD9B8-1805-FCE1-FB3F-F39686B931AC}"/>
                  </a:ext>
                </a:extLst>
              </p:cNvPr>
              <p:cNvSpPr>
                <a:spLocks noChangeShapeType="1"/>
              </p:cNvSpPr>
              <p:nvPr/>
            </p:nvSpPr>
            <p:spPr bwMode="auto">
              <a:xfrm rot="5400000">
                <a:off x="1631" y="2832"/>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Line 64">
                <a:extLst>
                  <a:ext uri="{FF2B5EF4-FFF2-40B4-BE49-F238E27FC236}">
                    <a16:creationId xmlns:a16="http://schemas.microsoft.com/office/drawing/2014/main" id="{4F691669-E977-6238-A034-C2C829ED8A54}"/>
                  </a:ext>
                </a:extLst>
              </p:cNvPr>
              <p:cNvSpPr>
                <a:spLocks noChangeShapeType="1"/>
              </p:cNvSpPr>
              <p:nvPr/>
            </p:nvSpPr>
            <p:spPr bwMode="auto">
              <a:xfrm rot="5400000">
                <a:off x="1631" y="2645"/>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Line 65">
                <a:extLst>
                  <a:ext uri="{FF2B5EF4-FFF2-40B4-BE49-F238E27FC236}">
                    <a16:creationId xmlns:a16="http://schemas.microsoft.com/office/drawing/2014/main" id="{80CF6E0E-B6C5-E9A4-234F-8D2133B64C3C}"/>
                  </a:ext>
                </a:extLst>
              </p:cNvPr>
              <p:cNvSpPr>
                <a:spLocks noChangeShapeType="1"/>
              </p:cNvSpPr>
              <p:nvPr/>
            </p:nvSpPr>
            <p:spPr bwMode="auto">
              <a:xfrm rot="5400000">
                <a:off x="1631" y="339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1" name="Text Box 66">
                <a:extLst>
                  <a:ext uri="{FF2B5EF4-FFF2-40B4-BE49-F238E27FC236}">
                    <a16:creationId xmlns:a16="http://schemas.microsoft.com/office/drawing/2014/main" id="{580D1D6C-0063-8C3C-BEFD-E4FB6B28B33B}"/>
                  </a:ext>
                </a:extLst>
              </p:cNvPr>
              <p:cNvSpPr txBox="1">
                <a:spLocks noChangeArrowheads="1"/>
              </p:cNvSpPr>
              <p:nvPr/>
            </p:nvSpPr>
            <p:spPr bwMode="auto">
              <a:xfrm>
                <a:off x="1921" y="193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grpSp>
        <p:grpSp>
          <p:nvGrpSpPr>
            <p:cNvPr id="43" name="Group 67">
              <a:extLst>
                <a:ext uri="{FF2B5EF4-FFF2-40B4-BE49-F238E27FC236}">
                  <a16:creationId xmlns:a16="http://schemas.microsoft.com/office/drawing/2014/main" id="{60D97012-ABEF-AD7C-536E-4738F45E93A2}"/>
                </a:ext>
              </a:extLst>
            </p:cNvPr>
            <p:cNvGrpSpPr>
              <a:grpSpLocks/>
            </p:cNvGrpSpPr>
            <p:nvPr/>
          </p:nvGrpSpPr>
          <p:grpSpPr bwMode="auto">
            <a:xfrm>
              <a:off x="2336" y="2478"/>
              <a:ext cx="91" cy="181"/>
              <a:chOff x="5012" y="2115"/>
              <a:chExt cx="91" cy="181"/>
            </a:xfrm>
          </p:grpSpPr>
          <p:sp>
            <p:nvSpPr>
              <p:cNvPr id="44" name="Line 68">
                <a:extLst>
                  <a:ext uri="{FF2B5EF4-FFF2-40B4-BE49-F238E27FC236}">
                    <a16:creationId xmlns:a16="http://schemas.microsoft.com/office/drawing/2014/main" id="{5361ADCC-88A1-4B66-780E-7BE3B78C6CD4}"/>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69">
                <a:extLst>
                  <a:ext uri="{FF2B5EF4-FFF2-40B4-BE49-F238E27FC236}">
                    <a16:creationId xmlns:a16="http://schemas.microsoft.com/office/drawing/2014/main" id="{77B8D242-1CD4-0059-FE32-0129823DA7BD}"/>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Line 70">
                <a:extLst>
                  <a:ext uri="{FF2B5EF4-FFF2-40B4-BE49-F238E27FC236}">
                    <a16:creationId xmlns:a16="http://schemas.microsoft.com/office/drawing/2014/main" id="{1BDCE58E-6689-8D40-93AB-F763BC58DAE0}"/>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Line 71">
                <a:extLst>
                  <a:ext uri="{FF2B5EF4-FFF2-40B4-BE49-F238E27FC236}">
                    <a16:creationId xmlns:a16="http://schemas.microsoft.com/office/drawing/2014/main" id="{FB6C9444-0994-E51D-E09E-2DE17A3C9BCC}"/>
                  </a:ext>
                </a:extLst>
              </p:cNvPr>
              <p:cNvSpPr>
                <a:spLocks noChangeShapeType="1"/>
              </p:cNvSpPr>
              <p:nvPr/>
            </p:nvSpPr>
            <p:spPr bwMode="auto">
              <a:xfrm flipH="1">
                <a:off x="5012" y="2160"/>
                <a:ext cx="45"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
        <p:nvSpPr>
          <p:cNvPr id="72" name="文本框 71">
            <a:extLst>
              <a:ext uri="{FF2B5EF4-FFF2-40B4-BE49-F238E27FC236}">
                <a16:creationId xmlns:a16="http://schemas.microsoft.com/office/drawing/2014/main" id="{EFE92615-6CAD-AA0C-280A-E1F789488C4E}"/>
              </a:ext>
            </a:extLst>
          </p:cNvPr>
          <p:cNvSpPr txBox="1"/>
          <p:nvPr/>
        </p:nvSpPr>
        <p:spPr>
          <a:xfrm>
            <a:off x="9725561" y="940497"/>
            <a:ext cx="677108" cy="4905453"/>
          </a:xfrm>
          <a:prstGeom prst="rect">
            <a:avLst/>
          </a:prstGeom>
          <a:noFill/>
        </p:spPr>
        <p:txBody>
          <a:bodyPr vert="eaVert" wrap="square" rtlCol="0">
            <a:spAutoFit/>
          </a:bodyPr>
          <a:lstStyle/>
          <a:p>
            <a:r>
              <a:rPr kumimoji="1" lang="zh-CN" altLang="en-US" sz="3200" b="1" dirty="0">
                <a:latin typeface="+mn-ea"/>
                <a:ea typeface="+mn-ea"/>
              </a:rPr>
              <a:t>点及其投影的坐标表示法</a:t>
            </a:r>
            <a:endParaRPr lang="zh-CN" altLang="en-US" sz="3200" dirty="0"/>
          </a:p>
        </p:txBody>
      </p:sp>
    </p:spTree>
    <p:extLst>
      <p:ext uri="{BB962C8B-B14F-4D97-AF65-F5344CB8AC3E}">
        <p14:creationId xmlns:p14="http://schemas.microsoft.com/office/powerpoint/2010/main" val="168337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Right)">
                                      <p:cBhvr>
                                        <p:cTn id="15" dur="500"/>
                                        <p:tgtEl>
                                          <p:spTgt spid="4"/>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500"/>
                                        <p:tgtEl>
                                          <p:spTgt spid="20"/>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down)">
                                      <p:cBhvr>
                                        <p:cTn id="23" dur="500"/>
                                        <p:tgtEl>
                                          <p:spTgt spid="31"/>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3500"/>
                            </p:stCondLst>
                            <p:childTnLst>
                              <p:par>
                                <p:cTn id="33" presetID="23" presetClass="entr" presetSubtype="16"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fltVal val="0"/>
                                          </p:val>
                                        </p:tav>
                                        <p:tav tm="100000">
                                          <p:val>
                                            <p:strVal val="#ppt_w"/>
                                          </p:val>
                                        </p:tav>
                                      </p:tavLst>
                                    </p:anim>
                                    <p:anim calcmode="lin" valueType="num">
                                      <p:cBhvr>
                                        <p:cTn id="36" dur="500" fill="hold"/>
                                        <p:tgtEl>
                                          <p:spTgt spid="28"/>
                                        </p:tgtEl>
                                        <p:attrNameLst>
                                          <p:attrName>ppt_h</p:attrName>
                                        </p:attrNameLst>
                                      </p:cBhvr>
                                      <p:tavLst>
                                        <p:tav tm="0">
                                          <p:val>
                                            <p:fltVal val="0"/>
                                          </p:val>
                                        </p:tav>
                                        <p:tav tm="100000">
                                          <p:val>
                                            <p:strVal val="#ppt_h"/>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par>
                          <p:cTn id="41" fill="hold">
                            <p:stCondLst>
                              <p:cond delay="4500"/>
                            </p:stCondLst>
                            <p:childTnLst>
                              <p:par>
                                <p:cTn id="42" presetID="22" presetClass="entr" presetSubtype="8" fill="hold"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par>
                          <p:cTn id="45" fill="hold">
                            <p:stCondLst>
                              <p:cond delay="5000"/>
                            </p:stCondLst>
                            <p:childTnLst>
                              <p:par>
                                <p:cTn id="46" presetID="22" presetClass="entr" presetSubtype="1"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up)">
                                      <p:cBhvr>
                                        <p:cTn id="48" dur="500"/>
                                        <p:tgtEl>
                                          <p:spTgt spid="37"/>
                                        </p:tgtEl>
                                      </p:cBhvr>
                                    </p:animEffect>
                                  </p:childTnLst>
                                </p:cTn>
                              </p:par>
                            </p:childTnLst>
                          </p:cTn>
                        </p:par>
                        <p:par>
                          <p:cTn id="49" fill="hold">
                            <p:stCondLst>
                              <p:cond delay="5500"/>
                            </p:stCondLst>
                            <p:childTnLst>
                              <p:par>
                                <p:cTn id="50" presetID="22" presetClass="entr" presetSubtype="1" fill="hold"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up)">
                                      <p:cBhvr>
                                        <p:cTn id="52" dur="500"/>
                                        <p:tgtEl>
                                          <p:spTgt spid="24"/>
                                        </p:tgtEl>
                                      </p:cBhvr>
                                    </p:animEffect>
                                  </p:childTnLst>
                                </p:cTn>
                              </p:par>
                            </p:childTnLst>
                          </p:cTn>
                        </p:par>
                        <p:par>
                          <p:cTn id="53" fill="hold">
                            <p:stCondLst>
                              <p:cond delay="6000"/>
                            </p:stCondLst>
                            <p:childTnLst>
                              <p:par>
                                <p:cTn id="54" presetID="22" presetClass="entr" presetSubtype="2"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right)">
                                      <p:cBhvr>
                                        <p:cTn id="56" dur="500"/>
                                        <p:tgtEl>
                                          <p:spTgt spid="15"/>
                                        </p:tgtEl>
                                      </p:cBhvr>
                                    </p:animEffect>
                                  </p:childTnLst>
                                </p:cTn>
                              </p:par>
                            </p:childTnLst>
                          </p:cTn>
                        </p:par>
                        <p:par>
                          <p:cTn id="57" fill="hold">
                            <p:stCondLst>
                              <p:cond delay="6500"/>
                            </p:stCondLst>
                            <p:childTnLst>
                              <p:par>
                                <p:cTn id="58" presetID="23" presetClass="entr" presetSubtype="16" fill="hold" grpId="0" nodeType="after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500" fill="hold"/>
                                        <p:tgtEl>
                                          <p:spTgt spid="27"/>
                                        </p:tgtEl>
                                        <p:attrNameLst>
                                          <p:attrName>ppt_w</p:attrName>
                                        </p:attrNameLst>
                                      </p:cBhvr>
                                      <p:tavLst>
                                        <p:tav tm="0">
                                          <p:val>
                                            <p:fltVal val="0"/>
                                          </p:val>
                                        </p:tav>
                                        <p:tav tm="100000">
                                          <p:val>
                                            <p:strVal val="#ppt_w"/>
                                          </p:val>
                                        </p:tav>
                                      </p:tavLst>
                                    </p:anim>
                                    <p:anim calcmode="lin" valueType="num">
                                      <p:cBhvr>
                                        <p:cTn id="61" dur="500" fill="hold"/>
                                        <p:tgtEl>
                                          <p:spTgt spid="27"/>
                                        </p:tgtEl>
                                        <p:attrNameLst>
                                          <p:attrName>ppt_h</p:attrName>
                                        </p:attrNameLst>
                                      </p:cBhvr>
                                      <p:tavLst>
                                        <p:tav tm="0">
                                          <p:val>
                                            <p:fltVal val="0"/>
                                          </p:val>
                                        </p:tav>
                                        <p:tav tm="100000">
                                          <p:val>
                                            <p:strVal val="#ppt_h"/>
                                          </p:val>
                                        </p:tav>
                                      </p:tavLst>
                                    </p:anim>
                                  </p:childTnLst>
                                </p:cTn>
                              </p:par>
                            </p:childTnLst>
                          </p:cTn>
                        </p:par>
                        <p:par>
                          <p:cTn id="62" fill="hold">
                            <p:stCondLst>
                              <p:cond delay="7000"/>
                            </p:stCondLst>
                            <p:childTnLst>
                              <p:par>
                                <p:cTn id="63" presetID="22" presetClass="entr" presetSubtype="8" fill="hold" grpId="0" nodeType="after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500"/>
                                        <p:tgtEl>
                                          <p:spTgt spid="19"/>
                                        </p:tgtEl>
                                      </p:cBhvr>
                                    </p:animEffect>
                                  </p:childTnLst>
                                </p:cTn>
                              </p:par>
                            </p:childTnLst>
                          </p:cTn>
                        </p:par>
                        <p:par>
                          <p:cTn id="66" fill="hold">
                            <p:stCondLst>
                              <p:cond delay="7500"/>
                            </p:stCondLst>
                            <p:childTnLst>
                              <p:par>
                                <p:cTn id="67" presetID="22" presetClass="entr" presetSubtype="8" fill="hold" nodeType="after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500"/>
                                        <p:tgtEl>
                                          <p:spTgt spid="39"/>
                                        </p:tgtEl>
                                      </p:cBhvr>
                                    </p:animEffect>
                                  </p:childTnLst>
                                </p:cTn>
                              </p:par>
                            </p:childTnLst>
                          </p:cTn>
                        </p:par>
                        <p:par>
                          <p:cTn id="70" fill="hold">
                            <p:stCondLst>
                              <p:cond delay="8000"/>
                            </p:stCondLst>
                            <p:childTnLst>
                              <p:par>
                                <p:cTn id="71" presetID="18" presetClass="entr" presetSubtype="3" fill="hold"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strips(upRight)">
                                      <p:cBhvr>
                                        <p:cTn id="73" dur="500"/>
                                        <p:tgtEl>
                                          <p:spTgt spid="16"/>
                                        </p:tgtEl>
                                      </p:cBhvr>
                                    </p:animEffect>
                                  </p:childTnLst>
                                </p:cTn>
                              </p:par>
                            </p:childTnLst>
                          </p:cTn>
                        </p:par>
                        <p:par>
                          <p:cTn id="74" fill="hold">
                            <p:stCondLst>
                              <p:cond delay="8500"/>
                            </p:stCondLst>
                            <p:childTnLst>
                              <p:par>
                                <p:cTn id="75" presetID="22" presetClass="entr" presetSubtype="4" fill="hold" nodeType="after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down)">
                                      <p:cBhvr>
                                        <p:cTn id="77" dur="500"/>
                                        <p:tgtEl>
                                          <p:spTgt spid="13"/>
                                        </p:tgtEl>
                                      </p:cBhvr>
                                    </p:animEffect>
                                  </p:childTnLst>
                                </p:cTn>
                              </p:par>
                            </p:childTnLst>
                          </p:cTn>
                        </p:par>
                        <p:par>
                          <p:cTn id="78" fill="hold">
                            <p:stCondLst>
                              <p:cond delay="9000"/>
                            </p:stCondLst>
                            <p:childTnLst>
                              <p:par>
                                <p:cTn id="79" presetID="23" presetClass="entr" presetSubtype="16" fill="hold" grpId="0" nodeType="afterEffect">
                                  <p:stCondLst>
                                    <p:cond delay="0"/>
                                  </p:stCondLst>
                                  <p:childTnLst>
                                    <p:set>
                                      <p:cBhvr>
                                        <p:cTn id="80" dur="1" fill="hold">
                                          <p:stCondLst>
                                            <p:cond delay="0"/>
                                          </p:stCondLst>
                                        </p:cTn>
                                        <p:tgtEl>
                                          <p:spTgt spid="40"/>
                                        </p:tgtEl>
                                        <p:attrNameLst>
                                          <p:attrName>style.visibility</p:attrName>
                                        </p:attrNameLst>
                                      </p:cBhvr>
                                      <p:to>
                                        <p:strVal val="visible"/>
                                      </p:to>
                                    </p:set>
                                    <p:anim calcmode="lin" valueType="num">
                                      <p:cBhvr>
                                        <p:cTn id="81" dur="500" fill="hold"/>
                                        <p:tgtEl>
                                          <p:spTgt spid="40"/>
                                        </p:tgtEl>
                                        <p:attrNameLst>
                                          <p:attrName>ppt_w</p:attrName>
                                        </p:attrNameLst>
                                      </p:cBhvr>
                                      <p:tavLst>
                                        <p:tav tm="0">
                                          <p:val>
                                            <p:fltVal val="0"/>
                                          </p:val>
                                        </p:tav>
                                        <p:tav tm="100000">
                                          <p:val>
                                            <p:strVal val="#ppt_w"/>
                                          </p:val>
                                        </p:tav>
                                      </p:tavLst>
                                    </p:anim>
                                    <p:anim calcmode="lin" valueType="num">
                                      <p:cBhvr>
                                        <p:cTn id="82" dur="500" fill="hold"/>
                                        <p:tgtEl>
                                          <p:spTgt spid="40"/>
                                        </p:tgtEl>
                                        <p:attrNameLst>
                                          <p:attrName>ppt_h</p:attrName>
                                        </p:attrNameLst>
                                      </p:cBhvr>
                                      <p:tavLst>
                                        <p:tav tm="0">
                                          <p:val>
                                            <p:fltVal val="0"/>
                                          </p:val>
                                        </p:tav>
                                        <p:tav tm="100000">
                                          <p:val>
                                            <p:strVal val="#ppt_h"/>
                                          </p:val>
                                        </p:tav>
                                      </p:tavLst>
                                    </p:anim>
                                  </p:childTnLst>
                                </p:cTn>
                              </p:par>
                            </p:childTnLst>
                          </p:cTn>
                        </p:par>
                        <p:par>
                          <p:cTn id="83" fill="hold">
                            <p:stCondLst>
                              <p:cond delay="9500"/>
                            </p:stCondLst>
                            <p:childTnLst>
                              <p:par>
                                <p:cTn id="84" presetID="22" presetClass="entr" presetSubtype="8" fill="hold" grpId="0" nodeType="after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left)">
                                      <p:cBhvr>
                                        <p:cTn id="8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18" grpId="0" autoUpdateAnimBg="0"/>
      <p:bldP spid="19" grpId="0" autoUpdateAnimBg="0"/>
      <p:bldP spid="27" grpId="0" animBg="1"/>
      <p:bldP spid="28" grpId="0" animBg="1"/>
      <p:bldP spid="29" grpId="0" autoUpdateAnimBg="0"/>
      <p:bldP spid="30" grpId="0" autoUpdateAnimBg="0"/>
      <p:bldP spid="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280F124C-1A8D-D94E-E438-FC9783291B3A}"/>
              </a:ext>
            </a:extLst>
          </p:cNvPr>
          <p:cNvSpPr txBox="1">
            <a:spLocks noChangeArrowheads="1"/>
          </p:cNvSpPr>
          <p:nvPr/>
        </p:nvSpPr>
        <p:spPr bwMode="auto">
          <a:xfrm>
            <a:off x="1906588" y="649636"/>
            <a:ext cx="8305800" cy="482600"/>
          </a:xfrm>
          <a:prstGeom prst="rect">
            <a:avLst/>
          </a:prstGeom>
          <a:noFill/>
          <a:ln w="12700">
            <a:noFill/>
            <a:miter lim="800000"/>
            <a:headEnd type="none" w="sm" len="sm"/>
            <a:tailEnd type="none" w="sm" len="sm"/>
          </a:ln>
          <a:effectLst/>
        </p:spPr>
        <p:txBody>
          <a:bodyPr>
            <a:spAutoFit/>
          </a:bodyPr>
          <a:lstStyle/>
          <a:p>
            <a:pPr fontAlgn="base">
              <a:lnSpc>
                <a:spcPct val="80000"/>
              </a:lnSpc>
              <a:spcBef>
                <a:spcPct val="50000"/>
              </a:spcBef>
              <a:spcAft>
                <a:spcPct val="0"/>
              </a:spcAft>
              <a:defRPr/>
            </a:pPr>
            <a:r>
              <a:rPr kumimoji="1" lang="zh-CN" altLang="en-US" sz="3200" b="1">
                <a:solidFill>
                  <a:srgbClr val="000000"/>
                </a:solidFill>
                <a:effectLst>
                  <a:outerShdw blurRad="38100" dist="38100" dir="2700000" algn="tl">
                    <a:srgbClr val="C0C0C0"/>
                  </a:outerShdw>
                </a:effectLst>
                <a:latin typeface="RomanD" pitchFamily="2" charset="0"/>
                <a:ea typeface="宋体" panose="02010600030101010101" pitchFamily="2" charset="-122"/>
              </a:rPr>
              <a:t>例 已知点</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30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20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en-US" altLang="zh-CN"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40</a:t>
            </a:r>
            <a:r>
              <a:rPr kumimoji="1" lang="zh-CN" altLang="en-US" sz="2800" b="1" i="1">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kumimoji="1" lang="zh-CN" altLang="en-US" sz="2800" b="1">
                <a:solidFill>
                  <a:srgbClr val="000000"/>
                </a:solidFill>
                <a:effectLst>
                  <a:outerShdw blurRad="38100" dist="38100" dir="2700000" algn="tl">
                    <a:srgbClr val="C0C0C0"/>
                  </a:outerShdw>
                </a:effectLst>
                <a:latin typeface="RomanD" pitchFamily="2" charset="0"/>
                <a:ea typeface="宋体" panose="02010600030101010101" pitchFamily="2" charset="-122"/>
              </a:rPr>
              <a:t>，求作三投影。</a:t>
            </a:r>
          </a:p>
        </p:txBody>
      </p:sp>
      <p:sp>
        <p:nvSpPr>
          <p:cNvPr id="3" name="Freeform 3">
            <a:extLst>
              <a:ext uri="{FF2B5EF4-FFF2-40B4-BE49-F238E27FC236}">
                <a16:creationId xmlns:a16="http://schemas.microsoft.com/office/drawing/2014/main" id="{D26CF934-8B38-4051-0B5D-191828D15DC3}"/>
              </a:ext>
            </a:extLst>
          </p:cNvPr>
          <p:cNvSpPr>
            <a:spLocks/>
          </p:cNvSpPr>
          <p:nvPr/>
        </p:nvSpPr>
        <p:spPr bwMode="auto">
          <a:xfrm>
            <a:off x="2374901" y="3315049"/>
            <a:ext cx="2898775" cy="2568575"/>
          </a:xfrm>
          <a:custGeom>
            <a:avLst/>
            <a:gdLst>
              <a:gd name="T0" fmla="*/ 2147483646 w 1864"/>
              <a:gd name="T1" fmla="*/ 0 h 1660"/>
              <a:gd name="T2" fmla="*/ 2147483646 w 1864"/>
              <a:gd name="T3" fmla="*/ 0 h 1660"/>
              <a:gd name="T4" fmla="*/ 0 w 1864"/>
              <a:gd name="T5" fmla="*/ 2147483646 h 1660"/>
              <a:gd name="T6" fmla="*/ 2147483646 w 1864"/>
              <a:gd name="T7" fmla="*/ 2147483646 h 1660"/>
              <a:gd name="T8" fmla="*/ 2147483646 w 1864"/>
              <a:gd name="T9" fmla="*/ 2147483646 h 1660"/>
              <a:gd name="T10" fmla="*/ 2147483646 w 1864"/>
              <a:gd name="T11" fmla="*/ 2147483646 h 1660"/>
              <a:gd name="T12" fmla="*/ 2147483646 w 1864"/>
              <a:gd name="T13" fmla="*/ 0 h 1660"/>
              <a:gd name="T14" fmla="*/ 0 60000 65536"/>
              <a:gd name="T15" fmla="*/ 0 60000 65536"/>
              <a:gd name="T16" fmla="*/ 0 60000 65536"/>
              <a:gd name="T17" fmla="*/ 0 60000 65536"/>
              <a:gd name="T18" fmla="*/ 0 60000 65536"/>
              <a:gd name="T19" fmla="*/ 0 60000 65536"/>
              <a:gd name="T20" fmla="*/ 0 60000 65536"/>
              <a:gd name="T21" fmla="*/ 0 w 1864"/>
              <a:gd name="T22" fmla="*/ 0 h 1660"/>
              <a:gd name="T23" fmla="*/ 1864 w 1864"/>
              <a:gd name="T24" fmla="*/ 1660 h 16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4" h="1660">
                <a:moveTo>
                  <a:pt x="1342" y="0"/>
                </a:moveTo>
                <a:lnTo>
                  <a:pt x="4" y="0"/>
                </a:lnTo>
                <a:lnTo>
                  <a:pt x="0" y="1140"/>
                </a:lnTo>
                <a:lnTo>
                  <a:pt x="520" y="1660"/>
                </a:lnTo>
                <a:lnTo>
                  <a:pt x="1864" y="1660"/>
                </a:lnTo>
                <a:lnTo>
                  <a:pt x="1864" y="540"/>
                </a:lnTo>
                <a:lnTo>
                  <a:pt x="1338" y="0"/>
                </a:lnTo>
              </a:path>
            </a:pathLst>
          </a:custGeom>
          <a:noFill/>
          <a:ln w="2857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 name="Group 4">
            <a:extLst>
              <a:ext uri="{FF2B5EF4-FFF2-40B4-BE49-F238E27FC236}">
                <a16:creationId xmlns:a16="http://schemas.microsoft.com/office/drawing/2014/main" id="{EEBA59B6-A189-CCCB-0107-B96DA6CE5D7E}"/>
              </a:ext>
            </a:extLst>
          </p:cNvPr>
          <p:cNvGrpSpPr>
            <a:grpSpLocks/>
          </p:cNvGrpSpPr>
          <p:nvPr/>
        </p:nvGrpSpPr>
        <p:grpSpPr bwMode="auto">
          <a:xfrm>
            <a:off x="6107113" y="2918174"/>
            <a:ext cx="3889375" cy="3341687"/>
            <a:chOff x="2970" y="1775"/>
            <a:chExt cx="2450" cy="2105"/>
          </a:xfrm>
        </p:grpSpPr>
        <p:sp>
          <p:nvSpPr>
            <p:cNvPr id="5" name="Line 5">
              <a:extLst>
                <a:ext uri="{FF2B5EF4-FFF2-40B4-BE49-F238E27FC236}">
                  <a16:creationId xmlns:a16="http://schemas.microsoft.com/office/drawing/2014/main" id="{EAF9C5C5-13EB-7EC6-A164-B5FEE324CBC7}"/>
                </a:ext>
              </a:extLst>
            </p:cNvPr>
            <p:cNvSpPr>
              <a:spLocks noChangeShapeType="1"/>
            </p:cNvSpPr>
            <p:nvPr/>
          </p:nvSpPr>
          <p:spPr bwMode="auto">
            <a:xfrm>
              <a:off x="3189" y="3087"/>
              <a:ext cx="188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 name="Line 6">
              <a:extLst>
                <a:ext uri="{FF2B5EF4-FFF2-40B4-BE49-F238E27FC236}">
                  <a16:creationId xmlns:a16="http://schemas.microsoft.com/office/drawing/2014/main" id="{41A8FB19-05CF-BDF7-CE80-7C5C671D8792}"/>
                </a:ext>
              </a:extLst>
            </p:cNvPr>
            <p:cNvSpPr>
              <a:spLocks noChangeShapeType="1"/>
            </p:cNvSpPr>
            <p:nvPr/>
          </p:nvSpPr>
          <p:spPr bwMode="auto">
            <a:xfrm rot="-5400000">
              <a:off x="3214" y="2840"/>
              <a:ext cx="178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Text Box 7">
              <a:extLst>
                <a:ext uri="{FF2B5EF4-FFF2-40B4-BE49-F238E27FC236}">
                  <a16:creationId xmlns:a16="http://schemas.microsoft.com/office/drawing/2014/main" id="{9FE5CB43-0471-8F71-EB55-7C5FDC6951DF}"/>
                </a:ext>
              </a:extLst>
            </p:cNvPr>
            <p:cNvSpPr txBox="1">
              <a:spLocks noChangeArrowheads="1"/>
            </p:cNvSpPr>
            <p:nvPr/>
          </p:nvSpPr>
          <p:spPr bwMode="auto">
            <a:xfrm>
              <a:off x="4064" y="3029"/>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a:t>
              </a:r>
            </a:p>
          </p:txBody>
        </p:sp>
        <p:sp>
          <p:nvSpPr>
            <p:cNvPr id="8" name="Text Box 8">
              <a:extLst>
                <a:ext uri="{FF2B5EF4-FFF2-40B4-BE49-F238E27FC236}">
                  <a16:creationId xmlns:a16="http://schemas.microsoft.com/office/drawing/2014/main" id="{D4243E2E-806E-72D8-1D06-3D459B8E1741}"/>
                </a:ext>
              </a:extLst>
            </p:cNvPr>
            <p:cNvSpPr txBox="1">
              <a:spLocks noChangeArrowheads="1"/>
            </p:cNvSpPr>
            <p:nvPr/>
          </p:nvSpPr>
          <p:spPr bwMode="auto">
            <a:xfrm>
              <a:off x="2970" y="2944"/>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X</a:t>
              </a:r>
            </a:p>
          </p:txBody>
        </p:sp>
        <p:sp>
          <p:nvSpPr>
            <p:cNvPr id="9" name="Text Box 9">
              <a:extLst>
                <a:ext uri="{FF2B5EF4-FFF2-40B4-BE49-F238E27FC236}">
                  <a16:creationId xmlns:a16="http://schemas.microsoft.com/office/drawing/2014/main" id="{36B0E345-55C8-908C-D3DD-1ED966F24DDE}"/>
                </a:ext>
              </a:extLst>
            </p:cNvPr>
            <p:cNvSpPr txBox="1">
              <a:spLocks noChangeArrowheads="1"/>
            </p:cNvSpPr>
            <p:nvPr/>
          </p:nvSpPr>
          <p:spPr bwMode="auto">
            <a:xfrm>
              <a:off x="4939" y="2959"/>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W</a:t>
              </a:r>
            </a:p>
          </p:txBody>
        </p:sp>
        <p:sp>
          <p:nvSpPr>
            <p:cNvPr id="10" name="Text Box 10">
              <a:extLst>
                <a:ext uri="{FF2B5EF4-FFF2-40B4-BE49-F238E27FC236}">
                  <a16:creationId xmlns:a16="http://schemas.microsoft.com/office/drawing/2014/main" id="{7BF7CDA0-C1E3-6CF7-3E01-5F7044EA3D44}"/>
                </a:ext>
              </a:extLst>
            </p:cNvPr>
            <p:cNvSpPr txBox="1">
              <a:spLocks noChangeArrowheads="1"/>
            </p:cNvSpPr>
            <p:nvPr/>
          </p:nvSpPr>
          <p:spPr bwMode="auto">
            <a:xfrm>
              <a:off x="3977" y="3592"/>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Y</a:t>
              </a:r>
              <a:r>
                <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H</a:t>
              </a:r>
            </a:p>
          </p:txBody>
        </p:sp>
        <p:sp>
          <p:nvSpPr>
            <p:cNvPr id="11" name="Text Box 11">
              <a:extLst>
                <a:ext uri="{FF2B5EF4-FFF2-40B4-BE49-F238E27FC236}">
                  <a16:creationId xmlns:a16="http://schemas.microsoft.com/office/drawing/2014/main" id="{D933D565-C1F0-81DE-1298-4AEFA41056CB}"/>
                </a:ext>
              </a:extLst>
            </p:cNvPr>
            <p:cNvSpPr txBox="1">
              <a:spLocks noChangeArrowheads="1"/>
            </p:cNvSpPr>
            <p:nvPr/>
          </p:nvSpPr>
          <p:spPr bwMode="auto">
            <a:xfrm>
              <a:off x="3976" y="1775"/>
              <a:ext cx="4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Z</a:t>
              </a:r>
              <a:endParaRPr kumimoji="0" lang="en-US" altLang="zh-CN" sz="2400" b="1" i="1"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2" name="Freeform 12">
            <a:extLst>
              <a:ext uri="{FF2B5EF4-FFF2-40B4-BE49-F238E27FC236}">
                <a16:creationId xmlns:a16="http://schemas.microsoft.com/office/drawing/2014/main" id="{6723FBFA-ED06-CCCE-060E-500E4C15E7BF}"/>
              </a:ext>
            </a:extLst>
          </p:cNvPr>
          <p:cNvSpPr>
            <a:spLocks/>
          </p:cNvSpPr>
          <p:nvPr/>
        </p:nvSpPr>
        <p:spPr bwMode="auto">
          <a:xfrm>
            <a:off x="6754813" y="3457924"/>
            <a:ext cx="1588" cy="1547812"/>
          </a:xfrm>
          <a:custGeom>
            <a:avLst/>
            <a:gdLst>
              <a:gd name="T0" fmla="*/ 2147483646 w 1"/>
              <a:gd name="T1" fmla="*/ 0 h 975"/>
              <a:gd name="T2" fmla="*/ 0 w 1"/>
              <a:gd name="T3" fmla="*/ 2147483646 h 975"/>
              <a:gd name="T4" fmla="*/ 0 60000 65536"/>
              <a:gd name="T5" fmla="*/ 0 60000 65536"/>
              <a:gd name="T6" fmla="*/ 0 w 1"/>
              <a:gd name="T7" fmla="*/ 0 h 975"/>
              <a:gd name="T8" fmla="*/ 1 w 1"/>
              <a:gd name="T9" fmla="*/ 975 h 975"/>
            </a:gdLst>
            <a:ahLst/>
            <a:cxnLst>
              <a:cxn ang="T4">
                <a:pos x="T0" y="T1"/>
              </a:cxn>
              <a:cxn ang="T5">
                <a:pos x="T2" y="T3"/>
              </a:cxn>
            </a:cxnLst>
            <a:rect l="T6" t="T7" r="T8" b="T9"/>
            <a:pathLst>
              <a:path w="1" h="975">
                <a:moveTo>
                  <a:pt x="1" y="0"/>
                </a:moveTo>
                <a:lnTo>
                  <a:pt x="0" y="975"/>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3" name="Freeform 13">
            <a:extLst>
              <a:ext uri="{FF2B5EF4-FFF2-40B4-BE49-F238E27FC236}">
                <a16:creationId xmlns:a16="http://schemas.microsoft.com/office/drawing/2014/main" id="{A68401BC-2554-93B0-C37E-F9C997E94925}"/>
              </a:ext>
            </a:extLst>
          </p:cNvPr>
          <p:cNvSpPr>
            <a:spLocks/>
          </p:cNvSpPr>
          <p:nvPr/>
        </p:nvSpPr>
        <p:spPr bwMode="auto">
          <a:xfrm>
            <a:off x="8745538" y="3457924"/>
            <a:ext cx="3175" cy="1538287"/>
          </a:xfrm>
          <a:custGeom>
            <a:avLst/>
            <a:gdLst>
              <a:gd name="T0" fmla="*/ 2147483646 w 2"/>
              <a:gd name="T1" fmla="*/ 0 h 969"/>
              <a:gd name="T2" fmla="*/ 0 w 2"/>
              <a:gd name="T3" fmla="*/ 2147483646 h 969"/>
              <a:gd name="T4" fmla="*/ 0 60000 65536"/>
              <a:gd name="T5" fmla="*/ 0 60000 65536"/>
              <a:gd name="T6" fmla="*/ 0 w 2"/>
              <a:gd name="T7" fmla="*/ 0 h 969"/>
              <a:gd name="T8" fmla="*/ 2 w 2"/>
              <a:gd name="T9" fmla="*/ 969 h 969"/>
            </a:gdLst>
            <a:ahLst/>
            <a:cxnLst>
              <a:cxn ang="T4">
                <a:pos x="T0" y="T1"/>
              </a:cxn>
              <a:cxn ang="T5">
                <a:pos x="T2" y="T3"/>
              </a:cxn>
            </a:cxnLst>
            <a:rect l="T6" t="T7" r="T8" b="T9"/>
            <a:pathLst>
              <a:path w="2" h="969">
                <a:moveTo>
                  <a:pt x="2" y="0"/>
                </a:moveTo>
                <a:lnTo>
                  <a:pt x="0" y="969"/>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4" name="Freeform 14">
            <a:extLst>
              <a:ext uri="{FF2B5EF4-FFF2-40B4-BE49-F238E27FC236}">
                <a16:creationId xmlns:a16="http://schemas.microsoft.com/office/drawing/2014/main" id="{3B93B82F-3A7B-9239-09A6-99300CA2CE70}"/>
              </a:ext>
            </a:extLst>
          </p:cNvPr>
          <p:cNvSpPr>
            <a:spLocks/>
          </p:cNvSpPr>
          <p:nvPr/>
        </p:nvSpPr>
        <p:spPr bwMode="auto">
          <a:xfrm>
            <a:off x="6754813" y="3462686"/>
            <a:ext cx="1152525" cy="1588"/>
          </a:xfrm>
          <a:custGeom>
            <a:avLst/>
            <a:gdLst>
              <a:gd name="T0" fmla="*/ 0 w 726"/>
              <a:gd name="T1" fmla="*/ 0 h 1"/>
              <a:gd name="T2" fmla="*/ 2147483646 w 726"/>
              <a:gd name="T3" fmla="*/ 0 h 1"/>
              <a:gd name="T4" fmla="*/ 0 60000 65536"/>
              <a:gd name="T5" fmla="*/ 0 60000 65536"/>
              <a:gd name="T6" fmla="*/ 0 w 726"/>
              <a:gd name="T7" fmla="*/ 0 h 1"/>
              <a:gd name="T8" fmla="*/ 726 w 726"/>
              <a:gd name="T9" fmla="*/ 1 h 1"/>
            </a:gdLst>
            <a:ahLst/>
            <a:cxnLst>
              <a:cxn ang="T4">
                <a:pos x="T0" y="T1"/>
              </a:cxn>
              <a:cxn ang="T5">
                <a:pos x="T2" y="T3"/>
              </a:cxn>
            </a:cxnLst>
            <a:rect l="T6" t="T7" r="T8" b="T9"/>
            <a:pathLst>
              <a:path w="726" h="1">
                <a:moveTo>
                  <a:pt x="0" y="0"/>
                </a:moveTo>
                <a:lnTo>
                  <a:pt x="726"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5" name="Freeform 15">
            <a:extLst>
              <a:ext uri="{FF2B5EF4-FFF2-40B4-BE49-F238E27FC236}">
                <a16:creationId xmlns:a16="http://schemas.microsoft.com/office/drawing/2014/main" id="{064644CD-F6AF-6608-49F6-8D21ED5763D9}"/>
              </a:ext>
            </a:extLst>
          </p:cNvPr>
          <p:cNvSpPr>
            <a:spLocks/>
          </p:cNvSpPr>
          <p:nvPr/>
        </p:nvSpPr>
        <p:spPr bwMode="auto">
          <a:xfrm>
            <a:off x="6754813" y="5758211"/>
            <a:ext cx="1157288" cy="1588"/>
          </a:xfrm>
          <a:custGeom>
            <a:avLst/>
            <a:gdLst>
              <a:gd name="T0" fmla="*/ 0 w 729"/>
              <a:gd name="T1" fmla="*/ 0 h 1"/>
              <a:gd name="T2" fmla="*/ 2147483646 w 729"/>
              <a:gd name="T3" fmla="*/ 2147483646 h 1"/>
              <a:gd name="T4" fmla="*/ 0 60000 65536"/>
              <a:gd name="T5" fmla="*/ 0 60000 65536"/>
              <a:gd name="T6" fmla="*/ 0 w 729"/>
              <a:gd name="T7" fmla="*/ 0 h 1"/>
              <a:gd name="T8" fmla="*/ 729 w 729"/>
              <a:gd name="T9" fmla="*/ 1 h 1"/>
            </a:gdLst>
            <a:ahLst/>
            <a:cxnLst>
              <a:cxn ang="T4">
                <a:pos x="T0" y="T1"/>
              </a:cxn>
              <a:cxn ang="T5">
                <a:pos x="T2" y="T3"/>
              </a:cxn>
            </a:cxnLst>
            <a:rect l="T6" t="T7" r="T8" b="T9"/>
            <a:pathLst>
              <a:path w="729" h="1">
                <a:moveTo>
                  <a:pt x="0" y="0"/>
                </a:moveTo>
                <a:lnTo>
                  <a:pt x="729" y="1"/>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6" name="Arc 16">
            <a:extLst>
              <a:ext uri="{FF2B5EF4-FFF2-40B4-BE49-F238E27FC236}">
                <a16:creationId xmlns:a16="http://schemas.microsoft.com/office/drawing/2014/main" id="{2A76E341-F21A-61D3-263A-A6466C8C8BB0}"/>
              </a:ext>
            </a:extLst>
          </p:cNvPr>
          <p:cNvSpPr>
            <a:spLocks/>
          </p:cNvSpPr>
          <p:nvPr/>
        </p:nvSpPr>
        <p:spPr bwMode="auto">
          <a:xfrm flipV="1">
            <a:off x="7913688" y="4951761"/>
            <a:ext cx="833438" cy="809625"/>
          </a:xfrm>
          <a:custGeom>
            <a:avLst/>
            <a:gdLst>
              <a:gd name="T0" fmla="*/ 2147483646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80" y="0"/>
                </a:moveTo>
                <a:cubicBezTo>
                  <a:pt x="11978" y="44"/>
                  <a:pt x="21600" y="9702"/>
                  <a:pt x="21600" y="21600"/>
                </a:cubicBezTo>
              </a:path>
              <a:path w="21600" h="21600" stroke="0" extrusionOk="0">
                <a:moveTo>
                  <a:pt x="80" y="0"/>
                </a:moveTo>
                <a:cubicBezTo>
                  <a:pt x="11978" y="44"/>
                  <a:pt x="21600" y="9702"/>
                  <a:pt x="21600" y="21600"/>
                </a:cubicBezTo>
                <a:lnTo>
                  <a:pt x="0" y="21600"/>
                </a:lnTo>
                <a:lnTo>
                  <a:pt x="80" y="0"/>
                </a:lnTo>
                <a:close/>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17" name="Rectangle 17">
            <a:extLst>
              <a:ext uri="{FF2B5EF4-FFF2-40B4-BE49-F238E27FC236}">
                <a16:creationId xmlns:a16="http://schemas.microsoft.com/office/drawing/2014/main" id="{5D013412-E93E-BDB3-D236-BB0798038CE9}"/>
              </a:ext>
            </a:extLst>
          </p:cNvPr>
          <p:cNvSpPr>
            <a:spLocks noChangeArrowheads="1"/>
          </p:cNvSpPr>
          <p:nvPr/>
        </p:nvSpPr>
        <p:spPr bwMode="auto">
          <a:xfrm>
            <a:off x="6396038" y="3168999"/>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8" name="Text Box 18">
            <a:extLst>
              <a:ext uri="{FF2B5EF4-FFF2-40B4-BE49-F238E27FC236}">
                <a16:creationId xmlns:a16="http://schemas.microsoft.com/office/drawing/2014/main" id="{32AC6B1D-BD1B-710E-7D29-D5BF6464C1E3}"/>
              </a:ext>
            </a:extLst>
          </p:cNvPr>
          <p:cNvSpPr txBox="1">
            <a:spLocks noChangeArrowheads="1"/>
          </p:cNvSpPr>
          <p:nvPr/>
        </p:nvSpPr>
        <p:spPr bwMode="auto">
          <a:xfrm>
            <a:off x="8793163" y="3143599"/>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sp>
        <p:nvSpPr>
          <p:cNvPr id="19" name="Text Box 19">
            <a:extLst>
              <a:ext uri="{FF2B5EF4-FFF2-40B4-BE49-F238E27FC236}">
                <a16:creationId xmlns:a16="http://schemas.microsoft.com/office/drawing/2014/main" id="{3250558A-96C5-C13E-9351-33333CC24361}"/>
              </a:ext>
            </a:extLst>
          </p:cNvPr>
          <p:cNvSpPr txBox="1">
            <a:spLocks noChangeArrowheads="1"/>
          </p:cNvSpPr>
          <p:nvPr/>
        </p:nvSpPr>
        <p:spPr bwMode="auto">
          <a:xfrm>
            <a:off x="6396038" y="5474049"/>
            <a:ext cx="700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EC0202"/>
                </a:solidFill>
                <a:latin typeface="Times New Roman" panose="02020603050405020304" pitchFamily="18" charset="0"/>
              </a:rPr>
              <a:t>a</a:t>
            </a:r>
          </a:p>
        </p:txBody>
      </p:sp>
      <p:grpSp>
        <p:nvGrpSpPr>
          <p:cNvPr id="20" name="Group 20">
            <a:extLst>
              <a:ext uri="{FF2B5EF4-FFF2-40B4-BE49-F238E27FC236}">
                <a16:creationId xmlns:a16="http://schemas.microsoft.com/office/drawing/2014/main" id="{555D0934-D033-885E-C085-C4AA9DF20620}"/>
              </a:ext>
            </a:extLst>
          </p:cNvPr>
          <p:cNvGrpSpPr>
            <a:grpSpLocks/>
          </p:cNvGrpSpPr>
          <p:nvPr/>
        </p:nvGrpSpPr>
        <p:grpSpPr bwMode="auto">
          <a:xfrm>
            <a:off x="6756401" y="4929536"/>
            <a:ext cx="754062" cy="76200"/>
            <a:chOff x="3379" y="2795"/>
            <a:chExt cx="475" cy="48"/>
          </a:xfrm>
        </p:grpSpPr>
        <p:sp>
          <p:nvSpPr>
            <p:cNvPr id="21" name="Line 21">
              <a:extLst>
                <a:ext uri="{FF2B5EF4-FFF2-40B4-BE49-F238E27FC236}">
                  <a16:creationId xmlns:a16="http://schemas.microsoft.com/office/drawing/2014/main" id="{AA57119C-5566-4CB0-4F5C-21F08004135F}"/>
                </a:ext>
              </a:extLst>
            </p:cNvPr>
            <p:cNvSpPr>
              <a:spLocks noChangeShapeType="1"/>
            </p:cNvSpPr>
            <p:nvPr/>
          </p:nvSpPr>
          <p:spPr bwMode="auto">
            <a:xfrm>
              <a:off x="3854"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2" name="Line 22">
              <a:extLst>
                <a:ext uri="{FF2B5EF4-FFF2-40B4-BE49-F238E27FC236}">
                  <a16:creationId xmlns:a16="http://schemas.microsoft.com/office/drawing/2014/main" id="{08DC1AB7-CF10-23C3-F67F-F5BD0AF462AE}"/>
                </a:ext>
              </a:extLst>
            </p:cNvPr>
            <p:cNvSpPr>
              <a:spLocks noChangeShapeType="1"/>
            </p:cNvSpPr>
            <p:nvPr/>
          </p:nvSpPr>
          <p:spPr bwMode="auto">
            <a:xfrm>
              <a:off x="3616"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3" name="Line 23">
              <a:extLst>
                <a:ext uri="{FF2B5EF4-FFF2-40B4-BE49-F238E27FC236}">
                  <a16:creationId xmlns:a16="http://schemas.microsoft.com/office/drawing/2014/main" id="{5348189F-7E01-3E44-1804-A4280A2E0B38}"/>
                </a:ext>
              </a:extLst>
            </p:cNvPr>
            <p:cNvSpPr>
              <a:spLocks noChangeShapeType="1"/>
            </p:cNvSpPr>
            <p:nvPr/>
          </p:nvSpPr>
          <p:spPr bwMode="auto">
            <a:xfrm>
              <a:off x="3379" y="2795"/>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grpSp>
        <p:nvGrpSpPr>
          <p:cNvPr id="24" name="Group 24">
            <a:extLst>
              <a:ext uri="{FF2B5EF4-FFF2-40B4-BE49-F238E27FC236}">
                <a16:creationId xmlns:a16="http://schemas.microsoft.com/office/drawing/2014/main" id="{BF756A2B-93DE-6873-ED3B-18A84A20ABAB}"/>
              </a:ext>
            </a:extLst>
          </p:cNvPr>
          <p:cNvGrpSpPr>
            <a:grpSpLocks/>
          </p:cNvGrpSpPr>
          <p:nvPr/>
        </p:nvGrpSpPr>
        <p:grpSpPr bwMode="auto">
          <a:xfrm>
            <a:off x="7835901" y="5386736"/>
            <a:ext cx="76200" cy="374650"/>
            <a:chOff x="4059" y="3330"/>
            <a:chExt cx="48" cy="236"/>
          </a:xfrm>
        </p:grpSpPr>
        <p:sp>
          <p:nvSpPr>
            <p:cNvPr id="25" name="Line 25">
              <a:extLst>
                <a:ext uri="{FF2B5EF4-FFF2-40B4-BE49-F238E27FC236}">
                  <a16:creationId xmlns:a16="http://schemas.microsoft.com/office/drawing/2014/main" id="{79FDA96B-69DA-E2D6-D22D-C5739B557B13}"/>
                </a:ext>
              </a:extLst>
            </p:cNvPr>
            <p:cNvSpPr>
              <a:spLocks noChangeShapeType="1"/>
            </p:cNvSpPr>
            <p:nvPr/>
          </p:nvSpPr>
          <p:spPr bwMode="auto">
            <a:xfrm rot="-5400000">
              <a:off x="4083" y="3542"/>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6" name="Line 26">
              <a:extLst>
                <a:ext uri="{FF2B5EF4-FFF2-40B4-BE49-F238E27FC236}">
                  <a16:creationId xmlns:a16="http://schemas.microsoft.com/office/drawing/2014/main" id="{9E48EEC1-0248-B169-A6CC-048FB0CE6057}"/>
                </a:ext>
              </a:extLst>
            </p:cNvPr>
            <p:cNvSpPr>
              <a:spLocks noChangeShapeType="1"/>
            </p:cNvSpPr>
            <p:nvPr/>
          </p:nvSpPr>
          <p:spPr bwMode="auto">
            <a:xfrm rot="-5400000">
              <a:off x="4083" y="330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27" name="Oval 27">
            <a:extLst>
              <a:ext uri="{FF2B5EF4-FFF2-40B4-BE49-F238E27FC236}">
                <a16:creationId xmlns:a16="http://schemas.microsoft.com/office/drawing/2014/main" id="{FA96B318-0CCC-685D-E40A-24D35EEAB2F2}"/>
              </a:ext>
            </a:extLst>
          </p:cNvPr>
          <p:cNvSpPr>
            <a:spLocks noChangeAspect="1" noChangeArrowheads="1"/>
          </p:cNvSpPr>
          <p:nvPr/>
        </p:nvSpPr>
        <p:spPr bwMode="auto">
          <a:xfrm>
            <a:off x="6732588" y="5689949"/>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8" name="Oval 28">
            <a:extLst>
              <a:ext uri="{FF2B5EF4-FFF2-40B4-BE49-F238E27FC236}">
                <a16:creationId xmlns:a16="http://schemas.microsoft.com/office/drawing/2014/main" id="{DB38157A-888D-70E9-25EB-323C11CAFFBD}"/>
              </a:ext>
            </a:extLst>
          </p:cNvPr>
          <p:cNvSpPr>
            <a:spLocks noChangeAspect="1" noChangeArrowheads="1"/>
          </p:cNvSpPr>
          <p:nvPr/>
        </p:nvSpPr>
        <p:spPr bwMode="auto">
          <a:xfrm>
            <a:off x="6732588" y="3421411"/>
            <a:ext cx="95250" cy="95250"/>
          </a:xfrm>
          <a:prstGeom prst="ellipse">
            <a:avLst/>
          </a:prstGeom>
          <a:gradFill rotWithShape="1">
            <a:gsLst>
              <a:gs pos="0">
                <a:srgbClr val="FF3300"/>
              </a:gs>
              <a:gs pos="100000">
                <a:srgbClr val="B224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29" name="Text Box 29">
            <a:extLst>
              <a:ext uri="{FF2B5EF4-FFF2-40B4-BE49-F238E27FC236}">
                <a16:creationId xmlns:a16="http://schemas.microsoft.com/office/drawing/2014/main" id="{4ABFCD9C-6744-EA85-192E-53AE4424556E}"/>
              </a:ext>
            </a:extLst>
          </p:cNvPr>
          <p:cNvSpPr txBox="1">
            <a:spLocks noChangeArrowheads="1"/>
          </p:cNvSpPr>
          <p:nvPr/>
        </p:nvSpPr>
        <p:spPr bwMode="auto">
          <a:xfrm>
            <a:off x="2003426" y="1225899"/>
            <a:ext cx="8532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80000"/>
              </a:lnSpc>
              <a:spcBef>
                <a:spcPct val="50000"/>
              </a:spcBef>
              <a:spcAft>
                <a:spcPct val="0"/>
              </a:spcAft>
              <a:buFontTx/>
              <a:buNone/>
            </a:pPr>
            <a:r>
              <a:rPr lang="zh-CN" altLang="en-US" sz="2400">
                <a:solidFill>
                  <a:srgbClr val="000000"/>
                </a:solidFill>
                <a:latin typeface="仿宋" panose="02010609060101010101" pitchFamily="49" charset="-122"/>
                <a:ea typeface="仿宋" panose="02010609060101010101" pitchFamily="49" charset="-122"/>
              </a:rPr>
              <a:t>作图步骤：</a:t>
            </a:r>
            <a:endParaRPr kumimoji="1" lang="zh-CN" altLang="en-US" sz="2400">
              <a:solidFill>
                <a:srgbClr val="000000"/>
              </a:solidFill>
              <a:latin typeface="仿宋" panose="02010609060101010101" pitchFamily="49" charset="-122"/>
              <a:ea typeface="仿宋" panose="02010609060101010101" pitchFamily="49" charset="-122"/>
            </a:endParaRPr>
          </a:p>
        </p:txBody>
      </p:sp>
      <p:sp>
        <p:nvSpPr>
          <p:cNvPr id="30" name="Rectangle 30">
            <a:extLst>
              <a:ext uri="{FF2B5EF4-FFF2-40B4-BE49-F238E27FC236}">
                <a16:creationId xmlns:a16="http://schemas.microsoft.com/office/drawing/2014/main" id="{E4AF8CDF-43CD-0088-3A85-3375DAF585F7}"/>
              </a:ext>
            </a:extLst>
          </p:cNvPr>
          <p:cNvSpPr>
            <a:spLocks noChangeArrowheads="1"/>
          </p:cNvSpPr>
          <p:nvPr/>
        </p:nvSpPr>
        <p:spPr bwMode="auto">
          <a:xfrm>
            <a:off x="3443288" y="1152874"/>
            <a:ext cx="676910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110000"/>
              </a:lnSpc>
              <a:spcBef>
                <a:spcPct val="0"/>
              </a:spcBef>
              <a:spcAft>
                <a:spcPct val="0"/>
              </a:spcAft>
              <a:buFontTx/>
              <a:buNone/>
            </a:pPr>
            <a:r>
              <a:rPr lang="en-US" altLang="zh-CN" sz="2400">
                <a:solidFill>
                  <a:srgbClr val="000000"/>
                </a:solidFill>
                <a:latin typeface="仿宋" panose="02010609060101010101" pitchFamily="49" charset="-122"/>
                <a:ea typeface="仿宋" panose="02010609060101010101" pitchFamily="49" charset="-122"/>
              </a:rPr>
              <a:t>1</a:t>
            </a:r>
            <a:r>
              <a:rPr lang="zh-CN" altLang="en-US" sz="2400">
                <a:solidFill>
                  <a:srgbClr val="000000"/>
                </a:solidFill>
                <a:latin typeface="仿宋" panose="02010609060101010101" pitchFamily="49" charset="-122"/>
                <a:ea typeface="仿宋" panose="02010609060101010101" pitchFamily="49" charset="-122"/>
              </a:rPr>
              <a:t>、根据已知</a:t>
            </a:r>
            <a:r>
              <a:rPr lang="en-US" altLang="zh-CN" sz="2400" i="1">
                <a:solidFill>
                  <a:srgbClr val="EC0202"/>
                </a:solidFill>
                <a:latin typeface="仿宋" panose="02010609060101010101" pitchFamily="49" charset="-122"/>
                <a:ea typeface="仿宋" panose="02010609060101010101" pitchFamily="49" charset="-122"/>
              </a:rPr>
              <a:t>x</a:t>
            </a:r>
            <a:r>
              <a:rPr lang="zh-CN" altLang="en-US" sz="2400">
                <a:solidFill>
                  <a:srgbClr val="000000"/>
                </a:solidFill>
                <a:latin typeface="仿宋" panose="02010609060101010101" pitchFamily="49" charset="-122"/>
                <a:ea typeface="仿宋" panose="02010609060101010101" pitchFamily="49" charset="-122"/>
              </a:rPr>
              <a:t>标</a:t>
            </a:r>
            <a:r>
              <a:rPr lang="en-US" altLang="zh-CN" sz="2400" i="1">
                <a:solidFill>
                  <a:srgbClr val="EC0202"/>
                </a:solidFill>
                <a:latin typeface="仿宋" panose="02010609060101010101" pitchFamily="49" charset="-122"/>
                <a:ea typeface="仿宋" panose="02010609060101010101" pitchFamily="49" charset="-122"/>
              </a:rPr>
              <a:t>30</a:t>
            </a:r>
            <a:r>
              <a:rPr lang="zh-CN" altLang="en-US" sz="2400">
                <a:solidFill>
                  <a:srgbClr val="000000"/>
                </a:solidFill>
                <a:latin typeface="仿宋" panose="02010609060101010101" pitchFamily="49" charset="-122"/>
                <a:ea typeface="仿宋" panose="02010609060101010101" pitchFamily="49" charset="-122"/>
              </a:rPr>
              <a:t>，</a:t>
            </a:r>
            <a:r>
              <a:rPr lang="en-US" altLang="zh-CN" sz="2400" i="1">
                <a:solidFill>
                  <a:srgbClr val="EC0202"/>
                </a:solidFill>
                <a:latin typeface="仿宋" panose="02010609060101010101" pitchFamily="49" charset="-122"/>
                <a:ea typeface="仿宋" panose="02010609060101010101" pitchFamily="49" charset="-122"/>
              </a:rPr>
              <a:t>z</a:t>
            </a:r>
            <a:r>
              <a:rPr lang="zh-CN" altLang="en-US" sz="2400">
                <a:solidFill>
                  <a:srgbClr val="000000"/>
                </a:solidFill>
                <a:latin typeface="仿宋" panose="02010609060101010101" pitchFamily="49" charset="-122"/>
                <a:ea typeface="仿宋" panose="02010609060101010101" pitchFamily="49" charset="-122"/>
              </a:rPr>
              <a:t>标</a:t>
            </a:r>
            <a:r>
              <a:rPr lang="en-US" altLang="zh-CN" sz="2400" i="1">
                <a:solidFill>
                  <a:srgbClr val="EC0202"/>
                </a:solidFill>
                <a:latin typeface="仿宋" panose="02010609060101010101" pitchFamily="49" charset="-122"/>
                <a:ea typeface="仿宋" panose="02010609060101010101" pitchFamily="49" charset="-122"/>
              </a:rPr>
              <a:t>40</a:t>
            </a:r>
            <a:r>
              <a:rPr lang="zh-CN" altLang="en-US" sz="2400">
                <a:solidFill>
                  <a:srgbClr val="000000"/>
                </a:solidFill>
                <a:latin typeface="仿宋" panose="02010609060101010101" pitchFamily="49" charset="-122"/>
                <a:ea typeface="仿宋" panose="02010609060101010101" pitchFamily="49" charset="-122"/>
              </a:rPr>
              <a:t>，确定</a:t>
            </a:r>
            <a:r>
              <a:rPr lang="en-US" altLang="zh-CN" sz="2400" i="1">
                <a:solidFill>
                  <a:srgbClr val="EC0202"/>
                </a:solidFill>
                <a:latin typeface="仿宋" panose="02010609060101010101" pitchFamily="49" charset="-122"/>
                <a:ea typeface="仿宋" panose="02010609060101010101" pitchFamily="49" charset="-122"/>
              </a:rPr>
              <a:t>V</a:t>
            </a:r>
            <a:r>
              <a:rPr lang="zh-CN" altLang="en-US" sz="2400">
                <a:solidFill>
                  <a:srgbClr val="000000"/>
                </a:solidFill>
                <a:latin typeface="仿宋" panose="02010609060101010101" pitchFamily="49" charset="-122"/>
                <a:ea typeface="仿宋" panose="02010609060101010101" pitchFamily="49" charset="-122"/>
              </a:rPr>
              <a:t>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a:t>
            </a:r>
            <a:endParaRPr lang="zh-CN" altLang="en-US" sz="2400">
              <a:solidFill>
                <a:srgbClr val="000000"/>
              </a:solidFill>
              <a:latin typeface="仿宋" panose="02010609060101010101" pitchFamily="49" charset="-122"/>
              <a:ea typeface="仿宋" panose="02010609060101010101" pitchFamily="49" charset="-122"/>
            </a:endParaRPr>
          </a:p>
          <a:p>
            <a:pPr fontAlgn="base">
              <a:lnSpc>
                <a:spcPct val="110000"/>
              </a:lnSpc>
              <a:spcBef>
                <a:spcPct val="0"/>
              </a:spcBef>
              <a:spcAft>
                <a:spcPct val="0"/>
              </a:spcAft>
              <a:buFontTx/>
              <a:buNone/>
            </a:pPr>
            <a:r>
              <a:rPr lang="en-US" altLang="zh-CN" sz="2400">
                <a:solidFill>
                  <a:srgbClr val="000000"/>
                </a:solidFill>
                <a:latin typeface="仿宋" panose="02010609060101010101" pitchFamily="49" charset="-122"/>
                <a:ea typeface="仿宋" panose="02010609060101010101" pitchFamily="49" charset="-122"/>
              </a:rPr>
              <a:t>2</a:t>
            </a:r>
            <a:r>
              <a:rPr lang="zh-CN" altLang="en-US" sz="2400">
                <a:solidFill>
                  <a:srgbClr val="000000"/>
                </a:solidFill>
                <a:latin typeface="仿宋" panose="02010609060101010101" pitchFamily="49" charset="-122"/>
                <a:ea typeface="仿宋" panose="02010609060101010101" pitchFamily="49" charset="-122"/>
              </a:rPr>
              <a:t>、利用</a:t>
            </a:r>
            <a:r>
              <a:rPr kumimoji="1" lang="en-US" altLang="zh-CN" sz="2400" i="1">
                <a:solidFill>
                  <a:srgbClr val="EC0202"/>
                </a:solidFill>
                <a:latin typeface="仿宋" panose="02010609060101010101" pitchFamily="49" charset="-122"/>
                <a:ea typeface="仿宋" panose="02010609060101010101" pitchFamily="49" charset="-122"/>
              </a:rPr>
              <a:t>a'a</a:t>
            </a:r>
            <a:r>
              <a:rPr kumimoji="1" lang="en-US" altLang="zh-CN" sz="2400">
                <a:solidFill>
                  <a:srgbClr val="EC0202"/>
                </a:solidFill>
                <a:latin typeface="仿宋" panose="02010609060101010101" pitchFamily="49" charset="-122"/>
                <a:ea typeface="仿宋" panose="02010609060101010101" pitchFamily="49" charset="-122"/>
              </a:rPr>
              <a:t>⊥</a:t>
            </a:r>
            <a:r>
              <a:rPr kumimoji="1" lang="en-US" altLang="zh-CN" sz="2400" i="1">
                <a:solidFill>
                  <a:srgbClr val="EC0202"/>
                </a:solidFill>
                <a:latin typeface="仿宋" panose="02010609060101010101" pitchFamily="49" charset="-122"/>
                <a:ea typeface="仿宋" panose="02010609060101010101" pitchFamily="49" charset="-122"/>
              </a:rPr>
              <a:t>OX</a:t>
            </a:r>
            <a:r>
              <a:rPr kumimoji="1" lang="zh-CN" altLang="en-US" sz="2400" i="1">
                <a:solidFill>
                  <a:srgbClr val="000000"/>
                </a:solidFill>
                <a:latin typeface="仿宋" panose="02010609060101010101" pitchFamily="49" charset="-122"/>
                <a:ea typeface="仿宋" panose="02010609060101010101" pitchFamily="49" charset="-122"/>
              </a:rPr>
              <a:t>，</a:t>
            </a:r>
            <a:r>
              <a:rPr kumimoji="1" lang="zh-CN" altLang="en-US" sz="2400">
                <a:solidFill>
                  <a:srgbClr val="000000"/>
                </a:solidFill>
                <a:latin typeface="仿宋" panose="02010609060101010101" pitchFamily="49" charset="-122"/>
                <a:ea typeface="仿宋" panose="02010609060101010101" pitchFamily="49" charset="-122"/>
              </a:rPr>
              <a:t>以及</a:t>
            </a:r>
            <a:r>
              <a:rPr kumimoji="1" lang="en-US" altLang="zh-CN" sz="2400" i="1">
                <a:solidFill>
                  <a:srgbClr val="EC0202"/>
                </a:solidFill>
                <a:latin typeface="仿宋" panose="02010609060101010101" pitchFamily="49" charset="-122"/>
                <a:ea typeface="仿宋" panose="02010609060101010101" pitchFamily="49" charset="-122"/>
              </a:rPr>
              <a:t>y</a:t>
            </a:r>
            <a:r>
              <a:rPr kumimoji="1" lang="zh-CN" altLang="en-US" sz="2400">
                <a:solidFill>
                  <a:srgbClr val="000000"/>
                </a:solidFill>
                <a:latin typeface="仿宋" panose="02010609060101010101" pitchFamily="49" charset="-122"/>
                <a:ea typeface="仿宋" panose="02010609060101010101" pitchFamily="49" charset="-122"/>
              </a:rPr>
              <a:t>标</a:t>
            </a:r>
            <a:r>
              <a:rPr kumimoji="1" lang="en-US" altLang="zh-CN" sz="2400" i="1">
                <a:solidFill>
                  <a:srgbClr val="EC0202"/>
                </a:solidFill>
                <a:latin typeface="仿宋" panose="02010609060101010101" pitchFamily="49" charset="-122"/>
                <a:ea typeface="仿宋" panose="02010609060101010101" pitchFamily="49" charset="-122"/>
              </a:rPr>
              <a:t>20</a:t>
            </a:r>
            <a:r>
              <a:rPr kumimoji="1" lang="zh-CN" altLang="en-US" sz="2400">
                <a:solidFill>
                  <a:srgbClr val="000000"/>
                </a:solidFill>
                <a:latin typeface="仿宋" panose="02010609060101010101" pitchFamily="49" charset="-122"/>
                <a:ea typeface="仿宋" panose="02010609060101010101" pitchFamily="49" charset="-122"/>
              </a:rPr>
              <a:t>，求得</a:t>
            </a:r>
            <a:r>
              <a:rPr kumimoji="1" lang="en-US" altLang="zh-CN" sz="2400" i="1">
                <a:solidFill>
                  <a:srgbClr val="EC0202"/>
                </a:solidFill>
                <a:latin typeface="仿宋" panose="02010609060101010101" pitchFamily="49" charset="-122"/>
                <a:ea typeface="仿宋" panose="02010609060101010101" pitchFamily="49" charset="-122"/>
              </a:rPr>
              <a:t>H</a:t>
            </a:r>
            <a:r>
              <a:rPr kumimoji="1" lang="zh-CN" altLang="en-US" sz="2400">
                <a:solidFill>
                  <a:srgbClr val="000000"/>
                </a:solidFill>
                <a:latin typeface="仿宋" panose="02010609060101010101" pitchFamily="49" charset="-122"/>
                <a:ea typeface="仿宋" panose="02010609060101010101" pitchFamily="49" charset="-122"/>
              </a:rPr>
              <a:t>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a:t>
            </a:r>
          </a:p>
          <a:p>
            <a:pPr fontAlgn="base">
              <a:lnSpc>
                <a:spcPct val="110000"/>
              </a:lnSpc>
              <a:spcBef>
                <a:spcPct val="0"/>
              </a:spcBef>
              <a:spcAft>
                <a:spcPct val="0"/>
              </a:spcAft>
              <a:buFontTx/>
              <a:buNone/>
            </a:pPr>
            <a:r>
              <a:rPr kumimoji="1" lang="en-US" altLang="zh-CN" sz="2400">
                <a:solidFill>
                  <a:srgbClr val="000000"/>
                </a:solidFill>
                <a:latin typeface="仿宋" panose="02010609060101010101" pitchFamily="49" charset="-122"/>
                <a:ea typeface="仿宋" panose="02010609060101010101" pitchFamily="49" charset="-122"/>
              </a:rPr>
              <a:t>3</a:t>
            </a:r>
            <a:r>
              <a:rPr kumimoji="1" lang="zh-CN" altLang="en-US" sz="2400">
                <a:solidFill>
                  <a:srgbClr val="000000"/>
                </a:solidFill>
                <a:latin typeface="仿宋" panose="02010609060101010101" pitchFamily="49" charset="-122"/>
                <a:ea typeface="仿宋" panose="02010609060101010101" pitchFamily="49" charset="-122"/>
              </a:rPr>
              <a:t>、根据已求得的两投影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i="1">
                <a:solidFill>
                  <a:srgbClr val="EC0202"/>
                </a:solidFill>
                <a:latin typeface="仿宋" panose="02010609060101010101" pitchFamily="49" charset="-122"/>
                <a:ea typeface="仿宋" panose="02010609060101010101" pitchFamily="49" charset="-122"/>
              </a:rPr>
              <a:t>、 </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，利用投影关系</a:t>
            </a:r>
          </a:p>
          <a:p>
            <a:pPr fontAlgn="base">
              <a:lnSpc>
                <a:spcPct val="110000"/>
              </a:lnSpc>
              <a:spcBef>
                <a:spcPct val="0"/>
              </a:spcBef>
              <a:spcAft>
                <a:spcPct val="0"/>
              </a:spcAft>
              <a:buFontTx/>
              <a:buNone/>
            </a:pPr>
            <a:r>
              <a:rPr kumimoji="1" lang="zh-CN" altLang="en-US" sz="2400">
                <a:solidFill>
                  <a:srgbClr val="000000"/>
                </a:solidFill>
                <a:latin typeface="仿宋" panose="02010609060101010101" pitchFamily="49" charset="-122"/>
                <a:ea typeface="仿宋" panose="02010609060101010101" pitchFamily="49" charset="-122"/>
              </a:rPr>
              <a:t>      求得</a:t>
            </a:r>
            <a:r>
              <a:rPr kumimoji="1" lang="en-US" altLang="zh-CN" sz="2400" i="1">
                <a:solidFill>
                  <a:srgbClr val="EC0202"/>
                </a:solidFill>
                <a:latin typeface="仿宋" panose="02010609060101010101" pitchFamily="49" charset="-122"/>
                <a:ea typeface="仿宋" panose="02010609060101010101" pitchFamily="49" charset="-122"/>
              </a:rPr>
              <a:t>W</a:t>
            </a:r>
            <a:r>
              <a:rPr kumimoji="1" lang="zh-CN" altLang="en-US" sz="2400">
                <a:solidFill>
                  <a:srgbClr val="000000"/>
                </a:solidFill>
                <a:latin typeface="仿宋" panose="02010609060101010101" pitchFamily="49" charset="-122"/>
                <a:ea typeface="仿宋" panose="02010609060101010101" pitchFamily="49" charset="-122"/>
              </a:rPr>
              <a:t>投影</a:t>
            </a:r>
            <a:r>
              <a:rPr kumimoji="1" lang="en-US" altLang="zh-CN" sz="2400" i="1">
                <a:solidFill>
                  <a:srgbClr val="EC0202"/>
                </a:solidFill>
                <a:latin typeface="仿宋" panose="02010609060101010101" pitchFamily="49" charset="-122"/>
                <a:ea typeface="仿宋" panose="02010609060101010101" pitchFamily="49" charset="-122"/>
              </a:rPr>
              <a:t>a"</a:t>
            </a:r>
            <a:r>
              <a:rPr kumimoji="1" lang="zh-CN" altLang="en-US" sz="2400">
                <a:solidFill>
                  <a:srgbClr val="000000"/>
                </a:solidFill>
                <a:latin typeface="仿宋" panose="02010609060101010101" pitchFamily="49" charset="-122"/>
                <a:ea typeface="仿宋" panose="02010609060101010101" pitchFamily="49" charset="-122"/>
              </a:rPr>
              <a:t>。</a:t>
            </a:r>
          </a:p>
        </p:txBody>
      </p:sp>
      <p:grpSp>
        <p:nvGrpSpPr>
          <p:cNvPr id="31" name="Group 31">
            <a:extLst>
              <a:ext uri="{FF2B5EF4-FFF2-40B4-BE49-F238E27FC236}">
                <a16:creationId xmlns:a16="http://schemas.microsoft.com/office/drawing/2014/main" id="{50E61E4A-0AEC-34AB-6346-152A0A90764A}"/>
              </a:ext>
            </a:extLst>
          </p:cNvPr>
          <p:cNvGrpSpPr>
            <a:grpSpLocks/>
          </p:cNvGrpSpPr>
          <p:nvPr/>
        </p:nvGrpSpPr>
        <p:grpSpPr bwMode="auto">
          <a:xfrm>
            <a:off x="7832726" y="3457924"/>
            <a:ext cx="79375" cy="1150937"/>
            <a:chOff x="4057" y="2115"/>
            <a:chExt cx="50" cy="725"/>
          </a:xfrm>
        </p:grpSpPr>
        <p:grpSp>
          <p:nvGrpSpPr>
            <p:cNvPr id="32" name="Group 32">
              <a:extLst>
                <a:ext uri="{FF2B5EF4-FFF2-40B4-BE49-F238E27FC236}">
                  <a16:creationId xmlns:a16="http://schemas.microsoft.com/office/drawing/2014/main" id="{4372B0CB-A4A6-BD5F-C8A9-0992FFCA432A}"/>
                </a:ext>
              </a:extLst>
            </p:cNvPr>
            <p:cNvGrpSpPr>
              <a:grpSpLocks/>
            </p:cNvGrpSpPr>
            <p:nvPr/>
          </p:nvGrpSpPr>
          <p:grpSpPr bwMode="auto">
            <a:xfrm rot="-5400000">
              <a:off x="3843" y="2329"/>
              <a:ext cx="475" cy="48"/>
              <a:chOff x="3515" y="2931"/>
              <a:chExt cx="475" cy="48"/>
            </a:xfrm>
          </p:grpSpPr>
          <p:sp>
            <p:nvSpPr>
              <p:cNvPr id="34" name="Line 33">
                <a:extLst>
                  <a:ext uri="{FF2B5EF4-FFF2-40B4-BE49-F238E27FC236}">
                    <a16:creationId xmlns:a16="http://schemas.microsoft.com/office/drawing/2014/main" id="{26E67D73-08ED-6BCF-49DA-31614847CF3E}"/>
                  </a:ext>
                </a:extLst>
              </p:cNvPr>
              <p:cNvSpPr>
                <a:spLocks noChangeShapeType="1"/>
              </p:cNvSpPr>
              <p:nvPr/>
            </p:nvSpPr>
            <p:spPr bwMode="auto">
              <a:xfrm>
                <a:off x="3990"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5" name="Line 34">
                <a:extLst>
                  <a:ext uri="{FF2B5EF4-FFF2-40B4-BE49-F238E27FC236}">
                    <a16:creationId xmlns:a16="http://schemas.microsoft.com/office/drawing/2014/main" id="{B42CA07E-D6D0-B0EB-5982-893B37DB3733}"/>
                  </a:ext>
                </a:extLst>
              </p:cNvPr>
              <p:cNvSpPr>
                <a:spLocks noChangeShapeType="1"/>
              </p:cNvSpPr>
              <p:nvPr/>
            </p:nvSpPr>
            <p:spPr bwMode="auto">
              <a:xfrm>
                <a:off x="3752"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6" name="Line 35">
                <a:extLst>
                  <a:ext uri="{FF2B5EF4-FFF2-40B4-BE49-F238E27FC236}">
                    <a16:creationId xmlns:a16="http://schemas.microsoft.com/office/drawing/2014/main" id="{B1ECD98A-85E3-3A82-0029-5C42C193C56B}"/>
                  </a:ext>
                </a:extLst>
              </p:cNvPr>
              <p:cNvSpPr>
                <a:spLocks noChangeShapeType="1"/>
              </p:cNvSpPr>
              <p:nvPr/>
            </p:nvSpPr>
            <p:spPr bwMode="auto">
              <a:xfrm>
                <a:off x="3515" y="2931"/>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3" name="Line 36">
              <a:extLst>
                <a:ext uri="{FF2B5EF4-FFF2-40B4-BE49-F238E27FC236}">
                  <a16:creationId xmlns:a16="http://schemas.microsoft.com/office/drawing/2014/main" id="{64222A91-5D41-0A61-895D-D7997039B98D}"/>
                </a:ext>
              </a:extLst>
            </p:cNvPr>
            <p:cNvSpPr>
              <a:spLocks noChangeShapeType="1"/>
            </p:cNvSpPr>
            <p:nvPr/>
          </p:nvSpPr>
          <p:spPr bwMode="auto">
            <a:xfrm rot="-5400000">
              <a:off x="4083" y="2816"/>
              <a:ext cx="0" cy="48"/>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grpSp>
      <p:sp>
        <p:nvSpPr>
          <p:cNvPr id="37" name="Freeform 37">
            <a:extLst>
              <a:ext uri="{FF2B5EF4-FFF2-40B4-BE49-F238E27FC236}">
                <a16:creationId xmlns:a16="http://schemas.microsoft.com/office/drawing/2014/main" id="{5740C982-43B5-6F1F-438A-5CA907181E20}"/>
              </a:ext>
            </a:extLst>
          </p:cNvPr>
          <p:cNvSpPr>
            <a:spLocks/>
          </p:cNvSpPr>
          <p:nvPr/>
        </p:nvSpPr>
        <p:spPr bwMode="auto">
          <a:xfrm>
            <a:off x="6754813" y="5005736"/>
            <a:ext cx="1588" cy="755650"/>
          </a:xfrm>
          <a:custGeom>
            <a:avLst/>
            <a:gdLst>
              <a:gd name="T0" fmla="*/ 0 w 1"/>
              <a:gd name="T1" fmla="*/ 0 h 476"/>
              <a:gd name="T2" fmla="*/ 2147483646 w 1"/>
              <a:gd name="T3" fmla="*/ 2147483646 h 476"/>
              <a:gd name="T4" fmla="*/ 0 60000 65536"/>
              <a:gd name="T5" fmla="*/ 0 60000 65536"/>
              <a:gd name="T6" fmla="*/ 0 w 1"/>
              <a:gd name="T7" fmla="*/ 0 h 476"/>
              <a:gd name="T8" fmla="*/ 1 w 1"/>
              <a:gd name="T9" fmla="*/ 476 h 476"/>
            </a:gdLst>
            <a:ahLst/>
            <a:cxnLst>
              <a:cxn ang="T4">
                <a:pos x="T0" y="T1"/>
              </a:cxn>
              <a:cxn ang="T5">
                <a:pos x="T2" y="T3"/>
              </a:cxn>
            </a:cxnLst>
            <a:rect l="T6" t="T7" r="T8" b="T9"/>
            <a:pathLst>
              <a:path w="1" h="476">
                <a:moveTo>
                  <a:pt x="0" y="0"/>
                </a:moveTo>
                <a:lnTo>
                  <a:pt x="1" y="476"/>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8" name="Freeform 38">
            <a:extLst>
              <a:ext uri="{FF2B5EF4-FFF2-40B4-BE49-F238E27FC236}">
                <a16:creationId xmlns:a16="http://schemas.microsoft.com/office/drawing/2014/main" id="{F4C9779B-9BE7-D8AC-A826-D592EB14CA65}"/>
              </a:ext>
            </a:extLst>
          </p:cNvPr>
          <p:cNvSpPr>
            <a:spLocks/>
          </p:cNvSpPr>
          <p:nvPr/>
        </p:nvSpPr>
        <p:spPr bwMode="auto">
          <a:xfrm>
            <a:off x="6611938" y="4861274"/>
            <a:ext cx="144463" cy="142875"/>
          </a:xfrm>
          <a:custGeom>
            <a:avLst/>
            <a:gdLst>
              <a:gd name="T0" fmla="*/ 2147483646 w 91"/>
              <a:gd name="T1" fmla="*/ 0 h 90"/>
              <a:gd name="T2" fmla="*/ 0 w 91"/>
              <a:gd name="T3" fmla="*/ 0 h 90"/>
              <a:gd name="T4" fmla="*/ 0 w 91"/>
              <a:gd name="T5" fmla="*/ 2147483646 h 90"/>
              <a:gd name="T6" fmla="*/ 0 60000 65536"/>
              <a:gd name="T7" fmla="*/ 0 60000 65536"/>
              <a:gd name="T8" fmla="*/ 0 60000 65536"/>
              <a:gd name="T9" fmla="*/ 0 w 91"/>
              <a:gd name="T10" fmla="*/ 0 h 90"/>
              <a:gd name="T11" fmla="*/ 91 w 91"/>
              <a:gd name="T12" fmla="*/ 90 h 90"/>
            </a:gdLst>
            <a:ahLst/>
            <a:cxnLst>
              <a:cxn ang="T6">
                <a:pos x="T0" y="T1"/>
              </a:cxn>
              <a:cxn ang="T7">
                <a:pos x="T2" y="T3"/>
              </a:cxn>
              <a:cxn ang="T8">
                <a:pos x="T4" y="T5"/>
              </a:cxn>
            </a:cxnLst>
            <a:rect l="T9" t="T10" r="T11" b="T12"/>
            <a:pathLst>
              <a:path w="91" h="90">
                <a:moveTo>
                  <a:pt x="91" y="0"/>
                </a:moveTo>
                <a:lnTo>
                  <a:pt x="0" y="0"/>
                </a:lnTo>
                <a:lnTo>
                  <a:pt x="0" y="90"/>
                </a:lnTo>
              </a:path>
            </a:pathLst>
          </a:cu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9" name="Freeform 39">
            <a:extLst>
              <a:ext uri="{FF2B5EF4-FFF2-40B4-BE49-F238E27FC236}">
                <a16:creationId xmlns:a16="http://schemas.microsoft.com/office/drawing/2014/main" id="{DF4A0A2B-AB2D-430C-A6D6-512BE95729E3}"/>
              </a:ext>
            </a:extLst>
          </p:cNvPr>
          <p:cNvSpPr>
            <a:spLocks/>
          </p:cNvSpPr>
          <p:nvPr/>
        </p:nvSpPr>
        <p:spPr bwMode="auto">
          <a:xfrm>
            <a:off x="7907338" y="3462686"/>
            <a:ext cx="842963" cy="1588"/>
          </a:xfrm>
          <a:custGeom>
            <a:avLst/>
            <a:gdLst>
              <a:gd name="T0" fmla="*/ 0 w 531"/>
              <a:gd name="T1" fmla="*/ 0 h 1"/>
              <a:gd name="T2" fmla="*/ 2147483646 w 531"/>
              <a:gd name="T3" fmla="*/ 0 h 1"/>
              <a:gd name="T4" fmla="*/ 0 60000 65536"/>
              <a:gd name="T5" fmla="*/ 0 60000 65536"/>
              <a:gd name="T6" fmla="*/ 0 w 531"/>
              <a:gd name="T7" fmla="*/ 0 h 1"/>
              <a:gd name="T8" fmla="*/ 531 w 531"/>
              <a:gd name="T9" fmla="*/ 1 h 1"/>
            </a:gdLst>
            <a:ahLst/>
            <a:cxnLst>
              <a:cxn ang="T4">
                <a:pos x="T0" y="T1"/>
              </a:cxn>
              <a:cxn ang="T5">
                <a:pos x="T2" y="T3"/>
              </a:cxn>
            </a:cxnLst>
            <a:rect l="T6" t="T7" r="T8" b="T9"/>
            <a:pathLst>
              <a:path w="531" h="1">
                <a:moveTo>
                  <a:pt x="0" y="0"/>
                </a:moveTo>
                <a:lnTo>
                  <a:pt x="531" y="0"/>
                </a:lnTo>
              </a:path>
            </a:pathLst>
          </a:custGeom>
          <a:noFill/>
          <a:ln w="12700">
            <a:solidFill>
              <a:srgbClr val="0066FF"/>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40" name="Oval 40">
            <a:extLst>
              <a:ext uri="{FF2B5EF4-FFF2-40B4-BE49-F238E27FC236}">
                <a16:creationId xmlns:a16="http://schemas.microsoft.com/office/drawing/2014/main" id="{9947CF78-3A97-A378-7C73-8C07275843AD}"/>
              </a:ext>
            </a:extLst>
          </p:cNvPr>
          <p:cNvSpPr>
            <a:spLocks noChangeAspect="1" noChangeArrowheads="1"/>
          </p:cNvSpPr>
          <p:nvPr/>
        </p:nvSpPr>
        <p:spPr bwMode="auto">
          <a:xfrm>
            <a:off x="8720138" y="3421411"/>
            <a:ext cx="95250" cy="95250"/>
          </a:xfrm>
          <a:prstGeom prst="ellipse">
            <a:avLst/>
          </a:prstGeom>
          <a:gradFill rotWithShape="1">
            <a:gsLst>
              <a:gs pos="0">
                <a:srgbClr val="FF3300"/>
              </a:gs>
              <a:gs pos="100000">
                <a:srgbClr val="BA2500"/>
              </a:gs>
            </a:gsLst>
            <a:path path="shape">
              <a:fillToRect l="50000" t="50000" r="50000" b="50000"/>
            </a:path>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nvGrpSpPr>
          <p:cNvPr id="41" name="Group 41">
            <a:extLst>
              <a:ext uri="{FF2B5EF4-FFF2-40B4-BE49-F238E27FC236}">
                <a16:creationId xmlns:a16="http://schemas.microsoft.com/office/drawing/2014/main" id="{1057B2DE-B1F4-ACE6-C5AA-9B093A5D2AFD}"/>
              </a:ext>
            </a:extLst>
          </p:cNvPr>
          <p:cNvGrpSpPr>
            <a:grpSpLocks/>
          </p:cNvGrpSpPr>
          <p:nvPr/>
        </p:nvGrpSpPr>
        <p:grpSpPr bwMode="auto">
          <a:xfrm>
            <a:off x="2076451" y="3168999"/>
            <a:ext cx="3527425" cy="2784475"/>
            <a:chOff x="431" y="1933"/>
            <a:chExt cx="2222" cy="1754"/>
          </a:xfrm>
        </p:grpSpPr>
        <p:grpSp>
          <p:nvGrpSpPr>
            <p:cNvPr id="42" name="Group 42">
              <a:extLst>
                <a:ext uri="{FF2B5EF4-FFF2-40B4-BE49-F238E27FC236}">
                  <a16:creationId xmlns:a16="http://schemas.microsoft.com/office/drawing/2014/main" id="{9B47E003-F803-55D1-64E0-24A507E4F5E8}"/>
                </a:ext>
              </a:extLst>
            </p:cNvPr>
            <p:cNvGrpSpPr>
              <a:grpSpLocks/>
            </p:cNvGrpSpPr>
            <p:nvPr/>
          </p:nvGrpSpPr>
          <p:grpSpPr bwMode="auto">
            <a:xfrm>
              <a:off x="431" y="1933"/>
              <a:ext cx="2222" cy="1754"/>
              <a:chOff x="431" y="1933"/>
              <a:chExt cx="2222" cy="1754"/>
            </a:xfrm>
          </p:grpSpPr>
          <p:sp>
            <p:nvSpPr>
              <p:cNvPr id="48" name="AutoShape 43">
                <a:extLst>
                  <a:ext uri="{FF2B5EF4-FFF2-40B4-BE49-F238E27FC236}">
                    <a16:creationId xmlns:a16="http://schemas.microsoft.com/office/drawing/2014/main" id="{B499C16B-9300-5014-0D3D-3C9FBF74A910}"/>
                  </a:ext>
                </a:extLst>
              </p:cNvPr>
              <p:cNvSpPr>
                <a:spLocks noChangeArrowheads="1"/>
              </p:cNvSpPr>
              <p:nvPr/>
            </p:nvSpPr>
            <p:spPr bwMode="auto">
              <a:xfrm rot="5420447">
                <a:off x="1384" y="2584"/>
                <a:ext cx="1618" cy="518"/>
              </a:xfrm>
              <a:prstGeom prst="parallelogram">
                <a:avLst>
                  <a:gd name="adj" fmla="val 98768"/>
                </a:avLst>
              </a:prstGeom>
              <a:solidFill>
                <a:srgbClr val="CCFFFF"/>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Freeform 44">
                <a:extLst>
                  <a:ext uri="{FF2B5EF4-FFF2-40B4-BE49-F238E27FC236}">
                    <a16:creationId xmlns:a16="http://schemas.microsoft.com/office/drawing/2014/main" id="{F91CF037-524A-3CAE-F5E0-007F520FED58}"/>
                  </a:ext>
                </a:extLst>
              </p:cNvPr>
              <p:cNvSpPr>
                <a:spLocks/>
              </p:cNvSpPr>
              <p:nvPr/>
            </p:nvSpPr>
            <p:spPr bwMode="auto">
              <a:xfrm>
                <a:off x="619" y="3137"/>
                <a:ext cx="1834" cy="515"/>
              </a:xfrm>
              <a:custGeom>
                <a:avLst/>
                <a:gdLst>
                  <a:gd name="T0" fmla="*/ 0 w 1872"/>
                  <a:gd name="T1" fmla="*/ 0 h 528"/>
                  <a:gd name="T2" fmla="*/ 431 w 1872"/>
                  <a:gd name="T3" fmla="*/ 412 h 528"/>
                  <a:gd name="T4" fmla="*/ 1525 w 1872"/>
                  <a:gd name="T5" fmla="*/ 412 h 528"/>
                  <a:gd name="T6" fmla="*/ 1094 w 1872"/>
                  <a:gd name="T7" fmla="*/ 0 h 528"/>
                  <a:gd name="T8" fmla="*/ 0 w 1872"/>
                  <a:gd name="T9" fmla="*/ 0 h 528"/>
                  <a:gd name="T10" fmla="*/ 0 60000 65536"/>
                  <a:gd name="T11" fmla="*/ 0 60000 65536"/>
                  <a:gd name="T12" fmla="*/ 0 60000 65536"/>
                  <a:gd name="T13" fmla="*/ 0 60000 65536"/>
                  <a:gd name="T14" fmla="*/ 0 60000 65536"/>
                  <a:gd name="T15" fmla="*/ 0 w 1872"/>
                  <a:gd name="T16" fmla="*/ 0 h 528"/>
                  <a:gd name="T17" fmla="*/ 1872 w 1872"/>
                  <a:gd name="T18" fmla="*/ 528 h 528"/>
                </a:gdLst>
                <a:ahLst/>
                <a:cxnLst>
                  <a:cxn ang="T10">
                    <a:pos x="T0" y="T1"/>
                  </a:cxn>
                  <a:cxn ang="T11">
                    <a:pos x="T2" y="T3"/>
                  </a:cxn>
                  <a:cxn ang="T12">
                    <a:pos x="T4" y="T5"/>
                  </a:cxn>
                  <a:cxn ang="T13">
                    <a:pos x="T6" y="T7"/>
                  </a:cxn>
                  <a:cxn ang="T14">
                    <a:pos x="T8" y="T9"/>
                  </a:cxn>
                </a:cxnLst>
                <a:rect l="T15" t="T16" r="T17" b="T18"/>
                <a:pathLst>
                  <a:path w="1872" h="528">
                    <a:moveTo>
                      <a:pt x="0" y="0"/>
                    </a:moveTo>
                    <a:lnTo>
                      <a:pt x="528" y="528"/>
                    </a:lnTo>
                    <a:lnTo>
                      <a:pt x="1872" y="528"/>
                    </a:lnTo>
                    <a:lnTo>
                      <a:pt x="1344" y="0"/>
                    </a:lnTo>
                    <a:lnTo>
                      <a:pt x="0" y="0"/>
                    </a:lnTo>
                    <a:close/>
                  </a:path>
                </a:pathLst>
              </a:custGeom>
              <a:solidFill>
                <a:srgbClr val="FFFF00"/>
              </a:solidFill>
              <a:ln w="12700">
                <a:solidFill>
                  <a:srgbClr val="808080"/>
                </a:solidFill>
                <a:round/>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0" name="Rectangle 45">
                <a:extLst>
                  <a:ext uri="{FF2B5EF4-FFF2-40B4-BE49-F238E27FC236}">
                    <a16:creationId xmlns:a16="http://schemas.microsoft.com/office/drawing/2014/main" id="{AE8A8532-E2C5-5925-7CDB-AD7AD1E3EEAE}"/>
                  </a:ext>
                </a:extLst>
              </p:cNvPr>
              <p:cNvSpPr>
                <a:spLocks noChangeArrowheads="1"/>
              </p:cNvSpPr>
              <p:nvPr/>
            </p:nvSpPr>
            <p:spPr bwMode="auto">
              <a:xfrm>
                <a:off x="619" y="2024"/>
                <a:ext cx="1317" cy="1113"/>
              </a:xfrm>
              <a:prstGeom prst="rect">
                <a:avLst/>
              </a:prstGeom>
              <a:solidFill>
                <a:srgbClr val="66FF99"/>
              </a:solidFill>
              <a:ln w="12700">
                <a:solidFill>
                  <a:srgbClr val="808080"/>
                </a:solidFill>
                <a:miter lim="800000"/>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Text Box 46">
                <a:extLst>
                  <a:ext uri="{FF2B5EF4-FFF2-40B4-BE49-F238E27FC236}">
                    <a16:creationId xmlns:a16="http://schemas.microsoft.com/office/drawing/2014/main" id="{E5E8BC84-3AFC-FB3A-AFF5-623F7A4D9C85}"/>
                  </a:ext>
                </a:extLst>
              </p:cNvPr>
              <p:cNvSpPr txBox="1">
                <a:spLocks noChangeArrowheads="1"/>
              </p:cNvSpPr>
              <p:nvPr/>
            </p:nvSpPr>
            <p:spPr bwMode="auto">
              <a:xfrm>
                <a:off x="572" y="2004"/>
                <a:ext cx="328"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52" name="Text Box 47">
                <a:extLst>
                  <a:ext uri="{FF2B5EF4-FFF2-40B4-BE49-F238E27FC236}">
                    <a16:creationId xmlns:a16="http://schemas.microsoft.com/office/drawing/2014/main" id="{8E7ACE69-86E6-AB8D-0DC4-9FC16592FC82}"/>
                  </a:ext>
                </a:extLst>
              </p:cNvPr>
              <p:cNvSpPr txBox="1">
                <a:spLocks noChangeArrowheads="1"/>
              </p:cNvSpPr>
              <p:nvPr/>
            </p:nvSpPr>
            <p:spPr bwMode="auto">
              <a:xfrm>
                <a:off x="431" y="3044"/>
                <a:ext cx="235"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53" name="Text Box 48">
                <a:extLst>
                  <a:ext uri="{FF2B5EF4-FFF2-40B4-BE49-F238E27FC236}">
                    <a16:creationId xmlns:a16="http://schemas.microsoft.com/office/drawing/2014/main" id="{F777C407-C2D6-9161-9684-AF09F2847390}"/>
                  </a:ext>
                </a:extLst>
              </p:cNvPr>
              <p:cNvSpPr txBox="1">
                <a:spLocks noChangeArrowheads="1"/>
              </p:cNvSpPr>
              <p:nvPr/>
            </p:nvSpPr>
            <p:spPr bwMode="auto">
              <a:xfrm>
                <a:off x="2418" y="3436"/>
                <a:ext cx="235" cy="251"/>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54" name="Text Box 49">
                <a:extLst>
                  <a:ext uri="{FF2B5EF4-FFF2-40B4-BE49-F238E27FC236}">
                    <a16:creationId xmlns:a16="http://schemas.microsoft.com/office/drawing/2014/main" id="{27A3C7DF-CB25-9070-2D80-585B0730B531}"/>
                  </a:ext>
                </a:extLst>
              </p:cNvPr>
              <p:cNvSpPr txBox="1">
                <a:spLocks noChangeArrowheads="1"/>
              </p:cNvSpPr>
              <p:nvPr/>
            </p:nvSpPr>
            <p:spPr bwMode="auto">
              <a:xfrm>
                <a:off x="1736" y="312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sp>
            <p:nvSpPr>
              <p:cNvPr id="55" name="Line 50">
                <a:extLst>
                  <a:ext uri="{FF2B5EF4-FFF2-40B4-BE49-F238E27FC236}">
                    <a16:creationId xmlns:a16="http://schemas.microsoft.com/office/drawing/2014/main" id="{71422C8A-4CE4-E21E-E91B-C2F14DB08B6A}"/>
                  </a:ext>
                </a:extLst>
              </p:cNvPr>
              <p:cNvSpPr>
                <a:spLocks noChangeShapeType="1"/>
              </p:cNvSpPr>
              <p:nvPr/>
            </p:nvSpPr>
            <p:spPr bwMode="auto">
              <a:xfrm>
                <a:off x="1654" y="2669"/>
                <a:ext cx="0" cy="749"/>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51">
                <a:extLst>
                  <a:ext uri="{FF2B5EF4-FFF2-40B4-BE49-F238E27FC236}">
                    <a16:creationId xmlns:a16="http://schemas.microsoft.com/office/drawing/2014/main" id="{64D482E5-A11C-D422-739E-817276BAB708}"/>
                  </a:ext>
                </a:extLst>
              </p:cNvPr>
              <p:cNvSpPr>
                <a:spLocks noChangeShapeType="1"/>
              </p:cNvSpPr>
              <p:nvPr/>
            </p:nvSpPr>
            <p:spPr bwMode="auto">
              <a:xfrm>
                <a:off x="1936" y="3137"/>
                <a:ext cx="94" cy="94"/>
              </a:xfrm>
              <a:prstGeom prst="line">
                <a:avLst/>
              </a:prstGeom>
              <a:noFill/>
              <a:ln w="12700">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Oval 52">
                <a:extLst>
                  <a:ext uri="{FF2B5EF4-FFF2-40B4-BE49-F238E27FC236}">
                    <a16:creationId xmlns:a16="http://schemas.microsoft.com/office/drawing/2014/main" id="{3AEBF1D6-FAE0-7F16-0DE3-8760CD94FF64}"/>
                  </a:ext>
                </a:extLst>
              </p:cNvPr>
              <p:cNvSpPr>
                <a:spLocks noChangeArrowheads="1"/>
              </p:cNvSpPr>
              <p:nvPr/>
            </p:nvSpPr>
            <p:spPr bwMode="auto">
              <a:xfrm flipH="1">
                <a:off x="1631" y="2643"/>
                <a:ext cx="47" cy="47"/>
              </a:xfrm>
              <a:prstGeom prst="ellipse">
                <a:avLst/>
              </a:prstGeom>
              <a:solidFill>
                <a:srgbClr val="FF0000"/>
              </a:solidFill>
              <a:ln w="12700">
                <a:solidFill>
                  <a:srgbClr val="000000"/>
                </a:solidFill>
                <a:round/>
                <a:headEnd type="none" w="sm" len="sm"/>
                <a:tailEnd type="none" w="sm" len="sm"/>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Rectangle 53">
                <a:extLst>
                  <a:ext uri="{FF2B5EF4-FFF2-40B4-BE49-F238E27FC236}">
                    <a16:creationId xmlns:a16="http://schemas.microsoft.com/office/drawing/2014/main" id="{4F1DE065-C1E8-923F-4EF6-3DF693EB7382}"/>
                  </a:ext>
                </a:extLst>
              </p:cNvPr>
              <p:cNvSpPr>
                <a:spLocks noChangeArrowheads="1"/>
              </p:cNvSpPr>
              <p:nvPr/>
            </p:nvSpPr>
            <p:spPr bwMode="auto">
              <a:xfrm>
                <a:off x="2030" y="3044"/>
                <a:ext cx="94" cy="140"/>
              </a:xfrm>
              <a:prstGeom prst="rect">
                <a:avLst/>
              </a:prstGeom>
              <a:solidFill>
                <a:srgbClr val="CCFFFF"/>
              </a:solidFill>
              <a:ln w="12700">
                <a:solidFill>
                  <a:srgbClr val="CCFFFF"/>
                </a:solidFill>
                <a:miter lim="800000"/>
                <a:headEnd/>
                <a:tailEnd/>
              </a:ln>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59" name="Object 54">
                <a:extLst>
                  <a:ext uri="{FF2B5EF4-FFF2-40B4-BE49-F238E27FC236}">
                    <a16:creationId xmlns:a16="http://schemas.microsoft.com/office/drawing/2014/main" id="{1EF13EE3-96B6-0F9C-0E6E-8208C26F330A}"/>
                  </a:ext>
                </a:extLst>
              </p:cNvPr>
              <p:cNvGraphicFramePr>
                <a:graphicFrameLocks noChangeAspect="1"/>
              </p:cNvGraphicFramePr>
              <p:nvPr/>
            </p:nvGraphicFramePr>
            <p:xfrm>
              <a:off x="1136" y="3512"/>
              <a:ext cx="189" cy="107"/>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12330" name="Object 54">
                            <a:extLst>
                              <a:ext uri="{FF2B5EF4-FFF2-40B4-BE49-F238E27FC236}">
                                <a16:creationId xmlns:a16="http://schemas.microsoft.com/office/drawing/2014/main" id="{50832FF2-AA87-91D2-0409-B960F80C1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 y="3512"/>
                            <a:ext cx="189" cy="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 name="Text Box 55">
                <a:extLst>
                  <a:ext uri="{FF2B5EF4-FFF2-40B4-BE49-F238E27FC236}">
                    <a16:creationId xmlns:a16="http://schemas.microsoft.com/office/drawing/2014/main" id="{7100C545-0426-301E-2FAD-3FF0EBA73E1F}"/>
                  </a:ext>
                </a:extLst>
              </p:cNvPr>
              <p:cNvSpPr txBox="1">
                <a:spLocks noChangeArrowheads="1"/>
              </p:cNvSpPr>
              <p:nvPr/>
            </p:nvSpPr>
            <p:spPr bwMode="auto">
              <a:xfrm>
                <a:off x="1513" y="2387"/>
                <a:ext cx="235"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endPar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endParaRPr>
              </a:p>
            </p:txBody>
          </p:sp>
          <p:sp>
            <p:nvSpPr>
              <p:cNvPr id="61" name="Line 56">
                <a:extLst>
                  <a:ext uri="{FF2B5EF4-FFF2-40B4-BE49-F238E27FC236}">
                    <a16:creationId xmlns:a16="http://schemas.microsoft.com/office/drawing/2014/main" id="{452E1B8D-1415-5A27-1B08-5E3400F1B781}"/>
                  </a:ext>
                </a:extLst>
              </p:cNvPr>
              <p:cNvSpPr>
                <a:spLocks noChangeShapeType="1"/>
              </p:cNvSpPr>
              <p:nvPr/>
            </p:nvSpPr>
            <p:spPr bwMode="auto">
              <a:xfrm>
                <a:off x="1748"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Line 57">
                <a:extLst>
                  <a:ext uri="{FF2B5EF4-FFF2-40B4-BE49-F238E27FC236}">
                    <a16:creationId xmlns:a16="http://schemas.microsoft.com/office/drawing/2014/main" id="{7AA0EC36-87AE-0334-82C0-82E704D44365}"/>
                  </a:ext>
                </a:extLst>
              </p:cNvPr>
              <p:cNvSpPr>
                <a:spLocks noChangeShapeType="1"/>
              </p:cNvSpPr>
              <p:nvPr/>
            </p:nvSpPr>
            <p:spPr bwMode="auto">
              <a:xfrm>
                <a:off x="1560"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Line 58">
                <a:extLst>
                  <a:ext uri="{FF2B5EF4-FFF2-40B4-BE49-F238E27FC236}">
                    <a16:creationId xmlns:a16="http://schemas.microsoft.com/office/drawing/2014/main" id="{6C094394-F994-D65D-20E9-78732CB5D596}"/>
                  </a:ext>
                </a:extLst>
              </p:cNvPr>
              <p:cNvSpPr>
                <a:spLocks noChangeShapeType="1"/>
              </p:cNvSpPr>
              <p:nvPr/>
            </p:nvSpPr>
            <p:spPr bwMode="auto">
              <a:xfrm>
                <a:off x="1372" y="309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4" name="Line 59">
                <a:extLst>
                  <a:ext uri="{FF2B5EF4-FFF2-40B4-BE49-F238E27FC236}">
                    <a16:creationId xmlns:a16="http://schemas.microsoft.com/office/drawing/2014/main" id="{EA55718A-EB01-8B8B-25A0-F62F7EE3A097}"/>
                  </a:ext>
                </a:extLst>
              </p:cNvPr>
              <p:cNvSpPr>
                <a:spLocks noChangeShapeType="1"/>
              </p:cNvSpPr>
              <p:nvPr/>
            </p:nvSpPr>
            <p:spPr bwMode="auto">
              <a:xfrm rot="2700000" flipH="1">
                <a:off x="1325" y="3278"/>
                <a:ext cx="37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Line 60">
                <a:extLst>
                  <a:ext uri="{FF2B5EF4-FFF2-40B4-BE49-F238E27FC236}">
                    <a16:creationId xmlns:a16="http://schemas.microsoft.com/office/drawing/2014/main" id="{3FD76C1C-26D1-5283-3B4C-6D993E2B9C6C}"/>
                  </a:ext>
                </a:extLst>
              </p:cNvPr>
              <p:cNvSpPr>
                <a:spLocks noChangeShapeType="1"/>
              </p:cNvSpPr>
              <p:nvPr/>
            </p:nvSpPr>
            <p:spPr bwMode="auto">
              <a:xfrm rot="5400000">
                <a:off x="1490" y="325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61">
                <a:extLst>
                  <a:ext uri="{FF2B5EF4-FFF2-40B4-BE49-F238E27FC236}">
                    <a16:creationId xmlns:a16="http://schemas.microsoft.com/office/drawing/2014/main" id="{1C9F2AF6-353C-3243-2A47-556C2A38BD74}"/>
                  </a:ext>
                </a:extLst>
              </p:cNvPr>
              <p:cNvSpPr>
                <a:spLocks noChangeShapeType="1"/>
              </p:cNvSpPr>
              <p:nvPr/>
            </p:nvSpPr>
            <p:spPr bwMode="auto">
              <a:xfrm rot="5400000">
                <a:off x="1631" y="3207"/>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Line 62">
                <a:extLst>
                  <a:ext uri="{FF2B5EF4-FFF2-40B4-BE49-F238E27FC236}">
                    <a16:creationId xmlns:a16="http://schemas.microsoft.com/office/drawing/2014/main" id="{EFCAFF2F-38B8-0215-089E-52973016C4DF}"/>
                  </a:ext>
                </a:extLst>
              </p:cNvPr>
              <p:cNvSpPr>
                <a:spLocks noChangeShapeType="1"/>
              </p:cNvSpPr>
              <p:nvPr/>
            </p:nvSpPr>
            <p:spPr bwMode="auto">
              <a:xfrm rot="5400000">
                <a:off x="1631" y="3020"/>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Line 63">
                <a:extLst>
                  <a:ext uri="{FF2B5EF4-FFF2-40B4-BE49-F238E27FC236}">
                    <a16:creationId xmlns:a16="http://schemas.microsoft.com/office/drawing/2014/main" id="{843E1947-3060-5E9E-00F4-E0A9EEB7BB43}"/>
                  </a:ext>
                </a:extLst>
              </p:cNvPr>
              <p:cNvSpPr>
                <a:spLocks noChangeShapeType="1"/>
              </p:cNvSpPr>
              <p:nvPr/>
            </p:nvSpPr>
            <p:spPr bwMode="auto">
              <a:xfrm rot="5400000">
                <a:off x="1631" y="2832"/>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Line 64">
                <a:extLst>
                  <a:ext uri="{FF2B5EF4-FFF2-40B4-BE49-F238E27FC236}">
                    <a16:creationId xmlns:a16="http://schemas.microsoft.com/office/drawing/2014/main" id="{62C4F6B7-6D35-2B08-9FDF-1BC851642BE8}"/>
                  </a:ext>
                </a:extLst>
              </p:cNvPr>
              <p:cNvSpPr>
                <a:spLocks noChangeShapeType="1"/>
              </p:cNvSpPr>
              <p:nvPr/>
            </p:nvSpPr>
            <p:spPr bwMode="auto">
              <a:xfrm rot="5400000">
                <a:off x="1631" y="2645"/>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Line 65">
                <a:extLst>
                  <a:ext uri="{FF2B5EF4-FFF2-40B4-BE49-F238E27FC236}">
                    <a16:creationId xmlns:a16="http://schemas.microsoft.com/office/drawing/2014/main" id="{179644AA-1FD9-8712-7E25-34A1CE5562CC}"/>
                  </a:ext>
                </a:extLst>
              </p:cNvPr>
              <p:cNvSpPr>
                <a:spLocks noChangeShapeType="1"/>
              </p:cNvSpPr>
              <p:nvPr/>
            </p:nvSpPr>
            <p:spPr bwMode="auto">
              <a:xfrm rot="5400000">
                <a:off x="1631" y="3394"/>
                <a:ext cx="0" cy="4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1" name="Text Box 66">
                <a:extLst>
                  <a:ext uri="{FF2B5EF4-FFF2-40B4-BE49-F238E27FC236}">
                    <a16:creationId xmlns:a16="http://schemas.microsoft.com/office/drawing/2014/main" id="{BD8EF480-DB2A-53E8-2B0F-699C339353EC}"/>
                  </a:ext>
                </a:extLst>
              </p:cNvPr>
              <p:cNvSpPr txBox="1">
                <a:spLocks noChangeArrowheads="1"/>
              </p:cNvSpPr>
              <p:nvPr/>
            </p:nvSpPr>
            <p:spPr bwMode="auto">
              <a:xfrm>
                <a:off x="1921" y="1933"/>
                <a:ext cx="376" cy="25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grpSp>
        <p:grpSp>
          <p:nvGrpSpPr>
            <p:cNvPr id="43" name="Group 67">
              <a:extLst>
                <a:ext uri="{FF2B5EF4-FFF2-40B4-BE49-F238E27FC236}">
                  <a16:creationId xmlns:a16="http://schemas.microsoft.com/office/drawing/2014/main" id="{971AA6E0-27E4-25FA-DF52-C70625B457C1}"/>
                </a:ext>
              </a:extLst>
            </p:cNvPr>
            <p:cNvGrpSpPr>
              <a:grpSpLocks/>
            </p:cNvGrpSpPr>
            <p:nvPr/>
          </p:nvGrpSpPr>
          <p:grpSpPr bwMode="auto">
            <a:xfrm>
              <a:off x="2336" y="2478"/>
              <a:ext cx="91" cy="181"/>
              <a:chOff x="5012" y="2115"/>
              <a:chExt cx="91" cy="181"/>
            </a:xfrm>
          </p:grpSpPr>
          <p:sp>
            <p:nvSpPr>
              <p:cNvPr id="44" name="Line 68">
                <a:extLst>
                  <a:ext uri="{FF2B5EF4-FFF2-40B4-BE49-F238E27FC236}">
                    <a16:creationId xmlns:a16="http://schemas.microsoft.com/office/drawing/2014/main" id="{FE3A320C-7148-DA88-3322-9A8C755B2CD3}"/>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69">
                <a:extLst>
                  <a:ext uri="{FF2B5EF4-FFF2-40B4-BE49-F238E27FC236}">
                    <a16:creationId xmlns:a16="http://schemas.microsoft.com/office/drawing/2014/main" id="{7F46791D-11D4-E849-6426-73109EDEB319}"/>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Line 70">
                <a:extLst>
                  <a:ext uri="{FF2B5EF4-FFF2-40B4-BE49-F238E27FC236}">
                    <a16:creationId xmlns:a16="http://schemas.microsoft.com/office/drawing/2014/main" id="{C4B6FBC0-46BA-D73E-B8D3-98594398D27F}"/>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Line 71">
                <a:extLst>
                  <a:ext uri="{FF2B5EF4-FFF2-40B4-BE49-F238E27FC236}">
                    <a16:creationId xmlns:a16="http://schemas.microsoft.com/office/drawing/2014/main" id="{3905AF68-DAB2-18A9-C920-35C66DE0AE07}"/>
                  </a:ext>
                </a:extLst>
              </p:cNvPr>
              <p:cNvSpPr>
                <a:spLocks noChangeShapeType="1"/>
              </p:cNvSpPr>
              <p:nvPr/>
            </p:nvSpPr>
            <p:spPr bwMode="auto">
              <a:xfrm flipH="1">
                <a:off x="5012" y="2160"/>
                <a:ext cx="45"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spTree>
    <p:extLst>
      <p:ext uri="{BB962C8B-B14F-4D97-AF65-F5344CB8AC3E}">
        <p14:creationId xmlns:p14="http://schemas.microsoft.com/office/powerpoint/2010/main" val="11429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left)">
                                      <p:cBhvr>
                                        <p:cTn id="11" dur="500"/>
                                        <p:tgtEl>
                                          <p:spTgt spid="30"/>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Right)">
                                      <p:cBhvr>
                                        <p:cTn id="15" dur="500"/>
                                        <p:tgtEl>
                                          <p:spTgt spid="4"/>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500"/>
                                        <p:tgtEl>
                                          <p:spTgt spid="20"/>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down)">
                                      <p:cBhvr>
                                        <p:cTn id="23" dur="500"/>
                                        <p:tgtEl>
                                          <p:spTgt spid="31"/>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par>
                          <p:cTn id="32" fill="hold">
                            <p:stCondLst>
                              <p:cond delay="3500"/>
                            </p:stCondLst>
                            <p:childTnLst>
                              <p:par>
                                <p:cTn id="33" presetID="23" presetClass="entr" presetSubtype="16"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p:cTn id="35" dur="500" fill="hold"/>
                                        <p:tgtEl>
                                          <p:spTgt spid="28"/>
                                        </p:tgtEl>
                                        <p:attrNameLst>
                                          <p:attrName>ppt_w</p:attrName>
                                        </p:attrNameLst>
                                      </p:cBhvr>
                                      <p:tavLst>
                                        <p:tav tm="0">
                                          <p:val>
                                            <p:fltVal val="0"/>
                                          </p:val>
                                        </p:tav>
                                        <p:tav tm="100000">
                                          <p:val>
                                            <p:strVal val="#ppt_w"/>
                                          </p:val>
                                        </p:tav>
                                      </p:tavLst>
                                    </p:anim>
                                    <p:anim calcmode="lin" valueType="num">
                                      <p:cBhvr>
                                        <p:cTn id="36" dur="500" fill="hold"/>
                                        <p:tgtEl>
                                          <p:spTgt spid="28"/>
                                        </p:tgtEl>
                                        <p:attrNameLst>
                                          <p:attrName>ppt_h</p:attrName>
                                        </p:attrNameLst>
                                      </p:cBhvr>
                                      <p:tavLst>
                                        <p:tav tm="0">
                                          <p:val>
                                            <p:fltVal val="0"/>
                                          </p:val>
                                        </p:tav>
                                        <p:tav tm="100000">
                                          <p:val>
                                            <p:strVal val="#ppt_h"/>
                                          </p:val>
                                        </p:tav>
                                      </p:tavLst>
                                    </p:anim>
                                  </p:childTnLst>
                                </p:cTn>
                              </p:par>
                            </p:childTnLst>
                          </p:cTn>
                        </p:par>
                        <p:par>
                          <p:cTn id="37" fill="hold">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par>
                          <p:cTn id="41" fill="hold">
                            <p:stCondLst>
                              <p:cond delay="4500"/>
                            </p:stCondLst>
                            <p:childTnLst>
                              <p:par>
                                <p:cTn id="42" presetID="22" presetClass="entr" presetSubtype="8" fill="hold"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par>
                          <p:cTn id="45" fill="hold">
                            <p:stCondLst>
                              <p:cond delay="5000"/>
                            </p:stCondLst>
                            <p:childTnLst>
                              <p:par>
                                <p:cTn id="46" presetID="22" presetClass="entr" presetSubtype="1" fill="hold"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up)">
                                      <p:cBhvr>
                                        <p:cTn id="48" dur="500"/>
                                        <p:tgtEl>
                                          <p:spTgt spid="37"/>
                                        </p:tgtEl>
                                      </p:cBhvr>
                                    </p:animEffect>
                                  </p:childTnLst>
                                </p:cTn>
                              </p:par>
                            </p:childTnLst>
                          </p:cTn>
                        </p:par>
                        <p:par>
                          <p:cTn id="49" fill="hold">
                            <p:stCondLst>
                              <p:cond delay="5500"/>
                            </p:stCondLst>
                            <p:childTnLst>
                              <p:par>
                                <p:cTn id="50" presetID="22" presetClass="entr" presetSubtype="1" fill="hold"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up)">
                                      <p:cBhvr>
                                        <p:cTn id="52" dur="500"/>
                                        <p:tgtEl>
                                          <p:spTgt spid="24"/>
                                        </p:tgtEl>
                                      </p:cBhvr>
                                    </p:animEffect>
                                  </p:childTnLst>
                                </p:cTn>
                              </p:par>
                            </p:childTnLst>
                          </p:cTn>
                        </p:par>
                        <p:par>
                          <p:cTn id="53" fill="hold">
                            <p:stCondLst>
                              <p:cond delay="6000"/>
                            </p:stCondLst>
                            <p:childTnLst>
                              <p:par>
                                <p:cTn id="54" presetID="22" presetClass="entr" presetSubtype="2" fill="hold" nodeType="after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wipe(right)">
                                      <p:cBhvr>
                                        <p:cTn id="56" dur="500"/>
                                        <p:tgtEl>
                                          <p:spTgt spid="15"/>
                                        </p:tgtEl>
                                      </p:cBhvr>
                                    </p:animEffect>
                                  </p:childTnLst>
                                </p:cTn>
                              </p:par>
                            </p:childTnLst>
                          </p:cTn>
                        </p:par>
                        <p:par>
                          <p:cTn id="57" fill="hold">
                            <p:stCondLst>
                              <p:cond delay="6500"/>
                            </p:stCondLst>
                            <p:childTnLst>
                              <p:par>
                                <p:cTn id="58" presetID="23" presetClass="entr" presetSubtype="16" fill="hold" grpId="0" nodeType="after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p:cTn id="60" dur="500" fill="hold"/>
                                        <p:tgtEl>
                                          <p:spTgt spid="27"/>
                                        </p:tgtEl>
                                        <p:attrNameLst>
                                          <p:attrName>ppt_w</p:attrName>
                                        </p:attrNameLst>
                                      </p:cBhvr>
                                      <p:tavLst>
                                        <p:tav tm="0">
                                          <p:val>
                                            <p:fltVal val="0"/>
                                          </p:val>
                                        </p:tav>
                                        <p:tav tm="100000">
                                          <p:val>
                                            <p:strVal val="#ppt_w"/>
                                          </p:val>
                                        </p:tav>
                                      </p:tavLst>
                                    </p:anim>
                                    <p:anim calcmode="lin" valueType="num">
                                      <p:cBhvr>
                                        <p:cTn id="61" dur="500" fill="hold"/>
                                        <p:tgtEl>
                                          <p:spTgt spid="27"/>
                                        </p:tgtEl>
                                        <p:attrNameLst>
                                          <p:attrName>ppt_h</p:attrName>
                                        </p:attrNameLst>
                                      </p:cBhvr>
                                      <p:tavLst>
                                        <p:tav tm="0">
                                          <p:val>
                                            <p:fltVal val="0"/>
                                          </p:val>
                                        </p:tav>
                                        <p:tav tm="100000">
                                          <p:val>
                                            <p:strVal val="#ppt_h"/>
                                          </p:val>
                                        </p:tav>
                                      </p:tavLst>
                                    </p:anim>
                                  </p:childTnLst>
                                </p:cTn>
                              </p:par>
                            </p:childTnLst>
                          </p:cTn>
                        </p:par>
                        <p:par>
                          <p:cTn id="62" fill="hold">
                            <p:stCondLst>
                              <p:cond delay="7000"/>
                            </p:stCondLst>
                            <p:childTnLst>
                              <p:par>
                                <p:cTn id="63" presetID="22" presetClass="entr" presetSubtype="8" fill="hold" grpId="0" nodeType="after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left)">
                                      <p:cBhvr>
                                        <p:cTn id="65" dur="500"/>
                                        <p:tgtEl>
                                          <p:spTgt spid="19"/>
                                        </p:tgtEl>
                                      </p:cBhvr>
                                    </p:animEffect>
                                  </p:childTnLst>
                                </p:cTn>
                              </p:par>
                            </p:childTnLst>
                          </p:cTn>
                        </p:par>
                        <p:par>
                          <p:cTn id="66" fill="hold">
                            <p:stCondLst>
                              <p:cond delay="7500"/>
                            </p:stCondLst>
                            <p:childTnLst>
                              <p:par>
                                <p:cTn id="67" presetID="22" presetClass="entr" presetSubtype="8" fill="hold" nodeType="after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500"/>
                                        <p:tgtEl>
                                          <p:spTgt spid="39"/>
                                        </p:tgtEl>
                                      </p:cBhvr>
                                    </p:animEffect>
                                  </p:childTnLst>
                                </p:cTn>
                              </p:par>
                            </p:childTnLst>
                          </p:cTn>
                        </p:par>
                        <p:par>
                          <p:cTn id="70" fill="hold">
                            <p:stCondLst>
                              <p:cond delay="8000"/>
                            </p:stCondLst>
                            <p:childTnLst>
                              <p:par>
                                <p:cTn id="71" presetID="18" presetClass="entr" presetSubtype="3" fill="hold" nodeType="after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strips(upRight)">
                                      <p:cBhvr>
                                        <p:cTn id="73" dur="500"/>
                                        <p:tgtEl>
                                          <p:spTgt spid="16"/>
                                        </p:tgtEl>
                                      </p:cBhvr>
                                    </p:animEffect>
                                  </p:childTnLst>
                                </p:cTn>
                              </p:par>
                            </p:childTnLst>
                          </p:cTn>
                        </p:par>
                        <p:par>
                          <p:cTn id="74" fill="hold">
                            <p:stCondLst>
                              <p:cond delay="8500"/>
                            </p:stCondLst>
                            <p:childTnLst>
                              <p:par>
                                <p:cTn id="75" presetID="22" presetClass="entr" presetSubtype="4" fill="hold" nodeType="after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wipe(down)">
                                      <p:cBhvr>
                                        <p:cTn id="77" dur="500"/>
                                        <p:tgtEl>
                                          <p:spTgt spid="13"/>
                                        </p:tgtEl>
                                      </p:cBhvr>
                                    </p:animEffect>
                                  </p:childTnLst>
                                </p:cTn>
                              </p:par>
                            </p:childTnLst>
                          </p:cTn>
                        </p:par>
                        <p:par>
                          <p:cTn id="78" fill="hold">
                            <p:stCondLst>
                              <p:cond delay="9000"/>
                            </p:stCondLst>
                            <p:childTnLst>
                              <p:par>
                                <p:cTn id="79" presetID="23" presetClass="entr" presetSubtype="16" fill="hold" grpId="0" nodeType="afterEffect">
                                  <p:stCondLst>
                                    <p:cond delay="0"/>
                                  </p:stCondLst>
                                  <p:childTnLst>
                                    <p:set>
                                      <p:cBhvr>
                                        <p:cTn id="80" dur="1" fill="hold">
                                          <p:stCondLst>
                                            <p:cond delay="0"/>
                                          </p:stCondLst>
                                        </p:cTn>
                                        <p:tgtEl>
                                          <p:spTgt spid="40"/>
                                        </p:tgtEl>
                                        <p:attrNameLst>
                                          <p:attrName>style.visibility</p:attrName>
                                        </p:attrNameLst>
                                      </p:cBhvr>
                                      <p:to>
                                        <p:strVal val="visible"/>
                                      </p:to>
                                    </p:set>
                                    <p:anim calcmode="lin" valueType="num">
                                      <p:cBhvr>
                                        <p:cTn id="81" dur="500" fill="hold"/>
                                        <p:tgtEl>
                                          <p:spTgt spid="40"/>
                                        </p:tgtEl>
                                        <p:attrNameLst>
                                          <p:attrName>ppt_w</p:attrName>
                                        </p:attrNameLst>
                                      </p:cBhvr>
                                      <p:tavLst>
                                        <p:tav tm="0">
                                          <p:val>
                                            <p:fltVal val="0"/>
                                          </p:val>
                                        </p:tav>
                                        <p:tav tm="100000">
                                          <p:val>
                                            <p:strVal val="#ppt_w"/>
                                          </p:val>
                                        </p:tav>
                                      </p:tavLst>
                                    </p:anim>
                                    <p:anim calcmode="lin" valueType="num">
                                      <p:cBhvr>
                                        <p:cTn id="82" dur="500" fill="hold"/>
                                        <p:tgtEl>
                                          <p:spTgt spid="40"/>
                                        </p:tgtEl>
                                        <p:attrNameLst>
                                          <p:attrName>ppt_h</p:attrName>
                                        </p:attrNameLst>
                                      </p:cBhvr>
                                      <p:tavLst>
                                        <p:tav tm="0">
                                          <p:val>
                                            <p:fltVal val="0"/>
                                          </p:val>
                                        </p:tav>
                                        <p:tav tm="100000">
                                          <p:val>
                                            <p:strVal val="#ppt_h"/>
                                          </p:val>
                                        </p:tav>
                                      </p:tavLst>
                                    </p:anim>
                                  </p:childTnLst>
                                </p:cTn>
                              </p:par>
                            </p:childTnLst>
                          </p:cTn>
                        </p:par>
                        <p:par>
                          <p:cTn id="83" fill="hold">
                            <p:stCondLst>
                              <p:cond delay="9500"/>
                            </p:stCondLst>
                            <p:childTnLst>
                              <p:par>
                                <p:cTn id="84" presetID="22" presetClass="entr" presetSubtype="8" fill="hold" grpId="0" nodeType="after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wipe(left)">
                                      <p:cBhvr>
                                        <p:cTn id="8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18" grpId="0" autoUpdateAnimBg="0"/>
      <p:bldP spid="19" grpId="0" autoUpdateAnimBg="0"/>
      <p:bldP spid="27" grpId="0" animBg="1"/>
      <p:bldP spid="28" grpId="0" animBg="1"/>
      <p:bldP spid="29" grpId="0" autoUpdateAnimBg="0"/>
      <p:bldP spid="30" grpId="0" autoUpdateAnimBg="0"/>
      <p:bldP spid="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CC41934-19BB-46F5-5658-17C4BF3DBBDD}"/>
              </a:ext>
            </a:extLst>
          </p:cNvPr>
          <p:cNvGrpSpPr>
            <a:grpSpLocks/>
          </p:cNvGrpSpPr>
          <p:nvPr/>
        </p:nvGrpSpPr>
        <p:grpSpPr bwMode="auto">
          <a:xfrm>
            <a:off x="1631950" y="810709"/>
            <a:ext cx="4464050" cy="3163888"/>
            <a:chOff x="557" y="664"/>
            <a:chExt cx="2495" cy="1724"/>
          </a:xfrm>
        </p:grpSpPr>
        <p:sp>
          <p:nvSpPr>
            <p:cNvPr id="3" name="Rectangle 3">
              <a:extLst>
                <a:ext uri="{FF2B5EF4-FFF2-40B4-BE49-F238E27FC236}">
                  <a16:creationId xmlns:a16="http://schemas.microsoft.com/office/drawing/2014/main" id="{C9A5D043-3842-028F-3461-2D08FFCB7C40}"/>
                </a:ext>
              </a:extLst>
            </p:cNvPr>
            <p:cNvSpPr>
              <a:spLocks noChangeArrowheads="1"/>
            </p:cNvSpPr>
            <p:nvPr/>
          </p:nvSpPr>
          <p:spPr bwMode="auto">
            <a:xfrm>
              <a:off x="1147" y="710"/>
              <a:ext cx="1270" cy="1678"/>
            </a:xfrm>
            <a:prstGeom prst="rect">
              <a:avLst/>
            </a:prstGeom>
            <a:gradFill rotWithShape="1">
              <a:gsLst>
                <a:gs pos="0">
                  <a:srgbClr val="BBE0E3">
                    <a:alpha val="80000"/>
                  </a:srgbClr>
                </a:gs>
                <a:gs pos="100000">
                  <a:srgbClr val="BBE0E3">
                    <a:gamma/>
                    <a:shade val="46275"/>
                    <a:invGamma/>
                    <a:alpha val="49001"/>
                  </a:srgbClr>
                </a:gs>
              </a:gsLst>
              <a:lin ang="5400000" scaled="1"/>
            </a:gradFill>
            <a:ln w="12700" algn="ctr">
              <a:solidFill>
                <a:srgbClr val="000000"/>
              </a:solidFill>
              <a:miter lim="800000"/>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4" name="Group 4">
              <a:extLst>
                <a:ext uri="{FF2B5EF4-FFF2-40B4-BE49-F238E27FC236}">
                  <a16:creationId xmlns:a16="http://schemas.microsoft.com/office/drawing/2014/main" id="{928CEC76-CE2B-2BDE-3953-6691B7D30C5A}"/>
                </a:ext>
              </a:extLst>
            </p:cNvPr>
            <p:cNvGrpSpPr>
              <a:grpSpLocks/>
            </p:cNvGrpSpPr>
            <p:nvPr/>
          </p:nvGrpSpPr>
          <p:grpSpPr bwMode="auto">
            <a:xfrm>
              <a:off x="557" y="937"/>
              <a:ext cx="2495" cy="1224"/>
              <a:chOff x="2562" y="1979"/>
              <a:chExt cx="2495" cy="1224"/>
            </a:xfrm>
          </p:grpSpPr>
          <p:sp>
            <p:nvSpPr>
              <p:cNvPr id="9" name="Freeform 5">
                <a:extLst>
                  <a:ext uri="{FF2B5EF4-FFF2-40B4-BE49-F238E27FC236}">
                    <a16:creationId xmlns:a16="http://schemas.microsoft.com/office/drawing/2014/main" id="{C920E4FF-B7B3-F7A6-F1C9-2BA1CD3453E3}"/>
                  </a:ext>
                </a:extLst>
              </p:cNvPr>
              <p:cNvSpPr>
                <a:spLocks/>
              </p:cNvSpPr>
              <p:nvPr/>
            </p:nvSpPr>
            <p:spPr bwMode="auto">
              <a:xfrm>
                <a:off x="2562" y="1979"/>
                <a:ext cx="2495" cy="1224"/>
              </a:xfrm>
              <a:custGeom>
                <a:avLst/>
                <a:gdLst>
                  <a:gd name="T0" fmla="*/ 0 w 2450"/>
                  <a:gd name="T1" fmla="*/ 0 h 1224"/>
                  <a:gd name="T2" fmla="*/ 1471 w 2450"/>
                  <a:gd name="T3" fmla="*/ 0 h 1224"/>
                  <a:gd name="T4" fmla="*/ 2939 w 2450"/>
                  <a:gd name="T5" fmla="*/ 1224 h 1224"/>
                  <a:gd name="T6" fmla="*/ 1471 w 2450"/>
                  <a:gd name="T7" fmla="*/ 1224 h 1224"/>
                  <a:gd name="T8" fmla="*/ 0 w 2450"/>
                  <a:gd name="T9" fmla="*/ 0 h 1224"/>
                  <a:gd name="T10" fmla="*/ 0 60000 65536"/>
                  <a:gd name="T11" fmla="*/ 0 60000 65536"/>
                  <a:gd name="T12" fmla="*/ 0 60000 65536"/>
                  <a:gd name="T13" fmla="*/ 0 60000 65536"/>
                  <a:gd name="T14" fmla="*/ 0 60000 65536"/>
                  <a:gd name="T15" fmla="*/ 0 w 2450"/>
                  <a:gd name="T16" fmla="*/ 0 h 1224"/>
                  <a:gd name="T17" fmla="*/ 2450 w 2450"/>
                  <a:gd name="T18" fmla="*/ 1224 h 1224"/>
                </a:gdLst>
                <a:ahLst/>
                <a:cxnLst>
                  <a:cxn ang="T10">
                    <a:pos x="T0" y="T1"/>
                  </a:cxn>
                  <a:cxn ang="T11">
                    <a:pos x="T2" y="T3"/>
                  </a:cxn>
                  <a:cxn ang="T12">
                    <a:pos x="T4" y="T5"/>
                  </a:cxn>
                  <a:cxn ang="T13">
                    <a:pos x="T6" y="T7"/>
                  </a:cxn>
                  <a:cxn ang="T14">
                    <a:pos x="T8" y="T9"/>
                  </a:cxn>
                </a:cxnLst>
                <a:rect l="T15" t="T16" r="T17" b="T18"/>
                <a:pathLst>
                  <a:path w="2450" h="1224">
                    <a:moveTo>
                      <a:pt x="0" y="0"/>
                    </a:moveTo>
                    <a:lnTo>
                      <a:pt x="1225" y="0"/>
                    </a:lnTo>
                    <a:lnTo>
                      <a:pt x="2450" y="1224"/>
                    </a:lnTo>
                    <a:lnTo>
                      <a:pt x="1225" y="1224"/>
                    </a:lnTo>
                    <a:lnTo>
                      <a:pt x="0" y="0"/>
                    </a:lnTo>
                    <a:close/>
                  </a:path>
                </a:pathLst>
              </a:custGeom>
              <a:gradFill rotWithShape="1">
                <a:gsLst>
                  <a:gs pos="0">
                    <a:srgbClr val="765E76">
                      <a:alpha val="49001"/>
                    </a:srgbClr>
                  </a:gs>
                  <a:gs pos="100000">
                    <a:srgbClr val="FFCCFF">
                      <a:alpha val="49001"/>
                    </a:srgbClr>
                  </a:gs>
                </a:gsLst>
                <a:lin ang="5400000" scaled="1"/>
              </a:gradFill>
              <a:ln w="12700">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pic>
            <p:nvPicPr>
              <p:cNvPr id="10" name="Picture 6">
                <a:extLst>
                  <a:ext uri="{FF2B5EF4-FFF2-40B4-BE49-F238E27FC236}">
                    <a16:creationId xmlns:a16="http://schemas.microsoft.com/office/drawing/2014/main" id="{5191008F-4013-DA25-C7DF-683AA0014A4F}"/>
                  </a:ext>
                </a:extLst>
              </p:cNvPr>
              <p:cNvPicPr>
                <a:picLocks noChangeAspect="1" noChangeArrowheads="1"/>
              </p:cNvPicPr>
              <p:nvPr/>
            </p:nvPicPr>
            <p:blipFill>
              <a:blip r:embed="rId2">
                <a:clrChange>
                  <a:clrFrom>
                    <a:srgbClr val="FFFF00"/>
                  </a:clrFrom>
                  <a:clrTo>
                    <a:srgbClr val="FFFF00">
                      <a:alpha val="0"/>
                    </a:srgbClr>
                  </a:clrTo>
                </a:clrChange>
                <a:extLst>
                  <a:ext uri="{28A0092B-C50C-407E-A947-70E740481C1C}">
                    <a14:useLocalDpi xmlns:a14="http://schemas.microsoft.com/office/drawing/2010/main" val="0"/>
                  </a:ext>
                </a:extLst>
              </a:blip>
              <a:srcRect/>
              <a:stretch>
                <a:fillRect/>
              </a:stretch>
            </p:blipFill>
            <p:spPr bwMode="auto">
              <a:xfrm>
                <a:off x="4785" y="3087"/>
                <a:ext cx="182"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Text Box 7">
              <a:extLst>
                <a:ext uri="{FF2B5EF4-FFF2-40B4-BE49-F238E27FC236}">
                  <a16:creationId xmlns:a16="http://schemas.microsoft.com/office/drawing/2014/main" id="{7616BB5C-E049-DBEA-0986-3A727D47EBAF}"/>
                </a:ext>
              </a:extLst>
            </p:cNvPr>
            <p:cNvSpPr txBox="1">
              <a:spLocks noChangeArrowheads="1"/>
            </p:cNvSpPr>
            <p:nvPr/>
          </p:nvSpPr>
          <p:spPr bwMode="auto">
            <a:xfrm>
              <a:off x="1066" y="664"/>
              <a:ext cx="31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V</a:t>
              </a:r>
            </a:p>
          </p:txBody>
        </p:sp>
        <p:sp>
          <p:nvSpPr>
            <p:cNvPr id="6" name="Text Box 8">
              <a:extLst>
                <a:ext uri="{FF2B5EF4-FFF2-40B4-BE49-F238E27FC236}">
                  <a16:creationId xmlns:a16="http://schemas.microsoft.com/office/drawing/2014/main" id="{0B6AEDF1-63B4-5FEE-A78E-4EA2AD3B7693}"/>
                </a:ext>
              </a:extLst>
            </p:cNvPr>
            <p:cNvSpPr txBox="1">
              <a:spLocks noChangeArrowheads="1"/>
            </p:cNvSpPr>
            <p:nvPr/>
          </p:nvSpPr>
          <p:spPr bwMode="auto">
            <a:xfrm>
              <a:off x="2371" y="1392"/>
              <a:ext cx="31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O</a:t>
              </a:r>
            </a:p>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zh-CN" altLang="en-US"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7" name="Text Box 9">
              <a:extLst>
                <a:ext uri="{FF2B5EF4-FFF2-40B4-BE49-F238E27FC236}">
                  <a16:creationId xmlns:a16="http://schemas.microsoft.com/office/drawing/2014/main" id="{B05E9380-9EA5-B93A-B3D8-FD429A34A58B}"/>
                </a:ext>
              </a:extLst>
            </p:cNvPr>
            <p:cNvSpPr txBox="1">
              <a:spLocks noChangeArrowheads="1"/>
            </p:cNvSpPr>
            <p:nvPr/>
          </p:nvSpPr>
          <p:spPr bwMode="auto">
            <a:xfrm>
              <a:off x="875" y="1436"/>
              <a:ext cx="31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X</a:t>
              </a:r>
            </a:p>
          </p:txBody>
        </p:sp>
        <p:sp>
          <p:nvSpPr>
            <p:cNvPr id="8" name="Line 10">
              <a:extLst>
                <a:ext uri="{FF2B5EF4-FFF2-40B4-BE49-F238E27FC236}">
                  <a16:creationId xmlns:a16="http://schemas.microsoft.com/office/drawing/2014/main" id="{65CF502B-CAD9-7F9B-7A3E-5F842EBC9D34}"/>
                </a:ext>
              </a:extLst>
            </p:cNvPr>
            <p:cNvSpPr>
              <a:spLocks noChangeShapeType="1"/>
            </p:cNvSpPr>
            <p:nvPr/>
          </p:nvSpPr>
          <p:spPr bwMode="auto">
            <a:xfrm>
              <a:off x="1147" y="1526"/>
              <a:ext cx="127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1" name="Rectangle 11">
            <a:extLst>
              <a:ext uri="{FF2B5EF4-FFF2-40B4-BE49-F238E27FC236}">
                <a16:creationId xmlns:a16="http://schemas.microsoft.com/office/drawing/2014/main" id="{E5DE6DB8-D343-921E-8BA3-62A96F571A11}"/>
              </a:ext>
            </a:extLst>
          </p:cNvPr>
          <p:cNvSpPr>
            <a:spLocks noChangeArrowheads="1"/>
          </p:cNvSpPr>
          <p:nvPr/>
        </p:nvSpPr>
        <p:spPr bwMode="auto">
          <a:xfrm>
            <a:off x="2109788" y="4363534"/>
            <a:ext cx="3400425" cy="519113"/>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第一分角中的点</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A </a:t>
            </a: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a:t>
            </a:r>
          </a:p>
        </p:txBody>
      </p:sp>
      <p:sp>
        <p:nvSpPr>
          <p:cNvPr id="12" name="Rectangle 12">
            <a:extLst>
              <a:ext uri="{FF2B5EF4-FFF2-40B4-BE49-F238E27FC236}">
                <a16:creationId xmlns:a16="http://schemas.microsoft.com/office/drawing/2014/main" id="{CC09B8E4-A00E-0C5E-F998-DFA5B1516730}"/>
              </a:ext>
            </a:extLst>
          </p:cNvPr>
          <p:cNvSpPr>
            <a:spLocks noChangeArrowheads="1"/>
          </p:cNvSpPr>
          <p:nvPr/>
        </p:nvSpPr>
        <p:spPr bwMode="auto">
          <a:xfrm>
            <a:off x="5843588" y="4363534"/>
            <a:ext cx="3400425" cy="519113"/>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zh-CN" altLang="en-US" sz="2800" b="1">
                <a:solidFill>
                  <a:srgbClr val="FF3300"/>
                </a:solidFill>
                <a:effectLst>
                  <a:outerShdw blurRad="38100" dist="38100" dir="2700000" algn="tl">
                    <a:srgbClr val="C0C0C0"/>
                  </a:outerShdw>
                </a:effectLst>
                <a:latin typeface="仿宋" pitchFamily="49" charset="-122"/>
                <a:ea typeface="仿宋" pitchFamily="49" charset="-122"/>
              </a:rPr>
              <a:t>第二分角中的点</a:t>
            </a:r>
            <a:r>
              <a:rPr kumimoji="1" lang="en-US" altLang="zh-CN" sz="2800" b="1" i="1">
                <a:solidFill>
                  <a:srgbClr val="FF3300"/>
                </a:solidFill>
                <a:effectLst>
                  <a:outerShdw blurRad="38100" dist="38100" dir="2700000" algn="tl">
                    <a:srgbClr val="C0C0C0"/>
                  </a:outerShdw>
                </a:effectLst>
                <a:latin typeface="仿宋" pitchFamily="49" charset="-122"/>
                <a:ea typeface="仿宋" pitchFamily="49" charset="-122"/>
              </a:rPr>
              <a:t>B </a:t>
            </a:r>
            <a:r>
              <a:rPr kumimoji="1" lang="zh-CN" altLang="en-US" sz="2800" b="1">
                <a:solidFill>
                  <a:srgbClr val="FF3300"/>
                </a:solidFill>
                <a:effectLst>
                  <a:outerShdw blurRad="38100" dist="38100" dir="2700000" algn="tl">
                    <a:srgbClr val="C0C0C0"/>
                  </a:outerShdw>
                </a:effectLst>
                <a:latin typeface="仿宋" pitchFamily="49" charset="-122"/>
                <a:ea typeface="仿宋" pitchFamily="49" charset="-122"/>
              </a:rPr>
              <a:t>；</a:t>
            </a:r>
          </a:p>
        </p:txBody>
      </p:sp>
      <p:sp>
        <p:nvSpPr>
          <p:cNvPr id="13" name="Rectangle 13">
            <a:extLst>
              <a:ext uri="{FF2B5EF4-FFF2-40B4-BE49-F238E27FC236}">
                <a16:creationId xmlns:a16="http://schemas.microsoft.com/office/drawing/2014/main" id="{D3DA3DA1-E6BD-8BDF-13A5-E839C2A734EE}"/>
              </a:ext>
            </a:extLst>
          </p:cNvPr>
          <p:cNvSpPr>
            <a:spLocks noChangeArrowheads="1"/>
          </p:cNvSpPr>
          <p:nvPr/>
        </p:nvSpPr>
        <p:spPr bwMode="auto">
          <a:xfrm>
            <a:off x="2109788" y="4771522"/>
            <a:ext cx="3409950" cy="519112"/>
          </a:xfrm>
          <a:prstGeom prst="rect">
            <a:avLst/>
          </a:prstGeom>
          <a:noFill/>
          <a:ln w="9525">
            <a:noFill/>
            <a:miter lim="800000"/>
            <a:headEnd/>
            <a:tailEnd/>
          </a:ln>
          <a:effectLst/>
        </p:spPr>
        <p:txBody>
          <a:bodyPr>
            <a:spAutoFit/>
          </a:bodyPr>
          <a:lstStyle/>
          <a:p>
            <a:pPr fontAlgn="base">
              <a:spcBef>
                <a:spcPct val="0"/>
              </a:spcBef>
              <a:spcAft>
                <a:spcPct val="0"/>
              </a:spcAft>
              <a:defRPr/>
            </a:pPr>
            <a:r>
              <a:rPr kumimoji="1" lang="zh-CN" altLang="en-US" sz="2800" b="1">
                <a:solidFill>
                  <a:srgbClr val="993300"/>
                </a:solidFill>
                <a:effectLst>
                  <a:outerShdw blurRad="38100" dist="38100" dir="2700000" algn="tl">
                    <a:srgbClr val="C0C0C0"/>
                  </a:outerShdw>
                </a:effectLst>
                <a:latin typeface="仿宋" pitchFamily="49" charset="-122"/>
                <a:ea typeface="仿宋" pitchFamily="49" charset="-122"/>
              </a:rPr>
              <a:t>第三分角中的点</a:t>
            </a:r>
            <a:r>
              <a:rPr kumimoji="1" lang="en-US" altLang="zh-CN" sz="2800" b="1" i="1">
                <a:solidFill>
                  <a:srgbClr val="993300"/>
                </a:solidFill>
                <a:effectLst>
                  <a:outerShdw blurRad="38100" dist="38100" dir="2700000" algn="tl">
                    <a:srgbClr val="C0C0C0"/>
                  </a:outerShdw>
                </a:effectLst>
                <a:latin typeface="仿宋" pitchFamily="49" charset="-122"/>
                <a:ea typeface="仿宋" pitchFamily="49" charset="-122"/>
              </a:rPr>
              <a:t>C </a:t>
            </a:r>
            <a:r>
              <a:rPr kumimoji="1" lang="zh-CN" altLang="en-US" sz="2800" b="1">
                <a:solidFill>
                  <a:srgbClr val="993300"/>
                </a:solidFill>
                <a:effectLst>
                  <a:outerShdw blurRad="38100" dist="38100" dir="2700000" algn="tl">
                    <a:srgbClr val="C0C0C0"/>
                  </a:outerShdw>
                </a:effectLst>
                <a:latin typeface="仿宋" pitchFamily="49" charset="-122"/>
                <a:ea typeface="仿宋" pitchFamily="49" charset="-122"/>
              </a:rPr>
              <a:t>；</a:t>
            </a:r>
          </a:p>
        </p:txBody>
      </p:sp>
      <p:sp>
        <p:nvSpPr>
          <p:cNvPr id="14" name="Rectangle 14">
            <a:extLst>
              <a:ext uri="{FF2B5EF4-FFF2-40B4-BE49-F238E27FC236}">
                <a16:creationId xmlns:a16="http://schemas.microsoft.com/office/drawing/2014/main" id="{03F92C92-44A1-29EF-1D73-4024F972BC38}"/>
              </a:ext>
            </a:extLst>
          </p:cNvPr>
          <p:cNvSpPr>
            <a:spLocks noChangeArrowheads="1"/>
          </p:cNvSpPr>
          <p:nvPr/>
        </p:nvSpPr>
        <p:spPr bwMode="auto">
          <a:xfrm>
            <a:off x="5843588" y="4796922"/>
            <a:ext cx="3492500" cy="519112"/>
          </a:xfrm>
          <a:prstGeom prst="rect">
            <a:avLst/>
          </a:prstGeom>
          <a:noFill/>
          <a:ln w="9525">
            <a:noFill/>
            <a:miter lim="800000"/>
            <a:headEnd/>
            <a:tailEnd/>
          </a:ln>
          <a:effectLst/>
        </p:spPr>
        <p:txBody>
          <a:bodyPr>
            <a:spAutoFit/>
          </a:bodyPr>
          <a:lstStyle/>
          <a:p>
            <a:pPr fontAlgn="base">
              <a:spcBef>
                <a:spcPct val="0"/>
              </a:spcBef>
              <a:spcAft>
                <a:spcPct val="0"/>
              </a:spcAft>
              <a:defRPr/>
            </a:pP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第四分角中的点</a:t>
            </a:r>
            <a:r>
              <a:rPr kumimoji="1" lang="en-US" altLang="zh-CN" sz="2800" b="1" i="1">
                <a:solidFill>
                  <a:srgbClr val="0000FF"/>
                </a:solidFill>
                <a:effectLst>
                  <a:outerShdw blurRad="38100" dist="38100" dir="2700000" algn="tl">
                    <a:srgbClr val="C0C0C0"/>
                  </a:outerShdw>
                </a:effectLst>
                <a:latin typeface="仿宋" pitchFamily="49" charset="-122"/>
                <a:ea typeface="仿宋" pitchFamily="49" charset="-122"/>
              </a:rPr>
              <a:t>D </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a:t>
            </a:r>
          </a:p>
        </p:txBody>
      </p:sp>
      <p:grpSp>
        <p:nvGrpSpPr>
          <p:cNvPr id="15" name="Group 15">
            <a:extLst>
              <a:ext uri="{FF2B5EF4-FFF2-40B4-BE49-F238E27FC236}">
                <a16:creationId xmlns:a16="http://schemas.microsoft.com/office/drawing/2014/main" id="{365E50CE-C645-17E4-9960-3BDF39873A69}"/>
              </a:ext>
            </a:extLst>
          </p:cNvPr>
          <p:cNvGrpSpPr>
            <a:grpSpLocks/>
          </p:cNvGrpSpPr>
          <p:nvPr/>
        </p:nvGrpSpPr>
        <p:grpSpPr bwMode="auto">
          <a:xfrm>
            <a:off x="1847850" y="1242509"/>
            <a:ext cx="1458913" cy="2498725"/>
            <a:chOff x="612" y="799"/>
            <a:chExt cx="919" cy="1574"/>
          </a:xfrm>
        </p:grpSpPr>
        <p:sp>
          <p:nvSpPr>
            <p:cNvPr id="16" name="Line 16">
              <a:extLst>
                <a:ext uri="{FF2B5EF4-FFF2-40B4-BE49-F238E27FC236}">
                  <a16:creationId xmlns:a16="http://schemas.microsoft.com/office/drawing/2014/main" id="{368E234A-7CD3-73BB-2AEA-13AC959F78D8}"/>
                </a:ext>
              </a:extLst>
            </p:cNvPr>
            <p:cNvSpPr>
              <a:spLocks noChangeShapeType="1"/>
            </p:cNvSpPr>
            <p:nvPr/>
          </p:nvSpPr>
          <p:spPr bwMode="auto">
            <a:xfrm>
              <a:off x="884" y="1071"/>
              <a:ext cx="0" cy="182"/>
            </a:xfrm>
            <a:prstGeom prst="line">
              <a:avLst/>
            </a:prstGeom>
            <a:noFill/>
            <a:ln w="12700">
              <a:solidFill>
                <a:srgbClr val="975103"/>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Line 17">
              <a:extLst>
                <a:ext uri="{FF2B5EF4-FFF2-40B4-BE49-F238E27FC236}">
                  <a16:creationId xmlns:a16="http://schemas.microsoft.com/office/drawing/2014/main" id="{F7491FCD-B1E0-9BB2-1EA3-807DED4013AF}"/>
                </a:ext>
              </a:extLst>
            </p:cNvPr>
            <p:cNvSpPr>
              <a:spLocks noChangeShapeType="1"/>
            </p:cNvSpPr>
            <p:nvPr/>
          </p:nvSpPr>
          <p:spPr bwMode="auto">
            <a:xfrm>
              <a:off x="884" y="1071"/>
              <a:ext cx="272" cy="272"/>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Line 18">
              <a:extLst>
                <a:ext uri="{FF2B5EF4-FFF2-40B4-BE49-F238E27FC236}">
                  <a16:creationId xmlns:a16="http://schemas.microsoft.com/office/drawing/2014/main" id="{5BE3CD1C-1110-C46C-C387-8C1078AE7301}"/>
                </a:ext>
              </a:extLst>
            </p:cNvPr>
            <p:cNvSpPr>
              <a:spLocks noChangeShapeType="1"/>
            </p:cNvSpPr>
            <p:nvPr/>
          </p:nvSpPr>
          <p:spPr bwMode="auto">
            <a:xfrm>
              <a:off x="1338" y="1525"/>
              <a:ext cx="0" cy="181"/>
            </a:xfrm>
            <a:prstGeom prst="line">
              <a:avLst/>
            </a:prstGeom>
            <a:noFill/>
            <a:ln w="12700">
              <a:solidFill>
                <a:srgbClr val="993300"/>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 name="Line 19">
              <a:extLst>
                <a:ext uri="{FF2B5EF4-FFF2-40B4-BE49-F238E27FC236}">
                  <a16:creationId xmlns:a16="http://schemas.microsoft.com/office/drawing/2014/main" id="{F56918CE-BF7F-9F25-8911-4152E58FAF02}"/>
                </a:ext>
              </a:extLst>
            </p:cNvPr>
            <p:cNvSpPr>
              <a:spLocks noChangeShapeType="1"/>
            </p:cNvSpPr>
            <p:nvPr/>
          </p:nvSpPr>
          <p:spPr bwMode="auto">
            <a:xfrm>
              <a:off x="1156" y="1978"/>
              <a:ext cx="182" cy="182"/>
            </a:xfrm>
            <a:prstGeom prst="line">
              <a:avLst/>
            </a:prstGeom>
            <a:noFill/>
            <a:ln w="12700">
              <a:solidFill>
                <a:srgbClr val="975103"/>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 name="Line 20">
              <a:extLst>
                <a:ext uri="{FF2B5EF4-FFF2-40B4-BE49-F238E27FC236}">
                  <a16:creationId xmlns:a16="http://schemas.microsoft.com/office/drawing/2014/main" id="{61596A85-C157-C86F-62AB-F1FF36AF1AE8}"/>
                </a:ext>
              </a:extLst>
            </p:cNvPr>
            <p:cNvSpPr>
              <a:spLocks noChangeShapeType="1"/>
            </p:cNvSpPr>
            <p:nvPr/>
          </p:nvSpPr>
          <p:spPr bwMode="auto">
            <a:xfrm>
              <a:off x="1338" y="1706"/>
              <a:ext cx="0" cy="454"/>
            </a:xfrm>
            <a:prstGeom prst="line">
              <a:avLst/>
            </a:prstGeom>
            <a:noFill/>
            <a:ln w="12700">
              <a:solidFill>
                <a:srgbClr val="99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Line 21">
              <a:extLst>
                <a:ext uri="{FF2B5EF4-FFF2-40B4-BE49-F238E27FC236}">
                  <a16:creationId xmlns:a16="http://schemas.microsoft.com/office/drawing/2014/main" id="{8B0C44C1-B001-299D-5CD1-7D979D06FCF9}"/>
                </a:ext>
              </a:extLst>
            </p:cNvPr>
            <p:cNvSpPr>
              <a:spLocks noChangeShapeType="1"/>
            </p:cNvSpPr>
            <p:nvPr/>
          </p:nvSpPr>
          <p:spPr bwMode="auto">
            <a:xfrm>
              <a:off x="884" y="1253"/>
              <a:ext cx="0" cy="454"/>
            </a:xfrm>
            <a:prstGeom prst="line">
              <a:avLst/>
            </a:prstGeom>
            <a:noFill/>
            <a:ln w="12700">
              <a:solidFill>
                <a:srgbClr val="99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 name="Line 22">
              <a:extLst>
                <a:ext uri="{FF2B5EF4-FFF2-40B4-BE49-F238E27FC236}">
                  <a16:creationId xmlns:a16="http://schemas.microsoft.com/office/drawing/2014/main" id="{35AC9FDF-5259-631E-8CE4-3CA353C04EE4}"/>
                </a:ext>
              </a:extLst>
            </p:cNvPr>
            <p:cNvSpPr>
              <a:spLocks noChangeShapeType="1"/>
            </p:cNvSpPr>
            <p:nvPr/>
          </p:nvSpPr>
          <p:spPr bwMode="auto">
            <a:xfrm>
              <a:off x="1156" y="1344"/>
              <a:ext cx="182" cy="182"/>
            </a:xfrm>
            <a:prstGeom prst="line">
              <a:avLst/>
            </a:prstGeom>
            <a:noFill/>
            <a:ln w="12700">
              <a:solidFill>
                <a:srgbClr val="975103"/>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 name="Line 23">
              <a:extLst>
                <a:ext uri="{FF2B5EF4-FFF2-40B4-BE49-F238E27FC236}">
                  <a16:creationId xmlns:a16="http://schemas.microsoft.com/office/drawing/2014/main" id="{5899D74F-F0B6-5C1F-8A69-F4325DD75860}"/>
                </a:ext>
              </a:extLst>
            </p:cNvPr>
            <p:cNvSpPr>
              <a:spLocks noChangeShapeType="1"/>
            </p:cNvSpPr>
            <p:nvPr/>
          </p:nvSpPr>
          <p:spPr bwMode="auto">
            <a:xfrm>
              <a:off x="884" y="1707"/>
              <a:ext cx="272" cy="272"/>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 name="Oval 24">
              <a:extLst>
                <a:ext uri="{FF2B5EF4-FFF2-40B4-BE49-F238E27FC236}">
                  <a16:creationId xmlns:a16="http://schemas.microsoft.com/office/drawing/2014/main" id="{56633105-4C35-1561-050C-AFC27A5BBA52}"/>
                </a:ext>
              </a:extLst>
            </p:cNvPr>
            <p:cNvSpPr>
              <a:spLocks noChangeArrowheads="1"/>
            </p:cNvSpPr>
            <p:nvPr/>
          </p:nvSpPr>
          <p:spPr bwMode="auto">
            <a:xfrm>
              <a:off x="861" y="1684"/>
              <a:ext cx="46" cy="46"/>
            </a:xfrm>
            <a:prstGeom prst="ellipse">
              <a:avLst/>
            </a:prstGeom>
            <a:gradFill rotWithShape="1">
              <a:gsLst>
                <a:gs pos="0">
                  <a:srgbClr val="993300"/>
                </a:gs>
                <a:gs pos="100000">
                  <a:srgbClr val="441700"/>
                </a:gs>
              </a:gsLst>
              <a:path path="shape">
                <a:fillToRect l="50000" t="50000" r="50000" b="50000"/>
              </a:path>
            </a:gradFill>
            <a:ln w="3175" algn="ctr">
              <a:solidFill>
                <a:srgbClr val="99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 name="Rectangle 25">
              <a:extLst>
                <a:ext uri="{FF2B5EF4-FFF2-40B4-BE49-F238E27FC236}">
                  <a16:creationId xmlns:a16="http://schemas.microsoft.com/office/drawing/2014/main" id="{48829B0D-E8D0-6625-68EE-A6EE042E011C}"/>
                </a:ext>
              </a:extLst>
            </p:cNvPr>
            <p:cNvSpPr>
              <a:spLocks noChangeArrowheads="1"/>
            </p:cNvSpPr>
            <p:nvPr/>
          </p:nvSpPr>
          <p:spPr bwMode="auto">
            <a:xfrm>
              <a:off x="779" y="799"/>
              <a:ext cx="202" cy="291"/>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6" name="Text Box 26">
              <a:extLst>
                <a:ext uri="{FF2B5EF4-FFF2-40B4-BE49-F238E27FC236}">
                  <a16:creationId xmlns:a16="http://schemas.microsoft.com/office/drawing/2014/main" id="{C13FA291-8C0D-BEA9-DE57-263AC806DA50}"/>
                </a:ext>
              </a:extLst>
            </p:cNvPr>
            <p:cNvSpPr txBox="1">
              <a:spLocks noChangeArrowheads="1"/>
            </p:cNvSpPr>
            <p:nvPr/>
          </p:nvSpPr>
          <p:spPr bwMode="auto">
            <a:xfrm>
              <a:off x="612" y="1570"/>
              <a:ext cx="441"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7" name="Text Box 27">
              <a:extLst>
                <a:ext uri="{FF2B5EF4-FFF2-40B4-BE49-F238E27FC236}">
                  <a16:creationId xmlns:a16="http://schemas.microsoft.com/office/drawing/2014/main" id="{35C07A96-0B87-471B-A988-8DB412E7ED84}"/>
                </a:ext>
              </a:extLst>
            </p:cNvPr>
            <p:cNvSpPr txBox="1">
              <a:spLocks noChangeArrowheads="1"/>
            </p:cNvSpPr>
            <p:nvPr/>
          </p:nvSpPr>
          <p:spPr bwMode="auto">
            <a:xfrm>
              <a:off x="1090" y="2082"/>
              <a:ext cx="441" cy="291"/>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8" name="Oval 28">
              <a:extLst>
                <a:ext uri="{FF2B5EF4-FFF2-40B4-BE49-F238E27FC236}">
                  <a16:creationId xmlns:a16="http://schemas.microsoft.com/office/drawing/2014/main" id="{18F4A398-66D9-41BB-9DB1-067BDA6D9DD8}"/>
                </a:ext>
              </a:extLst>
            </p:cNvPr>
            <p:cNvSpPr>
              <a:spLocks noChangeArrowheads="1"/>
            </p:cNvSpPr>
            <p:nvPr/>
          </p:nvSpPr>
          <p:spPr bwMode="auto">
            <a:xfrm>
              <a:off x="1314" y="2135"/>
              <a:ext cx="46" cy="46"/>
            </a:xfrm>
            <a:prstGeom prst="ellipse">
              <a:avLst/>
            </a:prstGeom>
            <a:noFill/>
            <a:ln w="3175" algn="ctr">
              <a:solidFill>
                <a:srgbClr val="99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 name="Oval 29">
              <a:extLst>
                <a:ext uri="{FF2B5EF4-FFF2-40B4-BE49-F238E27FC236}">
                  <a16:creationId xmlns:a16="http://schemas.microsoft.com/office/drawing/2014/main" id="{FF16A700-D78A-6C48-92E5-94677F225C5A}"/>
                </a:ext>
              </a:extLst>
            </p:cNvPr>
            <p:cNvSpPr>
              <a:spLocks noChangeArrowheads="1"/>
            </p:cNvSpPr>
            <p:nvPr/>
          </p:nvSpPr>
          <p:spPr bwMode="auto">
            <a:xfrm>
              <a:off x="861" y="1047"/>
              <a:ext cx="46" cy="46"/>
            </a:xfrm>
            <a:prstGeom prst="ellipse">
              <a:avLst/>
            </a:prstGeom>
            <a:noFill/>
            <a:ln w="3175" algn="ctr">
              <a:solidFill>
                <a:srgbClr val="99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30" name="Group 30">
            <a:extLst>
              <a:ext uri="{FF2B5EF4-FFF2-40B4-BE49-F238E27FC236}">
                <a16:creationId xmlns:a16="http://schemas.microsoft.com/office/drawing/2014/main" id="{41DD0A4D-B254-2635-2482-A57C6DDB649E}"/>
              </a:ext>
            </a:extLst>
          </p:cNvPr>
          <p:cNvGrpSpPr>
            <a:grpSpLocks/>
          </p:cNvGrpSpPr>
          <p:nvPr/>
        </p:nvGrpSpPr>
        <p:grpSpPr bwMode="auto">
          <a:xfrm>
            <a:off x="3136900" y="2395034"/>
            <a:ext cx="1858963" cy="1970088"/>
            <a:chOff x="1424" y="1525"/>
            <a:chExt cx="1171" cy="1241"/>
          </a:xfrm>
        </p:grpSpPr>
        <p:sp>
          <p:nvSpPr>
            <p:cNvPr id="31" name="Line 31">
              <a:extLst>
                <a:ext uri="{FF2B5EF4-FFF2-40B4-BE49-F238E27FC236}">
                  <a16:creationId xmlns:a16="http://schemas.microsoft.com/office/drawing/2014/main" id="{9A4AC40E-686C-AE22-5164-C5E783691AD8}"/>
                </a:ext>
              </a:extLst>
            </p:cNvPr>
            <p:cNvSpPr>
              <a:spLocks noChangeShapeType="1"/>
            </p:cNvSpPr>
            <p:nvPr/>
          </p:nvSpPr>
          <p:spPr bwMode="auto">
            <a:xfrm>
              <a:off x="1655" y="1525"/>
              <a:ext cx="0" cy="499"/>
            </a:xfrm>
            <a:prstGeom prst="line">
              <a:avLst/>
            </a:prstGeom>
            <a:noFill/>
            <a:ln w="12700">
              <a:solidFill>
                <a:srgbClr val="3399FF"/>
              </a:solidFill>
              <a:prstDash val="lgDash"/>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2" name="Line 32">
              <a:extLst>
                <a:ext uri="{FF2B5EF4-FFF2-40B4-BE49-F238E27FC236}">
                  <a16:creationId xmlns:a16="http://schemas.microsoft.com/office/drawing/2014/main" id="{1FBD9EBA-4382-5193-C6EA-CAAC21488CA3}"/>
                </a:ext>
              </a:extLst>
            </p:cNvPr>
            <p:cNvSpPr>
              <a:spLocks noChangeShapeType="1"/>
            </p:cNvSpPr>
            <p:nvPr/>
          </p:nvSpPr>
          <p:spPr bwMode="auto">
            <a:xfrm>
              <a:off x="1655" y="1525"/>
              <a:ext cx="454" cy="454"/>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3" name="Line 33">
              <a:extLst>
                <a:ext uri="{FF2B5EF4-FFF2-40B4-BE49-F238E27FC236}">
                  <a16:creationId xmlns:a16="http://schemas.microsoft.com/office/drawing/2014/main" id="{1573F84B-E541-A18C-B433-BDF5C7EFF422}"/>
                </a:ext>
              </a:extLst>
            </p:cNvPr>
            <p:cNvSpPr>
              <a:spLocks noChangeShapeType="1"/>
            </p:cNvSpPr>
            <p:nvPr/>
          </p:nvSpPr>
          <p:spPr bwMode="auto">
            <a:xfrm>
              <a:off x="2109" y="1979"/>
              <a:ext cx="0" cy="272"/>
            </a:xfrm>
            <a:prstGeom prst="line">
              <a:avLst/>
            </a:prstGeom>
            <a:noFill/>
            <a:ln w="12700">
              <a:solidFill>
                <a:srgbClr val="3399FF"/>
              </a:solidFill>
              <a:prstDash val="lgDash"/>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4" name="Line 34">
              <a:extLst>
                <a:ext uri="{FF2B5EF4-FFF2-40B4-BE49-F238E27FC236}">
                  <a16:creationId xmlns:a16="http://schemas.microsoft.com/office/drawing/2014/main" id="{4F26CC12-3E68-AB76-3B1F-004C4B9A2A02}"/>
                </a:ext>
              </a:extLst>
            </p:cNvPr>
            <p:cNvSpPr>
              <a:spLocks noChangeShapeType="1"/>
            </p:cNvSpPr>
            <p:nvPr/>
          </p:nvSpPr>
          <p:spPr bwMode="auto">
            <a:xfrm>
              <a:off x="2109" y="2251"/>
              <a:ext cx="0" cy="363"/>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5" name="Line 35">
              <a:extLst>
                <a:ext uri="{FF2B5EF4-FFF2-40B4-BE49-F238E27FC236}">
                  <a16:creationId xmlns:a16="http://schemas.microsoft.com/office/drawing/2014/main" id="{723592FF-5696-A933-E817-B336A56A1E16}"/>
                </a:ext>
              </a:extLst>
            </p:cNvPr>
            <p:cNvSpPr>
              <a:spLocks noChangeShapeType="1"/>
            </p:cNvSpPr>
            <p:nvPr/>
          </p:nvSpPr>
          <p:spPr bwMode="auto">
            <a:xfrm>
              <a:off x="1655" y="2024"/>
              <a:ext cx="0" cy="137"/>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6" name="Line 36">
              <a:extLst>
                <a:ext uri="{FF2B5EF4-FFF2-40B4-BE49-F238E27FC236}">
                  <a16:creationId xmlns:a16="http://schemas.microsoft.com/office/drawing/2014/main" id="{4CBBC060-81B4-9CFA-9872-C3CC03AA872E}"/>
                </a:ext>
              </a:extLst>
            </p:cNvPr>
            <p:cNvSpPr>
              <a:spLocks noChangeShapeType="1"/>
            </p:cNvSpPr>
            <p:nvPr/>
          </p:nvSpPr>
          <p:spPr bwMode="auto">
            <a:xfrm>
              <a:off x="1655" y="2161"/>
              <a:ext cx="454" cy="454"/>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37" name="Oval 37">
              <a:extLst>
                <a:ext uri="{FF2B5EF4-FFF2-40B4-BE49-F238E27FC236}">
                  <a16:creationId xmlns:a16="http://schemas.microsoft.com/office/drawing/2014/main" id="{1984049A-FEE6-3F98-8637-7EBE73A19CC3}"/>
                </a:ext>
              </a:extLst>
            </p:cNvPr>
            <p:cNvSpPr>
              <a:spLocks noChangeArrowheads="1"/>
            </p:cNvSpPr>
            <p:nvPr/>
          </p:nvSpPr>
          <p:spPr bwMode="auto">
            <a:xfrm>
              <a:off x="2085" y="2591"/>
              <a:ext cx="46" cy="46"/>
            </a:xfrm>
            <a:prstGeom prst="ellipse">
              <a:avLst/>
            </a:prstGeom>
            <a:solidFill>
              <a:srgbClr val="3399FF"/>
            </a:soli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38" name="Rectangle 38">
              <a:extLst>
                <a:ext uri="{FF2B5EF4-FFF2-40B4-BE49-F238E27FC236}">
                  <a16:creationId xmlns:a16="http://schemas.microsoft.com/office/drawing/2014/main" id="{1A8B9266-588A-84A6-4D18-EE9742834F5C}"/>
                </a:ext>
              </a:extLst>
            </p:cNvPr>
            <p:cNvSpPr>
              <a:spLocks noChangeArrowheads="1"/>
            </p:cNvSpPr>
            <p:nvPr/>
          </p:nvSpPr>
          <p:spPr bwMode="auto">
            <a:xfrm>
              <a:off x="1424" y="2115"/>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en-US" altLang="zh-CN" sz="2400" i="1">
                  <a:solidFill>
                    <a:srgbClr val="0000FF"/>
                  </a:solidFill>
                  <a:latin typeface="Times New Roman" panose="02020603050405020304" pitchFamily="18" charset="0"/>
                </a:rPr>
                <a:t>d'</a:t>
              </a:r>
            </a:p>
          </p:txBody>
        </p:sp>
        <p:sp>
          <p:nvSpPr>
            <p:cNvPr id="39" name="Text Box 39">
              <a:extLst>
                <a:ext uri="{FF2B5EF4-FFF2-40B4-BE49-F238E27FC236}">
                  <a16:creationId xmlns:a16="http://schemas.microsoft.com/office/drawing/2014/main" id="{7AAC8D94-EACB-4038-37FD-F4D03B8D9BE6}"/>
                </a:ext>
              </a:extLst>
            </p:cNvPr>
            <p:cNvSpPr txBox="1">
              <a:spLocks noChangeArrowheads="1"/>
            </p:cNvSpPr>
            <p:nvPr/>
          </p:nvSpPr>
          <p:spPr bwMode="auto">
            <a:xfrm>
              <a:off x="2154" y="2478"/>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FF"/>
                  </a:solidFill>
                  <a:latin typeface="Times New Roman" panose="02020603050405020304" pitchFamily="18" charset="0"/>
                </a:rPr>
                <a:t>D</a:t>
              </a:r>
            </a:p>
          </p:txBody>
        </p:sp>
        <p:sp>
          <p:nvSpPr>
            <p:cNvPr id="40" name="Text Box 40">
              <a:extLst>
                <a:ext uri="{FF2B5EF4-FFF2-40B4-BE49-F238E27FC236}">
                  <a16:creationId xmlns:a16="http://schemas.microsoft.com/office/drawing/2014/main" id="{CBDA7699-AFF9-49E4-DD0D-140ACF2898EE}"/>
                </a:ext>
              </a:extLst>
            </p:cNvPr>
            <p:cNvSpPr txBox="1">
              <a:spLocks noChangeArrowheads="1"/>
            </p:cNvSpPr>
            <p:nvPr/>
          </p:nvSpPr>
          <p:spPr bwMode="auto">
            <a:xfrm>
              <a:off x="2064" y="1736"/>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en-US" altLang="zh-CN" sz="2400" i="1">
                  <a:solidFill>
                    <a:srgbClr val="0000FF"/>
                  </a:solidFill>
                  <a:latin typeface="Times New Roman" panose="02020603050405020304" pitchFamily="18" charset="0"/>
                </a:rPr>
                <a:t>d</a:t>
              </a:r>
            </a:p>
          </p:txBody>
        </p:sp>
        <p:sp>
          <p:nvSpPr>
            <p:cNvPr id="41" name="Oval 41">
              <a:extLst>
                <a:ext uri="{FF2B5EF4-FFF2-40B4-BE49-F238E27FC236}">
                  <a16:creationId xmlns:a16="http://schemas.microsoft.com/office/drawing/2014/main" id="{E50BA7DC-2860-903F-7386-A1E3D6447648}"/>
                </a:ext>
              </a:extLst>
            </p:cNvPr>
            <p:cNvSpPr>
              <a:spLocks noChangeArrowheads="1"/>
            </p:cNvSpPr>
            <p:nvPr/>
          </p:nvSpPr>
          <p:spPr bwMode="auto">
            <a:xfrm>
              <a:off x="2085" y="1956"/>
              <a:ext cx="46" cy="46"/>
            </a:xfrm>
            <a:prstGeom prst="ellipse">
              <a:avLst/>
            </a:prstGeom>
            <a:noFill/>
            <a:ln w="31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42" name="Oval 42">
              <a:extLst>
                <a:ext uri="{FF2B5EF4-FFF2-40B4-BE49-F238E27FC236}">
                  <a16:creationId xmlns:a16="http://schemas.microsoft.com/office/drawing/2014/main" id="{326145D8-959D-078E-1DD0-60B9F2944750}"/>
                </a:ext>
              </a:extLst>
            </p:cNvPr>
            <p:cNvSpPr>
              <a:spLocks noChangeArrowheads="1"/>
            </p:cNvSpPr>
            <p:nvPr/>
          </p:nvSpPr>
          <p:spPr bwMode="auto">
            <a:xfrm>
              <a:off x="1632" y="2159"/>
              <a:ext cx="46" cy="46"/>
            </a:xfrm>
            <a:prstGeom prst="ellipse">
              <a:avLst/>
            </a:prstGeom>
            <a:noFill/>
            <a:ln w="31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grpSp>
        <p:nvGrpSpPr>
          <p:cNvPr id="43" name="Group 43">
            <a:extLst>
              <a:ext uri="{FF2B5EF4-FFF2-40B4-BE49-F238E27FC236}">
                <a16:creationId xmlns:a16="http://schemas.microsoft.com/office/drawing/2014/main" id="{D8F72AEB-ACDC-8689-2261-1480CB2151F5}"/>
              </a:ext>
            </a:extLst>
          </p:cNvPr>
          <p:cNvGrpSpPr>
            <a:grpSpLocks/>
          </p:cNvGrpSpPr>
          <p:nvPr/>
        </p:nvGrpSpPr>
        <p:grpSpPr bwMode="auto">
          <a:xfrm>
            <a:off x="4511675" y="1026609"/>
            <a:ext cx="1492250" cy="2401888"/>
            <a:chOff x="2290" y="663"/>
            <a:chExt cx="940" cy="1513"/>
          </a:xfrm>
        </p:grpSpPr>
        <p:sp>
          <p:nvSpPr>
            <p:cNvPr id="44" name="Line 44">
              <a:extLst>
                <a:ext uri="{FF2B5EF4-FFF2-40B4-BE49-F238E27FC236}">
                  <a16:creationId xmlns:a16="http://schemas.microsoft.com/office/drawing/2014/main" id="{420AEBC3-8EDD-4DE4-C402-4BBDC1FAC684}"/>
                </a:ext>
              </a:extLst>
            </p:cNvPr>
            <p:cNvSpPr>
              <a:spLocks noChangeShapeType="1"/>
            </p:cNvSpPr>
            <p:nvPr/>
          </p:nvSpPr>
          <p:spPr bwMode="auto">
            <a:xfrm>
              <a:off x="2340" y="890"/>
              <a:ext cx="454" cy="4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5" name="Line 45">
              <a:extLst>
                <a:ext uri="{FF2B5EF4-FFF2-40B4-BE49-F238E27FC236}">
                  <a16:creationId xmlns:a16="http://schemas.microsoft.com/office/drawing/2014/main" id="{1835F317-999A-0BC7-86D3-0E230362ED87}"/>
                </a:ext>
              </a:extLst>
            </p:cNvPr>
            <p:cNvSpPr>
              <a:spLocks noChangeShapeType="1"/>
            </p:cNvSpPr>
            <p:nvPr/>
          </p:nvSpPr>
          <p:spPr bwMode="auto">
            <a:xfrm>
              <a:off x="2789" y="1344"/>
              <a:ext cx="5" cy="63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6" name="Line 46">
              <a:extLst>
                <a:ext uri="{FF2B5EF4-FFF2-40B4-BE49-F238E27FC236}">
                  <a16:creationId xmlns:a16="http://schemas.microsoft.com/office/drawing/2014/main" id="{83711F23-F7CB-4A70-18A5-B3D5C41DAC6D}"/>
                </a:ext>
              </a:extLst>
            </p:cNvPr>
            <p:cNvSpPr>
              <a:spLocks noChangeShapeType="1"/>
            </p:cNvSpPr>
            <p:nvPr/>
          </p:nvSpPr>
          <p:spPr bwMode="auto">
            <a:xfrm>
              <a:off x="2336" y="890"/>
              <a:ext cx="4" cy="63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7" name="Line 47">
              <a:extLst>
                <a:ext uri="{FF2B5EF4-FFF2-40B4-BE49-F238E27FC236}">
                  <a16:creationId xmlns:a16="http://schemas.microsoft.com/office/drawing/2014/main" id="{CFC1B075-BCAB-A54C-FEC9-76F674EBCAD0}"/>
                </a:ext>
              </a:extLst>
            </p:cNvPr>
            <p:cNvSpPr>
              <a:spLocks noChangeShapeType="1"/>
            </p:cNvSpPr>
            <p:nvPr/>
          </p:nvSpPr>
          <p:spPr bwMode="auto">
            <a:xfrm>
              <a:off x="2340" y="1526"/>
              <a:ext cx="454" cy="45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8" name="Oval 48">
              <a:extLst>
                <a:ext uri="{FF2B5EF4-FFF2-40B4-BE49-F238E27FC236}">
                  <a16:creationId xmlns:a16="http://schemas.microsoft.com/office/drawing/2014/main" id="{D9BB43BD-50D2-BECF-C843-C048A746EAFD}"/>
                </a:ext>
              </a:extLst>
            </p:cNvPr>
            <p:cNvSpPr>
              <a:spLocks noChangeArrowheads="1"/>
            </p:cNvSpPr>
            <p:nvPr/>
          </p:nvSpPr>
          <p:spPr bwMode="auto">
            <a:xfrm>
              <a:off x="2770" y="1298"/>
              <a:ext cx="46" cy="46"/>
            </a:xfrm>
            <a:prstGeom prst="ellipse">
              <a:avLst/>
            </a:prstGeom>
            <a:noFill/>
            <a:ln w="31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Rectangle 49">
              <a:extLst>
                <a:ext uri="{FF2B5EF4-FFF2-40B4-BE49-F238E27FC236}">
                  <a16:creationId xmlns:a16="http://schemas.microsoft.com/office/drawing/2014/main" id="{45F07204-F1A3-7E31-DB17-A02C1CFA34ED}"/>
                </a:ext>
              </a:extLst>
            </p:cNvPr>
            <p:cNvSpPr>
              <a:spLocks noChangeArrowheads="1"/>
            </p:cNvSpPr>
            <p:nvPr/>
          </p:nvSpPr>
          <p:spPr bwMode="auto">
            <a:xfrm>
              <a:off x="2290" y="663"/>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0" name="Text Box 50">
              <a:extLst>
                <a:ext uri="{FF2B5EF4-FFF2-40B4-BE49-F238E27FC236}">
                  <a16:creationId xmlns:a16="http://schemas.microsoft.com/office/drawing/2014/main" id="{1A140A16-DB12-E0A4-8FA0-1AC49E0F2A52}"/>
                </a:ext>
              </a:extLst>
            </p:cNvPr>
            <p:cNvSpPr txBox="1">
              <a:spLocks noChangeArrowheads="1"/>
            </p:cNvSpPr>
            <p:nvPr/>
          </p:nvSpPr>
          <p:spPr bwMode="auto">
            <a:xfrm>
              <a:off x="2789" y="1117"/>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1" name="Text Box 51">
              <a:extLst>
                <a:ext uri="{FF2B5EF4-FFF2-40B4-BE49-F238E27FC236}">
                  <a16:creationId xmlns:a16="http://schemas.microsoft.com/office/drawing/2014/main" id="{14C53E28-9391-0767-F6C2-C8B957E43F62}"/>
                </a:ext>
              </a:extLst>
            </p:cNvPr>
            <p:cNvSpPr txBox="1">
              <a:spLocks noChangeArrowheads="1"/>
            </p:cNvSpPr>
            <p:nvPr/>
          </p:nvSpPr>
          <p:spPr bwMode="auto">
            <a:xfrm>
              <a:off x="2699" y="1888"/>
              <a:ext cx="4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2" name="Oval 52">
              <a:extLst>
                <a:ext uri="{FF2B5EF4-FFF2-40B4-BE49-F238E27FC236}">
                  <a16:creationId xmlns:a16="http://schemas.microsoft.com/office/drawing/2014/main" id="{BEA0EE1E-5FFF-A62C-6CBC-FE00EB140C0C}"/>
                </a:ext>
              </a:extLst>
            </p:cNvPr>
            <p:cNvSpPr>
              <a:spLocks noChangeArrowheads="1"/>
            </p:cNvSpPr>
            <p:nvPr/>
          </p:nvSpPr>
          <p:spPr bwMode="auto">
            <a:xfrm>
              <a:off x="2770" y="1933"/>
              <a:ext cx="46" cy="46"/>
            </a:xfrm>
            <a:prstGeom prst="ellipse">
              <a:avLst/>
            </a:prstGeom>
            <a:solidFill>
              <a:srgbClr val="000000"/>
            </a:solidFill>
            <a:ln w="3175" algn="ctr">
              <a:solidFill>
                <a:srgbClr val="0000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3" name="Oval 53">
              <a:extLst>
                <a:ext uri="{FF2B5EF4-FFF2-40B4-BE49-F238E27FC236}">
                  <a16:creationId xmlns:a16="http://schemas.microsoft.com/office/drawing/2014/main" id="{80F498FE-086B-390E-2FBA-B0E854A40F86}"/>
                </a:ext>
              </a:extLst>
            </p:cNvPr>
            <p:cNvSpPr>
              <a:spLocks noChangeArrowheads="1"/>
            </p:cNvSpPr>
            <p:nvPr/>
          </p:nvSpPr>
          <p:spPr bwMode="auto">
            <a:xfrm>
              <a:off x="2317" y="889"/>
              <a:ext cx="46" cy="46"/>
            </a:xfrm>
            <a:prstGeom prst="ellipse">
              <a:avLst/>
            </a:prstGeom>
            <a:noFill/>
            <a:ln w="31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54" name="Group 54">
            <a:extLst>
              <a:ext uri="{FF2B5EF4-FFF2-40B4-BE49-F238E27FC236}">
                <a16:creationId xmlns:a16="http://schemas.microsoft.com/office/drawing/2014/main" id="{6D5857F8-1B73-3E05-A990-91CF5FA7444C}"/>
              </a:ext>
            </a:extLst>
          </p:cNvPr>
          <p:cNvGrpSpPr>
            <a:grpSpLocks/>
          </p:cNvGrpSpPr>
          <p:nvPr/>
        </p:nvGrpSpPr>
        <p:grpSpPr bwMode="auto">
          <a:xfrm>
            <a:off x="2968625" y="378909"/>
            <a:ext cx="1747838" cy="2017713"/>
            <a:chOff x="1318" y="330"/>
            <a:chExt cx="1101" cy="1271"/>
          </a:xfrm>
        </p:grpSpPr>
        <p:sp>
          <p:nvSpPr>
            <p:cNvPr id="55" name="Line 55">
              <a:extLst>
                <a:ext uri="{FF2B5EF4-FFF2-40B4-BE49-F238E27FC236}">
                  <a16:creationId xmlns:a16="http://schemas.microsoft.com/office/drawing/2014/main" id="{6462EFD4-9599-DF6D-D19E-299AEC24D7C2}"/>
                </a:ext>
              </a:extLst>
            </p:cNvPr>
            <p:cNvSpPr>
              <a:spLocks noChangeShapeType="1"/>
            </p:cNvSpPr>
            <p:nvPr/>
          </p:nvSpPr>
          <p:spPr bwMode="auto">
            <a:xfrm>
              <a:off x="1569" y="647"/>
              <a:ext cx="0" cy="499"/>
            </a:xfrm>
            <a:prstGeom prst="line">
              <a:avLst/>
            </a:prstGeom>
            <a:noFill/>
            <a:ln w="12700">
              <a:solidFill>
                <a:srgbClr val="FF9966"/>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56">
              <a:extLst>
                <a:ext uri="{FF2B5EF4-FFF2-40B4-BE49-F238E27FC236}">
                  <a16:creationId xmlns:a16="http://schemas.microsoft.com/office/drawing/2014/main" id="{D9026E58-5FA7-4126-B804-20AF82A6A8D0}"/>
                </a:ext>
              </a:extLst>
            </p:cNvPr>
            <p:cNvSpPr>
              <a:spLocks noChangeShapeType="1"/>
            </p:cNvSpPr>
            <p:nvPr/>
          </p:nvSpPr>
          <p:spPr bwMode="auto">
            <a:xfrm>
              <a:off x="1701" y="643"/>
              <a:ext cx="322" cy="322"/>
            </a:xfrm>
            <a:prstGeom prst="line">
              <a:avLst/>
            </a:prstGeom>
            <a:noFill/>
            <a:ln w="12700">
              <a:solidFill>
                <a:srgbClr val="FF9966"/>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Line 57">
              <a:extLst>
                <a:ext uri="{FF2B5EF4-FFF2-40B4-BE49-F238E27FC236}">
                  <a16:creationId xmlns:a16="http://schemas.microsoft.com/office/drawing/2014/main" id="{89850309-6D4D-955A-C79F-018F897F6EA4}"/>
                </a:ext>
              </a:extLst>
            </p:cNvPr>
            <p:cNvSpPr>
              <a:spLocks noChangeShapeType="1"/>
            </p:cNvSpPr>
            <p:nvPr/>
          </p:nvSpPr>
          <p:spPr bwMode="auto">
            <a:xfrm>
              <a:off x="2018" y="965"/>
              <a:ext cx="5" cy="635"/>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Line 58">
              <a:extLst>
                <a:ext uri="{FF2B5EF4-FFF2-40B4-BE49-F238E27FC236}">
                  <a16:creationId xmlns:a16="http://schemas.microsoft.com/office/drawing/2014/main" id="{B5E98128-2E87-EA36-6EBA-72612C59F259}"/>
                </a:ext>
              </a:extLst>
            </p:cNvPr>
            <p:cNvSpPr>
              <a:spLocks noChangeShapeType="1"/>
            </p:cNvSpPr>
            <p:nvPr/>
          </p:nvSpPr>
          <p:spPr bwMode="auto">
            <a:xfrm>
              <a:off x="1569" y="511"/>
              <a:ext cx="0" cy="137"/>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9" name="Line 59">
              <a:extLst>
                <a:ext uri="{FF2B5EF4-FFF2-40B4-BE49-F238E27FC236}">
                  <a16:creationId xmlns:a16="http://schemas.microsoft.com/office/drawing/2014/main" id="{38FCAD44-0DD8-8D6F-741B-23EEB0F37520}"/>
                </a:ext>
              </a:extLst>
            </p:cNvPr>
            <p:cNvSpPr>
              <a:spLocks noChangeShapeType="1"/>
            </p:cNvSpPr>
            <p:nvPr/>
          </p:nvSpPr>
          <p:spPr bwMode="auto">
            <a:xfrm>
              <a:off x="1569" y="1147"/>
              <a:ext cx="454" cy="454"/>
            </a:xfrm>
            <a:prstGeom prst="line">
              <a:avLst/>
            </a:prstGeom>
            <a:noFill/>
            <a:ln w="12700">
              <a:solidFill>
                <a:srgbClr val="FF9966"/>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0" name="Oval 60">
              <a:extLst>
                <a:ext uri="{FF2B5EF4-FFF2-40B4-BE49-F238E27FC236}">
                  <a16:creationId xmlns:a16="http://schemas.microsoft.com/office/drawing/2014/main" id="{CB11B2F4-C389-72C3-B00C-FE26E23AB452}"/>
                </a:ext>
              </a:extLst>
            </p:cNvPr>
            <p:cNvSpPr>
              <a:spLocks noChangeArrowheads="1"/>
            </p:cNvSpPr>
            <p:nvPr/>
          </p:nvSpPr>
          <p:spPr bwMode="auto">
            <a:xfrm>
              <a:off x="1541" y="487"/>
              <a:ext cx="46" cy="46"/>
            </a:xfrm>
            <a:prstGeom prst="ellipse">
              <a:avLst/>
            </a:prstGeom>
            <a:solidFill>
              <a:srgbClr val="FF3300"/>
            </a:soli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1" name="Rectangle 61">
              <a:extLst>
                <a:ext uri="{FF2B5EF4-FFF2-40B4-BE49-F238E27FC236}">
                  <a16:creationId xmlns:a16="http://schemas.microsoft.com/office/drawing/2014/main" id="{BBF63583-F32E-4080-B6C4-FBBD69CFC968}"/>
                </a:ext>
              </a:extLst>
            </p:cNvPr>
            <p:cNvSpPr>
              <a:spLocks noChangeArrowheads="1"/>
            </p:cNvSpPr>
            <p:nvPr/>
          </p:nvSpPr>
          <p:spPr bwMode="auto">
            <a:xfrm>
              <a:off x="1318" y="1056"/>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62" name="Text Box 62">
              <a:extLst>
                <a:ext uri="{FF2B5EF4-FFF2-40B4-BE49-F238E27FC236}">
                  <a16:creationId xmlns:a16="http://schemas.microsoft.com/office/drawing/2014/main" id="{20ACFBEB-4A4A-A071-BB09-A1C3A5A5F2D2}"/>
                </a:ext>
              </a:extLst>
            </p:cNvPr>
            <p:cNvSpPr txBox="1">
              <a:spLocks noChangeArrowheads="1"/>
            </p:cNvSpPr>
            <p:nvPr/>
          </p:nvSpPr>
          <p:spPr bwMode="auto">
            <a:xfrm>
              <a:off x="1350" y="330"/>
              <a:ext cx="441" cy="288"/>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63" name="Text Box 63">
              <a:extLst>
                <a:ext uri="{FF2B5EF4-FFF2-40B4-BE49-F238E27FC236}">
                  <a16:creationId xmlns:a16="http://schemas.microsoft.com/office/drawing/2014/main" id="{B5D97CC3-9BCB-3F33-3D6D-E154CCFD5C2A}"/>
                </a:ext>
              </a:extLst>
            </p:cNvPr>
            <p:cNvSpPr txBox="1">
              <a:spLocks noChangeArrowheads="1"/>
            </p:cNvSpPr>
            <p:nvPr/>
          </p:nvSpPr>
          <p:spPr bwMode="auto">
            <a:xfrm>
              <a:off x="1978" y="722"/>
              <a:ext cx="441"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64" name="Oval 64">
              <a:extLst>
                <a:ext uri="{FF2B5EF4-FFF2-40B4-BE49-F238E27FC236}">
                  <a16:creationId xmlns:a16="http://schemas.microsoft.com/office/drawing/2014/main" id="{7B00FDB3-4A38-109F-261B-2CC63E4BAEF2}"/>
                </a:ext>
              </a:extLst>
            </p:cNvPr>
            <p:cNvSpPr>
              <a:spLocks noChangeArrowheads="1"/>
            </p:cNvSpPr>
            <p:nvPr/>
          </p:nvSpPr>
          <p:spPr bwMode="auto">
            <a:xfrm>
              <a:off x="1999" y="942"/>
              <a:ext cx="46" cy="46"/>
            </a:xfrm>
            <a:prstGeom prst="ellipse">
              <a:avLst/>
            </a:prstGeom>
            <a:noFill/>
            <a:ln w="31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Oval 65">
              <a:extLst>
                <a:ext uri="{FF2B5EF4-FFF2-40B4-BE49-F238E27FC236}">
                  <a16:creationId xmlns:a16="http://schemas.microsoft.com/office/drawing/2014/main" id="{9AAB682C-10FC-1940-249B-F23A60A72AB5}"/>
                </a:ext>
              </a:extLst>
            </p:cNvPr>
            <p:cNvSpPr>
              <a:spLocks noChangeArrowheads="1"/>
            </p:cNvSpPr>
            <p:nvPr/>
          </p:nvSpPr>
          <p:spPr bwMode="auto">
            <a:xfrm>
              <a:off x="1546" y="1145"/>
              <a:ext cx="46" cy="46"/>
            </a:xfrm>
            <a:prstGeom prst="ellipse">
              <a:avLst/>
            </a:prstGeom>
            <a:noFill/>
            <a:ln w="31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66">
              <a:extLst>
                <a:ext uri="{FF2B5EF4-FFF2-40B4-BE49-F238E27FC236}">
                  <a16:creationId xmlns:a16="http://schemas.microsoft.com/office/drawing/2014/main" id="{3D022200-3870-F0D6-C3CC-77A48EBAA4AF}"/>
                </a:ext>
              </a:extLst>
            </p:cNvPr>
            <p:cNvSpPr>
              <a:spLocks noChangeShapeType="1"/>
            </p:cNvSpPr>
            <p:nvPr/>
          </p:nvSpPr>
          <p:spPr bwMode="auto">
            <a:xfrm>
              <a:off x="1565" y="511"/>
              <a:ext cx="136" cy="136"/>
            </a:xfrm>
            <a:prstGeom prst="line">
              <a:avLst/>
            </a:prstGeom>
            <a:noFill/>
            <a:ln w="127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67" name="Group 67">
            <a:extLst>
              <a:ext uri="{FF2B5EF4-FFF2-40B4-BE49-F238E27FC236}">
                <a16:creationId xmlns:a16="http://schemas.microsoft.com/office/drawing/2014/main" id="{607A2BB7-6FA3-F71D-E416-0284858D9341}"/>
              </a:ext>
            </a:extLst>
          </p:cNvPr>
          <p:cNvGrpSpPr>
            <a:grpSpLocks/>
          </p:cNvGrpSpPr>
          <p:nvPr/>
        </p:nvGrpSpPr>
        <p:grpSpPr bwMode="auto">
          <a:xfrm>
            <a:off x="6096000" y="2179134"/>
            <a:ext cx="3097213" cy="457200"/>
            <a:chOff x="3016" y="1509"/>
            <a:chExt cx="2177" cy="288"/>
          </a:xfrm>
        </p:grpSpPr>
        <p:sp>
          <p:nvSpPr>
            <p:cNvPr id="68" name="Line 68">
              <a:extLst>
                <a:ext uri="{FF2B5EF4-FFF2-40B4-BE49-F238E27FC236}">
                  <a16:creationId xmlns:a16="http://schemas.microsoft.com/office/drawing/2014/main" id="{861CFCCA-59A3-AD3F-6B26-CE19FC93FBA4}"/>
                </a:ext>
              </a:extLst>
            </p:cNvPr>
            <p:cNvSpPr>
              <a:spLocks noChangeShapeType="1"/>
            </p:cNvSpPr>
            <p:nvPr/>
          </p:nvSpPr>
          <p:spPr bwMode="auto">
            <a:xfrm>
              <a:off x="3288" y="1645"/>
              <a:ext cx="163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Text Box 69">
              <a:extLst>
                <a:ext uri="{FF2B5EF4-FFF2-40B4-BE49-F238E27FC236}">
                  <a16:creationId xmlns:a16="http://schemas.microsoft.com/office/drawing/2014/main" id="{B688A65E-9F15-A3F6-5947-286DD0ED70CB}"/>
                </a:ext>
              </a:extLst>
            </p:cNvPr>
            <p:cNvSpPr txBox="1">
              <a:spLocks noChangeArrowheads="1"/>
            </p:cNvSpPr>
            <p:nvPr/>
          </p:nvSpPr>
          <p:spPr bwMode="auto">
            <a:xfrm>
              <a:off x="4875" y="1509"/>
              <a:ext cx="318" cy="288"/>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sp>
          <p:nvSpPr>
            <p:cNvPr id="70" name="Text Box 70">
              <a:extLst>
                <a:ext uri="{FF2B5EF4-FFF2-40B4-BE49-F238E27FC236}">
                  <a16:creationId xmlns:a16="http://schemas.microsoft.com/office/drawing/2014/main" id="{D21AFD64-A899-8D01-A438-8F68FCD84A24}"/>
                </a:ext>
              </a:extLst>
            </p:cNvPr>
            <p:cNvSpPr txBox="1">
              <a:spLocks noChangeArrowheads="1"/>
            </p:cNvSpPr>
            <p:nvPr/>
          </p:nvSpPr>
          <p:spPr bwMode="auto">
            <a:xfrm>
              <a:off x="3016" y="1509"/>
              <a:ext cx="318" cy="288"/>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grpSp>
      <p:grpSp>
        <p:nvGrpSpPr>
          <p:cNvPr id="71" name="Group 71">
            <a:extLst>
              <a:ext uri="{FF2B5EF4-FFF2-40B4-BE49-F238E27FC236}">
                <a16:creationId xmlns:a16="http://schemas.microsoft.com/office/drawing/2014/main" id="{B256072A-5F06-1B22-86BE-530D8D471217}"/>
              </a:ext>
            </a:extLst>
          </p:cNvPr>
          <p:cNvGrpSpPr>
            <a:grpSpLocks/>
          </p:cNvGrpSpPr>
          <p:nvPr/>
        </p:nvGrpSpPr>
        <p:grpSpPr bwMode="auto">
          <a:xfrm>
            <a:off x="6318250" y="1196472"/>
            <a:ext cx="498475" cy="2114550"/>
            <a:chOff x="3201" y="890"/>
            <a:chExt cx="314" cy="1332"/>
          </a:xfrm>
        </p:grpSpPr>
        <p:sp>
          <p:nvSpPr>
            <p:cNvPr id="72" name="Line 72">
              <a:extLst>
                <a:ext uri="{FF2B5EF4-FFF2-40B4-BE49-F238E27FC236}">
                  <a16:creationId xmlns:a16="http://schemas.microsoft.com/office/drawing/2014/main" id="{C8098E39-C1B4-F101-12CB-4DFC73DC1F6A}"/>
                </a:ext>
              </a:extLst>
            </p:cNvPr>
            <p:cNvSpPr>
              <a:spLocks noChangeShapeType="1"/>
            </p:cNvSpPr>
            <p:nvPr/>
          </p:nvSpPr>
          <p:spPr bwMode="auto">
            <a:xfrm>
              <a:off x="3493" y="1072"/>
              <a:ext cx="0" cy="1043"/>
            </a:xfrm>
            <a:prstGeom prst="line">
              <a:avLst/>
            </a:prstGeom>
            <a:noFill/>
            <a:ln w="12700">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3" name="Oval 73">
              <a:extLst>
                <a:ext uri="{FF2B5EF4-FFF2-40B4-BE49-F238E27FC236}">
                  <a16:creationId xmlns:a16="http://schemas.microsoft.com/office/drawing/2014/main" id="{BCDAA676-4049-C324-9A40-7F7CF6BF5DAD}"/>
                </a:ext>
              </a:extLst>
            </p:cNvPr>
            <p:cNvSpPr>
              <a:spLocks noChangeArrowheads="1"/>
            </p:cNvSpPr>
            <p:nvPr/>
          </p:nvSpPr>
          <p:spPr bwMode="auto">
            <a:xfrm>
              <a:off x="3470" y="1026"/>
              <a:ext cx="45" cy="45"/>
            </a:xfrm>
            <a:prstGeom prst="ellipse">
              <a:avLst/>
            </a:prstGeom>
            <a:noFill/>
            <a:ln w="28575" algn="ctr">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4" name="Oval 74">
              <a:extLst>
                <a:ext uri="{FF2B5EF4-FFF2-40B4-BE49-F238E27FC236}">
                  <a16:creationId xmlns:a16="http://schemas.microsoft.com/office/drawing/2014/main" id="{0778C867-518A-2515-6AF6-AD0E0CD35565}"/>
                </a:ext>
              </a:extLst>
            </p:cNvPr>
            <p:cNvSpPr>
              <a:spLocks noChangeArrowheads="1"/>
            </p:cNvSpPr>
            <p:nvPr/>
          </p:nvSpPr>
          <p:spPr bwMode="auto">
            <a:xfrm>
              <a:off x="3470" y="2070"/>
              <a:ext cx="45" cy="45"/>
            </a:xfrm>
            <a:prstGeom prst="ellipse">
              <a:avLst/>
            </a:prstGeom>
            <a:noFill/>
            <a:ln w="28575" algn="ctr">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Rectangle 75">
              <a:extLst>
                <a:ext uri="{FF2B5EF4-FFF2-40B4-BE49-F238E27FC236}">
                  <a16:creationId xmlns:a16="http://schemas.microsoft.com/office/drawing/2014/main" id="{CA540FDF-E193-2653-25E1-D4B710E61E0A}"/>
                </a:ext>
              </a:extLst>
            </p:cNvPr>
            <p:cNvSpPr>
              <a:spLocks noChangeArrowheads="1"/>
            </p:cNvSpPr>
            <p:nvPr/>
          </p:nvSpPr>
          <p:spPr bwMode="auto">
            <a:xfrm>
              <a:off x="3269" y="890"/>
              <a:ext cx="202" cy="291"/>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76" name="Rectangle 76">
              <a:extLst>
                <a:ext uri="{FF2B5EF4-FFF2-40B4-BE49-F238E27FC236}">
                  <a16:creationId xmlns:a16="http://schemas.microsoft.com/office/drawing/2014/main" id="{8C62219A-990A-D584-C60F-3C71F193F52C}"/>
                </a:ext>
              </a:extLst>
            </p:cNvPr>
            <p:cNvSpPr>
              <a:spLocks noChangeArrowheads="1"/>
            </p:cNvSpPr>
            <p:nvPr/>
          </p:nvSpPr>
          <p:spPr bwMode="auto">
            <a:xfrm>
              <a:off x="3201" y="1931"/>
              <a:ext cx="256" cy="291"/>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99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grpSp>
      <p:grpSp>
        <p:nvGrpSpPr>
          <p:cNvPr id="77" name="Group 77">
            <a:extLst>
              <a:ext uri="{FF2B5EF4-FFF2-40B4-BE49-F238E27FC236}">
                <a16:creationId xmlns:a16="http://schemas.microsoft.com/office/drawing/2014/main" id="{1B272019-93DD-F40A-317C-EAAA5CCB1D9D}"/>
              </a:ext>
            </a:extLst>
          </p:cNvPr>
          <p:cNvGrpSpPr>
            <a:grpSpLocks/>
          </p:cNvGrpSpPr>
          <p:nvPr/>
        </p:nvGrpSpPr>
        <p:grpSpPr bwMode="auto">
          <a:xfrm>
            <a:off x="6972300" y="2396622"/>
            <a:ext cx="420688" cy="1128712"/>
            <a:chOff x="3574" y="1646"/>
            <a:chExt cx="265" cy="711"/>
          </a:xfrm>
        </p:grpSpPr>
        <p:sp>
          <p:nvSpPr>
            <p:cNvPr id="78" name="Freeform 78">
              <a:extLst>
                <a:ext uri="{FF2B5EF4-FFF2-40B4-BE49-F238E27FC236}">
                  <a16:creationId xmlns:a16="http://schemas.microsoft.com/office/drawing/2014/main" id="{CE95DBC4-D9E6-DDE6-9E38-8D0117C63BCF}"/>
                </a:ext>
              </a:extLst>
            </p:cNvPr>
            <p:cNvSpPr>
              <a:spLocks/>
            </p:cNvSpPr>
            <p:nvPr/>
          </p:nvSpPr>
          <p:spPr bwMode="auto">
            <a:xfrm>
              <a:off x="3811" y="1646"/>
              <a:ext cx="1" cy="605"/>
            </a:xfrm>
            <a:custGeom>
              <a:avLst/>
              <a:gdLst>
                <a:gd name="T0" fmla="*/ 1 w 1"/>
                <a:gd name="T1" fmla="*/ 0 h 605"/>
                <a:gd name="T2" fmla="*/ 0 w 1"/>
                <a:gd name="T3" fmla="*/ 605 h 605"/>
                <a:gd name="T4" fmla="*/ 0 60000 65536"/>
                <a:gd name="T5" fmla="*/ 0 60000 65536"/>
                <a:gd name="T6" fmla="*/ 0 w 1"/>
                <a:gd name="T7" fmla="*/ 0 h 605"/>
                <a:gd name="T8" fmla="*/ 1 w 1"/>
                <a:gd name="T9" fmla="*/ 605 h 605"/>
              </a:gdLst>
              <a:ahLst/>
              <a:cxnLst>
                <a:cxn ang="T4">
                  <a:pos x="T0" y="T1"/>
                </a:cxn>
                <a:cxn ang="T5">
                  <a:pos x="T2" y="T3"/>
                </a:cxn>
              </a:cxnLst>
              <a:rect l="T6" t="T7" r="T8" b="T9"/>
              <a:pathLst>
                <a:path w="1" h="605">
                  <a:moveTo>
                    <a:pt x="1" y="0"/>
                  </a:moveTo>
                  <a:lnTo>
                    <a:pt x="0" y="605"/>
                  </a:lnTo>
                </a:path>
              </a:pathLst>
            </a:custGeom>
            <a:noFill/>
            <a:ln w="127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Oval 79">
              <a:extLst>
                <a:ext uri="{FF2B5EF4-FFF2-40B4-BE49-F238E27FC236}">
                  <a16:creationId xmlns:a16="http://schemas.microsoft.com/office/drawing/2014/main" id="{4E235391-F8AD-A168-0EDD-42AB7C245483}"/>
                </a:ext>
              </a:extLst>
            </p:cNvPr>
            <p:cNvSpPr>
              <a:spLocks noChangeArrowheads="1"/>
            </p:cNvSpPr>
            <p:nvPr/>
          </p:nvSpPr>
          <p:spPr bwMode="auto">
            <a:xfrm>
              <a:off x="3787" y="2070"/>
              <a:ext cx="45" cy="45"/>
            </a:xfrm>
            <a:prstGeom prst="ellipse">
              <a:avLst/>
            </a:prstGeom>
            <a:noFill/>
            <a:ln w="285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0" name="Oval 80">
              <a:extLst>
                <a:ext uri="{FF2B5EF4-FFF2-40B4-BE49-F238E27FC236}">
                  <a16:creationId xmlns:a16="http://schemas.microsoft.com/office/drawing/2014/main" id="{2029CBCE-4509-55A1-EC41-FAB23A1849DF}"/>
                </a:ext>
              </a:extLst>
            </p:cNvPr>
            <p:cNvSpPr>
              <a:spLocks noChangeArrowheads="1"/>
            </p:cNvSpPr>
            <p:nvPr/>
          </p:nvSpPr>
          <p:spPr bwMode="auto">
            <a:xfrm>
              <a:off x="3787" y="2206"/>
              <a:ext cx="45" cy="45"/>
            </a:xfrm>
            <a:prstGeom prst="ellipse">
              <a:avLst/>
            </a:prstGeom>
            <a:noFill/>
            <a:ln w="28575"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Rectangle 81">
              <a:extLst>
                <a:ext uri="{FF2B5EF4-FFF2-40B4-BE49-F238E27FC236}">
                  <a16:creationId xmlns:a16="http://schemas.microsoft.com/office/drawing/2014/main" id="{EF5E8C47-4B3F-D410-68CC-28C1CD12FC71}"/>
                </a:ext>
              </a:extLst>
            </p:cNvPr>
            <p:cNvSpPr>
              <a:spLocks noChangeArrowheads="1"/>
            </p:cNvSpPr>
            <p:nvPr/>
          </p:nvSpPr>
          <p:spPr bwMode="auto">
            <a:xfrm>
              <a:off x="3574" y="1933"/>
              <a:ext cx="265" cy="288"/>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d'</a:t>
              </a:r>
            </a:p>
          </p:txBody>
        </p:sp>
        <p:sp>
          <p:nvSpPr>
            <p:cNvPr id="82" name="Rectangle 82">
              <a:extLst>
                <a:ext uri="{FF2B5EF4-FFF2-40B4-BE49-F238E27FC236}">
                  <a16:creationId xmlns:a16="http://schemas.microsoft.com/office/drawing/2014/main" id="{C2A0102E-645C-B718-928E-F538DD8CF51E}"/>
                </a:ext>
              </a:extLst>
            </p:cNvPr>
            <p:cNvSpPr>
              <a:spLocks noChangeArrowheads="1"/>
            </p:cNvSpPr>
            <p:nvPr/>
          </p:nvSpPr>
          <p:spPr bwMode="auto">
            <a:xfrm>
              <a:off x="3575" y="2069"/>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d</a:t>
              </a:r>
            </a:p>
          </p:txBody>
        </p:sp>
      </p:grpSp>
      <p:grpSp>
        <p:nvGrpSpPr>
          <p:cNvPr id="83" name="Group 83">
            <a:extLst>
              <a:ext uri="{FF2B5EF4-FFF2-40B4-BE49-F238E27FC236}">
                <a16:creationId xmlns:a16="http://schemas.microsoft.com/office/drawing/2014/main" id="{C41AA541-8162-F655-E000-4CCB94D8E206}"/>
              </a:ext>
            </a:extLst>
          </p:cNvPr>
          <p:cNvGrpSpPr>
            <a:grpSpLocks/>
          </p:cNvGrpSpPr>
          <p:nvPr/>
        </p:nvGrpSpPr>
        <p:grpSpPr bwMode="auto">
          <a:xfrm>
            <a:off x="8104188" y="1196472"/>
            <a:ext cx="439737" cy="2112962"/>
            <a:chOff x="4553" y="845"/>
            <a:chExt cx="277" cy="1331"/>
          </a:xfrm>
        </p:grpSpPr>
        <p:grpSp>
          <p:nvGrpSpPr>
            <p:cNvPr id="84" name="Group 84">
              <a:extLst>
                <a:ext uri="{FF2B5EF4-FFF2-40B4-BE49-F238E27FC236}">
                  <a16:creationId xmlns:a16="http://schemas.microsoft.com/office/drawing/2014/main" id="{068DA16D-C932-E6B5-898B-7D4C0B42F7CE}"/>
                </a:ext>
              </a:extLst>
            </p:cNvPr>
            <p:cNvGrpSpPr>
              <a:grpSpLocks/>
            </p:cNvGrpSpPr>
            <p:nvPr/>
          </p:nvGrpSpPr>
          <p:grpSpPr bwMode="auto">
            <a:xfrm>
              <a:off x="4785" y="981"/>
              <a:ext cx="45" cy="1089"/>
              <a:chOff x="4649" y="1026"/>
              <a:chExt cx="45" cy="1089"/>
            </a:xfrm>
          </p:grpSpPr>
          <p:sp>
            <p:nvSpPr>
              <p:cNvPr id="88" name="Line 85">
                <a:extLst>
                  <a:ext uri="{FF2B5EF4-FFF2-40B4-BE49-F238E27FC236}">
                    <a16:creationId xmlns:a16="http://schemas.microsoft.com/office/drawing/2014/main" id="{F977F8B3-CA0E-87EF-4283-DDE7431D45C7}"/>
                  </a:ext>
                </a:extLst>
              </p:cNvPr>
              <p:cNvSpPr>
                <a:spLocks noChangeShapeType="1"/>
              </p:cNvSpPr>
              <p:nvPr/>
            </p:nvSpPr>
            <p:spPr bwMode="auto">
              <a:xfrm>
                <a:off x="4672" y="1072"/>
                <a:ext cx="0" cy="10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9" name="Oval 86">
                <a:extLst>
                  <a:ext uri="{FF2B5EF4-FFF2-40B4-BE49-F238E27FC236}">
                    <a16:creationId xmlns:a16="http://schemas.microsoft.com/office/drawing/2014/main" id="{7B9E29D8-B3BB-8885-EE29-B023201C8142}"/>
                  </a:ext>
                </a:extLst>
              </p:cNvPr>
              <p:cNvSpPr>
                <a:spLocks noChangeArrowheads="1"/>
              </p:cNvSpPr>
              <p:nvPr/>
            </p:nvSpPr>
            <p:spPr bwMode="auto">
              <a:xfrm>
                <a:off x="4649" y="1026"/>
                <a:ext cx="45" cy="45"/>
              </a:xfrm>
              <a:prstGeom prst="ellipse">
                <a:avLst/>
              </a:prstGeom>
              <a:noFill/>
              <a:ln w="285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0" name="Oval 87">
                <a:extLst>
                  <a:ext uri="{FF2B5EF4-FFF2-40B4-BE49-F238E27FC236}">
                    <a16:creationId xmlns:a16="http://schemas.microsoft.com/office/drawing/2014/main" id="{79271C20-F96E-43D5-1667-1B29827AB327}"/>
                  </a:ext>
                </a:extLst>
              </p:cNvPr>
              <p:cNvSpPr>
                <a:spLocks noChangeArrowheads="1"/>
              </p:cNvSpPr>
              <p:nvPr/>
            </p:nvSpPr>
            <p:spPr bwMode="auto">
              <a:xfrm>
                <a:off x="4649" y="2070"/>
                <a:ext cx="45" cy="45"/>
              </a:xfrm>
              <a:prstGeom prst="ellipse">
                <a:avLst/>
              </a:prstGeom>
              <a:noFill/>
              <a:ln w="2857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85" name="Group 88">
              <a:extLst>
                <a:ext uri="{FF2B5EF4-FFF2-40B4-BE49-F238E27FC236}">
                  <a16:creationId xmlns:a16="http://schemas.microsoft.com/office/drawing/2014/main" id="{4835FF36-F0D2-9101-9029-73F2B0EEA82E}"/>
                </a:ext>
              </a:extLst>
            </p:cNvPr>
            <p:cNvGrpSpPr>
              <a:grpSpLocks/>
            </p:cNvGrpSpPr>
            <p:nvPr/>
          </p:nvGrpSpPr>
          <p:grpSpPr bwMode="auto">
            <a:xfrm>
              <a:off x="4553" y="845"/>
              <a:ext cx="265" cy="1331"/>
              <a:chOff x="4553" y="890"/>
              <a:chExt cx="265" cy="1331"/>
            </a:xfrm>
          </p:grpSpPr>
          <p:sp>
            <p:nvSpPr>
              <p:cNvPr id="86" name="Rectangle 89">
                <a:extLst>
                  <a:ext uri="{FF2B5EF4-FFF2-40B4-BE49-F238E27FC236}">
                    <a16:creationId xmlns:a16="http://schemas.microsoft.com/office/drawing/2014/main" id="{E485A7F7-0B59-7FDB-400B-DB879C2A1283}"/>
                  </a:ext>
                </a:extLst>
              </p:cNvPr>
              <p:cNvSpPr>
                <a:spLocks noChangeArrowheads="1"/>
              </p:cNvSpPr>
              <p:nvPr/>
            </p:nvSpPr>
            <p:spPr bwMode="auto">
              <a:xfrm>
                <a:off x="4553" y="890"/>
                <a:ext cx="265" cy="288"/>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p>
            </p:txBody>
          </p:sp>
          <p:sp>
            <p:nvSpPr>
              <p:cNvPr id="87" name="Rectangle 90">
                <a:extLst>
                  <a:ext uri="{FF2B5EF4-FFF2-40B4-BE49-F238E27FC236}">
                    <a16:creationId xmlns:a16="http://schemas.microsoft.com/office/drawing/2014/main" id="{0240804D-752A-2701-2E56-24A6D539A803}"/>
                  </a:ext>
                </a:extLst>
              </p:cNvPr>
              <p:cNvSpPr>
                <a:spLocks noChangeArrowheads="1"/>
              </p:cNvSpPr>
              <p:nvPr/>
            </p:nvSpPr>
            <p:spPr bwMode="auto">
              <a:xfrm>
                <a:off x="4598" y="1933"/>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p>
            </p:txBody>
          </p:sp>
        </p:grpSp>
      </p:grpSp>
      <p:grpSp>
        <p:nvGrpSpPr>
          <p:cNvPr id="91" name="Group 91">
            <a:extLst>
              <a:ext uri="{FF2B5EF4-FFF2-40B4-BE49-F238E27FC236}">
                <a16:creationId xmlns:a16="http://schemas.microsoft.com/office/drawing/2014/main" id="{2702677D-EFFC-BF1D-21FB-C7D27B0296FE}"/>
              </a:ext>
            </a:extLst>
          </p:cNvPr>
          <p:cNvGrpSpPr>
            <a:grpSpLocks/>
          </p:cNvGrpSpPr>
          <p:nvPr/>
        </p:nvGrpSpPr>
        <p:grpSpPr bwMode="auto">
          <a:xfrm>
            <a:off x="7535863" y="1267909"/>
            <a:ext cx="422275" cy="1128713"/>
            <a:chOff x="4195" y="935"/>
            <a:chExt cx="266" cy="711"/>
          </a:xfrm>
        </p:grpSpPr>
        <p:grpSp>
          <p:nvGrpSpPr>
            <p:cNvPr id="92" name="Group 92">
              <a:extLst>
                <a:ext uri="{FF2B5EF4-FFF2-40B4-BE49-F238E27FC236}">
                  <a16:creationId xmlns:a16="http://schemas.microsoft.com/office/drawing/2014/main" id="{E010CFE8-82BC-6EAC-55EE-A451E682BE88}"/>
                </a:ext>
              </a:extLst>
            </p:cNvPr>
            <p:cNvGrpSpPr>
              <a:grpSpLocks/>
            </p:cNvGrpSpPr>
            <p:nvPr/>
          </p:nvGrpSpPr>
          <p:grpSpPr bwMode="auto">
            <a:xfrm>
              <a:off x="4416" y="1041"/>
              <a:ext cx="45" cy="605"/>
              <a:chOff x="4416" y="1041"/>
              <a:chExt cx="45" cy="605"/>
            </a:xfrm>
          </p:grpSpPr>
          <p:sp>
            <p:nvSpPr>
              <p:cNvPr id="96" name="Freeform 93">
                <a:extLst>
                  <a:ext uri="{FF2B5EF4-FFF2-40B4-BE49-F238E27FC236}">
                    <a16:creationId xmlns:a16="http://schemas.microsoft.com/office/drawing/2014/main" id="{2BE2F2AF-A803-06E1-800F-BA6EA0D21106}"/>
                  </a:ext>
                </a:extLst>
              </p:cNvPr>
              <p:cNvSpPr>
                <a:spLocks/>
              </p:cNvSpPr>
              <p:nvPr/>
            </p:nvSpPr>
            <p:spPr bwMode="auto">
              <a:xfrm flipV="1">
                <a:off x="4440" y="1041"/>
                <a:ext cx="1" cy="605"/>
              </a:xfrm>
              <a:custGeom>
                <a:avLst/>
                <a:gdLst>
                  <a:gd name="T0" fmla="*/ 1 w 1"/>
                  <a:gd name="T1" fmla="*/ 0 h 605"/>
                  <a:gd name="T2" fmla="*/ 0 w 1"/>
                  <a:gd name="T3" fmla="*/ 605 h 605"/>
                  <a:gd name="T4" fmla="*/ 0 60000 65536"/>
                  <a:gd name="T5" fmla="*/ 0 60000 65536"/>
                  <a:gd name="T6" fmla="*/ 0 w 1"/>
                  <a:gd name="T7" fmla="*/ 0 h 605"/>
                  <a:gd name="T8" fmla="*/ 1 w 1"/>
                  <a:gd name="T9" fmla="*/ 605 h 605"/>
                </a:gdLst>
                <a:ahLst/>
                <a:cxnLst>
                  <a:cxn ang="T4">
                    <a:pos x="T0" y="T1"/>
                  </a:cxn>
                  <a:cxn ang="T5">
                    <a:pos x="T2" y="T3"/>
                  </a:cxn>
                </a:cxnLst>
                <a:rect l="T6" t="T7" r="T8" b="T9"/>
                <a:pathLst>
                  <a:path w="1" h="605">
                    <a:moveTo>
                      <a:pt x="1" y="0"/>
                    </a:moveTo>
                    <a:lnTo>
                      <a:pt x="0" y="605"/>
                    </a:lnTo>
                  </a:path>
                </a:pathLst>
              </a:custGeom>
              <a:noFill/>
              <a:ln w="127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7" name="Oval 94">
                <a:extLst>
                  <a:ext uri="{FF2B5EF4-FFF2-40B4-BE49-F238E27FC236}">
                    <a16:creationId xmlns:a16="http://schemas.microsoft.com/office/drawing/2014/main" id="{1E85E8E9-7D63-5BA3-9A63-2E2535A5F23C}"/>
                  </a:ext>
                </a:extLst>
              </p:cNvPr>
              <p:cNvSpPr>
                <a:spLocks noChangeArrowheads="1"/>
              </p:cNvSpPr>
              <p:nvPr/>
            </p:nvSpPr>
            <p:spPr bwMode="auto">
              <a:xfrm flipV="1">
                <a:off x="4416" y="1177"/>
                <a:ext cx="45" cy="45"/>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8" name="Oval 95">
                <a:extLst>
                  <a:ext uri="{FF2B5EF4-FFF2-40B4-BE49-F238E27FC236}">
                    <a16:creationId xmlns:a16="http://schemas.microsoft.com/office/drawing/2014/main" id="{7B609FBD-27D2-5B1E-1B70-7ED9DC986A62}"/>
                  </a:ext>
                </a:extLst>
              </p:cNvPr>
              <p:cNvSpPr>
                <a:spLocks noChangeArrowheads="1"/>
              </p:cNvSpPr>
              <p:nvPr/>
            </p:nvSpPr>
            <p:spPr bwMode="auto">
              <a:xfrm flipV="1">
                <a:off x="4416" y="1041"/>
                <a:ext cx="45" cy="45"/>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93" name="Group 96">
              <a:extLst>
                <a:ext uri="{FF2B5EF4-FFF2-40B4-BE49-F238E27FC236}">
                  <a16:creationId xmlns:a16="http://schemas.microsoft.com/office/drawing/2014/main" id="{4B4F2034-61AF-C24D-8107-FED1DBB9D44D}"/>
                </a:ext>
              </a:extLst>
            </p:cNvPr>
            <p:cNvGrpSpPr>
              <a:grpSpLocks/>
            </p:cNvGrpSpPr>
            <p:nvPr/>
          </p:nvGrpSpPr>
          <p:grpSpPr bwMode="auto">
            <a:xfrm>
              <a:off x="4195" y="935"/>
              <a:ext cx="265" cy="424"/>
              <a:chOff x="4067" y="935"/>
              <a:chExt cx="265" cy="424"/>
            </a:xfrm>
          </p:grpSpPr>
          <p:sp>
            <p:nvSpPr>
              <p:cNvPr id="94" name="Rectangle 97">
                <a:extLst>
                  <a:ext uri="{FF2B5EF4-FFF2-40B4-BE49-F238E27FC236}">
                    <a16:creationId xmlns:a16="http://schemas.microsoft.com/office/drawing/2014/main" id="{9476255C-EB72-855D-AF9E-8C6818CA3849}"/>
                  </a:ext>
                </a:extLst>
              </p:cNvPr>
              <p:cNvSpPr>
                <a:spLocks noChangeArrowheads="1"/>
              </p:cNvSpPr>
              <p:nvPr/>
            </p:nvSpPr>
            <p:spPr bwMode="auto">
              <a:xfrm>
                <a:off x="4067" y="1071"/>
                <a:ext cx="265" cy="288"/>
              </a:xfrm>
              <a:prstGeom prst="rect">
                <a:avLst/>
              </a:prstGeom>
              <a:noFill/>
              <a:ln w="28575" algn="ctr">
                <a:noFill/>
                <a:miter lim="800000"/>
                <a:headEnd/>
                <a:tailEnd/>
              </a:ln>
              <a:effec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95" name="Rectangle 98">
                <a:extLst>
                  <a:ext uri="{FF2B5EF4-FFF2-40B4-BE49-F238E27FC236}">
                    <a16:creationId xmlns:a16="http://schemas.microsoft.com/office/drawing/2014/main" id="{1069FBBB-5F4E-5234-FC5E-7D803860A1F2}"/>
                  </a:ext>
                </a:extLst>
              </p:cNvPr>
              <p:cNvSpPr>
                <a:spLocks noChangeArrowheads="1"/>
              </p:cNvSpPr>
              <p:nvPr/>
            </p:nvSpPr>
            <p:spPr bwMode="auto">
              <a:xfrm>
                <a:off x="4068" y="935"/>
                <a:ext cx="212" cy="288"/>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FF33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grpSp>
      </p:grpSp>
      <p:sp>
        <p:nvSpPr>
          <p:cNvPr id="99" name="Text Box 99">
            <a:extLst>
              <a:ext uri="{FF2B5EF4-FFF2-40B4-BE49-F238E27FC236}">
                <a16:creationId xmlns:a16="http://schemas.microsoft.com/office/drawing/2014/main" id="{D1E3C520-AB29-33FC-C4A6-852F051F131C}"/>
              </a:ext>
            </a:extLst>
          </p:cNvPr>
          <p:cNvSpPr txBox="1">
            <a:spLocks noChangeArrowheads="1"/>
          </p:cNvSpPr>
          <p:nvPr/>
        </p:nvSpPr>
        <p:spPr bwMode="auto">
          <a:xfrm>
            <a:off x="1416050" y="5155697"/>
            <a:ext cx="7993063" cy="2221762"/>
          </a:xfrm>
          <a:prstGeom prst="rect">
            <a:avLst/>
          </a:prstGeom>
          <a:noFill/>
          <a:ln w="28575" algn="ctr">
            <a:noFill/>
            <a:miter lim="800000"/>
            <a:headEnd/>
            <a:tailEnd/>
          </a:ln>
          <a:effectLst/>
        </p:spPr>
        <p:txBody>
          <a:bodyPr>
            <a:spAutoFit/>
          </a:bodyPr>
          <a:lstStyle/>
          <a:p>
            <a:pPr fontAlgn="base">
              <a:lnSpc>
                <a:spcPct val="110000"/>
              </a:lnSpc>
              <a:spcBef>
                <a:spcPct val="50000"/>
              </a:spcBef>
              <a:spcAft>
                <a:spcPct val="0"/>
              </a:spcAft>
              <a:defRPr/>
            </a:pP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    </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a</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b</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c</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d</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等等都是在</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H</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面上的投影</a:t>
            </a:r>
            <a:endPar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endParaRPr>
          </a:p>
          <a:p>
            <a:pPr fontAlgn="base">
              <a:lnSpc>
                <a:spcPct val="110000"/>
              </a:lnSpc>
              <a:spcBef>
                <a:spcPct val="50000"/>
              </a:spcBef>
              <a:spcAft>
                <a:spcPct val="0"/>
              </a:spcAft>
              <a:defRPr/>
            </a:pP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    a’</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等等则是在</a:t>
            </a:r>
            <a:r>
              <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rPr>
              <a:t>V</a:t>
            </a:r>
            <a:r>
              <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rPr>
              <a:t>面上的投影</a:t>
            </a:r>
            <a:endPar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endParaRPr>
          </a:p>
          <a:p>
            <a:pPr fontAlgn="base">
              <a:lnSpc>
                <a:spcPct val="110000"/>
              </a:lnSpc>
              <a:spcBef>
                <a:spcPct val="50000"/>
              </a:spcBef>
              <a:spcAft>
                <a:spcPct val="0"/>
              </a:spcAft>
              <a:defRPr/>
            </a:pPr>
            <a:endParaRPr lang="en-US" altLang="zh-CN" sz="2400" b="1" dirty="0">
              <a:solidFill>
                <a:srgbClr val="FF3399"/>
              </a:solidFill>
              <a:effectLst>
                <a:outerShdw blurRad="38100" dist="38100" dir="2700000" algn="tl">
                  <a:srgbClr val="C0C0C0"/>
                </a:outerShdw>
              </a:effectLst>
              <a:latin typeface="仿宋" pitchFamily="49" charset="-122"/>
              <a:ea typeface="仿宋" pitchFamily="49" charset="-122"/>
            </a:endParaRPr>
          </a:p>
          <a:p>
            <a:pPr fontAlgn="base">
              <a:lnSpc>
                <a:spcPct val="110000"/>
              </a:lnSpc>
              <a:spcBef>
                <a:spcPct val="50000"/>
              </a:spcBef>
              <a:spcAft>
                <a:spcPct val="0"/>
              </a:spcAft>
              <a:defRPr/>
            </a:pPr>
            <a:endParaRPr lang="zh-CN" altLang="en-US" sz="2400" b="1" dirty="0">
              <a:solidFill>
                <a:srgbClr val="FF3399"/>
              </a:solidFill>
              <a:effectLst>
                <a:outerShdw blurRad="38100" dist="38100" dir="2700000" algn="tl">
                  <a:srgbClr val="C0C0C0"/>
                </a:outerShdw>
              </a:effectLst>
              <a:latin typeface="仿宋" pitchFamily="49" charset="-122"/>
              <a:ea typeface="仿宋" pitchFamily="49" charset="-122"/>
            </a:endParaRPr>
          </a:p>
        </p:txBody>
      </p:sp>
      <p:sp>
        <p:nvSpPr>
          <p:cNvPr id="100" name="Text Box 100">
            <a:extLst>
              <a:ext uri="{FF2B5EF4-FFF2-40B4-BE49-F238E27FC236}">
                <a16:creationId xmlns:a16="http://schemas.microsoft.com/office/drawing/2014/main" id="{8FA4CB5E-1894-195E-59C6-D3CA589D2EE6}"/>
              </a:ext>
            </a:extLst>
          </p:cNvPr>
          <p:cNvSpPr txBox="1">
            <a:spLocks noChangeArrowheads="1"/>
          </p:cNvSpPr>
          <p:nvPr/>
        </p:nvSpPr>
        <p:spPr bwMode="auto">
          <a:xfrm>
            <a:off x="3072036" y="6231100"/>
            <a:ext cx="7993062" cy="448969"/>
          </a:xfrm>
          <a:prstGeom prst="rect">
            <a:avLst/>
          </a:prstGeom>
          <a:noFill/>
          <a:ln w="28575" algn="ctr">
            <a:noFill/>
            <a:miter lim="800000"/>
            <a:headEnd/>
            <a:tailEnd/>
          </a:ln>
          <a:effectLst/>
        </p:spPr>
        <p:txBody>
          <a:bodyPr>
            <a:spAutoFit/>
          </a:bodyPr>
          <a:lstStyle/>
          <a:p>
            <a:pPr fontAlgn="base">
              <a:lnSpc>
                <a:spcPct val="110000"/>
              </a:lnSpc>
              <a:spcBef>
                <a:spcPct val="50000"/>
              </a:spcBef>
              <a:spcAft>
                <a:spcPct val="0"/>
              </a:spcAft>
              <a:defRPr/>
            </a:pPr>
            <a:r>
              <a:rPr lang="zh-CN" altLang="en-US" sz="2400" b="1" dirty="0">
                <a:solidFill>
                  <a:srgbClr val="D60000"/>
                </a:solidFill>
                <a:effectLst>
                  <a:outerShdw blurRad="38100" dist="38100" dir="2700000" algn="tl">
                    <a:srgbClr val="C0C0C0"/>
                  </a:outerShdw>
                </a:effectLst>
                <a:latin typeface="仿宋" pitchFamily="49" charset="-122"/>
                <a:ea typeface="仿宋" pitchFamily="49" charset="-122"/>
              </a:rPr>
              <a:t>    </a:t>
            </a:r>
          </a:p>
        </p:txBody>
      </p:sp>
      <p:sp>
        <p:nvSpPr>
          <p:cNvPr id="101" name="Text Box 101">
            <a:extLst>
              <a:ext uri="{FF2B5EF4-FFF2-40B4-BE49-F238E27FC236}">
                <a16:creationId xmlns:a16="http://schemas.microsoft.com/office/drawing/2014/main" id="{2DBF281B-70C2-7617-9881-71509564A33A}"/>
              </a:ext>
            </a:extLst>
          </p:cNvPr>
          <p:cNvSpPr txBox="1">
            <a:spLocks noChangeArrowheads="1"/>
          </p:cNvSpPr>
          <p:nvPr/>
        </p:nvSpPr>
        <p:spPr bwMode="auto">
          <a:xfrm>
            <a:off x="1451769" y="5901821"/>
            <a:ext cx="7993062" cy="448969"/>
          </a:xfrm>
          <a:prstGeom prst="rect">
            <a:avLst/>
          </a:prstGeom>
          <a:noFill/>
          <a:ln w="28575" algn="ctr">
            <a:noFill/>
            <a:miter lim="800000"/>
            <a:headEnd/>
            <a:tailEnd/>
          </a:ln>
          <a:effectLst/>
        </p:spPr>
        <p:txBody>
          <a:bodyPr>
            <a:spAutoFit/>
          </a:bodyPr>
          <a:lstStyle/>
          <a:p>
            <a:pPr fontAlgn="base">
              <a:lnSpc>
                <a:spcPct val="110000"/>
              </a:lnSpc>
              <a:spcBef>
                <a:spcPct val="50000"/>
              </a:spcBef>
              <a:spcAft>
                <a:spcPct val="0"/>
              </a:spcAft>
              <a:defRPr/>
            </a:pPr>
            <a:r>
              <a:rPr lang="zh-CN" altLang="en-US" sz="2400" b="1" dirty="0">
                <a:solidFill>
                  <a:srgbClr val="0000FF"/>
                </a:solidFill>
                <a:effectLst>
                  <a:outerShdw blurRad="38100" dist="38100" dir="2700000" algn="tl">
                    <a:srgbClr val="C0C0C0"/>
                  </a:outerShdw>
                </a:effectLst>
                <a:latin typeface="仿宋" pitchFamily="49" charset="-122"/>
                <a:ea typeface="仿宋" pitchFamily="49" charset="-122"/>
              </a:rPr>
              <a:t>   </a:t>
            </a:r>
          </a:p>
        </p:txBody>
      </p:sp>
      <p:sp>
        <p:nvSpPr>
          <p:cNvPr id="102" name="文本框 101">
            <a:extLst>
              <a:ext uri="{FF2B5EF4-FFF2-40B4-BE49-F238E27FC236}">
                <a16:creationId xmlns:a16="http://schemas.microsoft.com/office/drawing/2014/main" id="{5685AF38-E084-6B90-C1C6-490B0A118C7A}"/>
              </a:ext>
            </a:extLst>
          </p:cNvPr>
          <p:cNvSpPr txBox="1"/>
          <p:nvPr/>
        </p:nvSpPr>
        <p:spPr>
          <a:xfrm>
            <a:off x="9631628" y="1608202"/>
            <a:ext cx="738664" cy="4518103"/>
          </a:xfrm>
          <a:prstGeom prst="rect">
            <a:avLst/>
          </a:prstGeom>
          <a:noFill/>
        </p:spPr>
        <p:txBody>
          <a:bodyPr vert="eaVert" wrap="square" rtlCol="0">
            <a:spAutoFit/>
          </a:bodyPr>
          <a:lstStyle/>
          <a:p>
            <a:r>
              <a:rPr lang="zh-CN" altLang="en-US" sz="3600" b="1" dirty="0">
                <a:solidFill>
                  <a:schemeClr val="tx1"/>
                </a:solidFill>
                <a:latin typeface="+mn-ea"/>
                <a:ea typeface="+mn-ea"/>
              </a:rPr>
              <a:t>各种位置点的投影</a:t>
            </a:r>
            <a:endParaRPr lang="zh-CN" altLang="en-US" sz="3600" dirty="0"/>
          </a:p>
        </p:txBody>
      </p:sp>
    </p:spTree>
    <p:extLst>
      <p:ext uri="{BB962C8B-B14F-4D97-AF65-F5344CB8AC3E}">
        <p14:creationId xmlns:p14="http://schemas.microsoft.com/office/powerpoint/2010/main" val="226819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right)">
                                      <p:cBhvr>
                                        <p:cTn id="7" dur="1000"/>
                                        <p:tgtEl>
                                          <p:spTgt spid="43"/>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wipe(up)">
                                      <p:cBhvr>
                                        <p:cTn id="11" dur="1000"/>
                                        <p:tgtEl>
                                          <p:spTgt spid="8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wipe(left)">
                                      <p:cBhvr>
                                        <p:cTn id="15" dur="500"/>
                                        <p:tgtEl>
                                          <p:spTgt spid="1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wipe(left)">
                                      <p:cBhvr>
                                        <p:cTn id="20" dur="1000"/>
                                        <p:tgtEl>
                                          <p:spTgt spid="54"/>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91"/>
                                        </p:tgtEl>
                                        <p:attrNameLst>
                                          <p:attrName>style.visibility</p:attrName>
                                        </p:attrNameLst>
                                      </p:cBhvr>
                                      <p:to>
                                        <p:strVal val="visible"/>
                                      </p:to>
                                    </p:set>
                                    <p:animEffect transition="in" filter="wipe(up)">
                                      <p:cBhvr>
                                        <p:cTn id="24" dur="1000"/>
                                        <p:tgtEl>
                                          <p:spTgt spid="91"/>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Effect transition="in" filter="wipe(left)">
                                      <p:cBhvr>
                                        <p:cTn id="28" dur="500"/>
                                        <p:tgtEl>
                                          <p:spTgt spid="12">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1000"/>
                                        <p:tgtEl>
                                          <p:spTgt spid="15"/>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wipe(up)">
                                      <p:cBhvr>
                                        <p:cTn id="37" dur="500"/>
                                        <p:tgtEl>
                                          <p:spTgt spid="71"/>
                                        </p:tgtEl>
                                      </p:cBhvr>
                                    </p:animEffect>
                                  </p:childTnLst>
                                </p:cTn>
                              </p:par>
                            </p:childTnLst>
                          </p:cTn>
                        </p:par>
                        <p:par>
                          <p:cTn id="38" fill="hold">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13">
                                            <p:txEl>
                                              <p:pRg st="0" end="0"/>
                                            </p:txEl>
                                          </p:spTgt>
                                        </p:tgtEl>
                                        <p:attrNameLst>
                                          <p:attrName>style.visibility</p:attrName>
                                        </p:attrNameLst>
                                      </p:cBhvr>
                                      <p:to>
                                        <p:strVal val="visible"/>
                                      </p:to>
                                    </p:set>
                                    <p:animEffect transition="in" filter="wipe(left)">
                                      <p:cBhvr>
                                        <p:cTn id="41" dur="500"/>
                                        <p:tgtEl>
                                          <p:spTgt spid="1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right)">
                                      <p:cBhvr>
                                        <p:cTn id="46" dur="1000"/>
                                        <p:tgtEl>
                                          <p:spTgt spid="30"/>
                                        </p:tgtEl>
                                      </p:cBhvr>
                                    </p:animEffect>
                                  </p:childTnLst>
                                </p:cTn>
                              </p:par>
                            </p:childTnLst>
                          </p:cTn>
                        </p:par>
                        <p:par>
                          <p:cTn id="47" fill="hold">
                            <p:stCondLst>
                              <p:cond delay="1000"/>
                            </p:stCondLst>
                            <p:childTnLst>
                              <p:par>
                                <p:cTn id="48" presetID="22" presetClass="entr" presetSubtype="4" fill="hold" nodeType="afterEffect">
                                  <p:stCondLst>
                                    <p:cond delay="0"/>
                                  </p:stCondLst>
                                  <p:childTnLst>
                                    <p:set>
                                      <p:cBhvr>
                                        <p:cTn id="49" dur="1" fill="hold">
                                          <p:stCondLst>
                                            <p:cond delay="0"/>
                                          </p:stCondLst>
                                        </p:cTn>
                                        <p:tgtEl>
                                          <p:spTgt spid="77"/>
                                        </p:tgtEl>
                                        <p:attrNameLst>
                                          <p:attrName>style.visibility</p:attrName>
                                        </p:attrNameLst>
                                      </p:cBhvr>
                                      <p:to>
                                        <p:strVal val="visible"/>
                                      </p:to>
                                    </p:set>
                                    <p:animEffect transition="in" filter="wipe(down)">
                                      <p:cBhvr>
                                        <p:cTn id="50" dur="1000"/>
                                        <p:tgtEl>
                                          <p:spTgt spid="77"/>
                                        </p:tgtEl>
                                      </p:cBhvr>
                                    </p:animEffect>
                                  </p:childTnLst>
                                </p:cTn>
                              </p:par>
                            </p:childTnLst>
                          </p:cTn>
                        </p:par>
                        <p:par>
                          <p:cTn id="51" fill="hold">
                            <p:stCondLst>
                              <p:cond delay="2000"/>
                            </p:stCondLst>
                            <p:childTnLst>
                              <p:par>
                                <p:cTn id="52" presetID="22" presetClass="entr" presetSubtype="8" fill="hold" grpId="0" nodeType="afterEffect">
                                  <p:stCondLst>
                                    <p:cond delay="0"/>
                                  </p:stCondLst>
                                  <p:childTnLst>
                                    <p:set>
                                      <p:cBhvr>
                                        <p:cTn id="53" dur="1" fill="hold">
                                          <p:stCondLst>
                                            <p:cond delay="0"/>
                                          </p:stCondLst>
                                        </p:cTn>
                                        <p:tgtEl>
                                          <p:spTgt spid="14">
                                            <p:txEl>
                                              <p:pRg st="0" end="0"/>
                                            </p:txEl>
                                          </p:spTgt>
                                        </p:tgtEl>
                                        <p:attrNameLst>
                                          <p:attrName>style.visibility</p:attrName>
                                        </p:attrNameLst>
                                      </p:cBhvr>
                                      <p:to>
                                        <p:strVal val="visible"/>
                                      </p:to>
                                    </p:set>
                                    <p:animEffect transition="in" filter="wipe(left)">
                                      <p:cBhvr>
                                        <p:cTn id="54" dur="500"/>
                                        <p:tgtEl>
                                          <p:spTgt spid="14">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9"/>
                                        </p:tgtEl>
                                        <p:attrNameLst>
                                          <p:attrName>style.visibility</p:attrName>
                                        </p:attrNameLst>
                                      </p:cBhvr>
                                      <p:to>
                                        <p:strVal val="visible"/>
                                      </p:to>
                                    </p:set>
                                    <p:animEffect transition="in" filter="wipe(left)">
                                      <p:cBhvr>
                                        <p:cTn id="59" dur="1000"/>
                                        <p:tgtEl>
                                          <p:spTgt spid="99"/>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xit" presetSubtype="4" fill="hold" grpId="1" nodeType="clickEffect">
                                  <p:stCondLst>
                                    <p:cond delay="0"/>
                                  </p:stCondLst>
                                  <p:childTnLst>
                                    <p:anim calcmode="lin" valueType="num">
                                      <p:cBhvr additive="base">
                                        <p:cTn id="63" dur="1000"/>
                                        <p:tgtEl>
                                          <p:spTgt spid="99"/>
                                        </p:tgtEl>
                                        <p:attrNameLst>
                                          <p:attrName>ppt_x</p:attrName>
                                        </p:attrNameLst>
                                      </p:cBhvr>
                                      <p:tavLst>
                                        <p:tav tm="0">
                                          <p:val>
                                            <p:strVal val="ppt_x"/>
                                          </p:val>
                                        </p:tav>
                                        <p:tav tm="100000">
                                          <p:val>
                                            <p:strVal val="ppt_x"/>
                                          </p:val>
                                        </p:tav>
                                      </p:tavLst>
                                    </p:anim>
                                    <p:anim calcmode="lin" valueType="num">
                                      <p:cBhvr additive="base">
                                        <p:cTn id="64" dur="1000"/>
                                        <p:tgtEl>
                                          <p:spTgt spid="99"/>
                                        </p:tgtEl>
                                        <p:attrNameLst>
                                          <p:attrName>ppt_y</p:attrName>
                                        </p:attrNameLst>
                                      </p:cBhvr>
                                      <p:tavLst>
                                        <p:tav tm="0">
                                          <p:val>
                                            <p:strVal val="ppt_y"/>
                                          </p:val>
                                        </p:tav>
                                        <p:tav tm="100000">
                                          <p:val>
                                            <p:strVal val="1+ppt_h/2"/>
                                          </p:val>
                                        </p:tav>
                                      </p:tavLst>
                                    </p:anim>
                                    <p:set>
                                      <p:cBhvr>
                                        <p:cTn id="65" dur="1" fill="hold">
                                          <p:stCondLst>
                                            <p:cond delay="999"/>
                                          </p:stCondLst>
                                        </p:cTn>
                                        <p:tgtEl>
                                          <p:spTgt spid="9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00"/>
                                        </p:tgtEl>
                                        <p:attrNameLst>
                                          <p:attrName>style.visibility</p:attrName>
                                        </p:attrNameLst>
                                      </p:cBhvr>
                                      <p:to>
                                        <p:strVal val="visible"/>
                                      </p:to>
                                    </p:set>
                                    <p:animEffect transition="in" filter="wipe(left)">
                                      <p:cBhvr>
                                        <p:cTn id="70" dur="1000"/>
                                        <p:tgtEl>
                                          <p:spTgt spid="10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01"/>
                                        </p:tgtEl>
                                        <p:attrNameLst>
                                          <p:attrName>style.visibility</p:attrName>
                                        </p:attrNameLst>
                                      </p:cBhvr>
                                      <p:to>
                                        <p:strVal val="visible"/>
                                      </p:to>
                                    </p:set>
                                    <p:animEffect transition="in" filter="wipe(left)">
                                      <p:cBhvr>
                                        <p:cTn id="75" dur="10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P spid="12" grpId="0" build="p" autoUpdateAnimBg="0"/>
      <p:bldP spid="13" grpId="0" build="p" autoUpdateAnimBg="0"/>
      <p:bldP spid="14" grpId="0" build="p" autoUpdateAnimBg="0"/>
      <p:bldP spid="99" grpId="0"/>
      <p:bldP spid="99" grpId="1"/>
      <p:bldP spid="100" grpId="0"/>
      <p:bldP spid="10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7C9C84D1-92AC-D3A0-A5AB-5B4CE885D5D8}"/>
              </a:ext>
            </a:extLst>
          </p:cNvPr>
          <p:cNvSpPr txBox="1">
            <a:spLocks noChangeArrowheads="1"/>
          </p:cNvSpPr>
          <p:nvPr/>
        </p:nvSpPr>
        <p:spPr bwMode="auto">
          <a:xfrm>
            <a:off x="1459184" y="2461516"/>
            <a:ext cx="792163" cy="1190625"/>
          </a:xfrm>
          <a:prstGeom prst="rect">
            <a:avLst/>
          </a:prstGeom>
          <a:noFill/>
          <a:ln w="12700">
            <a:noFill/>
            <a:miter lim="800000"/>
            <a:headEnd/>
            <a:tailEnd/>
          </a:ln>
          <a:effectLst/>
        </p:spPr>
        <p:txBody>
          <a:bodyPr>
            <a:spAutoFit/>
          </a:bodyPr>
          <a:lstStyle/>
          <a:p>
            <a:pPr eaLnBrk="1" hangingPunct="1">
              <a:spcBef>
                <a:spcPct val="50000"/>
              </a:spcBef>
              <a:defRPr/>
            </a:pPr>
            <a:r>
              <a:rPr kumimoji="1" lang="zh-CN" altLang="en-US" sz="3600" b="1" dirty="0">
                <a:effectLst>
                  <a:outerShdw blurRad="38100" dist="38100" dir="2700000" algn="tl">
                    <a:srgbClr val="C0C0C0"/>
                  </a:outerShdw>
                </a:effectLst>
                <a:ea typeface="隶书" pitchFamily="49" charset="-122"/>
              </a:rPr>
              <a:t>直线</a:t>
            </a:r>
          </a:p>
        </p:txBody>
      </p:sp>
      <p:sp>
        <p:nvSpPr>
          <p:cNvPr id="3" name="Text Box 3">
            <a:extLst>
              <a:ext uri="{FF2B5EF4-FFF2-40B4-BE49-F238E27FC236}">
                <a16:creationId xmlns:a16="http://schemas.microsoft.com/office/drawing/2014/main" id="{625EEDB9-2F4D-B58B-97C3-FCC625A92BDC}"/>
              </a:ext>
            </a:extLst>
          </p:cNvPr>
          <p:cNvSpPr txBox="1">
            <a:spLocks noChangeArrowheads="1"/>
          </p:cNvSpPr>
          <p:nvPr/>
        </p:nvSpPr>
        <p:spPr bwMode="auto">
          <a:xfrm>
            <a:off x="5489847" y="1597916"/>
            <a:ext cx="4537075" cy="457200"/>
          </a:xfrm>
          <a:prstGeom prst="rect">
            <a:avLst/>
          </a:prstGeom>
          <a:noFill/>
          <a:ln w="12700">
            <a:noFill/>
            <a:miter lim="800000"/>
            <a:headEnd/>
            <a:tailEnd/>
          </a:ln>
          <a:effectLst/>
        </p:spPr>
        <p:txBody>
          <a:bodyPr>
            <a:spAutoFit/>
          </a:bodyPr>
          <a:lstStyle/>
          <a:p>
            <a:pPr eaLnBrk="1" hangingPunct="1">
              <a:spcBef>
                <a:spcPct val="50000"/>
              </a:spcBef>
              <a:defRPr/>
            </a:pPr>
            <a:r>
              <a:rPr kumimoji="1" lang="zh-CN" altLang="en-US" sz="2400" b="1" dirty="0">
                <a:solidFill>
                  <a:srgbClr val="993300"/>
                </a:solidFill>
                <a:effectLst>
                  <a:outerShdw blurRad="38100" dist="38100" dir="2700000" algn="tl">
                    <a:srgbClr val="C0C0C0"/>
                  </a:outerShdw>
                </a:effectLst>
              </a:rPr>
              <a:t>平     行      线</a:t>
            </a:r>
            <a:r>
              <a:rPr kumimoji="1" lang="en-US" altLang="zh-CN" sz="2400" b="1" dirty="0">
                <a:solidFill>
                  <a:srgbClr val="993300"/>
                </a:solidFill>
                <a:effectLst>
                  <a:outerShdw blurRad="38100" dist="38100" dir="2700000" algn="tl">
                    <a:srgbClr val="C0C0C0"/>
                  </a:outerShdw>
                </a:effectLst>
                <a:latin typeface="宋体"/>
              </a:rPr>
              <a:t>——</a:t>
            </a:r>
            <a:r>
              <a:rPr lang="en-US" altLang="zh-CN" sz="2400" b="1" dirty="0">
                <a:solidFill>
                  <a:srgbClr val="FF0000"/>
                </a:solidFill>
                <a:effectLst>
                  <a:outerShdw blurRad="38100" dist="38100" dir="2700000" algn="tl">
                    <a:srgbClr val="C0C0C0"/>
                  </a:outerShdw>
                </a:effectLst>
              </a:rPr>
              <a:t>★</a:t>
            </a:r>
            <a:r>
              <a:rPr kumimoji="1" lang="zh-CN" altLang="en-US" sz="2400" b="1" dirty="0">
                <a:solidFill>
                  <a:srgbClr val="FF3300"/>
                </a:solidFill>
              </a:rPr>
              <a:t>两平一</a:t>
            </a:r>
            <a:r>
              <a:rPr kumimoji="1" lang="zh-CN" altLang="en-US" sz="2400" b="1" dirty="0">
                <a:solidFill>
                  <a:srgbClr val="3333FF"/>
                </a:solidFill>
              </a:rPr>
              <a:t>斜</a:t>
            </a:r>
          </a:p>
        </p:txBody>
      </p:sp>
      <p:sp>
        <p:nvSpPr>
          <p:cNvPr id="4" name="Text Box 4">
            <a:extLst>
              <a:ext uri="{FF2B5EF4-FFF2-40B4-BE49-F238E27FC236}">
                <a16:creationId xmlns:a16="http://schemas.microsoft.com/office/drawing/2014/main" id="{F854941C-7B40-92F1-9B27-DA363F397F07}"/>
              </a:ext>
            </a:extLst>
          </p:cNvPr>
          <p:cNvSpPr txBox="1">
            <a:spLocks noChangeArrowheads="1"/>
          </p:cNvSpPr>
          <p:nvPr/>
        </p:nvSpPr>
        <p:spPr bwMode="auto">
          <a:xfrm>
            <a:off x="5381897" y="1093091"/>
            <a:ext cx="4787900" cy="457200"/>
          </a:xfrm>
          <a:prstGeom prst="rect">
            <a:avLst/>
          </a:prstGeom>
          <a:noFill/>
          <a:ln w="12700">
            <a:noFill/>
            <a:miter lim="800000"/>
            <a:headEnd/>
            <a:tailEnd/>
          </a:ln>
          <a:effectLst/>
        </p:spPr>
        <p:txBody>
          <a:bodyPr wrap="square">
            <a:spAutoFit/>
          </a:bodyPr>
          <a:lstStyle/>
          <a:p>
            <a:pPr eaLnBrk="1" hangingPunct="1">
              <a:spcBef>
                <a:spcPct val="50000"/>
              </a:spcBef>
              <a:defRPr/>
            </a:pPr>
            <a:r>
              <a:rPr kumimoji="1" lang="zh-CN" altLang="en-US" sz="2400" b="1" dirty="0">
                <a:solidFill>
                  <a:srgbClr val="993300"/>
                </a:solidFill>
                <a:effectLst>
                  <a:outerShdw blurRad="38100" dist="38100" dir="2700000" algn="tl">
                    <a:srgbClr val="C0C0C0"/>
                  </a:outerShdw>
                </a:effectLst>
              </a:rPr>
              <a:t>一般位置直线</a:t>
            </a:r>
            <a:r>
              <a:rPr kumimoji="1" lang="en-US" altLang="zh-CN" sz="2400" b="1" dirty="0">
                <a:solidFill>
                  <a:srgbClr val="993300"/>
                </a:solidFill>
                <a:effectLst>
                  <a:outerShdw blurRad="38100" dist="38100" dir="2700000" algn="tl">
                    <a:srgbClr val="C0C0C0"/>
                  </a:outerShdw>
                </a:effectLst>
                <a:latin typeface="宋体"/>
              </a:rPr>
              <a:t>——</a:t>
            </a:r>
            <a:r>
              <a:rPr lang="en-US" altLang="zh-CN" sz="2400" b="1" dirty="0">
                <a:solidFill>
                  <a:srgbClr val="FF0000"/>
                </a:solidFill>
                <a:effectLst>
                  <a:outerShdw blurRad="38100" dist="38100" dir="2700000" algn="tl">
                    <a:srgbClr val="C0C0C0"/>
                  </a:outerShdw>
                </a:effectLst>
              </a:rPr>
              <a:t>★</a:t>
            </a:r>
            <a:r>
              <a:rPr kumimoji="1" lang="zh-CN" altLang="en-US" sz="2400" b="1" dirty="0">
                <a:solidFill>
                  <a:srgbClr val="FF3300"/>
                </a:solidFill>
              </a:rPr>
              <a:t>三斜线</a:t>
            </a:r>
          </a:p>
        </p:txBody>
      </p:sp>
      <p:sp>
        <p:nvSpPr>
          <p:cNvPr id="5" name="Text Box 5">
            <a:extLst>
              <a:ext uri="{FF2B5EF4-FFF2-40B4-BE49-F238E27FC236}">
                <a16:creationId xmlns:a16="http://schemas.microsoft.com/office/drawing/2014/main" id="{587015B1-59C6-4547-C298-13A2869FE8BA}"/>
              </a:ext>
            </a:extLst>
          </p:cNvPr>
          <p:cNvSpPr txBox="1">
            <a:spLocks noChangeArrowheads="1"/>
          </p:cNvSpPr>
          <p:nvPr/>
        </p:nvSpPr>
        <p:spPr bwMode="auto">
          <a:xfrm>
            <a:off x="5489847" y="2075753"/>
            <a:ext cx="4248150" cy="457200"/>
          </a:xfrm>
          <a:prstGeom prst="rect">
            <a:avLst/>
          </a:prstGeom>
          <a:noFill/>
          <a:ln w="12700">
            <a:noFill/>
            <a:miter lim="800000"/>
            <a:headEnd/>
            <a:tailEnd/>
          </a:ln>
          <a:effectLst/>
        </p:spPr>
        <p:txBody>
          <a:bodyPr>
            <a:spAutoFit/>
          </a:bodyPr>
          <a:lstStyle/>
          <a:p>
            <a:pPr eaLnBrk="1" hangingPunct="1">
              <a:spcBef>
                <a:spcPct val="50000"/>
              </a:spcBef>
              <a:defRPr/>
            </a:pPr>
            <a:r>
              <a:rPr kumimoji="1" lang="zh-CN" altLang="en-US" sz="2400" b="1">
                <a:solidFill>
                  <a:srgbClr val="993300"/>
                </a:solidFill>
                <a:effectLst>
                  <a:outerShdw blurRad="38100" dist="38100" dir="2700000" algn="tl">
                    <a:srgbClr val="C0C0C0"/>
                  </a:outerShdw>
                </a:effectLst>
              </a:rPr>
              <a:t>垂     直      线</a:t>
            </a:r>
            <a:r>
              <a:rPr kumimoji="1" lang="en-US" altLang="zh-CN" sz="2400" b="1">
                <a:solidFill>
                  <a:srgbClr val="993300"/>
                </a:solidFill>
                <a:effectLst>
                  <a:outerShdw blurRad="38100" dist="38100" dir="2700000" algn="tl">
                    <a:srgbClr val="C0C0C0"/>
                  </a:outerShdw>
                </a:effectLst>
                <a:latin typeface="宋体"/>
              </a:rPr>
              <a:t>——</a:t>
            </a:r>
            <a:r>
              <a:rPr lang="en-US" altLang="zh-CN" sz="2400" b="1">
                <a:solidFill>
                  <a:srgbClr val="FF0000"/>
                </a:solidFill>
                <a:effectLst>
                  <a:outerShdw blurRad="38100" dist="38100" dir="2700000" algn="tl">
                    <a:srgbClr val="C0C0C0"/>
                  </a:outerShdw>
                </a:effectLst>
              </a:rPr>
              <a:t>★</a:t>
            </a:r>
            <a:r>
              <a:rPr kumimoji="1" lang="zh-CN" altLang="en-US" sz="2400" b="1">
                <a:solidFill>
                  <a:srgbClr val="FF3300"/>
                </a:solidFill>
              </a:rPr>
              <a:t>两平一</a:t>
            </a:r>
            <a:r>
              <a:rPr kumimoji="1" lang="zh-CN" altLang="en-US" sz="2400" b="1">
                <a:solidFill>
                  <a:srgbClr val="3333FF"/>
                </a:solidFill>
              </a:rPr>
              <a:t>点</a:t>
            </a:r>
          </a:p>
        </p:txBody>
      </p:sp>
      <p:sp>
        <p:nvSpPr>
          <p:cNvPr id="6" name="AutoShape 6">
            <a:extLst>
              <a:ext uri="{FF2B5EF4-FFF2-40B4-BE49-F238E27FC236}">
                <a16:creationId xmlns:a16="http://schemas.microsoft.com/office/drawing/2014/main" id="{35197951-9AE6-8230-B207-25A186705C95}"/>
              </a:ext>
            </a:extLst>
          </p:cNvPr>
          <p:cNvSpPr>
            <a:spLocks/>
          </p:cNvSpPr>
          <p:nvPr/>
        </p:nvSpPr>
        <p:spPr bwMode="auto">
          <a:xfrm>
            <a:off x="5273947" y="1382016"/>
            <a:ext cx="215900" cy="935037"/>
          </a:xfrm>
          <a:prstGeom prst="leftBrace">
            <a:avLst>
              <a:gd name="adj1" fmla="val 36091"/>
              <a:gd name="adj2" fmla="val 50000"/>
            </a:avLst>
          </a:prstGeom>
          <a:noFill/>
          <a:ln w="28575">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7" name="AutoShape 7">
            <a:extLst>
              <a:ext uri="{FF2B5EF4-FFF2-40B4-BE49-F238E27FC236}">
                <a16:creationId xmlns:a16="http://schemas.microsoft.com/office/drawing/2014/main" id="{982442DC-83E6-2718-4626-7717B0B6B2D9}"/>
              </a:ext>
            </a:extLst>
          </p:cNvPr>
          <p:cNvSpPr>
            <a:spLocks/>
          </p:cNvSpPr>
          <p:nvPr/>
        </p:nvSpPr>
        <p:spPr bwMode="auto">
          <a:xfrm>
            <a:off x="2108472" y="1813816"/>
            <a:ext cx="287337" cy="2663825"/>
          </a:xfrm>
          <a:prstGeom prst="leftBrace">
            <a:avLst>
              <a:gd name="adj1" fmla="val 110691"/>
              <a:gd name="adj2" fmla="val 50000"/>
            </a:avLst>
          </a:prstGeom>
          <a:noFill/>
          <a:ln w="28575">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8" name="Text Box 8">
            <a:extLst>
              <a:ext uri="{FF2B5EF4-FFF2-40B4-BE49-F238E27FC236}">
                <a16:creationId xmlns:a16="http://schemas.microsoft.com/office/drawing/2014/main" id="{488CAEBA-5645-368A-3713-C8C3898FF870}"/>
              </a:ext>
            </a:extLst>
          </p:cNvPr>
          <p:cNvSpPr txBox="1">
            <a:spLocks noChangeArrowheads="1"/>
          </p:cNvSpPr>
          <p:nvPr/>
        </p:nvSpPr>
        <p:spPr bwMode="auto">
          <a:xfrm>
            <a:off x="2251347" y="1597916"/>
            <a:ext cx="3167062" cy="457200"/>
          </a:xfrm>
          <a:prstGeom prst="rect">
            <a:avLst/>
          </a:prstGeom>
          <a:noFill/>
          <a:ln w="28575" algn="ctr">
            <a:noFill/>
            <a:miter lim="800000"/>
            <a:headEnd/>
            <a:tailEnd/>
          </a:ln>
          <a:effectLst/>
        </p:spPr>
        <p:txBody>
          <a:bodyPr>
            <a:spAutoFit/>
          </a:bodyPr>
          <a:lstStyle/>
          <a:p>
            <a:pPr algn="ctr" eaLnBrk="1" hangingPunct="1">
              <a:spcBef>
                <a:spcPct val="50000"/>
              </a:spcBef>
              <a:defRPr/>
            </a:pPr>
            <a:r>
              <a:rPr lang="zh-CN" altLang="en-US" sz="2400" b="1">
                <a:solidFill>
                  <a:srgbClr val="FF0000"/>
                </a:solidFill>
                <a:effectLst>
                  <a:outerShdw blurRad="38100" dist="38100" dir="2700000" algn="tl">
                    <a:srgbClr val="C0C0C0"/>
                  </a:outerShdw>
                </a:effectLst>
              </a:rPr>
              <a:t>★各种位置直线</a:t>
            </a:r>
            <a:r>
              <a:rPr lang="en-US" altLang="zh-CN" sz="2400" b="1">
                <a:solidFill>
                  <a:srgbClr val="FF0000"/>
                </a:solidFill>
                <a:effectLst>
                  <a:outerShdw blurRad="38100" dist="38100" dir="2700000" algn="tl">
                    <a:srgbClr val="C0C0C0"/>
                  </a:outerShdw>
                </a:effectLst>
                <a:latin typeface="宋体"/>
              </a:rPr>
              <a:t>——</a:t>
            </a:r>
            <a:endParaRPr lang="en-US" altLang="zh-CN" sz="2400" b="1">
              <a:solidFill>
                <a:srgbClr val="FF0000"/>
              </a:solidFill>
              <a:effectLst>
                <a:outerShdw blurRad="38100" dist="38100" dir="2700000" algn="tl">
                  <a:srgbClr val="C0C0C0"/>
                </a:outerShdw>
              </a:effectLst>
            </a:endParaRPr>
          </a:p>
        </p:txBody>
      </p:sp>
      <p:sp>
        <p:nvSpPr>
          <p:cNvPr id="9" name="Text Box 10">
            <a:extLst>
              <a:ext uri="{FF2B5EF4-FFF2-40B4-BE49-F238E27FC236}">
                <a16:creationId xmlns:a16="http://schemas.microsoft.com/office/drawing/2014/main" id="{A84D5695-EA3E-B476-D938-93C77FADBFF5}"/>
              </a:ext>
            </a:extLst>
          </p:cNvPr>
          <p:cNvSpPr txBox="1">
            <a:spLocks noChangeArrowheads="1"/>
          </p:cNvSpPr>
          <p:nvPr/>
        </p:nvSpPr>
        <p:spPr bwMode="auto">
          <a:xfrm>
            <a:off x="2540272" y="3180653"/>
            <a:ext cx="7993062" cy="668338"/>
          </a:xfrm>
          <a:prstGeom prst="rect">
            <a:avLst/>
          </a:prstGeom>
          <a:noFill/>
          <a:ln w="28575" algn="ctr">
            <a:noFill/>
            <a:miter lim="800000"/>
            <a:headEnd/>
            <a:tailEnd/>
          </a:ln>
          <a:effectLst/>
        </p:spPr>
        <p:txBody>
          <a:bodyPr>
            <a:spAutoFit/>
          </a:bodyPr>
          <a:lstStyle/>
          <a:p>
            <a:pPr eaLnBrk="1" hangingPunct="1">
              <a:lnSpc>
                <a:spcPct val="50000"/>
              </a:lnSpc>
              <a:spcBef>
                <a:spcPct val="50000"/>
              </a:spcBef>
              <a:defRPr/>
            </a:pPr>
            <a:r>
              <a:rPr lang="zh-CN" altLang="en-US" sz="2400" b="1" dirty="0">
                <a:solidFill>
                  <a:srgbClr val="3333FF"/>
                </a:solidFill>
                <a:effectLst>
                  <a:outerShdw blurRad="38100" dist="38100" dir="2700000" algn="tl">
                    <a:srgbClr val="C0C0C0"/>
                  </a:outerShdw>
                </a:effectLst>
              </a:rPr>
              <a:t>直线上的点</a:t>
            </a:r>
            <a:r>
              <a:rPr lang="en-US" altLang="zh-CN" sz="2400" b="1" dirty="0">
                <a:solidFill>
                  <a:srgbClr val="3333FF"/>
                </a:solidFill>
                <a:effectLst>
                  <a:outerShdw blurRad="38100" dist="38100" dir="2700000" algn="tl">
                    <a:srgbClr val="C0C0C0"/>
                  </a:outerShdw>
                </a:effectLst>
                <a:latin typeface="宋体"/>
              </a:rPr>
              <a:t>——</a:t>
            </a:r>
            <a:r>
              <a:rPr lang="en-US" altLang="zh-CN" sz="2400" b="1" dirty="0">
                <a:solidFill>
                  <a:srgbClr val="3333FF"/>
                </a:solidFill>
                <a:effectLst>
                  <a:outerShdw blurRad="38100" dist="38100" dir="2700000" algn="tl">
                    <a:srgbClr val="C0C0C0"/>
                  </a:outerShdw>
                </a:effectLst>
              </a:rPr>
              <a:t>1</a:t>
            </a:r>
            <a:r>
              <a:rPr lang="zh-CN" altLang="en-US" sz="2400" b="1" dirty="0">
                <a:solidFill>
                  <a:srgbClr val="3333FF"/>
                </a:solidFill>
                <a:effectLst>
                  <a:outerShdw blurRad="38100" dist="38100" dir="2700000" algn="tl">
                    <a:srgbClr val="C0C0C0"/>
                  </a:outerShdw>
                </a:effectLst>
              </a:rPr>
              <a:t>、点；</a:t>
            </a:r>
          </a:p>
          <a:p>
            <a:pPr eaLnBrk="1" hangingPunct="1">
              <a:lnSpc>
                <a:spcPct val="50000"/>
              </a:lnSpc>
              <a:spcBef>
                <a:spcPct val="50000"/>
              </a:spcBef>
              <a:defRPr/>
            </a:pPr>
            <a:r>
              <a:rPr lang="zh-CN" altLang="en-US" sz="2400" b="1" dirty="0">
                <a:solidFill>
                  <a:srgbClr val="3333FF"/>
                </a:solidFill>
                <a:effectLst>
                  <a:outerShdw blurRad="38100" dist="38100" dir="2700000" algn="tl">
                    <a:srgbClr val="C0C0C0"/>
                  </a:outerShdw>
                </a:effectLst>
              </a:rPr>
              <a:t>                          </a:t>
            </a:r>
            <a:r>
              <a:rPr lang="en-US" altLang="zh-CN" sz="2400" b="1" dirty="0">
                <a:solidFill>
                  <a:srgbClr val="3333FF"/>
                </a:solidFill>
                <a:effectLst>
                  <a:outerShdw blurRad="38100" dist="38100" dir="2700000" algn="tl">
                    <a:srgbClr val="C0C0C0"/>
                  </a:outerShdw>
                </a:effectLst>
              </a:rPr>
              <a:t>2</a:t>
            </a:r>
            <a:r>
              <a:rPr lang="zh-CN" altLang="en-US" sz="2400" b="1" dirty="0">
                <a:solidFill>
                  <a:srgbClr val="3333FF"/>
                </a:solidFill>
                <a:effectLst>
                  <a:outerShdw blurRad="38100" dist="38100" dir="2700000" algn="tl">
                    <a:srgbClr val="C0C0C0"/>
                  </a:outerShdw>
                </a:effectLst>
              </a:rPr>
              <a:t>、分割线段成正比；</a:t>
            </a:r>
          </a:p>
        </p:txBody>
      </p:sp>
      <p:sp>
        <p:nvSpPr>
          <p:cNvPr id="10" name="Text Box 11">
            <a:extLst>
              <a:ext uri="{FF2B5EF4-FFF2-40B4-BE49-F238E27FC236}">
                <a16:creationId xmlns:a16="http://schemas.microsoft.com/office/drawing/2014/main" id="{CD041C12-51AB-78F8-858D-25E6D9BE8DE5}"/>
              </a:ext>
            </a:extLst>
          </p:cNvPr>
          <p:cNvSpPr txBox="1">
            <a:spLocks noChangeArrowheads="1"/>
          </p:cNvSpPr>
          <p:nvPr/>
        </p:nvSpPr>
        <p:spPr bwMode="auto">
          <a:xfrm>
            <a:off x="2465659" y="4333178"/>
            <a:ext cx="6911975" cy="1245213"/>
          </a:xfrm>
          <a:prstGeom prst="rect">
            <a:avLst/>
          </a:prstGeom>
          <a:noFill/>
          <a:ln w="28575" algn="ctr">
            <a:noFill/>
            <a:miter lim="800000"/>
            <a:headEnd/>
            <a:tailEnd/>
          </a:ln>
          <a:effectLst/>
        </p:spPr>
        <p:txBody>
          <a:bodyPr>
            <a:spAutoFit/>
          </a:bodyPr>
          <a:lstStyle/>
          <a:p>
            <a:pPr eaLnBrk="1" hangingPunct="1">
              <a:lnSpc>
                <a:spcPct val="70000"/>
              </a:lnSpc>
              <a:spcBef>
                <a:spcPct val="50000"/>
              </a:spcBef>
              <a:defRPr/>
            </a:pPr>
            <a:r>
              <a:rPr lang="zh-CN" altLang="en-US" sz="2400" b="1" dirty="0">
                <a:solidFill>
                  <a:srgbClr val="3333FF"/>
                </a:solidFill>
                <a:effectLst>
                  <a:outerShdw blurRad="38100" dist="38100" dir="2700000" algn="tl">
                    <a:srgbClr val="C0C0C0"/>
                  </a:outerShdw>
                </a:effectLst>
              </a:rPr>
              <a:t>两直线的相对位置</a:t>
            </a:r>
            <a:r>
              <a:rPr lang="en-US" altLang="zh-CN" sz="2400" b="1" dirty="0">
                <a:solidFill>
                  <a:srgbClr val="3333FF"/>
                </a:solidFill>
                <a:effectLst>
                  <a:outerShdw blurRad="38100" dist="38100" dir="2700000" algn="tl">
                    <a:srgbClr val="C0C0C0"/>
                  </a:outerShdw>
                </a:effectLst>
                <a:latin typeface="宋体"/>
              </a:rPr>
              <a:t>——</a:t>
            </a:r>
            <a:r>
              <a:rPr lang="en-US" altLang="zh-CN" sz="2400" b="1" dirty="0">
                <a:solidFill>
                  <a:srgbClr val="3333FF"/>
                </a:solidFill>
                <a:effectLst>
                  <a:outerShdw blurRad="38100" dist="38100" dir="2700000" algn="tl">
                    <a:srgbClr val="C0C0C0"/>
                  </a:outerShdw>
                </a:effectLst>
              </a:rPr>
              <a:t>1</a:t>
            </a:r>
            <a:r>
              <a:rPr lang="zh-CN" altLang="en-US" sz="2400" b="1" dirty="0">
                <a:solidFill>
                  <a:srgbClr val="3333FF"/>
                </a:solidFill>
                <a:effectLst>
                  <a:outerShdw blurRad="38100" dist="38100" dir="2700000" algn="tl">
                    <a:srgbClr val="C0C0C0"/>
                  </a:outerShdw>
                </a:effectLst>
              </a:rPr>
              <a:t>、两直线平行；</a:t>
            </a:r>
          </a:p>
          <a:p>
            <a:pPr eaLnBrk="1" hangingPunct="1">
              <a:lnSpc>
                <a:spcPct val="70000"/>
              </a:lnSpc>
              <a:spcBef>
                <a:spcPct val="50000"/>
              </a:spcBef>
              <a:defRPr/>
            </a:pPr>
            <a:r>
              <a:rPr lang="zh-CN" altLang="en-US" sz="2400" b="1" dirty="0">
                <a:solidFill>
                  <a:srgbClr val="3333FF"/>
                </a:solidFill>
                <a:effectLst>
                  <a:outerShdw blurRad="38100" dist="38100" dir="2700000" algn="tl">
                    <a:srgbClr val="C0C0C0"/>
                  </a:outerShdw>
                </a:effectLst>
              </a:rPr>
              <a:t>                                    </a:t>
            </a:r>
            <a:r>
              <a:rPr lang="en-US" altLang="zh-CN" sz="2400" b="1" dirty="0">
                <a:solidFill>
                  <a:srgbClr val="3333FF"/>
                </a:solidFill>
                <a:effectLst>
                  <a:outerShdw blurRad="38100" dist="38100" dir="2700000" algn="tl">
                    <a:srgbClr val="C0C0C0"/>
                  </a:outerShdw>
                </a:effectLst>
              </a:rPr>
              <a:t>2</a:t>
            </a:r>
            <a:r>
              <a:rPr lang="zh-CN" altLang="en-US" sz="2400" b="1" dirty="0">
                <a:solidFill>
                  <a:srgbClr val="3333FF"/>
                </a:solidFill>
                <a:effectLst>
                  <a:outerShdw blurRad="38100" dist="38100" dir="2700000" algn="tl">
                    <a:srgbClr val="C0C0C0"/>
                  </a:outerShdw>
                </a:effectLst>
              </a:rPr>
              <a:t>、相交两直线；</a:t>
            </a:r>
          </a:p>
          <a:p>
            <a:pPr eaLnBrk="1" hangingPunct="1">
              <a:lnSpc>
                <a:spcPct val="70000"/>
              </a:lnSpc>
              <a:spcBef>
                <a:spcPct val="50000"/>
              </a:spcBef>
              <a:defRPr/>
            </a:pPr>
            <a:r>
              <a:rPr lang="zh-CN" altLang="en-US" sz="2400" b="1" dirty="0">
                <a:solidFill>
                  <a:srgbClr val="3333FF"/>
                </a:solidFill>
                <a:effectLst>
                  <a:outerShdw blurRad="38100" dist="38100" dir="2700000" algn="tl">
                    <a:srgbClr val="C0C0C0"/>
                  </a:outerShdw>
                </a:effectLst>
              </a:rPr>
              <a:t>                                    </a:t>
            </a:r>
            <a:r>
              <a:rPr lang="en-US" altLang="zh-CN" sz="2400" b="1" dirty="0">
                <a:solidFill>
                  <a:srgbClr val="3333FF"/>
                </a:solidFill>
                <a:effectLst>
                  <a:outerShdw blurRad="38100" dist="38100" dir="2700000" algn="tl">
                    <a:srgbClr val="C0C0C0"/>
                  </a:outerShdw>
                </a:effectLst>
              </a:rPr>
              <a:t>3</a:t>
            </a:r>
            <a:r>
              <a:rPr lang="zh-CN" altLang="en-US" sz="2400" b="1" dirty="0">
                <a:solidFill>
                  <a:srgbClr val="3333FF"/>
                </a:solidFill>
                <a:effectLst>
                  <a:outerShdw blurRad="38100" dist="38100" dir="2700000" algn="tl">
                    <a:srgbClr val="C0C0C0"/>
                  </a:outerShdw>
                </a:effectLst>
              </a:rPr>
              <a:t>、相错两直线。</a:t>
            </a:r>
          </a:p>
        </p:txBody>
      </p:sp>
      <p:sp>
        <p:nvSpPr>
          <p:cNvPr id="11" name="Text Box 13">
            <a:extLst>
              <a:ext uri="{FF2B5EF4-FFF2-40B4-BE49-F238E27FC236}">
                <a16:creationId xmlns:a16="http://schemas.microsoft.com/office/drawing/2014/main" id="{3690BB3B-1DAD-B7D2-D48A-50FAB10D177A}"/>
              </a:ext>
            </a:extLst>
          </p:cNvPr>
          <p:cNvSpPr txBox="1">
            <a:spLocks noChangeArrowheads="1"/>
          </p:cNvSpPr>
          <p:nvPr/>
        </p:nvSpPr>
        <p:spPr bwMode="auto">
          <a:xfrm>
            <a:off x="2321197" y="1885253"/>
            <a:ext cx="2376487" cy="457200"/>
          </a:xfrm>
          <a:prstGeom prst="rect">
            <a:avLst/>
          </a:prstGeom>
          <a:noFill/>
          <a:ln w="28575" algn="ctr">
            <a:noFill/>
            <a:miter lim="800000"/>
            <a:headEnd/>
            <a:tailEnd/>
          </a:ln>
          <a:effectLst/>
        </p:spPr>
        <p:txBody>
          <a:bodyPr>
            <a:spAutoFit/>
          </a:bodyPr>
          <a:lstStyle/>
          <a:p>
            <a:pPr algn="ctr" eaLnBrk="1" hangingPunct="1">
              <a:spcBef>
                <a:spcPct val="50000"/>
              </a:spcBef>
              <a:defRPr/>
            </a:pPr>
            <a:r>
              <a:rPr lang="zh-CN" altLang="en-US" sz="2400">
                <a:effectLst>
                  <a:outerShdw blurRad="38100" dist="38100" dir="2700000" algn="tl">
                    <a:srgbClr val="C0C0C0"/>
                  </a:outerShdw>
                </a:effectLst>
                <a:ea typeface="隶书" pitchFamily="49" charset="-122"/>
              </a:rPr>
              <a:t>（熟练掌握）</a:t>
            </a:r>
          </a:p>
        </p:txBody>
      </p:sp>
    </p:spTree>
    <p:extLst>
      <p:ext uri="{BB962C8B-B14F-4D97-AF65-F5344CB8AC3E}">
        <p14:creationId xmlns:p14="http://schemas.microsoft.com/office/powerpoint/2010/main" val="991636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467FA174-B705-B651-09A8-B23F45243ED0}"/>
              </a:ext>
            </a:extLst>
          </p:cNvPr>
          <p:cNvSpPr txBox="1">
            <a:spLocks noChangeArrowheads="1"/>
          </p:cNvSpPr>
          <p:nvPr/>
        </p:nvSpPr>
        <p:spPr bwMode="auto">
          <a:xfrm>
            <a:off x="1628039" y="1282584"/>
            <a:ext cx="8496300" cy="561975"/>
          </a:xfrm>
          <a:prstGeom prst="rect">
            <a:avLst/>
          </a:prstGeom>
          <a:noFill/>
          <a:ln w="12700">
            <a:noFill/>
            <a:miter lim="800000"/>
            <a:headEnd type="none" w="sm" len="sm"/>
            <a:tailEnd type="none" w="sm" len="sm"/>
          </a:ln>
          <a:effectLst/>
        </p:spPr>
        <p:txBody>
          <a:bodyPr>
            <a:spAutoFit/>
          </a:bodyPr>
          <a:lstStyle/>
          <a:p>
            <a:pPr fontAlgn="base">
              <a:lnSpc>
                <a:spcPct val="110000"/>
              </a:lnSpc>
              <a:spcBef>
                <a:spcPct val="50000"/>
              </a:spcBef>
              <a:spcAft>
                <a:spcPct val="0"/>
              </a:spcAft>
              <a:defRPr/>
            </a:pP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按空间直线相对于三个投影面的位置，可分为三类：</a:t>
            </a:r>
          </a:p>
        </p:txBody>
      </p:sp>
      <p:sp>
        <p:nvSpPr>
          <p:cNvPr id="5" name="AutoShape 5">
            <a:extLst>
              <a:ext uri="{FF2B5EF4-FFF2-40B4-BE49-F238E27FC236}">
                <a16:creationId xmlns:a16="http://schemas.microsoft.com/office/drawing/2014/main" id="{82D000F3-A232-2441-06E2-0DD4482FB063}"/>
              </a:ext>
            </a:extLst>
          </p:cNvPr>
          <p:cNvSpPr>
            <a:spLocks/>
          </p:cNvSpPr>
          <p:nvPr/>
        </p:nvSpPr>
        <p:spPr bwMode="auto">
          <a:xfrm>
            <a:off x="3355239" y="2204921"/>
            <a:ext cx="288925" cy="2735263"/>
          </a:xfrm>
          <a:prstGeom prst="leftBrace">
            <a:avLst>
              <a:gd name="adj1" fmla="val 78892"/>
              <a:gd name="adj2" fmla="val 50000"/>
            </a:avLst>
          </a:prstGeom>
          <a:noFill/>
          <a:ln w="38100">
            <a:solidFill>
              <a:srgbClr val="FF3399"/>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endParaRPr>
          </a:p>
        </p:txBody>
      </p:sp>
      <p:sp>
        <p:nvSpPr>
          <p:cNvPr id="6" name="Text Box 6">
            <a:extLst>
              <a:ext uri="{FF2B5EF4-FFF2-40B4-BE49-F238E27FC236}">
                <a16:creationId xmlns:a16="http://schemas.microsoft.com/office/drawing/2014/main" id="{631B96CC-EE17-3F66-140C-9C12A39F964B}"/>
              </a:ext>
            </a:extLst>
          </p:cNvPr>
          <p:cNvSpPr txBox="1">
            <a:spLocks noChangeArrowheads="1"/>
          </p:cNvSpPr>
          <p:nvPr/>
        </p:nvSpPr>
        <p:spPr bwMode="auto">
          <a:xfrm>
            <a:off x="3715601" y="1915996"/>
            <a:ext cx="5486400" cy="519113"/>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dirty="0">
                <a:solidFill>
                  <a:srgbClr val="0000FF"/>
                </a:solidFill>
                <a:effectLst>
                  <a:outerShdw blurRad="38100" dist="38100" dir="2700000" algn="tl">
                    <a:srgbClr val="C0C0C0"/>
                  </a:outerShdw>
                </a:effectLst>
                <a:latin typeface="仿宋" pitchFamily="49" charset="-122"/>
                <a:ea typeface="仿宋" pitchFamily="49" charset="-122"/>
              </a:rPr>
              <a:t>一般位置直线</a:t>
            </a: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V</a:t>
            </a:r>
            <a:r>
              <a:rPr kumimoji="1" lang="zh-CN" altLang="en-US" sz="2800" b="1" i="1" dirty="0">
                <a:solidFill>
                  <a:srgbClr val="000000"/>
                </a:solidFill>
                <a:effectLst>
                  <a:outerShdw blurRad="38100" dist="38100" dir="2700000" algn="tl">
                    <a:srgbClr val="C0C0C0"/>
                  </a:outerShdw>
                </a:effectLst>
                <a:latin typeface="仿宋" pitchFamily="49" charset="-122"/>
                <a:ea typeface="仿宋" pitchFamily="49" charset="-122"/>
              </a:rPr>
              <a:t>、</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H</a:t>
            </a:r>
            <a:r>
              <a:rPr kumimoji="1" lang="zh-CN" altLang="en-US" sz="2800" b="1" i="1" dirty="0">
                <a:solidFill>
                  <a:srgbClr val="000000"/>
                </a:solidFill>
                <a:effectLst>
                  <a:outerShdw blurRad="38100" dist="38100" dir="2700000" algn="tl">
                    <a:srgbClr val="C0C0C0"/>
                  </a:outerShdw>
                </a:effectLst>
                <a:latin typeface="仿宋" pitchFamily="49" charset="-122"/>
                <a:ea typeface="仿宋" pitchFamily="49" charset="-122"/>
              </a:rPr>
              <a:t>、</a:t>
            </a:r>
            <a:r>
              <a:rPr kumimoji="1" lang="en-US" altLang="zh-CN" sz="2800" b="1" i="1" dirty="0">
                <a:solidFill>
                  <a:srgbClr val="000000"/>
                </a:solidFill>
                <a:effectLst>
                  <a:outerShdw blurRad="38100" dist="38100" dir="2700000" algn="tl">
                    <a:srgbClr val="C0C0C0"/>
                  </a:outerShdw>
                </a:effectLst>
                <a:latin typeface="仿宋" pitchFamily="49" charset="-122"/>
                <a:ea typeface="仿宋" pitchFamily="49" charset="-122"/>
              </a:rPr>
              <a:t>W</a:t>
            </a:r>
            <a:r>
              <a:rPr kumimoji="1" lang="zh-CN" altLang="en-US" sz="2800" b="1" dirty="0">
                <a:solidFill>
                  <a:srgbClr val="000000"/>
                </a:solidFill>
                <a:effectLst>
                  <a:outerShdw blurRad="38100" dist="38100" dir="2700000" algn="tl">
                    <a:srgbClr val="C0C0C0"/>
                  </a:outerShdw>
                </a:effectLst>
                <a:latin typeface="仿宋" pitchFamily="49" charset="-122"/>
                <a:ea typeface="仿宋" pitchFamily="49" charset="-122"/>
              </a:rPr>
              <a:t>面）</a:t>
            </a:r>
            <a:endParaRPr kumimoji="1" lang="zh-CN" altLang="en-US" sz="2800" dirty="0">
              <a:solidFill>
                <a:srgbClr val="000000"/>
              </a:solidFill>
              <a:effectLst>
                <a:outerShdw blurRad="38100" dist="38100" dir="2700000" algn="tl">
                  <a:srgbClr val="C0C0C0"/>
                </a:outerShdw>
              </a:effectLst>
              <a:latin typeface="仿宋" pitchFamily="49" charset="-122"/>
              <a:ea typeface="仿宋" pitchFamily="49" charset="-122"/>
            </a:endParaRPr>
          </a:p>
        </p:txBody>
      </p:sp>
      <p:sp>
        <p:nvSpPr>
          <p:cNvPr id="7" name="Text Box 7">
            <a:extLst>
              <a:ext uri="{FF2B5EF4-FFF2-40B4-BE49-F238E27FC236}">
                <a16:creationId xmlns:a16="http://schemas.microsoft.com/office/drawing/2014/main" id="{96BAB8EB-6D5E-C9EF-1171-1F1E1247C93F}"/>
              </a:ext>
            </a:extLst>
          </p:cNvPr>
          <p:cNvSpPr txBox="1">
            <a:spLocks noChangeArrowheads="1"/>
          </p:cNvSpPr>
          <p:nvPr/>
        </p:nvSpPr>
        <p:spPr bwMode="auto">
          <a:xfrm>
            <a:off x="3712426" y="3054234"/>
            <a:ext cx="13716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平行线</a:t>
            </a:r>
            <a:endParaRPr kumimoji="1" lang="zh-CN" altLang="en-US" sz="2800">
              <a:solidFill>
                <a:srgbClr val="0000FF"/>
              </a:solidFill>
              <a:effectLst>
                <a:outerShdw blurRad="38100" dist="38100" dir="2700000" algn="tl">
                  <a:srgbClr val="C0C0C0"/>
                </a:outerShdw>
              </a:effectLst>
              <a:latin typeface="仿宋" pitchFamily="49" charset="-122"/>
              <a:ea typeface="仿宋" pitchFamily="49" charset="-122"/>
            </a:endParaRPr>
          </a:p>
        </p:txBody>
      </p:sp>
      <p:sp>
        <p:nvSpPr>
          <p:cNvPr id="8" name="AutoShape 8">
            <a:extLst>
              <a:ext uri="{FF2B5EF4-FFF2-40B4-BE49-F238E27FC236}">
                <a16:creationId xmlns:a16="http://schemas.microsoft.com/office/drawing/2014/main" id="{C11C9A0F-37D7-1413-CDED-15B9493D69E6}"/>
              </a:ext>
            </a:extLst>
          </p:cNvPr>
          <p:cNvSpPr>
            <a:spLocks/>
          </p:cNvSpPr>
          <p:nvPr/>
        </p:nvSpPr>
        <p:spPr bwMode="auto">
          <a:xfrm>
            <a:off x="5587264" y="2708159"/>
            <a:ext cx="228600" cy="1223962"/>
          </a:xfrm>
          <a:prstGeom prst="leftBrace">
            <a:avLst>
              <a:gd name="adj1" fmla="val 44618"/>
              <a:gd name="adj2" fmla="val 50000"/>
            </a:avLst>
          </a:prstGeom>
          <a:noFill/>
          <a:ln w="38100">
            <a:solidFill>
              <a:srgbClr val="FF3399"/>
            </a:solidFill>
            <a:round/>
            <a:headEnd type="none" w="sm" len="sm"/>
            <a:tailEnd type="none" w="sm" len="sm"/>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FF3399"/>
              </a:solidFill>
              <a:effectLst>
                <a:outerShdw blurRad="38100" dist="38100" dir="2700000" algn="tl">
                  <a:srgbClr val="C0C0C0"/>
                </a:outerShdw>
              </a:effectLst>
              <a:uLnTx/>
              <a:uFillTx/>
              <a:latin typeface="仿宋" pitchFamily="49" charset="-122"/>
              <a:ea typeface="仿宋" pitchFamily="49" charset="-122"/>
            </a:endParaRPr>
          </a:p>
        </p:txBody>
      </p:sp>
      <p:sp>
        <p:nvSpPr>
          <p:cNvPr id="9" name="Text Box 9">
            <a:extLst>
              <a:ext uri="{FF2B5EF4-FFF2-40B4-BE49-F238E27FC236}">
                <a16:creationId xmlns:a16="http://schemas.microsoft.com/office/drawing/2014/main" id="{20B5B618-C0EE-2C6D-61C4-6BAF432CB060}"/>
              </a:ext>
            </a:extLst>
          </p:cNvPr>
          <p:cNvSpPr txBox="1">
            <a:spLocks noChangeArrowheads="1"/>
          </p:cNvSpPr>
          <p:nvPr/>
        </p:nvSpPr>
        <p:spPr bwMode="auto">
          <a:xfrm>
            <a:off x="5947626" y="3035184"/>
            <a:ext cx="36576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正平线（∥</a:t>
            </a:r>
            <a:r>
              <a:rPr kumimoji="1" lang="en-US" altLang="zh-CN" sz="2800" b="1" i="1">
                <a:solidFill>
                  <a:srgbClr val="FF3399"/>
                </a:solidFill>
                <a:effectLst>
                  <a:outerShdw blurRad="38100" dist="38100" dir="2700000" algn="tl">
                    <a:srgbClr val="C0C0C0"/>
                  </a:outerShdw>
                </a:effectLst>
                <a:latin typeface="仿宋" pitchFamily="49" charset="-122"/>
                <a:ea typeface="仿宋" pitchFamily="49" charset="-122"/>
              </a:rPr>
              <a:t>V</a:t>
            </a: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面）</a:t>
            </a:r>
          </a:p>
        </p:txBody>
      </p:sp>
      <p:sp>
        <p:nvSpPr>
          <p:cNvPr id="10" name="Text Box 10">
            <a:extLst>
              <a:ext uri="{FF2B5EF4-FFF2-40B4-BE49-F238E27FC236}">
                <a16:creationId xmlns:a16="http://schemas.microsoft.com/office/drawing/2014/main" id="{453E5476-CF07-EED5-CEC1-804706B7C778}"/>
              </a:ext>
            </a:extLst>
          </p:cNvPr>
          <p:cNvSpPr txBox="1">
            <a:spLocks noChangeArrowheads="1"/>
          </p:cNvSpPr>
          <p:nvPr/>
        </p:nvSpPr>
        <p:spPr bwMode="auto">
          <a:xfrm>
            <a:off x="5947626" y="2506546"/>
            <a:ext cx="3657600" cy="519113"/>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水平线（∥</a:t>
            </a:r>
            <a:r>
              <a:rPr kumimoji="1" lang="en-US" altLang="zh-CN" sz="2800" b="1" i="1">
                <a:solidFill>
                  <a:srgbClr val="FF3399"/>
                </a:solidFill>
                <a:effectLst>
                  <a:outerShdw blurRad="38100" dist="38100" dir="2700000" algn="tl">
                    <a:srgbClr val="C0C0C0"/>
                  </a:outerShdw>
                </a:effectLst>
                <a:latin typeface="仿宋" pitchFamily="49" charset="-122"/>
                <a:ea typeface="仿宋" pitchFamily="49" charset="-122"/>
              </a:rPr>
              <a:t>H</a:t>
            </a: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面）</a:t>
            </a:r>
          </a:p>
        </p:txBody>
      </p:sp>
      <p:sp>
        <p:nvSpPr>
          <p:cNvPr id="11" name="Text Box 11">
            <a:extLst>
              <a:ext uri="{FF2B5EF4-FFF2-40B4-BE49-F238E27FC236}">
                <a16:creationId xmlns:a16="http://schemas.microsoft.com/office/drawing/2014/main" id="{8301E0A0-F8D1-0224-8C52-1C18D5DD5D62}"/>
              </a:ext>
            </a:extLst>
          </p:cNvPr>
          <p:cNvSpPr txBox="1">
            <a:spLocks noChangeArrowheads="1"/>
          </p:cNvSpPr>
          <p:nvPr/>
        </p:nvSpPr>
        <p:spPr bwMode="auto">
          <a:xfrm>
            <a:off x="5947626" y="3565409"/>
            <a:ext cx="37338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侧平线（∥</a:t>
            </a:r>
            <a:r>
              <a:rPr kumimoji="1" lang="en-US" altLang="zh-CN" sz="2800" b="1" i="1">
                <a:solidFill>
                  <a:srgbClr val="FF3399"/>
                </a:solidFill>
                <a:effectLst>
                  <a:outerShdw blurRad="38100" dist="38100" dir="2700000" algn="tl">
                    <a:srgbClr val="C0C0C0"/>
                  </a:outerShdw>
                </a:effectLst>
                <a:latin typeface="仿宋" pitchFamily="49" charset="-122"/>
                <a:ea typeface="仿宋" pitchFamily="49" charset="-122"/>
              </a:rPr>
              <a:t>W</a:t>
            </a:r>
            <a:r>
              <a:rPr kumimoji="1" lang="zh-CN" altLang="en-US" sz="2800" b="1">
                <a:solidFill>
                  <a:srgbClr val="FF3399"/>
                </a:solidFill>
                <a:effectLst>
                  <a:outerShdw blurRad="38100" dist="38100" dir="2700000" algn="tl">
                    <a:srgbClr val="C0C0C0"/>
                  </a:outerShdw>
                </a:effectLst>
                <a:latin typeface="仿宋" pitchFamily="49" charset="-122"/>
                <a:ea typeface="仿宋" pitchFamily="49" charset="-122"/>
              </a:rPr>
              <a:t>面）</a:t>
            </a:r>
          </a:p>
        </p:txBody>
      </p:sp>
      <p:sp>
        <p:nvSpPr>
          <p:cNvPr id="12" name="Text Box 12">
            <a:extLst>
              <a:ext uri="{FF2B5EF4-FFF2-40B4-BE49-F238E27FC236}">
                <a16:creationId xmlns:a16="http://schemas.microsoft.com/office/drawing/2014/main" id="{5E891466-ACC9-C6B4-8DA3-E8B71BCC681A}"/>
              </a:ext>
            </a:extLst>
          </p:cNvPr>
          <p:cNvSpPr txBox="1">
            <a:spLocks noChangeArrowheads="1"/>
          </p:cNvSpPr>
          <p:nvPr/>
        </p:nvSpPr>
        <p:spPr bwMode="auto">
          <a:xfrm>
            <a:off x="3715601" y="4652846"/>
            <a:ext cx="1371600" cy="519113"/>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垂直线</a:t>
            </a:r>
            <a:endParaRPr kumimoji="1" lang="zh-CN" altLang="en-US" sz="2800">
              <a:solidFill>
                <a:srgbClr val="0000FF"/>
              </a:solidFill>
              <a:effectLst>
                <a:outerShdw blurRad="38100" dist="38100" dir="2700000" algn="tl">
                  <a:srgbClr val="C0C0C0"/>
                </a:outerShdw>
              </a:effectLst>
              <a:latin typeface="仿宋" pitchFamily="49" charset="-122"/>
              <a:ea typeface="仿宋" pitchFamily="49" charset="-122"/>
            </a:endParaRPr>
          </a:p>
        </p:txBody>
      </p:sp>
      <p:sp>
        <p:nvSpPr>
          <p:cNvPr id="13" name="AutoShape 13">
            <a:extLst>
              <a:ext uri="{FF2B5EF4-FFF2-40B4-BE49-F238E27FC236}">
                <a16:creationId xmlns:a16="http://schemas.microsoft.com/office/drawing/2014/main" id="{1F442855-5EF1-0035-1D5E-FE602F37EF02}"/>
              </a:ext>
            </a:extLst>
          </p:cNvPr>
          <p:cNvSpPr>
            <a:spLocks/>
          </p:cNvSpPr>
          <p:nvPr/>
        </p:nvSpPr>
        <p:spPr bwMode="auto">
          <a:xfrm>
            <a:off x="5579326" y="4287721"/>
            <a:ext cx="223838" cy="1301750"/>
          </a:xfrm>
          <a:prstGeom prst="leftBrace">
            <a:avLst>
              <a:gd name="adj1" fmla="val 48463"/>
              <a:gd name="adj2" fmla="val 50000"/>
            </a:avLst>
          </a:prstGeom>
          <a:noFill/>
          <a:ln w="38100">
            <a:solidFill>
              <a:srgbClr val="008080"/>
            </a:solidFill>
            <a:round/>
            <a:headEnd type="none" w="sm" len="sm"/>
            <a:tailEnd type="none" w="sm" len="sm"/>
          </a:ln>
          <a:effectLst/>
        </p:spPr>
        <p:txBody>
          <a:bodyPr wrap="none" anchor="ctr"/>
          <a:lstStyle/>
          <a:p>
            <a:pPr algn="ctr" fontAlgn="base">
              <a:spcBef>
                <a:spcPct val="0"/>
              </a:spcBef>
              <a:spcAft>
                <a:spcPct val="0"/>
              </a:spcAft>
              <a:defRPr/>
            </a:pPr>
            <a:endParaRPr lang="zh-CN" altLang="en-US" sz="2400">
              <a:solidFill>
                <a:srgbClr val="008080"/>
              </a:solidFill>
              <a:effectLst>
                <a:outerShdw blurRad="38100" dist="38100" dir="2700000" algn="tl">
                  <a:srgbClr val="C0C0C0"/>
                </a:outerShdw>
              </a:effectLst>
              <a:latin typeface="仿宋" pitchFamily="49" charset="-122"/>
              <a:ea typeface="仿宋" pitchFamily="49" charset="-122"/>
            </a:endParaRPr>
          </a:p>
        </p:txBody>
      </p:sp>
      <p:sp>
        <p:nvSpPr>
          <p:cNvPr id="14" name="Text Box 14">
            <a:extLst>
              <a:ext uri="{FF2B5EF4-FFF2-40B4-BE49-F238E27FC236}">
                <a16:creationId xmlns:a16="http://schemas.microsoft.com/office/drawing/2014/main" id="{089B6D94-5A4C-675D-EE11-F321A2F399C0}"/>
              </a:ext>
            </a:extLst>
          </p:cNvPr>
          <p:cNvSpPr txBox="1">
            <a:spLocks noChangeArrowheads="1"/>
          </p:cNvSpPr>
          <p:nvPr/>
        </p:nvSpPr>
        <p:spPr bwMode="auto">
          <a:xfrm>
            <a:off x="5947626" y="4625859"/>
            <a:ext cx="37338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正垂线（⊥</a:t>
            </a:r>
            <a:r>
              <a:rPr kumimoji="1" lang="en-US" altLang="zh-CN" sz="2800" b="1" i="1">
                <a:solidFill>
                  <a:srgbClr val="006666"/>
                </a:solidFill>
                <a:effectLst>
                  <a:outerShdw blurRad="38100" dist="38100" dir="2700000" algn="tl">
                    <a:srgbClr val="C0C0C0"/>
                  </a:outerShdw>
                </a:effectLst>
                <a:latin typeface="仿宋" pitchFamily="49" charset="-122"/>
                <a:ea typeface="仿宋" pitchFamily="49" charset="-122"/>
              </a:rPr>
              <a:t>V</a:t>
            </a: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面）</a:t>
            </a:r>
          </a:p>
        </p:txBody>
      </p:sp>
      <p:sp>
        <p:nvSpPr>
          <p:cNvPr id="15" name="Text Box 15">
            <a:extLst>
              <a:ext uri="{FF2B5EF4-FFF2-40B4-BE49-F238E27FC236}">
                <a16:creationId xmlns:a16="http://schemas.microsoft.com/office/drawing/2014/main" id="{51D61607-2821-532E-FDF5-4C28051F327F}"/>
              </a:ext>
            </a:extLst>
          </p:cNvPr>
          <p:cNvSpPr txBox="1">
            <a:spLocks noChangeArrowheads="1"/>
          </p:cNvSpPr>
          <p:nvPr/>
        </p:nvSpPr>
        <p:spPr bwMode="auto">
          <a:xfrm>
            <a:off x="5947626" y="4095634"/>
            <a:ext cx="37338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dirty="0">
                <a:solidFill>
                  <a:srgbClr val="006666"/>
                </a:solidFill>
                <a:effectLst>
                  <a:outerShdw blurRad="38100" dist="38100" dir="2700000" algn="tl">
                    <a:srgbClr val="C0C0C0"/>
                  </a:outerShdw>
                </a:effectLst>
                <a:latin typeface="仿宋" pitchFamily="49" charset="-122"/>
                <a:ea typeface="仿宋" pitchFamily="49" charset="-122"/>
              </a:rPr>
              <a:t>铅垂线（⊥</a:t>
            </a:r>
            <a:r>
              <a:rPr kumimoji="1" lang="en-US" altLang="zh-CN" sz="2800" b="1" i="1" dirty="0">
                <a:solidFill>
                  <a:srgbClr val="006666"/>
                </a:solidFill>
                <a:effectLst>
                  <a:outerShdw blurRad="38100" dist="38100" dir="2700000" algn="tl">
                    <a:srgbClr val="C0C0C0"/>
                  </a:outerShdw>
                </a:effectLst>
                <a:latin typeface="仿宋" pitchFamily="49" charset="-122"/>
                <a:ea typeface="仿宋" pitchFamily="49" charset="-122"/>
              </a:rPr>
              <a:t>H</a:t>
            </a:r>
            <a:r>
              <a:rPr kumimoji="1" lang="zh-CN" altLang="en-US" sz="2800" b="1" dirty="0">
                <a:solidFill>
                  <a:srgbClr val="006666"/>
                </a:solidFill>
                <a:effectLst>
                  <a:outerShdw blurRad="38100" dist="38100" dir="2700000" algn="tl">
                    <a:srgbClr val="C0C0C0"/>
                  </a:outerShdw>
                </a:effectLst>
                <a:latin typeface="仿宋" pitchFamily="49" charset="-122"/>
                <a:ea typeface="仿宋" pitchFamily="49" charset="-122"/>
              </a:rPr>
              <a:t>面）</a:t>
            </a:r>
          </a:p>
        </p:txBody>
      </p:sp>
      <p:sp>
        <p:nvSpPr>
          <p:cNvPr id="16" name="Text Box 16">
            <a:extLst>
              <a:ext uri="{FF2B5EF4-FFF2-40B4-BE49-F238E27FC236}">
                <a16:creationId xmlns:a16="http://schemas.microsoft.com/office/drawing/2014/main" id="{1F05E697-BE4E-9E76-B86D-615B772F61A0}"/>
              </a:ext>
            </a:extLst>
          </p:cNvPr>
          <p:cNvSpPr txBox="1">
            <a:spLocks noChangeArrowheads="1"/>
          </p:cNvSpPr>
          <p:nvPr/>
        </p:nvSpPr>
        <p:spPr bwMode="auto">
          <a:xfrm>
            <a:off x="5947626" y="5156084"/>
            <a:ext cx="3810000" cy="519112"/>
          </a:xfrm>
          <a:prstGeom prst="rect">
            <a:avLst/>
          </a:prstGeom>
          <a:noFill/>
          <a:ln w="12700">
            <a:noFill/>
            <a:miter lim="800000"/>
            <a:headEnd type="none" w="sm" len="sm"/>
            <a:tailEnd type="none" w="sm" len="sm"/>
          </a:ln>
          <a:effectLst/>
        </p:spPr>
        <p:txBody>
          <a:bodyPr>
            <a:spAutoFit/>
          </a:bodyPr>
          <a:lstStyle/>
          <a:p>
            <a:pPr algn="dist" fontAlgn="base">
              <a:spcBef>
                <a:spcPct val="50000"/>
              </a:spcBef>
              <a:spcAft>
                <a:spcPct val="0"/>
              </a:spcAft>
              <a:defRPr/>
            </a:pP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侧垂线（⊥</a:t>
            </a:r>
            <a:r>
              <a:rPr kumimoji="1" lang="en-US" altLang="zh-CN" sz="2800" b="1" i="1">
                <a:solidFill>
                  <a:srgbClr val="006666"/>
                </a:solidFill>
                <a:effectLst>
                  <a:outerShdw blurRad="38100" dist="38100" dir="2700000" algn="tl">
                    <a:srgbClr val="C0C0C0"/>
                  </a:outerShdw>
                </a:effectLst>
                <a:latin typeface="仿宋" pitchFamily="49" charset="-122"/>
                <a:ea typeface="仿宋" pitchFamily="49" charset="-122"/>
              </a:rPr>
              <a:t>W</a:t>
            </a:r>
            <a:r>
              <a:rPr kumimoji="1" lang="zh-CN" altLang="en-US" sz="2800" b="1">
                <a:solidFill>
                  <a:srgbClr val="006666"/>
                </a:solidFill>
                <a:effectLst>
                  <a:outerShdw blurRad="38100" dist="38100" dir="2700000" algn="tl">
                    <a:srgbClr val="C0C0C0"/>
                  </a:outerShdw>
                </a:effectLst>
                <a:latin typeface="仿宋" pitchFamily="49" charset="-122"/>
                <a:ea typeface="仿宋" pitchFamily="49" charset="-122"/>
              </a:rPr>
              <a:t>面）</a:t>
            </a:r>
          </a:p>
        </p:txBody>
      </p:sp>
      <p:sp>
        <p:nvSpPr>
          <p:cNvPr id="17" name="Text Box 17">
            <a:extLst>
              <a:ext uri="{FF2B5EF4-FFF2-40B4-BE49-F238E27FC236}">
                <a16:creationId xmlns:a16="http://schemas.microsoft.com/office/drawing/2014/main" id="{B741C325-8C47-0BB0-280F-B2E53F7F6EBA}"/>
              </a:ext>
            </a:extLst>
          </p:cNvPr>
          <p:cNvSpPr txBox="1">
            <a:spLocks noChangeArrowheads="1"/>
          </p:cNvSpPr>
          <p:nvPr/>
        </p:nvSpPr>
        <p:spPr bwMode="auto">
          <a:xfrm>
            <a:off x="1915376" y="3303471"/>
            <a:ext cx="1371600" cy="701675"/>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4000" b="1" dirty="0">
                <a:solidFill>
                  <a:srgbClr val="FF0000"/>
                </a:solidFill>
                <a:effectLst>
                  <a:outerShdw blurRad="38100" dist="38100" dir="2700000" algn="tl">
                    <a:srgbClr val="C0C0C0"/>
                  </a:outerShdw>
                </a:effectLst>
                <a:latin typeface="仿宋" pitchFamily="49" charset="-122"/>
                <a:ea typeface="仿宋" pitchFamily="49" charset="-122"/>
              </a:rPr>
              <a:t>直线</a:t>
            </a:r>
          </a:p>
        </p:txBody>
      </p:sp>
    </p:spTree>
    <p:extLst>
      <p:ext uri="{BB962C8B-B14F-4D97-AF65-F5344CB8AC3E}">
        <p14:creationId xmlns:p14="http://schemas.microsoft.com/office/powerpoint/2010/main" val="257449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par>
                          <p:cTn id="13" fill="hold">
                            <p:stCondLst>
                              <p:cond delay="500"/>
                            </p:stCondLst>
                            <p:childTnLst>
                              <p:par>
                                <p:cTn id="14" presetID="16" presetClass="entr" presetSubtype="42"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Horizontal)">
                                      <p:cBhvr>
                                        <p:cTn id="16" dur="500"/>
                                        <p:tgtEl>
                                          <p:spTgt spid="5"/>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lide(fromLeft)">
                                      <p:cBhvr>
                                        <p:cTn id="20" dur="500"/>
                                        <p:tgtEl>
                                          <p:spTgt spid="6"/>
                                        </p:tgtEl>
                                      </p:cBhvr>
                                    </p:animEffect>
                                  </p:childTnLst>
                                </p:cTn>
                              </p:par>
                            </p:childTnLst>
                          </p:cTn>
                        </p:par>
                        <p:par>
                          <p:cTn id="21" fill="hold">
                            <p:stCondLst>
                              <p:cond delay="1500"/>
                            </p:stCondLst>
                            <p:childTnLst>
                              <p:par>
                                <p:cTn id="22" presetID="1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slide(fromLeft)">
                                      <p:cBhvr>
                                        <p:cTn id="24" dur="500"/>
                                        <p:tgtEl>
                                          <p:spTgt spid="7"/>
                                        </p:tgtEl>
                                      </p:cBhvr>
                                    </p:animEffect>
                                  </p:childTnLst>
                                </p:cTn>
                              </p:par>
                            </p:childTnLst>
                          </p:cTn>
                        </p:par>
                        <p:par>
                          <p:cTn id="25" fill="hold">
                            <p:stCondLst>
                              <p:cond delay="2000"/>
                            </p:stCondLst>
                            <p:childTnLst>
                              <p:par>
                                <p:cTn id="26" presetID="12" presetClass="entr" presetSubtype="8"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slide(fromLef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barn(outHorizontal)">
                                      <p:cBhvr>
                                        <p:cTn id="33" dur="500"/>
                                        <p:tgtEl>
                                          <p:spTgt spid="8"/>
                                        </p:tgtEl>
                                      </p:cBhvr>
                                    </p:animEffect>
                                  </p:childTnLst>
                                </p:cTn>
                              </p:par>
                            </p:childTnLst>
                          </p:cTn>
                        </p:par>
                        <p:par>
                          <p:cTn id="34" fill="hold">
                            <p:stCondLst>
                              <p:cond delay="500"/>
                            </p:stCondLst>
                            <p:childTnLst>
                              <p:par>
                                <p:cTn id="35" presetID="1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slide(fromLeft)">
                                      <p:cBhvr>
                                        <p:cTn id="37" dur="500"/>
                                        <p:tgtEl>
                                          <p:spTgt spid="10"/>
                                        </p:tgtEl>
                                      </p:cBhvr>
                                    </p:animEffect>
                                  </p:childTnLst>
                                </p:cTn>
                              </p:par>
                            </p:childTnLst>
                          </p:cTn>
                        </p:par>
                        <p:par>
                          <p:cTn id="38" fill="hold">
                            <p:stCondLst>
                              <p:cond delay="1000"/>
                            </p:stCondLst>
                            <p:childTnLst>
                              <p:par>
                                <p:cTn id="39" presetID="12" presetClass="entr" presetSubtype="8"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slide(fromLeft)">
                                      <p:cBhvr>
                                        <p:cTn id="41" dur="500"/>
                                        <p:tgtEl>
                                          <p:spTgt spid="9"/>
                                        </p:tgtEl>
                                      </p:cBhvr>
                                    </p:animEffect>
                                  </p:childTnLst>
                                </p:cTn>
                              </p:par>
                            </p:childTnLst>
                          </p:cTn>
                        </p:par>
                        <p:par>
                          <p:cTn id="42" fill="hold">
                            <p:stCondLst>
                              <p:cond delay="1500"/>
                            </p:stCondLst>
                            <p:childTnLst>
                              <p:par>
                                <p:cTn id="43" presetID="12" presetClass="entr" presetSubtype="8"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slide(fromLef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42"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arn(outHorizontal)">
                                      <p:cBhvr>
                                        <p:cTn id="50" dur="500"/>
                                        <p:tgtEl>
                                          <p:spTgt spid="13"/>
                                        </p:tgtEl>
                                      </p:cBhvr>
                                    </p:animEffect>
                                  </p:childTnLst>
                                </p:cTn>
                              </p:par>
                            </p:childTnLst>
                          </p:cTn>
                        </p:par>
                        <p:par>
                          <p:cTn id="51" fill="hold">
                            <p:stCondLst>
                              <p:cond delay="500"/>
                            </p:stCondLst>
                            <p:childTnLst>
                              <p:par>
                                <p:cTn id="52" presetID="12" presetClass="entr" presetSubtype="8"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slide(fromLeft)">
                                      <p:cBhvr>
                                        <p:cTn id="54" dur="500"/>
                                        <p:tgtEl>
                                          <p:spTgt spid="15"/>
                                        </p:tgtEl>
                                      </p:cBhvr>
                                    </p:animEffect>
                                  </p:childTnLst>
                                </p:cTn>
                              </p:par>
                            </p:childTnLst>
                          </p:cTn>
                        </p:par>
                        <p:par>
                          <p:cTn id="55" fill="hold">
                            <p:stCondLst>
                              <p:cond delay="1000"/>
                            </p:stCondLst>
                            <p:childTnLst>
                              <p:par>
                                <p:cTn id="56" presetID="12" presetClass="entr" presetSubtype="8"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slide(fromLeft)">
                                      <p:cBhvr>
                                        <p:cTn id="58" dur="500"/>
                                        <p:tgtEl>
                                          <p:spTgt spid="14"/>
                                        </p:tgtEl>
                                      </p:cBhvr>
                                    </p:animEffect>
                                  </p:childTnLst>
                                </p:cTn>
                              </p:par>
                            </p:childTnLst>
                          </p:cTn>
                        </p:par>
                        <p:par>
                          <p:cTn id="59" fill="hold">
                            <p:stCondLst>
                              <p:cond delay="1500"/>
                            </p:stCondLst>
                            <p:childTnLst>
                              <p:par>
                                <p:cTn id="60" presetID="12" presetClass="entr" presetSubtype="8"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slide(fromLeft)">
                                      <p:cBhvr>
                                        <p:cTn id="6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nimBg="1"/>
      <p:bldP spid="6" grpId="0" autoUpdateAnimBg="0"/>
      <p:bldP spid="7" grpId="0" autoUpdateAnimBg="0"/>
      <p:bldP spid="8" grpId="0" animBg="1" autoUpdateAnimBg="0"/>
      <p:bldP spid="9" grpId="0" autoUpdateAnimBg="0"/>
      <p:bldP spid="10" grpId="0" autoUpdateAnimBg="0"/>
      <p:bldP spid="11" grpId="0" autoUpdateAnimBg="0"/>
      <p:bldP spid="12" grpId="0" autoUpdateAnimBg="0"/>
      <p:bldP spid="13" grpId="0" animBg="1" autoUpdateAnimBg="0"/>
      <p:bldP spid="14" grpId="0" autoUpdateAnimBg="0"/>
      <p:bldP spid="15" grpId="0" autoUpdateAnimBg="0"/>
      <p:bldP spid="16" grpId="0" autoUpdateAnimBg="0"/>
      <p:bldP spid="1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Rectangle 2">
            <a:extLst>
              <a:ext uri="{FF2B5EF4-FFF2-40B4-BE49-F238E27FC236}">
                <a16:creationId xmlns:a16="http://schemas.microsoft.com/office/drawing/2014/main" id="{B1AC9921-ED38-1B26-A573-145426663260}"/>
              </a:ext>
            </a:extLst>
          </p:cNvPr>
          <p:cNvSpPr txBox="1">
            <a:spLocks noChangeArrowheads="1"/>
          </p:cNvSpPr>
          <p:nvPr/>
        </p:nvSpPr>
        <p:spPr bwMode="auto">
          <a:xfrm>
            <a:off x="1820863" y="592138"/>
            <a:ext cx="79914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隶书" pitchFamily="49" charset="-122"/>
              </a:defRPr>
            </a:lvl2pPr>
            <a:lvl3pPr algn="ctr" rtl="0" eaLnBrk="0" fontAlgn="base" hangingPunct="0">
              <a:spcBef>
                <a:spcPct val="0"/>
              </a:spcBef>
              <a:spcAft>
                <a:spcPct val="0"/>
              </a:spcAft>
              <a:defRPr sz="4400">
                <a:solidFill>
                  <a:schemeClr val="tx2"/>
                </a:solidFill>
                <a:latin typeface="Arial" charset="0"/>
                <a:ea typeface="隶书" pitchFamily="49" charset="-122"/>
              </a:defRPr>
            </a:lvl3pPr>
            <a:lvl4pPr algn="ctr" rtl="0" eaLnBrk="0" fontAlgn="base" hangingPunct="0">
              <a:spcBef>
                <a:spcPct val="0"/>
              </a:spcBef>
              <a:spcAft>
                <a:spcPct val="0"/>
              </a:spcAft>
              <a:defRPr sz="4400">
                <a:solidFill>
                  <a:schemeClr val="tx2"/>
                </a:solidFill>
                <a:latin typeface="Arial" charset="0"/>
                <a:ea typeface="隶书" pitchFamily="49" charset="-122"/>
              </a:defRPr>
            </a:lvl4pPr>
            <a:lvl5pPr algn="ctr" rtl="0" eaLnBrk="0" fontAlgn="base" hangingPunct="0">
              <a:spcBef>
                <a:spcPct val="0"/>
              </a:spcBef>
              <a:spcAft>
                <a:spcPct val="0"/>
              </a:spcAft>
              <a:defRPr sz="4400">
                <a:solidFill>
                  <a:schemeClr val="tx2"/>
                </a:solidFill>
                <a:latin typeface="Arial" charset="0"/>
                <a:ea typeface="隶书" pitchFamily="49" charset="-122"/>
              </a:defRPr>
            </a:lvl5pPr>
            <a:lvl6pPr marL="457200" algn="ctr" rtl="0" fontAlgn="base">
              <a:spcBef>
                <a:spcPct val="0"/>
              </a:spcBef>
              <a:spcAft>
                <a:spcPct val="0"/>
              </a:spcAft>
              <a:defRPr sz="4800">
                <a:solidFill>
                  <a:schemeClr val="tx2"/>
                </a:solidFill>
                <a:latin typeface="Arial" charset="0"/>
                <a:ea typeface="隶书" pitchFamily="49" charset="-122"/>
              </a:defRPr>
            </a:lvl6pPr>
            <a:lvl7pPr marL="914400" algn="ctr" rtl="0" fontAlgn="base">
              <a:spcBef>
                <a:spcPct val="0"/>
              </a:spcBef>
              <a:spcAft>
                <a:spcPct val="0"/>
              </a:spcAft>
              <a:defRPr sz="4800">
                <a:solidFill>
                  <a:schemeClr val="tx2"/>
                </a:solidFill>
                <a:latin typeface="Arial" charset="0"/>
                <a:ea typeface="隶书" pitchFamily="49" charset="-122"/>
              </a:defRPr>
            </a:lvl7pPr>
            <a:lvl8pPr marL="1371600" algn="ctr" rtl="0" fontAlgn="base">
              <a:spcBef>
                <a:spcPct val="0"/>
              </a:spcBef>
              <a:spcAft>
                <a:spcPct val="0"/>
              </a:spcAft>
              <a:defRPr sz="4800">
                <a:solidFill>
                  <a:schemeClr val="tx2"/>
                </a:solidFill>
                <a:latin typeface="Arial" charset="0"/>
                <a:ea typeface="隶书" pitchFamily="49" charset="-122"/>
              </a:defRPr>
            </a:lvl8pPr>
            <a:lvl9pPr marL="1828800" algn="ctr" rtl="0" fontAlgn="base">
              <a:spcBef>
                <a:spcPct val="0"/>
              </a:spcBef>
              <a:spcAft>
                <a:spcPct val="0"/>
              </a:spcAft>
              <a:defRPr sz="4800">
                <a:solidFill>
                  <a:schemeClr val="tx2"/>
                </a:solidFill>
                <a:latin typeface="Arial" charset="0"/>
                <a:ea typeface="隶书"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例</a:t>
            </a:r>
            <a:r>
              <a:rPr kumimoji="0" lang="en-US" altLang="zh-CN"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1  </a:t>
            </a: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试根据各种位置直线的投影特性</a:t>
            </a:r>
            <a:r>
              <a:rPr kumimoji="0" lang="zh-CN" altLang="en-US" sz="2400" b="1" i="0" u="none" strike="noStrike" kern="0" cap="none" spc="0" normalizeH="0" baseline="0" noProof="0">
                <a:ln>
                  <a:noFill/>
                </a:ln>
                <a:solidFill>
                  <a:srgbClr val="0000FF"/>
                </a:solidFill>
                <a:effectLst/>
                <a:uLnTx/>
                <a:uFillTx/>
                <a:latin typeface="仿宋" panose="02010609060101010101" pitchFamily="49" charset="-122"/>
                <a:ea typeface="仿宋" panose="02010609060101010101" pitchFamily="49" charset="-122"/>
                <a:cs typeface="+mj-cs"/>
              </a:rPr>
              <a:t>判断</a:t>
            </a: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三棱锥上六条 </a:t>
            </a:r>
            <a:b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br>
            <a:r>
              <a:rPr kumimoji="0" lang="zh-CN" altLang="en-US" sz="2400" b="1" i="0" u="none" strike="noStrike" kern="0" cap="none" spc="0" normalizeH="0" baseline="0" noProof="0">
                <a:ln>
                  <a:noFill/>
                </a:ln>
                <a:solidFill>
                  <a:srgbClr val="000000"/>
                </a:solidFill>
                <a:effectLst/>
                <a:uLnTx/>
                <a:uFillTx/>
                <a:latin typeface="仿宋" panose="02010609060101010101" pitchFamily="49" charset="-122"/>
                <a:ea typeface="仿宋" panose="02010609060101010101" pitchFamily="49" charset="-122"/>
                <a:cs typeface="+mj-cs"/>
              </a:rPr>
              <a:t>     棱边为什么位置的直线。</a:t>
            </a:r>
          </a:p>
        </p:txBody>
      </p:sp>
      <p:sp>
        <p:nvSpPr>
          <p:cNvPr id="205" name="Rectangle 3">
            <a:extLst>
              <a:ext uri="{FF2B5EF4-FFF2-40B4-BE49-F238E27FC236}">
                <a16:creationId xmlns:a16="http://schemas.microsoft.com/office/drawing/2014/main" id="{86F29F9A-3F7B-262E-D8EA-457A13DA564A}"/>
              </a:ext>
            </a:extLst>
          </p:cNvPr>
          <p:cNvSpPr txBox="1">
            <a:spLocks noChangeArrowheads="1"/>
          </p:cNvSpPr>
          <p:nvPr/>
        </p:nvSpPr>
        <p:spPr bwMode="auto">
          <a:xfrm>
            <a:off x="1820863" y="1541463"/>
            <a:ext cx="867568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ea typeface="黑体" pitchFamily="2" charset="-122"/>
              </a:defRPr>
            </a:lvl2pPr>
            <a:lvl3pPr marL="1143000" indent="-228600" algn="l" rtl="0" eaLnBrk="0" fontAlgn="base" hangingPunct="0">
              <a:spcBef>
                <a:spcPct val="20000"/>
              </a:spcBef>
              <a:spcAft>
                <a:spcPct val="0"/>
              </a:spcAft>
              <a:buChar char="•"/>
              <a:defRPr sz="2800">
                <a:solidFill>
                  <a:schemeClr val="tx1"/>
                </a:solidFill>
                <a:latin typeface="+mn-lt"/>
                <a:ea typeface="+mn-ea"/>
              </a:defRPr>
            </a:lvl3pPr>
            <a:lvl4pPr marL="1600200" indent="-228600" algn="l" rtl="0" eaLnBrk="0" fontAlgn="base" hangingPunct="0">
              <a:spcBef>
                <a:spcPct val="20000"/>
              </a:spcBef>
              <a:spcAft>
                <a:spcPct val="0"/>
              </a:spcAft>
              <a:buChar char="–"/>
              <a:defRPr sz="2400">
                <a:solidFill>
                  <a:schemeClr val="tx1"/>
                </a:solidFill>
                <a:latin typeface="+mn-lt"/>
                <a:ea typeface="华文隶书"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华文隶书" pitchFamily="2" charset="-122"/>
              </a:defRPr>
            </a:lvl5pPr>
            <a:lvl6pPr marL="2514600" indent="-228600" algn="l" rtl="0" fontAlgn="base">
              <a:spcBef>
                <a:spcPct val="20000"/>
              </a:spcBef>
              <a:spcAft>
                <a:spcPct val="0"/>
              </a:spcAft>
              <a:buChar char="»"/>
              <a:defRPr sz="2000">
                <a:solidFill>
                  <a:schemeClr val="tx1"/>
                </a:solidFill>
                <a:latin typeface="+mn-lt"/>
                <a:ea typeface="华文隶书" pitchFamily="2" charset="-122"/>
              </a:defRPr>
            </a:lvl6pPr>
            <a:lvl7pPr marL="2971800" indent="-228600" algn="l" rtl="0" fontAlgn="base">
              <a:spcBef>
                <a:spcPct val="20000"/>
              </a:spcBef>
              <a:spcAft>
                <a:spcPct val="0"/>
              </a:spcAft>
              <a:buChar char="»"/>
              <a:defRPr sz="2000">
                <a:solidFill>
                  <a:schemeClr val="tx1"/>
                </a:solidFill>
                <a:latin typeface="+mn-lt"/>
                <a:ea typeface="华文隶书" pitchFamily="2" charset="-122"/>
              </a:defRPr>
            </a:lvl7pPr>
            <a:lvl8pPr marL="3429000" indent="-228600" algn="l" rtl="0" fontAlgn="base">
              <a:spcBef>
                <a:spcPct val="20000"/>
              </a:spcBef>
              <a:spcAft>
                <a:spcPct val="0"/>
              </a:spcAft>
              <a:buChar char="»"/>
              <a:defRPr sz="2000">
                <a:solidFill>
                  <a:schemeClr val="tx1"/>
                </a:solidFill>
                <a:latin typeface="+mn-lt"/>
                <a:ea typeface="华文隶书" pitchFamily="2" charset="-122"/>
              </a:defRPr>
            </a:lvl8pPr>
            <a:lvl9pPr marL="3886200" indent="-228600" algn="l" rtl="0" fontAlgn="base">
              <a:spcBef>
                <a:spcPct val="20000"/>
              </a:spcBef>
              <a:spcAft>
                <a:spcPct val="0"/>
              </a:spcAft>
              <a:buChar char="»"/>
              <a:defRPr sz="2000">
                <a:solidFill>
                  <a:schemeClr val="tx1"/>
                </a:solidFill>
                <a:latin typeface="+mn-lt"/>
                <a:ea typeface="华文隶书" pitchFamily="2" charset="-122"/>
              </a:defRPr>
            </a:lvl9pPr>
          </a:lstStyle>
          <a:p>
            <a:pPr>
              <a:lnSpc>
                <a:spcPct val="90000"/>
              </a:lnSpc>
              <a:buFontTx/>
              <a:buNone/>
            </a:pPr>
            <a:r>
              <a:rPr kumimoji="1" lang="en-US" altLang="zh-CN" sz="2400" i="1" kern="0">
                <a:solidFill>
                  <a:srgbClr val="993300"/>
                </a:solidFill>
                <a:latin typeface="Times New Roman" panose="02020603050405020304" pitchFamily="18" charset="0"/>
              </a:rPr>
              <a:t>AB</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r>
              <a:rPr kumimoji="1" lang="en-US" altLang="zh-CN" sz="2400" i="1" kern="0">
                <a:solidFill>
                  <a:srgbClr val="993300"/>
                </a:solidFill>
                <a:latin typeface="Times New Roman" panose="02020603050405020304" pitchFamily="18" charset="0"/>
              </a:rPr>
              <a:t>BC</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 </a:t>
            </a:r>
            <a:r>
              <a:rPr kumimoji="1" lang="en-US" altLang="zh-CN" sz="2400" i="1" kern="0">
                <a:solidFill>
                  <a:srgbClr val="993300"/>
                </a:solidFill>
                <a:latin typeface="Times New Roman" panose="02020603050405020304" pitchFamily="18" charset="0"/>
              </a:rPr>
              <a:t>AC</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p>
          <a:p>
            <a:pPr>
              <a:lnSpc>
                <a:spcPct val="90000"/>
              </a:lnSpc>
              <a:buFontTx/>
              <a:buNone/>
            </a:pPr>
            <a:r>
              <a:rPr kumimoji="1" lang="en-US" altLang="zh-CN" sz="2400" i="1" kern="0">
                <a:solidFill>
                  <a:srgbClr val="993300"/>
                </a:solidFill>
                <a:latin typeface="Times New Roman" panose="02020603050405020304" pitchFamily="18" charset="0"/>
              </a:rPr>
              <a:t>KB</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u="sng" kern="0">
                <a:solidFill>
                  <a:srgbClr val="993300"/>
                </a:solidFill>
                <a:latin typeface="仿宋" panose="02010609060101010101" pitchFamily="49" charset="-122"/>
                <a:ea typeface="仿宋" panose="02010609060101010101" pitchFamily="49" charset="-122"/>
              </a:rPr>
              <a:t>       </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r>
              <a:rPr kumimoji="1" lang="en-US" altLang="zh-CN" sz="2400" i="1" kern="0">
                <a:solidFill>
                  <a:srgbClr val="993300"/>
                </a:solidFill>
                <a:latin typeface="Times New Roman" panose="02020603050405020304" pitchFamily="18" charset="0"/>
              </a:rPr>
              <a:t>KA</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kern="0">
                <a:solidFill>
                  <a:srgbClr val="993300"/>
                </a:solidFill>
                <a:latin typeface="Times New Roman" panose="02020603050405020304" pitchFamily="18" charset="0"/>
              </a:rPr>
              <a:t>；</a:t>
            </a:r>
            <a:r>
              <a:rPr kumimoji="1" lang="zh-CN" altLang="en-US" sz="2400" i="1" kern="0">
                <a:solidFill>
                  <a:srgbClr val="993300"/>
                </a:solidFill>
                <a:latin typeface="Times New Roman" panose="02020603050405020304" pitchFamily="18" charset="0"/>
              </a:rPr>
              <a:t> </a:t>
            </a:r>
            <a:r>
              <a:rPr kumimoji="1" lang="en-US" altLang="zh-CN" sz="2400" i="1" kern="0">
                <a:solidFill>
                  <a:srgbClr val="993300"/>
                </a:solidFill>
                <a:latin typeface="Times New Roman" panose="02020603050405020304" pitchFamily="18" charset="0"/>
              </a:rPr>
              <a:t>KC</a:t>
            </a:r>
            <a:r>
              <a:rPr kumimoji="1" lang="zh-CN" altLang="en-US" sz="2400" kern="0">
                <a:solidFill>
                  <a:srgbClr val="993300"/>
                </a:solidFill>
                <a:latin typeface="仿宋" panose="02010609060101010101" pitchFamily="49" charset="-122"/>
                <a:ea typeface="仿宋" panose="02010609060101010101" pitchFamily="49" charset="-122"/>
              </a:rPr>
              <a:t>为</a:t>
            </a:r>
            <a:r>
              <a:rPr kumimoji="1" lang="zh-CN" altLang="en-US" sz="2400" i="1" u="sng" kern="0">
                <a:solidFill>
                  <a:srgbClr val="993300"/>
                </a:solidFill>
                <a:latin typeface="Times New Roman" panose="02020603050405020304" pitchFamily="18" charset="0"/>
              </a:rPr>
              <a:t>                      </a:t>
            </a:r>
            <a:r>
              <a:rPr kumimoji="1" lang="zh-CN" altLang="en-US" sz="2400" i="1" kern="0">
                <a:solidFill>
                  <a:srgbClr val="993300"/>
                </a:solidFill>
                <a:latin typeface="Times New Roman" panose="02020603050405020304" pitchFamily="18" charset="0"/>
              </a:rPr>
              <a:t> </a:t>
            </a:r>
            <a:r>
              <a:rPr kumimoji="1" lang="zh-CN" altLang="en-US" sz="2400" b="0" kern="0">
                <a:solidFill>
                  <a:srgbClr val="993300"/>
                </a:solidFill>
                <a:latin typeface="Times New Roman" panose="02020603050405020304" pitchFamily="18" charset="0"/>
              </a:rPr>
              <a:t>。</a:t>
            </a:r>
            <a:endParaRPr lang="zh-CN" altLang="en-US" sz="2400" kern="0">
              <a:solidFill>
                <a:srgbClr val="993300"/>
              </a:solidFill>
              <a:latin typeface="Times New Roman" panose="02020603050405020304" pitchFamily="18" charset="0"/>
            </a:endParaRPr>
          </a:p>
        </p:txBody>
      </p:sp>
      <p:sp>
        <p:nvSpPr>
          <p:cNvPr id="206" name="Rectangle 4">
            <a:extLst>
              <a:ext uri="{FF2B5EF4-FFF2-40B4-BE49-F238E27FC236}">
                <a16:creationId xmlns:a16="http://schemas.microsoft.com/office/drawing/2014/main" id="{C5392740-B042-BB85-C527-76A6A9B19ED6}"/>
              </a:ext>
            </a:extLst>
          </p:cNvPr>
          <p:cNvSpPr>
            <a:spLocks noChangeArrowheads="1"/>
          </p:cNvSpPr>
          <p:nvPr/>
        </p:nvSpPr>
        <p:spPr bwMode="auto">
          <a:xfrm>
            <a:off x="2828925" y="1470025"/>
            <a:ext cx="115093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0" fontAlgn="base" hangingPunct="0">
              <a:spcAft>
                <a:spcPct val="0"/>
              </a:spcAft>
              <a:buFontTx/>
              <a:buNone/>
            </a:pPr>
            <a:r>
              <a:rPr kumimoji="1" lang="zh-CN" altLang="en-US" sz="2400">
                <a:solidFill>
                  <a:srgbClr val="FF0000"/>
                </a:solidFill>
                <a:latin typeface="仿宋" panose="02010609060101010101" pitchFamily="49" charset="-122"/>
                <a:ea typeface="仿宋" panose="02010609060101010101" pitchFamily="49" charset="-122"/>
              </a:rPr>
              <a:t>水平线</a:t>
            </a:r>
            <a:endParaRPr lang="zh-CN" altLang="en-US" sz="2400">
              <a:solidFill>
                <a:srgbClr val="FF0000"/>
              </a:solidFill>
              <a:latin typeface="仿宋" panose="02010609060101010101" pitchFamily="49" charset="-122"/>
              <a:ea typeface="仿宋" panose="02010609060101010101" pitchFamily="49" charset="-122"/>
            </a:endParaRPr>
          </a:p>
        </p:txBody>
      </p:sp>
      <p:grpSp>
        <p:nvGrpSpPr>
          <p:cNvPr id="207" name="Group 5">
            <a:extLst>
              <a:ext uri="{FF2B5EF4-FFF2-40B4-BE49-F238E27FC236}">
                <a16:creationId xmlns:a16="http://schemas.microsoft.com/office/drawing/2014/main" id="{E236CF63-7B14-8382-A4E3-AB56964E3D6A}"/>
              </a:ext>
            </a:extLst>
          </p:cNvPr>
          <p:cNvGrpSpPr>
            <a:grpSpLocks/>
          </p:cNvGrpSpPr>
          <p:nvPr/>
        </p:nvGrpSpPr>
        <p:grpSpPr bwMode="auto">
          <a:xfrm>
            <a:off x="1963738" y="2595563"/>
            <a:ext cx="4414837" cy="3554412"/>
            <a:chOff x="385" y="1645"/>
            <a:chExt cx="2781" cy="2239"/>
          </a:xfrm>
        </p:grpSpPr>
        <p:grpSp>
          <p:nvGrpSpPr>
            <p:cNvPr id="208" name="Group 6">
              <a:extLst>
                <a:ext uri="{FF2B5EF4-FFF2-40B4-BE49-F238E27FC236}">
                  <a16:creationId xmlns:a16="http://schemas.microsoft.com/office/drawing/2014/main" id="{F06F0CC1-614D-CB22-F4FB-B5138059D3FD}"/>
                </a:ext>
              </a:extLst>
            </p:cNvPr>
            <p:cNvGrpSpPr>
              <a:grpSpLocks/>
            </p:cNvGrpSpPr>
            <p:nvPr/>
          </p:nvGrpSpPr>
          <p:grpSpPr bwMode="auto">
            <a:xfrm>
              <a:off x="385" y="1645"/>
              <a:ext cx="2781" cy="2239"/>
              <a:chOff x="417" y="1450"/>
              <a:chExt cx="3053" cy="2458"/>
            </a:xfrm>
          </p:grpSpPr>
          <p:sp>
            <p:nvSpPr>
              <p:cNvPr id="245" name="Freeform 7">
                <a:extLst>
                  <a:ext uri="{FF2B5EF4-FFF2-40B4-BE49-F238E27FC236}">
                    <a16:creationId xmlns:a16="http://schemas.microsoft.com/office/drawing/2014/main" id="{19797938-5F3D-F4C5-0BF1-FBB373739300}"/>
                  </a:ext>
                </a:extLst>
              </p:cNvPr>
              <p:cNvSpPr>
                <a:spLocks/>
              </p:cNvSpPr>
              <p:nvPr/>
            </p:nvSpPr>
            <p:spPr bwMode="auto">
              <a:xfrm>
                <a:off x="605" y="1578"/>
                <a:ext cx="2572" cy="2248"/>
              </a:xfrm>
              <a:custGeom>
                <a:avLst/>
                <a:gdLst>
                  <a:gd name="T0" fmla="*/ 33566 w 1864"/>
                  <a:gd name="T1" fmla="*/ 0 h 1660"/>
                  <a:gd name="T2" fmla="*/ 105 w 1864"/>
                  <a:gd name="T3" fmla="*/ 0 h 1660"/>
                  <a:gd name="T4" fmla="*/ 0 w 1864"/>
                  <a:gd name="T5" fmla="*/ 23650 h 1660"/>
                  <a:gd name="T6" fmla="*/ 13016 w 1864"/>
                  <a:gd name="T7" fmla="*/ 34430 h 1660"/>
                  <a:gd name="T8" fmla="*/ 46638 w 1864"/>
                  <a:gd name="T9" fmla="*/ 34430 h 1660"/>
                  <a:gd name="T10" fmla="*/ 46638 w 1864"/>
                  <a:gd name="T11" fmla="*/ 11202 h 1660"/>
                  <a:gd name="T12" fmla="*/ 33468 w 1864"/>
                  <a:gd name="T13" fmla="*/ 0 h 1660"/>
                  <a:gd name="T14" fmla="*/ 0 60000 65536"/>
                  <a:gd name="T15" fmla="*/ 0 60000 65536"/>
                  <a:gd name="T16" fmla="*/ 0 60000 65536"/>
                  <a:gd name="T17" fmla="*/ 0 60000 65536"/>
                  <a:gd name="T18" fmla="*/ 0 60000 65536"/>
                  <a:gd name="T19" fmla="*/ 0 60000 65536"/>
                  <a:gd name="T20" fmla="*/ 0 60000 65536"/>
                  <a:gd name="T21" fmla="*/ 0 w 1864"/>
                  <a:gd name="T22" fmla="*/ 0 h 1660"/>
                  <a:gd name="T23" fmla="*/ 1864 w 1864"/>
                  <a:gd name="T24" fmla="*/ 1660 h 16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64" h="1660">
                    <a:moveTo>
                      <a:pt x="1342" y="0"/>
                    </a:moveTo>
                    <a:lnTo>
                      <a:pt x="4" y="0"/>
                    </a:lnTo>
                    <a:lnTo>
                      <a:pt x="0" y="1140"/>
                    </a:lnTo>
                    <a:lnTo>
                      <a:pt x="520" y="1660"/>
                    </a:lnTo>
                    <a:lnTo>
                      <a:pt x="1864" y="1660"/>
                    </a:lnTo>
                    <a:lnTo>
                      <a:pt x="1864" y="540"/>
                    </a:lnTo>
                    <a:lnTo>
                      <a:pt x="1338" y="0"/>
                    </a:lnTo>
                  </a:path>
                </a:pathLst>
              </a:custGeom>
              <a:noFill/>
              <a:ln w="28575">
                <a:solidFill>
                  <a:srgbClr val="80808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6" name="AutoShape 8">
                <a:extLst>
                  <a:ext uri="{FF2B5EF4-FFF2-40B4-BE49-F238E27FC236}">
                    <a16:creationId xmlns:a16="http://schemas.microsoft.com/office/drawing/2014/main" id="{81C5AC91-7130-15FF-7EA8-B5E002A6938E}"/>
                  </a:ext>
                </a:extLst>
              </p:cNvPr>
              <p:cNvSpPr>
                <a:spLocks noChangeArrowheads="1"/>
              </p:cNvSpPr>
              <p:nvPr/>
            </p:nvSpPr>
            <p:spPr bwMode="auto">
              <a:xfrm rot="-16179553">
                <a:off x="1699" y="2349"/>
                <a:ext cx="2246" cy="730"/>
              </a:xfrm>
              <a:prstGeom prst="parallelogram">
                <a:avLst>
                  <a:gd name="adj" fmla="val 97373"/>
                </a:avLst>
              </a:prstGeom>
              <a:gradFill rotWithShape="1">
                <a:gsLst>
                  <a:gs pos="0">
                    <a:srgbClr val="FFCC99"/>
                  </a:gs>
                  <a:gs pos="100000">
                    <a:srgbClr val="FFCC99">
                      <a:gamma/>
                      <a:shade val="63529"/>
                      <a:invGamma/>
                    </a:srgbClr>
                  </a:gs>
                </a:gsLst>
                <a:lin ang="0" scaled="1"/>
              </a:gradFill>
              <a:ln w="12700">
                <a:solidFill>
                  <a:srgbClr val="808080"/>
                </a:solidFill>
                <a:miter lim="800000"/>
                <a:headEnd type="none" w="sm" len="sm"/>
                <a:tailEnd type="none" w="sm" len="sm"/>
              </a:ln>
              <a:effectLst>
                <a:outerShdw dist="28398" dir="20006097" algn="ctr" rotWithShape="0">
                  <a:srgbClr val="808080"/>
                </a:outerShdw>
              </a:effectLst>
            </p:spPr>
            <p:txBody>
              <a:bodyPr rot="10800000" vert="eaVert"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993300"/>
                  </a:solidFill>
                  <a:effectLst>
                    <a:outerShdw blurRad="38100" dist="38100" dir="2700000" algn="tl">
                      <a:srgbClr val="000000"/>
                    </a:outerShdw>
                  </a:effectLst>
                  <a:uLnTx/>
                  <a:uFillTx/>
                  <a:latin typeface="Times New Roman" panose="02020603050405020304" pitchFamily="18" charset="0"/>
                  <a:ea typeface="宋体" panose="02010600030101010101" pitchFamily="2" charset="-122"/>
                </a:endParaRPr>
              </a:p>
            </p:txBody>
          </p:sp>
          <p:sp>
            <p:nvSpPr>
              <p:cNvPr id="247" name="Freeform 9">
                <a:extLst>
                  <a:ext uri="{FF2B5EF4-FFF2-40B4-BE49-F238E27FC236}">
                    <a16:creationId xmlns:a16="http://schemas.microsoft.com/office/drawing/2014/main" id="{CA44399D-3350-4910-3898-606854C047E0}"/>
                  </a:ext>
                </a:extLst>
              </p:cNvPr>
              <p:cNvSpPr>
                <a:spLocks/>
              </p:cNvSpPr>
              <p:nvPr/>
            </p:nvSpPr>
            <p:spPr bwMode="auto">
              <a:xfrm>
                <a:off x="605" y="3123"/>
                <a:ext cx="2583" cy="715"/>
              </a:xfrm>
              <a:custGeom>
                <a:avLst/>
                <a:gdLst>
                  <a:gd name="T0" fmla="*/ 0 w 1872"/>
                  <a:gd name="T1" fmla="*/ 0 h 528"/>
                  <a:gd name="T2" fmla="*/ 528 w 1872"/>
                  <a:gd name="T3" fmla="*/ 528 h 528"/>
                  <a:gd name="T4" fmla="*/ 1872 w 1872"/>
                  <a:gd name="T5" fmla="*/ 528 h 528"/>
                  <a:gd name="T6" fmla="*/ 1344 w 1872"/>
                  <a:gd name="T7" fmla="*/ 0 h 528"/>
                  <a:gd name="T8" fmla="*/ 0 w 1872"/>
                  <a:gd name="T9" fmla="*/ 0 h 5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72" h="528">
                    <a:moveTo>
                      <a:pt x="0" y="0"/>
                    </a:moveTo>
                    <a:lnTo>
                      <a:pt x="528" y="528"/>
                    </a:lnTo>
                    <a:lnTo>
                      <a:pt x="1872" y="528"/>
                    </a:lnTo>
                    <a:lnTo>
                      <a:pt x="1344" y="0"/>
                    </a:lnTo>
                    <a:lnTo>
                      <a:pt x="0" y="0"/>
                    </a:lnTo>
                    <a:close/>
                  </a:path>
                </a:pathLst>
              </a:custGeom>
              <a:gradFill rotWithShape="1">
                <a:gsLst>
                  <a:gs pos="0">
                    <a:srgbClr val="B26BB2"/>
                  </a:gs>
                  <a:gs pos="100000">
                    <a:srgbClr val="FF99FF"/>
                  </a:gs>
                </a:gsLst>
                <a:lin ang="0" scaled="1"/>
              </a:gradFill>
              <a:ln w="12700" cap="flat" cmpd="sng">
                <a:solidFill>
                  <a:srgbClr val="808080"/>
                </a:solidFill>
                <a:prstDash val="solid"/>
                <a:round/>
                <a:headEnd type="none" w="med" len="med"/>
                <a:tailEnd type="none" w="med" len="med"/>
              </a:ln>
              <a:effectLst>
                <a:outerShdw dist="28398" dir="6993903" algn="ctr" rotWithShape="0">
                  <a:srgbClr val="808080"/>
                </a:outerShdw>
              </a:effectLst>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8" name="Rectangle 10">
                <a:extLst>
                  <a:ext uri="{FF2B5EF4-FFF2-40B4-BE49-F238E27FC236}">
                    <a16:creationId xmlns:a16="http://schemas.microsoft.com/office/drawing/2014/main" id="{8D12AEE1-83B3-FB43-1392-A6D317B99790}"/>
                  </a:ext>
                </a:extLst>
              </p:cNvPr>
              <p:cNvSpPr>
                <a:spLocks noChangeArrowheads="1"/>
              </p:cNvSpPr>
              <p:nvPr/>
            </p:nvSpPr>
            <p:spPr bwMode="auto">
              <a:xfrm>
                <a:off x="605" y="1577"/>
                <a:ext cx="1855" cy="1546"/>
              </a:xfrm>
              <a:prstGeom prst="rect">
                <a:avLst/>
              </a:prstGeom>
              <a:gradFill rotWithShape="1">
                <a:gsLst>
                  <a:gs pos="0">
                    <a:srgbClr val="BBE0E3">
                      <a:gamma/>
                      <a:shade val="72941"/>
                      <a:invGamma/>
                    </a:srgbClr>
                  </a:gs>
                  <a:gs pos="100000">
                    <a:srgbClr val="BBE0E3"/>
                  </a:gs>
                </a:gsLst>
                <a:lin ang="5400000" scaled="1"/>
              </a:gradFill>
              <a:ln w="12700">
                <a:solidFill>
                  <a:srgbClr val="808080"/>
                </a:solidFill>
                <a:miter lim="800000"/>
                <a:headEnd type="none" w="sm" len="sm"/>
                <a:tailEnd type="none" w="sm" len="sm"/>
              </a:ln>
              <a:effectLst>
                <a:outerShdw dist="35921" dir="13500000" algn="ctr" rotWithShape="0">
                  <a:srgbClr val="80808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9" name="Text Box 11">
                <a:extLst>
                  <a:ext uri="{FF2B5EF4-FFF2-40B4-BE49-F238E27FC236}">
                    <a16:creationId xmlns:a16="http://schemas.microsoft.com/office/drawing/2014/main" id="{FA8FB0FA-ED6E-ADAB-1B71-8BC0E15BBBEB}"/>
                  </a:ext>
                </a:extLst>
              </p:cNvPr>
              <p:cNvSpPr txBox="1">
                <a:spLocks noChangeArrowheads="1"/>
              </p:cNvSpPr>
              <p:nvPr/>
            </p:nvSpPr>
            <p:spPr bwMode="auto">
              <a:xfrm>
                <a:off x="538" y="1549"/>
                <a:ext cx="463"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V</a:t>
                </a:r>
              </a:p>
            </p:txBody>
          </p:sp>
          <p:sp>
            <p:nvSpPr>
              <p:cNvPr id="250" name="Text Box 12">
                <a:extLst>
                  <a:ext uri="{FF2B5EF4-FFF2-40B4-BE49-F238E27FC236}">
                    <a16:creationId xmlns:a16="http://schemas.microsoft.com/office/drawing/2014/main" id="{8FB5A6ED-F6B2-540F-87F1-EE6855DFF56E}"/>
                  </a:ext>
                </a:extLst>
              </p:cNvPr>
              <p:cNvSpPr txBox="1">
                <a:spLocks noChangeArrowheads="1"/>
              </p:cNvSpPr>
              <p:nvPr/>
            </p:nvSpPr>
            <p:spPr bwMode="auto">
              <a:xfrm>
                <a:off x="417" y="2994"/>
                <a:ext cx="332"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X</a:t>
                </a:r>
              </a:p>
            </p:txBody>
          </p:sp>
          <p:sp>
            <p:nvSpPr>
              <p:cNvPr id="251" name="Text Box 13">
                <a:extLst>
                  <a:ext uri="{FF2B5EF4-FFF2-40B4-BE49-F238E27FC236}">
                    <a16:creationId xmlns:a16="http://schemas.microsoft.com/office/drawing/2014/main" id="{CDB633F2-FBCE-FFB4-EBE0-CD5DD205A6B9}"/>
                  </a:ext>
                </a:extLst>
              </p:cNvPr>
              <p:cNvSpPr txBox="1">
                <a:spLocks noChangeArrowheads="1"/>
              </p:cNvSpPr>
              <p:nvPr/>
            </p:nvSpPr>
            <p:spPr bwMode="auto">
              <a:xfrm>
                <a:off x="3138" y="3634"/>
                <a:ext cx="332"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Y</a:t>
                </a:r>
              </a:p>
            </p:txBody>
          </p:sp>
          <p:sp>
            <p:nvSpPr>
              <p:cNvPr id="252" name="Text Box 14">
                <a:extLst>
                  <a:ext uri="{FF2B5EF4-FFF2-40B4-BE49-F238E27FC236}">
                    <a16:creationId xmlns:a16="http://schemas.microsoft.com/office/drawing/2014/main" id="{DE7191C9-762B-B7EF-AB24-693AF5018E74}"/>
                  </a:ext>
                </a:extLst>
              </p:cNvPr>
              <p:cNvSpPr txBox="1">
                <a:spLocks noChangeArrowheads="1"/>
              </p:cNvSpPr>
              <p:nvPr/>
            </p:nvSpPr>
            <p:spPr bwMode="auto">
              <a:xfrm>
                <a:off x="2304" y="3106"/>
                <a:ext cx="530" cy="273"/>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O</a:t>
                </a:r>
              </a:p>
            </p:txBody>
          </p:sp>
          <p:graphicFrame>
            <p:nvGraphicFramePr>
              <p:cNvPr id="253" name="Object 15">
                <a:extLst>
                  <a:ext uri="{FF2B5EF4-FFF2-40B4-BE49-F238E27FC236}">
                    <a16:creationId xmlns:a16="http://schemas.microsoft.com/office/drawing/2014/main" id="{8A89783C-1386-FA23-EE98-F6EEE8044EC3}"/>
                  </a:ext>
                </a:extLst>
              </p:cNvPr>
              <p:cNvGraphicFramePr>
                <a:graphicFrameLocks noChangeAspect="1"/>
              </p:cNvGraphicFramePr>
              <p:nvPr/>
            </p:nvGraphicFramePr>
            <p:xfrm>
              <a:off x="1235" y="3643"/>
              <a:ext cx="266" cy="149"/>
            </p:xfrm>
            <a:graphic>
              <a:graphicData uri="http://schemas.openxmlformats.org/presentationml/2006/ole">
                <mc:AlternateContent xmlns:mc="http://schemas.openxmlformats.org/markup-compatibility/2006">
                  <mc:Choice xmlns:v="urn:schemas-microsoft-com:vml" Requires="v">
                    <p:oleObj name="位图图像" r:id="rId2" imgW="466543" imgH="266737" progId="Paint.Picture">
                      <p:embed/>
                    </p:oleObj>
                  </mc:Choice>
                  <mc:Fallback>
                    <p:oleObj name="位图图像" r:id="rId2" imgW="466543" imgH="266737" progId="Paint.Picture">
                      <p:embed/>
                      <p:pic>
                        <p:nvPicPr>
                          <p:cNvPr id="48224" name="Object 15">
                            <a:extLst>
                              <a:ext uri="{FF2B5EF4-FFF2-40B4-BE49-F238E27FC236}">
                                <a16:creationId xmlns:a16="http://schemas.microsoft.com/office/drawing/2014/main" id="{9E44FC98-18EB-2CE5-076B-569C5D1E8110}"/>
                              </a:ext>
                            </a:extLst>
                          </p:cNvPr>
                          <p:cNvPicPr>
                            <a:picLocks noChangeAspect="1" noChangeArrowheads="1"/>
                          </p:cNvPicPr>
                          <p:nvPr/>
                        </p:nvPicPr>
                        <p:blipFill>
                          <a:blip r:embed="rId3">
                            <a:clrChange>
                              <a:clrFrom>
                                <a:srgbClr val="FFFF00"/>
                              </a:clrFrom>
                              <a:clrTo>
                                <a:srgbClr val="FFFF00">
                                  <a:alpha val="0"/>
                                </a:srgbClr>
                              </a:clrTo>
                            </a:clrChange>
                            <a:extLst>
                              <a:ext uri="{28A0092B-C50C-407E-A947-70E740481C1C}">
                                <a14:useLocalDpi xmlns:a14="http://schemas.microsoft.com/office/drawing/2010/main" val="0"/>
                              </a:ext>
                            </a:extLst>
                          </a:blip>
                          <a:srcRect/>
                          <a:stretch>
                            <a:fillRect/>
                          </a:stretch>
                        </p:blipFill>
                        <p:spPr bwMode="auto">
                          <a:xfrm>
                            <a:off x="1235" y="3643"/>
                            <a:ext cx="266" cy="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4" name="Text Box 16">
                <a:extLst>
                  <a:ext uri="{FF2B5EF4-FFF2-40B4-BE49-F238E27FC236}">
                    <a16:creationId xmlns:a16="http://schemas.microsoft.com/office/drawing/2014/main" id="{D1F6EA7F-658B-5D92-0545-37D2492C7DB2}"/>
                  </a:ext>
                </a:extLst>
              </p:cNvPr>
              <p:cNvSpPr txBox="1">
                <a:spLocks noChangeArrowheads="1"/>
              </p:cNvSpPr>
              <p:nvPr/>
            </p:nvSpPr>
            <p:spPr bwMode="auto">
              <a:xfrm>
                <a:off x="2439" y="1450"/>
                <a:ext cx="529" cy="274"/>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Z</a:t>
                </a:r>
              </a:p>
            </p:txBody>
          </p:sp>
          <p:grpSp>
            <p:nvGrpSpPr>
              <p:cNvPr id="255" name="Group 17">
                <a:extLst>
                  <a:ext uri="{FF2B5EF4-FFF2-40B4-BE49-F238E27FC236}">
                    <a16:creationId xmlns:a16="http://schemas.microsoft.com/office/drawing/2014/main" id="{D75C6C81-C7A7-0FD5-862B-6876D002FCEC}"/>
                  </a:ext>
                </a:extLst>
              </p:cNvPr>
              <p:cNvGrpSpPr>
                <a:grpSpLocks/>
              </p:cNvGrpSpPr>
              <p:nvPr/>
            </p:nvGrpSpPr>
            <p:grpSpPr bwMode="auto">
              <a:xfrm>
                <a:off x="3023" y="2192"/>
                <a:ext cx="112" cy="223"/>
                <a:chOff x="5012" y="2115"/>
                <a:chExt cx="91" cy="181"/>
              </a:xfrm>
            </p:grpSpPr>
            <p:sp>
              <p:nvSpPr>
                <p:cNvPr id="256" name="Line 18">
                  <a:extLst>
                    <a:ext uri="{FF2B5EF4-FFF2-40B4-BE49-F238E27FC236}">
                      <a16:creationId xmlns:a16="http://schemas.microsoft.com/office/drawing/2014/main" id="{88F95522-858E-F87C-579F-A80781C5AFC7}"/>
                    </a:ext>
                  </a:extLst>
                </p:cNvPr>
                <p:cNvSpPr>
                  <a:spLocks noChangeShapeType="1"/>
                </p:cNvSpPr>
                <p:nvPr/>
              </p:nvSpPr>
              <p:spPr bwMode="auto">
                <a:xfrm>
                  <a:off x="5012" y="2115"/>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7" name="Line 19">
                  <a:extLst>
                    <a:ext uri="{FF2B5EF4-FFF2-40B4-BE49-F238E27FC236}">
                      <a16:creationId xmlns:a16="http://schemas.microsoft.com/office/drawing/2014/main" id="{9E948170-3541-31E1-541A-21A5557E8EF7}"/>
                    </a:ext>
                  </a:extLst>
                </p:cNvPr>
                <p:cNvSpPr>
                  <a:spLocks noChangeShapeType="1"/>
                </p:cNvSpPr>
                <p:nvPr/>
              </p:nvSpPr>
              <p:spPr bwMode="auto">
                <a:xfrm flipH="1">
                  <a:off x="5057" y="2205"/>
                  <a:ext cx="46" cy="91"/>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8" name="Line 20">
                  <a:extLst>
                    <a:ext uri="{FF2B5EF4-FFF2-40B4-BE49-F238E27FC236}">
                      <a16:creationId xmlns:a16="http://schemas.microsoft.com/office/drawing/2014/main" id="{8CF7D077-CD3B-CFC7-0486-9804C2391C07}"/>
                    </a:ext>
                  </a:extLst>
                </p:cNvPr>
                <p:cNvSpPr>
                  <a:spLocks noChangeShapeType="1"/>
                </p:cNvSpPr>
                <p:nvPr/>
              </p:nvSpPr>
              <p:spPr bwMode="auto">
                <a:xfrm>
                  <a:off x="5057" y="2160"/>
                  <a:ext cx="0" cy="136"/>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9" name="Line 21">
                  <a:extLst>
                    <a:ext uri="{FF2B5EF4-FFF2-40B4-BE49-F238E27FC236}">
                      <a16:creationId xmlns:a16="http://schemas.microsoft.com/office/drawing/2014/main" id="{A29861C1-BCFC-14E7-23D6-E236529584BF}"/>
                    </a:ext>
                  </a:extLst>
                </p:cNvPr>
                <p:cNvSpPr>
                  <a:spLocks noChangeShapeType="1"/>
                </p:cNvSpPr>
                <p:nvPr/>
              </p:nvSpPr>
              <p:spPr bwMode="auto">
                <a:xfrm flipH="1">
                  <a:off x="5012" y="2160"/>
                  <a:ext cx="45" cy="94"/>
                </a:xfrm>
                <a:prstGeom prst="line">
                  <a:avLst/>
                </a:prstGeom>
                <a:noFill/>
                <a:ln w="19050">
                  <a:solidFill>
                    <a:srgbClr val="0000FF"/>
                  </a:solidFill>
                  <a:round/>
                  <a:headEnd/>
                  <a:tailEnd/>
                </a:ln>
                <a:effectLst>
                  <a:outerShdw dist="17961" dir="2700000" algn="ctr" rotWithShape="0">
                    <a:srgbClr val="808080">
                      <a:alpha val="50000"/>
                    </a:srgbClr>
                  </a:outerShdw>
                </a:effectLst>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grpSp>
          <p:nvGrpSpPr>
            <p:cNvPr id="209" name="Group 22">
              <a:extLst>
                <a:ext uri="{FF2B5EF4-FFF2-40B4-BE49-F238E27FC236}">
                  <a16:creationId xmlns:a16="http://schemas.microsoft.com/office/drawing/2014/main" id="{7E32E76F-AC57-41FE-F149-7434C9886B37}"/>
                </a:ext>
              </a:extLst>
            </p:cNvPr>
            <p:cNvGrpSpPr>
              <a:grpSpLocks/>
            </p:cNvGrpSpPr>
            <p:nvPr/>
          </p:nvGrpSpPr>
          <p:grpSpPr bwMode="auto">
            <a:xfrm>
              <a:off x="934" y="1920"/>
              <a:ext cx="1880" cy="1804"/>
              <a:chOff x="1020" y="1752"/>
              <a:chExt cx="2064" cy="1980"/>
            </a:xfrm>
          </p:grpSpPr>
          <p:sp>
            <p:nvSpPr>
              <p:cNvPr id="210" name="Freeform 23">
                <a:extLst>
                  <a:ext uri="{FF2B5EF4-FFF2-40B4-BE49-F238E27FC236}">
                    <a16:creationId xmlns:a16="http://schemas.microsoft.com/office/drawing/2014/main" id="{B0FBB12D-D367-40D2-FEA0-A543D9ABD073}"/>
                  </a:ext>
                </a:extLst>
              </p:cNvPr>
              <p:cNvSpPr>
                <a:spLocks/>
              </p:cNvSpPr>
              <p:nvPr/>
            </p:nvSpPr>
            <p:spPr bwMode="auto">
              <a:xfrm>
                <a:off x="1292" y="3384"/>
                <a:ext cx="908" cy="348"/>
              </a:xfrm>
              <a:custGeom>
                <a:avLst/>
                <a:gdLst>
                  <a:gd name="T0" fmla="*/ 0 w 908"/>
                  <a:gd name="T1" fmla="*/ 1 h 348"/>
                  <a:gd name="T2" fmla="*/ 908 w 908"/>
                  <a:gd name="T3" fmla="*/ 0 h 348"/>
                  <a:gd name="T4" fmla="*/ 772 w 908"/>
                  <a:gd name="T5" fmla="*/ 348 h 348"/>
                  <a:gd name="T6" fmla="*/ 0 w 908"/>
                  <a:gd name="T7" fmla="*/ 1 h 348"/>
                  <a:gd name="T8" fmla="*/ 0 60000 65536"/>
                  <a:gd name="T9" fmla="*/ 0 60000 65536"/>
                  <a:gd name="T10" fmla="*/ 0 60000 65536"/>
                  <a:gd name="T11" fmla="*/ 0 60000 65536"/>
                  <a:gd name="T12" fmla="*/ 0 w 908"/>
                  <a:gd name="T13" fmla="*/ 0 h 348"/>
                  <a:gd name="T14" fmla="*/ 908 w 908"/>
                  <a:gd name="T15" fmla="*/ 348 h 348"/>
                </a:gdLst>
                <a:ahLst/>
                <a:cxnLst>
                  <a:cxn ang="T8">
                    <a:pos x="T0" y="T1"/>
                  </a:cxn>
                  <a:cxn ang="T9">
                    <a:pos x="T2" y="T3"/>
                  </a:cxn>
                  <a:cxn ang="T10">
                    <a:pos x="T4" y="T5"/>
                  </a:cxn>
                  <a:cxn ang="T11">
                    <a:pos x="T6" y="T7"/>
                  </a:cxn>
                </a:cxnLst>
                <a:rect l="T12" t="T13" r="T14" b="T15"/>
                <a:pathLst>
                  <a:path w="908" h="348">
                    <a:moveTo>
                      <a:pt x="0" y="1"/>
                    </a:moveTo>
                    <a:lnTo>
                      <a:pt x="908" y="0"/>
                    </a:lnTo>
                    <a:lnTo>
                      <a:pt x="772" y="348"/>
                    </a:lnTo>
                    <a:lnTo>
                      <a:pt x="0" y="1"/>
                    </a:lnTo>
                    <a:close/>
                  </a:path>
                </a:pathLst>
              </a:custGeom>
              <a:gradFill rotWithShape="1">
                <a:gsLst>
                  <a:gs pos="0">
                    <a:srgbClr val="0000FF">
                      <a:alpha val="18999"/>
                    </a:srgbClr>
                  </a:gs>
                  <a:gs pos="50000">
                    <a:srgbClr val="000049">
                      <a:alpha val="18999"/>
                    </a:srgbClr>
                  </a:gs>
                  <a:gs pos="100000">
                    <a:srgbClr val="0000FF">
                      <a:alpha val="18999"/>
                    </a:srgbClr>
                  </a:gs>
                </a:gsLst>
                <a:lin ang="0" scaled="1"/>
              </a:gradFill>
              <a:ln w="12700">
                <a:solidFill>
                  <a:srgbClr val="99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1" name="Freeform 24">
                <a:extLst>
                  <a:ext uri="{FF2B5EF4-FFF2-40B4-BE49-F238E27FC236}">
                    <a16:creationId xmlns:a16="http://schemas.microsoft.com/office/drawing/2014/main" id="{CB07B5EB-457A-0839-68EB-0859A4877139}"/>
                  </a:ext>
                </a:extLst>
              </p:cNvPr>
              <p:cNvSpPr>
                <a:spLocks/>
              </p:cNvSpPr>
              <p:nvPr/>
            </p:nvSpPr>
            <p:spPr bwMode="auto">
              <a:xfrm>
                <a:off x="1912" y="3508"/>
                <a:ext cx="156" cy="224"/>
              </a:xfrm>
              <a:custGeom>
                <a:avLst/>
                <a:gdLst>
                  <a:gd name="T0" fmla="*/ 0 w 156"/>
                  <a:gd name="T1" fmla="*/ 0 h 224"/>
                  <a:gd name="T2" fmla="*/ 156 w 156"/>
                  <a:gd name="T3" fmla="*/ 224 h 224"/>
                  <a:gd name="T4" fmla="*/ 0 60000 65536"/>
                  <a:gd name="T5" fmla="*/ 0 60000 65536"/>
                  <a:gd name="T6" fmla="*/ 0 w 156"/>
                  <a:gd name="T7" fmla="*/ 0 h 224"/>
                  <a:gd name="T8" fmla="*/ 156 w 156"/>
                  <a:gd name="T9" fmla="*/ 224 h 224"/>
                </a:gdLst>
                <a:ahLst/>
                <a:cxnLst>
                  <a:cxn ang="T4">
                    <a:pos x="T0" y="T1"/>
                  </a:cxn>
                  <a:cxn ang="T5">
                    <a:pos x="T2" y="T3"/>
                  </a:cxn>
                </a:cxnLst>
                <a:rect l="T6" t="T7" r="T8" b="T9"/>
                <a:pathLst>
                  <a:path w="156" h="224">
                    <a:moveTo>
                      <a:pt x="0" y="0"/>
                    </a:moveTo>
                    <a:lnTo>
                      <a:pt x="156" y="224"/>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2" name="Freeform 25">
                <a:extLst>
                  <a:ext uri="{FF2B5EF4-FFF2-40B4-BE49-F238E27FC236}">
                    <a16:creationId xmlns:a16="http://schemas.microsoft.com/office/drawing/2014/main" id="{9A8DA538-9745-2613-95FD-87B1528C02A4}"/>
                  </a:ext>
                </a:extLst>
              </p:cNvPr>
              <p:cNvSpPr>
                <a:spLocks/>
              </p:cNvSpPr>
              <p:nvPr/>
            </p:nvSpPr>
            <p:spPr bwMode="auto">
              <a:xfrm>
                <a:off x="1920" y="3388"/>
                <a:ext cx="272" cy="120"/>
              </a:xfrm>
              <a:custGeom>
                <a:avLst/>
                <a:gdLst>
                  <a:gd name="T0" fmla="*/ 0 w 272"/>
                  <a:gd name="T1" fmla="*/ 120 h 120"/>
                  <a:gd name="T2" fmla="*/ 272 w 272"/>
                  <a:gd name="T3" fmla="*/ 0 h 120"/>
                  <a:gd name="T4" fmla="*/ 0 60000 65536"/>
                  <a:gd name="T5" fmla="*/ 0 60000 65536"/>
                  <a:gd name="T6" fmla="*/ 0 w 272"/>
                  <a:gd name="T7" fmla="*/ 0 h 120"/>
                  <a:gd name="T8" fmla="*/ 272 w 272"/>
                  <a:gd name="T9" fmla="*/ 120 h 120"/>
                </a:gdLst>
                <a:ahLst/>
                <a:cxnLst>
                  <a:cxn ang="T4">
                    <a:pos x="T0" y="T1"/>
                  </a:cxn>
                  <a:cxn ang="T5">
                    <a:pos x="T2" y="T3"/>
                  </a:cxn>
                </a:cxnLst>
                <a:rect l="T6" t="T7" r="T8" b="T9"/>
                <a:pathLst>
                  <a:path w="272" h="120">
                    <a:moveTo>
                      <a:pt x="0" y="120"/>
                    </a:moveTo>
                    <a:lnTo>
                      <a:pt x="272" y="0"/>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3" name="Freeform 26">
                <a:extLst>
                  <a:ext uri="{FF2B5EF4-FFF2-40B4-BE49-F238E27FC236}">
                    <a16:creationId xmlns:a16="http://schemas.microsoft.com/office/drawing/2014/main" id="{6F9EB617-FEB2-F0F5-E911-EC7F04F4F76C}"/>
                  </a:ext>
                </a:extLst>
              </p:cNvPr>
              <p:cNvSpPr>
                <a:spLocks/>
              </p:cNvSpPr>
              <p:nvPr/>
            </p:nvSpPr>
            <p:spPr bwMode="auto">
              <a:xfrm>
                <a:off x="1293" y="3385"/>
                <a:ext cx="627" cy="127"/>
              </a:xfrm>
              <a:custGeom>
                <a:avLst/>
                <a:gdLst>
                  <a:gd name="T0" fmla="*/ 627 w 627"/>
                  <a:gd name="T1" fmla="*/ 127 h 127"/>
                  <a:gd name="T2" fmla="*/ 0 w 627"/>
                  <a:gd name="T3" fmla="*/ 0 h 127"/>
                  <a:gd name="T4" fmla="*/ 0 60000 65536"/>
                  <a:gd name="T5" fmla="*/ 0 60000 65536"/>
                  <a:gd name="T6" fmla="*/ 0 w 627"/>
                  <a:gd name="T7" fmla="*/ 0 h 127"/>
                  <a:gd name="T8" fmla="*/ 627 w 627"/>
                  <a:gd name="T9" fmla="*/ 127 h 127"/>
                </a:gdLst>
                <a:ahLst/>
                <a:cxnLst>
                  <a:cxn ang="T4">
                    <a:pos x="T0" y="T1"/>
                  </a:cxn>
                  <a:cxn ang="T5">
                    <a:pos x="T2" y="T3"/>
                  </a:cxn>
                </a:cxnLst>
                <a:rect l="T6" t="T7" r="T8" b="T9"/>
                <a:pathLst>
                  <a:path w="627" h="127">
                    <a:moveTo>
                      <a:pt x="627" y="127"/>
                    </a:moveTo>
                    <a:lnTo>
                      <a:pt x="0" y="0"/>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4" name="Text Box 27">
                <a:extLst>
                  <a:ext uri="{FF2B5EF4-FFF2-40B4-BE49-F238E27FC236}">
                    <a16:creationId xmlns:a16="http://schemas.microsoft.com/office/drawing/2014/main" id="{61A4CFB7-FA71-8FBE-0485-4BEB389659FE}"/>
                  </a:ext>
                </a:extLst>
              </p:cNvPr>
              <p:cNvSpPr txBox="1">
                <a:spLocks noChangeArrowheads="1"/>
              </p:cNvSpPr>
              <p:nvPr/>
            </p:nvSpPr>
            <p:spPr bwMode="auto">
              <a:xfrm>
                <a:off x="1837" y="1933"/>
                <a:ext cx="317" cy="319"/>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K</a:t>
                </a:r>
              </a:p>
            </p:txBody>
          </p:sp>
          <p:sp>
            <p:nvSpPr>
              <p:cNvPr id="215" name="Text Box 28">
                <a:extLst>
                  <a:ext uri="{FF2B5EF4-FFF2-40B4-BE49-F238E27FC236}">
                    <a16:creationId xmlns:a16="http://schemas.microsoft.com/office/drawing/2014/main" id="{5DD4F1C5-8525-A898-1577-7D0ECE5D71EF}"/>
                  </a:ext>
                </a:extLst>
              </p:cNvPr>
              <p:cNvSpPr txBox="1">
                <a:spLocks noChangeArrowheads="1"/>
              </p:cNvSpPr>
              <p:nvPr/>
            </p:nvSpPr>
            <p:spPr bwMode="auto">
              <a:xfrm>
                <a:off x="1020" y="2840"/>
                <a:ext cx="317" cy="316"/>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A</a:t>
                </a:r>
              </a:p>
            </p:txBody>
          </p:sp>
          <p:sp>
            <p:nvSpPr>
              <p:cNvPr id="216" name="Text Box 29">
                <a:extLst>
                  <a:ext uri="{FF2B5EF4-FFF2-40B4-BE49-F238E27FC236}">
                    <a16:creationId xmlns:a16="http://schemas.microsoft.com/office/drawing/2014/main" id="{95C673DA-ABB3-6F08-0912-BA3E578511BD}"/>
                  </a:ext>
                </a:extLst>
              </p:cNvPr>
              <p:cNvSpPr txBox="1">
                <a:spLocks noChangeArrowheads="1"/>
              </p:cNvSpPr>
              <p:nvPr/>
            </p:nvSpPr>
            <p:spPr bwMode="auto">
              <a:xfrm>
                <a:off x="1791" y="3158"/>
                <a:ext cx="317" cy="316"/>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B</a:t>
                </a:r>
              </a:p>
            </p:txBody>
          </p:sp>
          <p:sp>
            <p:nvSpPr>
              <p:cNvPr id="217" name="Text Box 30">
                <a:extLst>
                  <a:ext uri="{FF2B5EF4-FFF2-40B4-BE49-F238E27FC236}">
                    <a16:creationId xmlns:a16="http://schemas.microsoft.com/office/drawing/2014/main" id="{1B7CDEF7-3E22-46DF-0239-4CCB111E713E}"/>
                  </a:ext>
                </a:extLst>
              </p:cNvPr>
              <p:cNvSpPr txBox="1">
                <a:spLocks noChangeArrowheads="1"/>
              </p:cNvSpPr>
              <p:nvPr/>
            </p:nvSpPr>
            <p:spPr bwMode="auto">
              <a:xfrm>
                <a:off x="2200" y="2704"/>
                <a:ext cx="317" cy="316"/>
              </a:xfrm>
              <a:prstGeom prst="rect">
                <a:avLst/>
              </a:prstGeom>
              <a:noFill/>
              <a:ln w="28575" algn="ctr">
                <a:noFill/>
                <a:miter lim="800000"/>
                <a:headEnd/>
                <a:tailEnd/>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EC0202"/>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C</a:t>
                </a:r>
              </a:p>
            </p:txBody>
          </p:sp>
          <p:sp>
            <p:nvSpPr>
              <p:cNvPr id="218" name="Freeform 31">
                <a:extLst>
                  <a:ext uri="{FF2B5EF4-FFF2-40B4-BE49-F238E27FC236}">
                    <a16:creationId xmlns:a16="http://schemas.microsoft.com/office/drawing/2014/main" id="{9ADE8098-A48C-262E-1711-936702EC51EA}"/>
                  </a:ext>
                </a:extLst>
              </p:cNvPr>
              <p:cNvSpPr>
                <a:spLocks/>
              </p:cNvSpPr>
              <p:nvPr/>
            </p:nvSpPr>
            <p:spPr bwMode="auto">
              <a:xfrm>
                <a:off x="2064" y="3270"/>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9" name="Freeform 32">
                <a:extLst>
                  <a:ext uri="{FF2B5EF4-FFF2-40B4-BE49-F238E27FC236}">
                    <a16:creationId xmlns:a16="http://schemas.microsoft.com/office/drawing/2014/main" id="{9084459A-53FF-B991-813A-8D687A4CE849}"/>
                  </a:ext>
                </a:extLst>
              </p:cNvPr>
              <p:cNvSpPr>
                <a:spLocks/>
              </p:cNvSpPr>
              <p:nvPr/>
            </p:nvSpPr>
            <p:spPr bwMode="auto">
              <a:xfrm>
                <a:off x="2200" y="293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0" name="Freeform 33">
                <a:extLst>
                  <a:ext uri="{FF2B5EF4-FFF2-40B4-BE49-F238E27FC236}">
                    <a16:creationId xmlns:a16="http://schemas.microsoft.com/office/drawing/2014/main" id="{4A25D2C7-A9C2-38CB-C407-132BA6CB9A7D}"/>
                  </a:ext>
                </a:extLst>
              </p:cNvPr>
              <p:cNvSpPr>
                <a:spLocks/>
              </p:cNvSpPr>
              <p:nvPr/>
            </p:nvSpPr>
            <p:spPr bwMode="auto">
              <a:xfrm>
                <a:off x="1292" y="293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1" name="Line 34">
                <a:extLst>
                  <a:ext uri="{FF2B5EF4-FFF2-40B4-BE49-F238E27FC236}">
                    <a16:creationId xmlns:a16="http://schemas.microsoft.com/office/drawing/2014/main" id="{5A7CC301-0837-62C6-40AE-8B80DD38C1EE}"/>
                  </a:ext>
                </a:extLst>
              </p:cNvPr>
              <p:cNvSpPr>
                <a:spLocks noChangeShapeType="1"/>
              </p:cNvSpPr>
              <p:nvPr/>
            </p:nvSpPr>
            <p:spPr bwMode="auto">
              <a:xfrm>
                <a:off x="1020" y="3112"/>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2" name="Freeform 35">
                <a:extLst>
                  <a:ext uri="{FF2B5EF4-FFF2-40B4-BE49-F238E27FC236}">
                    <a16:creationId xmlns:a16="http://schemas.microsoft.com/office/drawing/2014/main" id="{AFEC0CBE-BCDD-EC72-F313-B7A071DC9D00}"/>
                  </a:ext>
                </a:extLst>
              </p:cNvPr>
              <p:cNvSpPr>
                <a:spLocks/>
              </p:cNvSpPr>
              <p:nvPr/>
            </p:nvSpPr>
            <p:spPr bwMode="auto">
              <a:xfrm>
                <a:off x="1020" y="2657"/>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3" name="Line 36">
                <a:extLst>
                  <a:ext uri="{FF2B5EF4-FFF2-40B4-BE49-F238E27FC236}">
                    <a16:creationId xmlns:a16="http://schemas.microsoft.com/office/drawing/2014/main" id="{074C1F80-07E3-43AD-4070-7EAE660F605D}"/>
                  </a:ext>
                </a:extLst>
              </p:cNvPr>
              <p:cNvSpPr>
                <a:spLocks noChangeShapeType="1"/>
              </p:cNvSpPr>
              <p:nvPr/>
            </p:nvSpPr>
            <p:spPr bwMode="auto">
              <a:xfrm>
                <a:off x="1020" y="2659"/>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4" name="Line 37">
                <a:extLst>
                  <a:ext uri="{FF2B5EF4-FFF2-40B4-BE49-F238E27FC236}">
                    <a16:creationId xmlns:a16="http://schemas.microsoft.com/office/drawing/2014/main" id="{EA038B7A-8ED9-5B76-0C2E-211BB3009883}"/>
                  </a:ext>
                </a:extLst>
              </p:cNvPr>
              <p:cNvSpPr>
                <a:spLocks noChangeShapeType="1"/>
              </p:cNvSpPr>
              <p:nvPr/>
            </p:nvSpPr>
            <p:spPr bwMode="auto">
              <a:xfrm>
                <a:off x="1927" y="3114"/>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5" name="Freeform 38">
                <a:extLst>
                  <a:ext uri="{FF2B5EF4-FFF2-40B4-BE49-F238E27FC236}">
                    <a16:creationId xmlns:a16="http://schemas.microsoft.com/office/drawing/2014/main" id="{E792D5A0-852C-C2D7-DDE6-1D8A7A50D6A6}"/>
                  </a:ext>
                </a:extLst>
              </p:cNvPr>
              <p:cNvSpPr>
                <a:spLocks/>
              </p:cNvSpPr>
              <p:nvPr/>
            </p:nvSpPr>
            <p:spPr bwMode="auto">
              <a:xfrm>
                <a:off x="1926" y="2659"/>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6" name="Line 39">
                <a:extLst>
                  <a:ext uri="{FF2B5EF4-FFF2-40B4-BE49-F238E27FC236}">
                    <a16:creationId xmlns:a16="http://schemas.microsoft.com/office/drawing/2014/main" id="{749561F3-0D24-707D-04A8-D0594C742FE4}"/>
                  </a:ext>
                </a:extLst>
              </p:cNvPr>
              <p:cNvSpPr>
                <a:spLocks noChangeShapeType="1"/>
              </p:cNvSpPr>
              <p:nvPr/>
            </p:nvSpPr>
            <p:spPr bwMode="auto">
              <a:xfrm>
                <a:off x="1927" y="2661"/>
                <a:ext cx="272" cy="2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7" name="Line 40">
                <a:extLst>
                  <a:ext uri="{FF2B5EF4-FFF2-40B4-BE49-F238E27FC236}">
                    <a16:creationId xmlns:a16="http://schemas.microsoft.com/office/drawing/2014/main" id="{C388B1D3-9ED1-7492-9ED0-B377B59E678F}"/>
                  </a:ext>
                </a:extLst>
              </p:cNvPr>
              <p:cNvSpPr>
                <a:spLocks noChangeShapeType="1"/>
              </p:cNvSpPr>
              <p:nvPr/>
            </p:nvSpPr>
            <p:spPr bwMode="auto">
              <a:xfrm>
                <a:off x="1474" y="1752"/>
                <a:ext cx="453" cy="45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8" name="Freeform 41">
                <a:extLst>
                  <a:ext uri="{FF2B5EF4-FFF2-40B4-BE49-F238E27FC236}">
                    <a16:creationId xmlns:a16="http://schemas.microsoft.com/office/drawing/2014/main" id="{D4A872F0-441E-FEEE-0790-22B985731C6B}"/>
                  </a:ext>
                </a:extLst>
              </p:cNvPr>
              <p:cNvSpPr>
                <a:spLocks/>
              </p:cNvSpPr>
              <p:nvPr/>
            </p:nvSpPr>
            <p:spPr bwMode="auto">
              <a:xfrm>
                <a:off x="1020" y="1752"/>
                <a:ext cx="896" cy="908"/>
              </a:xfrm>
              <a:custGeom>
                <a:avLst/>
                <a:gdLst>
                  <a:gd name="T0" fmla="*/ 454 w 896"/>
                  <a:gd name="T1" fmla="*/ 0 h 908"/>
                  <a:gd name="T2" fmla="*/ 0 w 896"/>
                  <a:gd name="T3" fmla="*/ 907 h 908"/>
                  <a:gd name="T4" fmla="*/ 896 w 896"/>
                  <a:gd name="T5" fmla="*/ 908 h 908"/>
                  <a:gd name="T6" fmla="*/ 454 w 896"/>
                  <a:gd name="T7" fmla="*/ 0 h 908"/>
                  <a:gd name="T8" fmla="*/ 0 60000 65536"/>
                  <a:gd name="T9" fmla="*/ 0 60000 65536"/>
                  <a:gd name="T10" fmla="*/ 0 60000 65536"/>
                  <a:gd name="T11" fmla="*/ 0 60000 65536"/>
                  <a:gd name="T12" fmla="*/ 0 w 896"/>
                  <a:gd name="T13" fmla="*/ 0 h 908"/>
                  <a:gd name="T14" fmla="*/ 896 w 896"/>
                  <a:gd name="T15" fmla="*/ 908 h 908"/>
                </a:gdLst>
                <a:ahLst/>
                <a:cxnLst>
                  <a:cxn ang="T8">
                    <a:pos x="T0" y="T1"/>
                  </a:cxn>
                  <a:cxn ang="T9">
                    <a:pos x="T2" y="T3"/>
                  </a:cxn>
                  <a:cxn ang="T10">
                    <a:pos x="T4" y="T5"/>
                  </a:cxn>
                  <a:cxn ang="T11">
                    <a:pos x="T6" y="T7"/>
                  </a:cxn>
                </a:cxnLst>
                <a:rect l="T12" t="T13" r="T14" b="T15"/>
                <a:pathLst>
                  <a:path w="896" h="908">
                    <a:moveTo>
                      <a:pt x="454" y="0"/>
                    </a:moveTo>
                    <a:lnTo>
                      <a:pt x="0" y="907"/>
                    </a:lnTo>
                    <a:lnTo>
                      <a:pt x="896" y="908"/>
                    </a:lnTo>
                    <a:lnTo>
                      <a:pt x="454" y="0"/>
                    </a:lnTo>
                    <a:close/>
                  </a:path>
                </a:pathLst>
              </a:custGeom>
              <a:gradFill rotWithShape="1">
                <a:gsLst>
                  <a:gs pos="0">
                    <a:srgbClr val="0000FF">
                      <a:alpha val="18999"/>
                    </a:srgbClr>
                  </a:gs>
                  <a:gs pos="50000">
                    <a:srgbClr val="000076">
                      <a:alpha val="18999"/>
                    </a:srgbClr>
                  </a:gs>
                  <a:gs pos="100000">
                    <a:srgbClr val="0000FF">
                      <a:alpha val="18999"/>
                    </a:srgbClr>
                  </a:gs>
                </a:gsLst>
                <a:lin ang="0" scaled="1"/>
              </a:gradFill>
              <a:ln w="12700">
                <a:solidFill>
                  <a:srgbClr val="99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29" name="Freeform 42">
                <a:extLst>
                  <a:ext uri="{FF2B5EF4-FFF2-40B4-BE49-F238E27FC236}">
                    <a16:creationId xmlns:a16="http://schemas.microsoft.com/office/drawing/2014/main" id="{F6D591FB-F200-8AF0-00B5-142170975FA7}"/>
                  </a:ext>
                </a:extLst>
              </p:cNvPr>
              <p:cNvSpPr>
                <a:spLocks/>
              </p:cNvSpPr>
              <p:nvPr/>
            </p:nvSpPr>
            <p:spPr bwMode="auto">
              <a:xfrm>
                <a:off x="1474" y="1752"/>
                <a:ext cx="2" cy="908"/>
              </a:xfrm>
              <a:custGeom>
                <a:avLst/>
                <a:gdLst>
                  <a:gd name="T0" fmla="*/ 0 w 2"/>
                  <a:gd name="T1" fmla="*/ 0 h 908"/>
                  <a:gd name="T2" fmla="*/ 2 w 2"/>
                  <a:gd name="T3" fmla="*/ 908 h 908"/>
                  <a:gd name="T4" fmla="*/ 0 60000 65536"/>
                  <a:gd name="T5" fmla="*/ 0 60000 65536"/>
                  <a:gd name="T6" fmla="*/ 0 w 2"/>
                  <a:gd name="T7" fmla="*/ 0 h 908"/>
                  <a:gd name="T8" fmla="*/ 2 w 2"/>
                  <a:gd name="T9" fmla="*/ 908 h 908"/>
                </a:gdLst>
                <a:ahLst/>
                <a:cxnLst>
                  <a:cxn ang="T4">
                    <a:pos x="T0" y="T1"/>
                  </a:cxn>
                  <a:cxn ang="T5">
                    <a:pos x="T2" y="T3"/>
                  </a:cxn>
                </a:cxnLst>
                <a:rect l="T6" t="T7" r="T8" b="T9"/>
                <a:pathLst>
                  <a:path w="2" h="908">
                    <a:moveTo>
                      <a:pt x="0" y="0"/>
                    </a:moveTo>
                    <a:lnTo>
                      <a:pt x="2" y="908"/>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0" name="Freeform 43">
                <a:extLst>
                  <a:ext uri="{FF2B5EF4-FFF2-40B4-BE49-F238E27FC236}">
                    <a16:creationId xmlns:a16="http://schemas.microsoft.com/office/drawing/2014/main" id="{D1E22374-BD21-E788-F444-2BE95C4C3D4B}"/>
                  </a:ext>
                </a:extLst>
              </p:cNvPr>
              <p:cNvSpPr>
                <a:spLocks/>
              </p:cNvSpPr>
              <p:nvPr/>
            </p:nvSpPr>
            <p:spPr bwMode="auto">
              <a:xfrm>
                <a:off x="1292" y="2205"/>
                <a:ext cx="908" cy="1055"/>
              </a:xfrm>
              <a:custGeom>
                <a:avLst/>
                <a:gdLst>
                  <a:gd name="T0" fmla="*/ 632 w 908"/>
                  <a:gd name="T1" fmla="*/ 0 h 1055"/>
                  <a:gd name="T2" fmla="*/ 0 w 908"/>
                  <a:gd name="T3" fmla="*/ 727 h 1055"/>
                  <a:gd name="T4" fmla="*/ 772 w 908"/>
                  <a:gd name="T5" fmla="*/ 1055 h 1055"/>
                  <a:gd name="T6" fmla="*/ 908 w 908"/>
                  <a:gd name="T7" fmla="*/ 727 h 1055"/>
                  <a:gd name="T8" fmla="*/ 632 w 908"/>
                  <a:gd name="T9" fmla="*/ 0 h 1055"/>
                  <a:gd name="T10" fmla="*/ 0 60000 65536"/>
                  <a:gd name="T11" fmla="*/ 0 60000 65536"/>
                  <a:gd name="T12" fmla="*/ 0 60000 65536"/>
                  <a:gd name="T13" fmla="*/ 0 60000 65536"/>
                  <a:gd name="T14" fmla="*/ 0 60000 65536"/>
                  <a:gd name="T15" fmla="*/ 0 w 908"/>
                  <a:gd name="T16" fmla="*/ 0 h 1055"/>
                  <a:gd name="T17" fmla="*/ 908 w 908"/>
                  <a:gd name="T18" fmla="*/ 1055 h 1055"/>
                </a:gdLst>
                <a:ahLst/>
                <a:cxnLst>
                  <a:cxn ang="T10">
                    <a:pos x="T0" y="T1"/>
                  </a:cxn>
                  <a:cxn ang="T11">
                    <a:pos x="T2" y="T3"/>
                  </a:cxn>
                  <a:cxn ang="T12">
                    <a:pos x="T4" y="T5"/>
                  </a:cxn>
                  <a:cxn ang="T13">
                    <a:pos x="T6" y="T7"/>
                  </a:cxn>
                  <a:cxn ang="T14">
                    <a:pos x="T8" y="T9"/>
                  </a:cxn>
                </a:cxnLst>
                <a:rect l="T15" t="T16" r="T17" b="T18"/>
                <a:pathLst>
                  <a:path w="908" h="1055">
                    <a:moveTo>
                      <a:pt x="632" y="0"/>
                    </a:moveTo>
                    <a:lnTo>
                      <a:pt x="0" y="727"/>
                    </a:lnTo>
                    <a:lnTo>
                      <a:pt x="772" y="1055"/>
                    </a:lnTo>
                    <a:lnTo>
                      <a:pt x="908" y="727"/>
                    </a:lnTo>
                    <a:lnTo>
                      <a:pt x="632" y="0"/>
                    </a:lnTo>
                    <a:close/>
                  </a:path>
                </a:pathLst>
              </a:custGeom>
              <a:gradFill rotWithShape="1">
                <a:gsLst>
                  <a:gs pos="0">
                    <a:srgbClr val="0000FF">
                      <a:alpha val="39998"/>
                    </a:srgbClr>
                  </a:gs>
                  <a:gs pos="50000">
                    <a:srgbClr val="000076">
                      <a:alpha val="39998"/>
                    </a:srgbClr>
                  </a:gs>
                  <a:gs pos="100000">
                    <a:srgbClr val="0000FF">
                      <a:alpha val="39998"/>
                    </a:srgbClr>
                  </a:gs>
                </a:gsLst>
                <a:lin ang="0" scaled="1"/>
              </a:gradFill>
              <a:ln w="19050">
                <a:solidFill>
                  <a:srgbClr val="0000FF"/>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1" name="Freeform 44">
                <a:extLst>
                  <a:ext uri="{FF2B5EF4-FFF2-40B4-BE49-F238E27FC236}">
                    <a16:creationId xmlns:a16="http://schemas.microsoft.com/office/drawing/2014/main" id="{E70EA16F-2812-870F-7E92-7300E65F8123}"/>
                  </a:ext>
                </a:extLst>
              </p:cNvPr>
              <p:cNvSpPr>
                <a:spLocks/>
              </p:cNvSpPr>
              <p:nvPr/>
            </p:nvSpPr>
            <p:spPr bwMode="auto">
              <a:xfrm>
                <a:off x="1924" y="2204"/>
                <a:ext cx="140" cy="1064"/>
              </a:xfrm>
              <a:custGeom>
                <a:avLst/>
                <a:gdLst>
                  <a:gd name="T0" fmla="*/ 140 w 140"/>
                  <a:gd name="T1" fmla="*/ 1064 h 1064"/>
                  <a:gd name="T2" fmla="*/ 0 w 140"/>
                  <a:gd name="T3" fmla="*/ 0 h 1064"/>
                  <a:gd name="T4" fmla="*/ 0 60000 65536"/>
                  <a:gd name="T5" fmla="*/ 0 60000 65536"/>
                  <a:gd name="T6" fmla="*/ 0 w 140"/>
                  <a:gd name="T7" fmla="*/ 0 h 1064"/>
                  <a:gd name="T8" fmla="*/ 140 w 140"/>
                  <a:gd name="T9" fmla="*/ 1064 h 1064"/>
                </a:gdLst>
                <a:ahLst/>
                <a:cxnLst>
                  <a:cxn ang="T4">
                    <a:pos x="T0" y="T1"/>
                  </a:cxn>
                  <a:cxn ang="T5">
                    <a:pos x="T2" y="T3"/>
                  </a:cxn>
                </a:cxnLst>
                <a:rect l="T6" t="T7" r="T8" b="T9"/>
                <a:pathLst>
                  <a:path w="140" h="1064">
                    <a:moveTo>
                      <a:pt x="140" y="1064"/>
                    </a:moveTo>
                    <a:lnTo>
                      <a:pt x="0"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2" name="Freeform 45">
                <a:extLst>
                  <a:ext uri="{FF2B5EF4-FFF2-40B4-BE49-F238E27FC236}">
                    <a16:creationId xmlns:a16="http://schemas.microsoft.com/office/drawing/2014/main" id="{0D80063F-EC21-6C53-A1E8-E633DDAF7745}"/>
                  </a:ext>
                </a:extLst>
              </p:cNvPr>
              <p:cNvSpPr>
                <a:spLocks/>
              </p:cNvSpPr>
              <p:nvPr/>
            </p:nvSpPr>
            <p:spPr bwMode="auto">
              <a:xfrm>
                <a:off x="1292" y="2931"/>
                <a:ext cx="908" cy="1"/>
              </a:xfrm>
              <a:custGeom>
                <a:avLst/>
                <a:gdLst>
                  <a:gd name="T0" fmla="*/ 0 w 908"/>
                  <a:gd name="T1" fmla="*/ 0 h 1"/>
                  <a:gd name="T2" fmla="*/ 908 w 908"/>
                  <a:gd name="T3" fmla="*/ 1 h 1"/>
                  <a:gd name="T4" fmla="*/ 0 60000 65536"/>
                  <a:gd name="T5" fmla="*/ 0 60000 65536"/>
                  <a:gd name="T6" fmla="*/ 0 w 908"/>
                  <a:gd name="T7" fmla="*/ 0 h 1"/>
                  <a:gd name="T8" fmla="*/ 908 w 908"/>
                  <a:gd name="T9" fmla="*/ 1 h 1"/>
                </a:gdLst>
                <a:ahLst/>
                <a:cxnLst>
                  <a:cxn ang="T4">
                    <a:pos x="T0" y="T1"/>
                  </a:cxn>
                  <a:cxn ang="T5">
                    <a:pos x="T2" y="T3"/>
                  </a:cxn>
                </a:cxnLst>
                <a:rect l="T6" t="T7" r="T8" b="T9"/>
                <a:pathLst>
                  <a:path w="908" h="1">
                    <a:moveTo>
                      <a:pt x="0" y="0"/>
                    </a:moveTo>
                    <a:lnTo>
                      <a:pt x="908" y="1"/>
                    </a:lnTo>
                  </a:path>
                </a:pathLst>
              </a:custGeom>
              <a:noFill/>
              <a:ln w="12700">
                <a:solidFill>
                  <a:srgbClr val="3333FF"/>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3" name="Freeform 46">
                <a:extLst>
                  <a:ext uri="{FF2B5EF4-FFF2-40B4-BE49-F238E27FC236}">
                    <a16:creationId xmlns:a16="http://schemas.microsoft.com/office/drawing/2014/main" id="{7620E149-D4CA-6383-AD94-0AD23F92DE51}"/>
                  </a:ext>
                </a:extLst>
              </p:cNvPr>
              <p:cNvSpPr>
                <a:spLocks/>
              </p:cNvSpPr>
              <p:nvPr/>
            </p:nvSpPr>
            <p:spPr bwMode="auto">
              <a:xfrm>
                <a:off x="2200" y="3388"/>
                <a:ext cx="524" cy="1"/>
              </a:xfrm>
              <a:custGeom>
                <a:avLst/>
                <a:gdLst>
                  <a:gd name="T0" fmla="*/ 0 w 524"/>
                  <a:gd name="T1" fmla="*/ 0 h 1"/>
                  <a:gd name="T2" fmla="*/ 524 w 524"/>
                  <a:gd name="T3" fmla="*/ 0 h 1"/>
                  <a:gd name="T4" fmla="*/ 0 60000 65536"/>
                  <a:gd name="T5" fmla="*/ 0 60000 65536"/>
                  <a:gd name="T6" fmla="*/ 0 w 524"/>
                  <a:gd name="T7" fmla="*/ 0 h 1"/>
                  <a:gd name="T8" fmla="*/ 524 w 524"/>
                  <a:gd name="T9" fmla="*/ 1 h 1"/>
                </a:gdLst>
                <a:ahLst/>
                <a:cxnLst>
                  <a:cxn ang="T4">
                    <a:pos x="T0" y="T1"/>
                  </a:cxn>
                  <a:cxn ang="T5">
                    <a:pos x="T2" y="T3"/>
                  </a:cxn>
                </a:cxnLst>
                <a:rect l="T6" t="T7" r="T8" b="T9"/>
                <a:pathLst>
                  <a:path w="524" h="1">
                    <a:moveTo>
                      <a:pt x="0" y="0"/>
                    </a:moveTo>
                    <a:lnTo>
                      <a:pt x="524"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4" name="Freeform 47">
                <a:extLst>
                  <a:ext uri="{FF2B5EF4-FFF2-40B4-BE49-F238E27FC236}">
                    <a16:creationId xmlns:a16="http://schemas.microsoft.com/office/drawing/2014/main" id="{6B2BAF4A-E589-679F-E40C-8F7D0DD34864}"/>
                  </a:ext>
                </a:extLst>
              </p:cNvPr>
              <p:cNvSpPr>
                <a:spLocks/>
              </p:cNvSpPr>
              <p:nvPr/>
            </p:nvSpPr>
            <p:spPr bwMode="auto">
              <a:xfrm>
                <a:off x="2064" y="3724"/>
                <a:ext cx="1008" cy="1"/>
              </a:xfrm>
              <a:custGeom>
                <a:avLst/>
                <a:gdLst>
                  <a:gd name="T0" fmla="*/ 0 w 1008"/>
                  <a:gd name="T1" fmla="*/ 0 h 1"/>
                  <a:gd name="T2" fmla="*/ 1008 w 1008"/>
                  <a:gd name="T3" fmla="*/ 0 h 1"/>
                  <a:gd name="T4" fmla="*/ 0 60000 65536"/>
                  <a:gd name="T5" fmla="*/ 0 60000 65536"/>
                  <a:gd name="T6" fmla="*/ 0 w 1008"/>
                  <a:gd name="T7" fmla="*/ 0 h 1"/>
                  <a:gd name="T8" fmla="*/ 1008 w 1008"/>
                  <a:gd name="T9" fmla="*/ 1 h 1"/>
                </a:gdLst>
                <a:ahLst/>
                <a:cxnLst>
                  <a:cxn ang="T4">
                    <a:pos x="T0" y="T1"/>
                  </a:cxn>
                  <a:cxn ang="T5">
                    <a:pos x="T2" y="T3"/>
                  </a:cxn>
                </a:cxnLst>
                <a:rect l="T6" t="T7" r="T8" b="T9"/>
                <a:pathLst>
                  <a:path w="1008" h="1">
                    <a:moveTo>
                      <a:pt x="0" y="0"/>
                    </a:moveTo>
                    <a:lnTo>
                      <a:pt x="1008"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5" name="Freeform 48">
                <a:extLst>
                  <a:ext uri="{FF2B5EF4-FFF2-40B4-BE49-F238E27FC236}">
                    <a16:creationId xmlns:a16="http://schemas.microsoft.com/office/drawing/2014/main" id="{37BCDF9F-498D-51D8-30DA-720DB2F43A6F}"/>
                  </a:ext>
                </a:extLst>
              </p:cNvPr>
              <p:cNvSpPr>
                <a:spLocks/>
              </p:cNvSpPr>
              <p:nvPr/>
            </p:nvSpPr>
            <p:spPr bwMode="auto">
              <a:xfrm>
                <a:off x="1927" y="2205"/>
                <a:ext cx="943" cy="1"/>
              </a:xfrm>
              <a:custGeom>
                <a:avLst/>
                <a:gdLst>
                  <a:gd name="T0" fmla="*/ 0 w 943"/>
                  <a:gd name="T1" fmla="*/ 0 h 1"/>
                  <a:gd name="T2" fmla="*/ 943 w 943"/>
                  <a:gd name="T3" fmla="*/ 0 h 1"/>
                  <a:gd name="T4" fmla="*/ 0 60000 65536"/>
                  <a:gd name="T5" fmla="*/ 0 60000 65536"/>
                  <a:gd name="T6" fmla="*/ 0 w 943"/>
                  <a:gd name="T7" fmla="*/ 0 h 1"/>
                  <a:gd name="T8" fmla="*/ 943 w 943"/>
                  <a:gd name="T9" fmla="*/ 1 h 1"/>
                </a:gdLst>
                <a:ahLst/>
                <a:cxnLst>
                  <a:cxn ang="T4">
                    <a:pos x="T0" y="T1"/>
                  </a:cxn>
                  <a:cxn ang="T5">
                    <a:pos x="T2" y="T3"/>
                  </a:cxn>
                </a:cxnLst>
                <a:rect l="T6" t="T7" r="T8" b="T9"/>
                <a:pathLst>
                  <a:path w="943" h="1">
                    <a:moveTo>
                      <a:pt x="0" y="0"/>
                    </a:moveTo>
                    <a:lnTo>
                      <a:pt x="943"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6" name="Freeform 49">
                <a:extLst>
                  <a:ext uri="{FF2B5EF4-FFF2-40B4-BE49-F238E27FC236}">
                    <a16:creationId xmlns:a16="http://schemas.microsoft.com/office/drawing/2014/main" id="{52BFF8DA-33C7-6BF1-DCEF-8180E2D483ED}"/>
                  </a:ext>
                </a:extLst>
              </p:cNvPr>
              <p:cNvSpPr>
                <a:spLocks/>
              </p:cNvSpPr>
              <p:nvPr/>
            </p:nvSpPr>
            <p:spPr bwMode="auto">
              <a:xfrm>
                <a:off x="2200" y="2932"/>
                <a:ext cx="524" cy="1"/>
              </a:xfrm>
              <a:custGeom>
                <a:avLst/>
                <a:gdLst>
                  <a:gd name="T0" fmla="*/ 0 w 524"/>
                  <a:gd name="T1" fmla="*/ 0 h 1"/>
                  <a:gd name="T2" fmla="*/ 524 w 524"/>
                  <a:gd name="T3" fmla="*/ 0 h 1"/>
                  <a:gd name="T4" fmla="*/ 0 60000 65536"/>
                  <a:gd name="T5" fmla="*/ 0 60000 65536"/>
                  <a:gd name="T6" fmla="*/ 0 w 524"/>
                  <a:gd name="T7" fmla="*/ 0 h 1"/>
                  <a:gd name="T8" fmla="*/ 524 w 524"/>
                  <a:gd name="T9" fmla="*/ 1 h 1"/>
                </a:gdLst>
                <a:ahLst/>
                <a:cxnLst>
                  <a:cxn ang="T4">
                    <a:pos x="T0" y="T1"/>
                  </a:cxn>
                  <a:cxn ang="T5">
                    <a:pos x="T2" y="T3"/>
                  </a:cxn>
                </a:cxnLst>
                <a:rect l="T6" t="T7" r="T8" b="T9"/>
                <a:pathLst>
                  <a:path w="524" h="1">
                    <a:moveTo>
                      <a:pt x="0" y="0"/>
                    </a:moveTo>
                    <a:lnTo>
                      <a:pt x="524"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7" name="Freeform 50">
                <a:extLst>
                  <a:ext uri="{FF2B5EF4-FFF2-40B4-BE49-F238E27FC236}">
                    <a16:creationId xmlns:a16="http://schemas.microsoft.com/office/drawing/2014/main" id="{3041B7E2-8F6E-1891-9B66-56C1121401CA}"/>
                  </a:ext>
                </a:extLst>
              </p:cNvPr>
              <p:cNvSpPr>
                <a:spLocks/>
              </p:cNvSpPr>
              <p:nvPr/>
            </p:nvSpPr>
            <p:spPr bwMode="auto">
              <a:xfrm>
                <a:off x="2064" y="3268"/>
                <a:ext cx="1020" cy="1"/>
              </a:xfrm>
              <a:custGeom>
                <a:avLst/>
                <a:gdLst>
                  <a:gd name="T0" fmla="*/ 0 w 1020"/>
                  <a:gd name="T1" fmla="*/ 0 h 1"/>
                  <a:gd name="T2" fmla="*/ 1020 w 1020"/>
                  <a:gd name="T3" fmla="*/ 0 h 1"/>
                  <a:gd name="T4" fmla="*/ 0 60000 65536"/>
                  <a:gd name="T5" fmla="*/ 0 60000 65536"/>
                  <a:gd name="T6" fmla="*/ 0 w 1020"/>
                  <a:gd name="T7" fmla="*/ 0 h 1"/>
                  <a:gd name="T8" fmla="*/ 1020 w 1020"/>
                  <a:gd name="T9" fmla="*/ 1 h 1"/>
                </a:gdLst>
                <a:ahLst/>
                <a:cxnLst>
                  <a:cxn ang="T4">
                    <a:pos x="T0" y="T1"/>
                  </a:cxn>
                  <a:cxn ang="T5">
                    <a:pos x="T2" y="T3"/>
                  </a:cxn>
                </a:cxnLst>
                <a:rect l="T6" t="T7" r="T8" b="T9"/>
                <a:pathLst>
                  <a:path w="1020" h="1">
                    <a:moveTo>
                      <a:pt x="0" y="0"/>
                    </a:moveTo>
                    <a:lnTo>
                      <a:pt x="102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8" name="Freeform 51">
                <a:extLst>
                  <a:ext uri="{FF2B5EF4-FFF2-40B4-BE49-F238E27FC236}">
                    <a16:creationId xmlns:a16="http://schemas.microsoft.com/office/drawing/2014/main" id="{1A15F552-E7D8-C400-B029-ADF8AF34946E}"/>
                  </a:ext>
                </a:extLst>
              </p:cNvPr>
              <p:cNvSpPr>
                <a:spLocks/>
              </p:cNvSpPr>
              <p:nvPr/>
            </p:nvSpPr>
            <p:spPr bwMode="auto">
              <a:xfrm>
                <a:off x="3083" y="327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39" name="Freeform 52">
                <a:extLst>
                  <a:ext uri="{FF2B5EF4-FFF2-40B4-BE49-F238E27FC236}">
                    <a16:creationId xmlns:a16="http://schemas.microsoft.com/office/drawing/2014/main" id="{37AC7ED7-A154-057C-8B59-AABC82084D38}"/>
                  </a:ext>
                </a:extLst>
              </p:cNvPr>
              <p:cNvSpPr>
                <a:spLocks/>
              </p:cNvSpPr>
              <p:nvPr/>
            </p:nvSpPr>
            <p:spPr bwMode="auto">
              <a:xfrm>
                <a:off x="2722" y="2931"/>
                <a:ext cx="1" cy="456"/>
              </a:xfrm>
              <a:custGeom>
                <a:avLst/>
                <a:gdLst>
                  <a:gd name="T0" fmla="*/ 0 w 1"/>
                  <a:gd name="T1" fmla="*/ 0 h 456"/>
                  <a:gd name="T2" fmla="*/ 0 w 1"/>
                  <a:gd name="T3" fmla="*/ 456 h 456"/>
                  <a:gd name="T4" fmla="*/ 0 60000 65536"/>
                  <a:gd name="T5" fmla="*/ 0 60000 65536"/>
                  <a:gd name="T6" fmla="*/ 0 w 1"/>
                  <a:gd name="T7" fmla="*/ 0 h 456"/>
                  <a:gd name="T8" fmla="*/ 1 w 1"/>
                  <a:gd name="T9" fmla="*/ 456 h 456"/>
                </a:gdLst>
                <a:ahLst/>
                <a:cxnLst>
                  <a:cxn ang="T4">
                    <a:pos x="T0" y="T1"/>
                  </a:cxn>
                  <a:cxn ang="T5">
                    <a:pos x="T2" y="T3"/>
                  </a:cxn>
                </a:cxnLst>
                <a:rect l="T6" t="T7" r="T8" b="T9"/>
                <a:pathLst>
                  <a:path w="1" h="456">
                    <a:moveTo>
                      <a:pt x="0" y="0"/>
                    </a:moveTo>
                    <a:lnTo>
                      <a:pt x="0" y="456"/>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0" name="Freeform 53">
                <a:extLst>
                  <a:ext uri="{FF2B5EF4-FFF2-40B4-BE49-F238E27FC236}">
                    <a16:creationId xmlns:a16="http://schemas.microsoft.com/office/drawing/2014/main" id="{A675B288-B2AC-A12E-7791-9B53AE8B6EA8}"/>
                  </a:ext>
                </a:extLst>
              </p:cNvPr>
              <p:cNvSpPr>
                <a:spLocks/>
              </p:cNvSpPr>
              <p:nvPr/>
            </p:nvSpPr>
            <p:spPr bwMode="auto">
              <a:xfrm>
                <a:off x="2720" y="2204"/>
                <a:ext cx="360" cy="1064"/>
              </a:xfrm>
              <a:custGeom>
                <a:avLst/>
                <a:gdLst>
                  <a:gd name="T0" fmla="*/ 360 w 360"/>
                  <a:gd name="T1" fmla="*/ 1064 h 1064"/>
                  <a:gd name="T2" fmla="*/ 0 w 360"/>
                  <a:gd name="T3" fmla="*/ 728 h 1064"/>
                  <a:gd name="T4" fmla="*/ 152 w 360"/>
                  <a:gd name="T5" fmla="*/ 0 h 1064"/>
                  <a:gd name="T6" fmla="*/ 360 w 360"/>
                  <a:gd name="T7" fmla="*/ 1064 h 1064"/>
                  <a:gd name="T8" fmla="*/ 0 60000 65536"/>
                  <a:gd name="T9" fmla="*/ 0 60000 65536"/>
                  <a:gd name="T10" fmla="*/ 0 60000 65536"/>
                  <a:gd name="T11" fmla="*/ 0 60000 65536"/>
                  <a:gd name="T12" fmla="*/ 0 w 360"/>
                  <a:gd name="T13" fmla="*/ 0 h 1064"/>
                  <a:gd name="T14" fmla="*/ 360 w 360"/>
                  <a:gd name="T15" fmla="*/ 1064 h 1064"/>
                </a:gdLst>
                <a:ahLst/>
                <a:cxnLst>
                  <a:cxn ang="T8">
                    <a:pos x="T0" y="T1"/>
                  </a:cxn>
                  <a:cxn ang="T9">
                    <a:pos x="T2" y="T3"/>
                  </a:cxn>
                  <a:cxn ang="T10">
                    <a:pos x="T4" y="T5"/>
                  </a:cxn>
                  <a:cxn ang="T11">
                    <a:pos x="T6" y="T7"/>
                  </a:cxn>
                </a:cxnLst>
                <a:rect l="T12" t="T13" r="T14" b="T15"/>
                <a:pathLst>
                  <a:path w="360" h="1064">
                    <a:moveTo>
                      <a:pt x="360" y="1064"/>
                    </a:moveTo>
                    <a:lnTo>
                      <a:pt x="0" y="728"/>
                    </a:lnTo>
                    <a:lnTo>
                      <a:pt x="152" y="0"/>
                    </a:lnTo>
                    <a:lnTo>
                      <a:pt x="360" y="1064"/>
                    </a:lnTo>
                    <a:close/>
                  </a:path>
                </a:pathLst>
              </a:custGeom>
              <a:gradFill rotWithShape="1">
                <a:gsLst>
                  <a:gs pos="0">
                    <a:srgbClr val="0000FF">
                      <a:alpha val="18999"/>
                    </a:srgbClr>
                  </a:gs>
                  <a:gs pos="50000">
                    <a:srgbClr val="000076">
                      <a:alpha val="18999"/>
                    </a:srgbClr>
                  </a:gs>
                  <a:gs pos="100000">
                    <a:srgbClr val="0000FF">
                      <a:alpha val="18999"/>
                    </a:srgbClr>
                  </a:gs>
                </a:gsLst>
                <a:lin ang="0" scaled="1"/>
              </a:gradFill>
              <a:ln w="12700">
                <a:solidFill>
                  <a:srgbClr val="99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1" name="Oval 54">
                <a:extLst>
                  <a:ext uri="{FF2B5EF4-FFF2-40B4-BE49-F238E27FC236}">
                    <a16:creationId xmlns:a16="http://schemas.microsoft.com/office/drawing/2014/main" id="{6B07AFF4-EBD6-4228-3BA4-76B54CC9EFC2}"/>
                  </a:ext>
                </a:extLst>
              </p:cNvPr>
              <p:cNvSpPr>
                <a:spLocks noChangeAspect="1" noChangeArrowheads="1"/>
              </p:cNvSpPr>
              <p:nvPr/>
            </p:nvSpPr>
            <p:spPr bwMode="auto">
              <a:xfrm>
                <a:off x="2038" y="3225"/>
                <a:ext cx="48" cy="48"/>
              </a:xfrm>
              <a:prstGeom prst="ellipse">
                <a:avLst/>
              </a:prstGeom>
              <a:gradFill rotWithShape="1">
                <a:gsLst>
                  <a:gs pos="0">
                    <a:srgbClr val="FF3300"/>
                  </a:gs>
                  <a:gs pos="100000">
                    <a:srgbClr val="921D00"/>
                  </a:gs>
                </a:gsLst>
                <a:path path="shape">
                  <a:fillToRect l="50000" t="50000" r="50000" b="50000"/>
                </a:path>
              </a:gra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2" name="Oval 55">
                <a:extLst>
                  <a:ext uri="{FF2B5EF4-FFF2-40B4-BE49-F238E27FC236}">
                    <a16:creationId xmlns:a16="http://schemas.microsoft.com/office/drawing/2014/main" id="{1FF9A51C-3283-4EAB-61E0-FE6ECB27A6C6}"/>
                  </a:ext>
                </a:extLst>
              </p:cNvPr>
              <p:cNvSpPr>
                <a:spLocks noChangeAspect="1" noChangeArrowheads="1"/>
              </p:cNvSpPr>
              <p:nvPr/>
            </p:nvSpPr>
            <p:spPr bwMode="auto">
              <a:xfrm>
                <a:off x="1902" y="2180"/>
                <a:ext cx="48" cy="48"/>
              </a:xfrm>
              <a:prstGeom prst="ellipse">
                <a:avLst/>
              </a:prstGeom>
              <a:gradFill rotWithShape="1">
                <a:gsLst>
                  <a:gs pos="0">
                    <a:srgbClr val="FF3300"/>
                  </a:gs>
                  <a:gs pos="100000">
                    <a:srgbClr val="921D00"/>
                  </a:gs>
                </a:gsLst>
                <a:path path="shape">
                  <a:fillToRect l="50000" t="50000" r="50000" b="50000"/>
                </a:path>
              </a:gra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3" name="Oval 56">
                <a:extLst>
                  <a:ext uri="{FF2B5EF4-FFF2-40B4-BE49-F238E27FC236}">
                    <a16:creationId xmlns:a16="http://schemas.microsoft.com/office/drawing/2014/main" id="{25945CC1-8861-D2FE-855C-C559FA5C4F80}"/>
                  </a:ext>
                </a:extLst>
              </p:cNvPr>
              <p:cNvSpPr>
                <a:spLocks noChangeAspect="1" noChangeArrowheads="1"/>
              </p:cNvSpPr>
              <p:nvPr/>
            </p:nvSpPr>
            <p:spPr bwMode="auto">
              <a:xfrm>
                <a:off x="2174" y="2906"/>
                <a:ext cx="48" cy="48"/>
              </a:xfrm>
              <a:prstGeom prst="ellipse">
                <a:avLst/>
              </a:prstGeom>
              <a:gradFill rotWithShape="1">
                <a:gsLst>
                  <a:gs pos="0">
                    <a:srgbClr val="FF3300"/>
                  </a:gs>
                  <a:gs pos="100000">
                    <a:srgbClr val="921D00"/>
                  </a:gs>
                </a:gsLst>
                <a:path path="shape">
                  <a:fillToRect l="50000" t="50000" r="50000" b="50000"/>
                </a:path>
              </a:gradFill>
              <a:ln w="3175"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44" name="Oval 57">
                <a:extLst>
                  <a:ext uri="{FF2B5EF4-FFF2-40B4-BE49-F238E27FC236}">
                    <a16:creationId xmlns:a16="http://schemas.microsoft.com/office/drawing/2014/main" id="{E0BA4D77-8B73-DC21-9007-6C548B7D9E81}"/>
                  </a:ext>
                </a:extLst>
              </p:cNvPr>
              <p:cNvSpPr>
                <a:spLocks noChangeAspect="1" noChangeArrowheads="1"/>
              </p:cNvSpPr>
              <p:nvPr/>
            </p:nvSpPr>
            <p:spPr bwMode="auto">
              <a:xfrm>
                <a:off x="1267" y="2906"/>
                <a:ext cx="48" cy="48"/>
              </a:xfrm>
              <a:prstGeom prst="ellipse">
                <a:avLst/>
              </a:prstGeom>
              <a:gradFill rotWithShape="1">
                <a:gsLst>
                  <a:gs pos="0">
                    <a:srgbClr val="FF3300"/>
                  </a:gs>
                  <a:gs pos="100000">
                    <a:srgbClr val="921D00"/>
                  </a:gs>
                </a:gsLst>
                <a:path path="shape">
                  <a:fillToRect l="50000" t="50000" r="50000" b="50000"/>
                </a:path>
              </a:gradFill>
              <a:ln w="19050" algn="ctr">
                <a:solidFill>
                  <a:srgbClr val="FF33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grpSp>
        <p:nvGrpSpPr>
          <p:cNvPr id="260" name="Group 58">
            <a:extLst>
              <a:ext uri="{FF2B5EF4-FFF2-40B4-BE49-F238E27FC236}">
                <a16:creationId xmlns:a16="http://schemas.microsoft.com/office/drawing/2014/main" id="{9ADC9ED1-51F0-209E-4CF4-DCD1CA144CB8}"/>
              </a:ext>
            </a:extLst>
          </p:cNvPr>
          <p:cNvGrpSpPr>
            <a:grpSpLocks/>
          </p:cNvGrpSpPr>
          <p:nvPr/>
        </p:nvGrpSpPr>
        <p:grpSpPr bwMode="auto">
          <a:xfrm>
            <a:off x="6096000" y="2565400"/>
            <a:ext cx="4005263" cy="3657600"/>
            <a:chOff x="2988" y="1570"/>
            <a:chExt cx="2523" cy="2304"/>
          </a:xfrm>
        </p:grpSpPr>
        <p:grpSp>
          <p:nvGrpSpPr>
            <p:cNvPr id="261" name="Group 59">
              <a:extLst>
                <a:ext uri="{FF2B5EF4-FFF2-40B4-BE49-F238E27FC236}">
                  <a16:creationId xmlns:a16="http://schemas.microsoft.com/office/drawing/2014/main" id="{6FD33D57-65A3-F0B5-F52D-57564A1028DB}"/>
                </a:ext>
              </a:extLst>
            </p:cNvPr>
            <p:cNvGrpSpPr>
              <a:grpSpLocks/>
            </p:cNvGrpSpPr>
            <p:nvPr/>
          </p:nvGrpSpPr>
          <p:grpSpPr bwMode="auto">
            <a:xfrm>
              <a:off x="2988" y="1592"/>
              <a:ext cx="2523" cy="2282"/>
              <a:chOff x="2988" y="1592"/>
              <a:chExt cx="2523" cy="2282"/>
            </a:xfrm>
          </p:grpSpPr>
          <p:sp>
            <p:nvSpPr>
              <p:cNvPr id="293" name="Line 60">
                <a:extLst>
                  <a:ext uri="{FF2B5EF4-FFF2-40B4-BE49-F238E27FC236}">
                    <a16:creationId xmlns:a16="http://schemas.microsoft.com/office/drawing/2014/main" id="{D6616D4D-99CD-0A5D-09BA-E5CDD3368979}"/>
                  </a:ext>
                </a:extLst>
              </p:cNvPr>
              <p:cNvSpPr>
                <a:spLocks noChangeShapeType="1"/>
              </p:cNvSpPr>
              <p:nvPr/>
            </p:nvSpPr>
            <p:spPr bwMode="auto">
              <a:xfrm>
                <a:off x="3107" y="2817"/>
                <a:ext cx="21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4" name="Line 61">
                <a:extLst>
                  <a:ext uri="{FF2B5EF4-FFF2-40B4-BE49-F238E27FC236}">
                    <a16:creationId xmlns:a16="http://schemas.microsoft.com/office/drawing/2014/main" id="{62ECEC4C-902C-E79E-B261-A9574668C4C2}"/>
                  </a:ext>
                </a:extLst>
              </p:cNvPr>
              <p:cNvSpPr>
                <a:spLocks noChangeShapeType="1"/>
              </p:cNvSpPr>
              <p:nvPr/>
            </p:nvSpPr>
            <p:spPr bwMode="auto">
              <a:xfrm flipH="1">
                <a:off x="4286" y="1673"/>
                <a:ext cx="1" cy="213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5" name="Text Box 62">
                <a:extLst>
                  <a:ext uri="{FF2B5EF4-FFF2-40B4-BE49-F238E27FC236}">
                    <a16:creationId xmlns:a16="http://schemas.microsoft.com/office/drawing/2014/main" id="{327EFFA2-6ADE-C919-0701-EC80269B0484}"/>
                  </a:ext>
                </a:extLst>
              </p:cNvPr>
              <p:cNvSpPr txBox="1">
                <a:spLocks noChangeArrowheads="1"/>
              </p:cNvSpPr>
              <p:nvPr/>
            </p:nvSpPr>
            <p:spPr bwMode="auto">
              <a:xfrm>
                <a:off x="2988" y="2772"/>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X</a:t>
                </a:r>
              </a:p>
            </p:txBody>
          </p:sp>
          <p:sp>
            <p:nvSpPr>
              <p:cNvPr id="296" name="Text Box 63">
                <a:extLst>
                  <a:ext uri="{FF2B5EF4-FFF2-40B4-BE49-F238E27FC236}">
                    <a16:creationId xmlns:a16="http://schemas.microsoft.com/office/drawing/2014/main" id="{F2326EF5-5441-6CCC-088F-F960929AF0C6}"/>
                  </a:ext>
                </a:extLst>
              </p:cNvPr>
              <p:cNvSpPr txBox="1">
                <a:spLocks noChangeArrowheads="1"/>
              </p:cNvSpPr>
              <p:nvPr/>
            </p:nvSpPr>
            <p:spPr bwMode="auto">
              <a:xfrm>
                <a:off x="4241" y="3624"/>
                <a:ext cx="384" cy="250"/>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Y</a:t>
                </a:r>
                <a:r>
                  <a:rPr kumimoji="1" lang="en-US" altLang="zh-CN" sz="2000" b="1" i="0" u="none" strike="noStrike" kern="0" cap="none" spc="0" normalizeH="0" baseline="-25000" noProof="0">
                    <a:ln>
                      <a:noFill/>
                    </a:ln>
                    <a:solidFill>
                      <a:srgbClr val="0033CC"/>
                    </a:solidFill>
                    <a:effectLst/>
                    <a:uLnTx/>
                    <a:uFillTx/>
                    <a:latin typeface="Times New Roman" panose="02020603050405020304" pitchFamily="18" charset="0"/>
                    <a:ea typeface="仿宋_GB2312" pitchFamily="49" charset="-122"/>
                  </a:rPr>
                  <a:t>H</a:t>
                </a:r>
                <a:endParaRPr kumimoji="1" lang="en-US" altLang="zh-CN" sz="20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
            <p:nvSpPr>
              <p:cNvPr id="297" name="Text Box 64">
                <a:extLst>
                  <a:ext uri="{FF2B5EF4-FFF2-40B4-BE49-F238E27FC236}">
                    <a16:creationId xmlns:a16="http://schemas.microsoft.com/office/drawing/2014/main" id="{A64C430F-3AC5-DB3A-E2AD-A845AC8EE1EB}"/>
                  </a:ext>
                </a:extLst>
              </p:cNvPr>
              <p:cNvSpPr txBox="1">
                <a:spLocks noChangeArrowheads="1"/>
              </p:cNvSpPr>
              <p:nvPr/>
            </p:nvSpPr>
            <p:spPr bwMode="auto">
              <a:xfrm>
                <a:off x="5000" y="2792"/>
                <a:ext cx="511" cy="250"/>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Y</a:t>
                </a:r>
                <a:r>
                  <a:rPr kumimoji="1" lang="en-US" altLang="zh-CN" sz="2000" b="1" i="0" u="none" strike="noStrike" kern="0" cap="none" spc="0" normalizeH="0" baseline="-25000" noProof="0">
                    <a:ln>
                      <a:noFill/>
                    </a:ln>
                    <a:solidFill>
                      <a:srgbClr val="0033CC"/>
                    </a:solidFill>
                    <a:effectLst/>
                    <a:uLnTx/>
                    <a:uFillTx/>
                    <a:latin typeface="Times New Roman" panose="02020603050405020304" pitchFamily="18" charset="0"/>
                    <a:ea typeface="仿宋_GB2312" pitchFamily="49" charset="-122"/>
                  </a:rPr>
                  <a:t>W</a:t>
                </a:r>
                <a:endParaRPr kumimoji="1" lang="en-US" altLang="zh-CN" sz="20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sp>
            <p:nvSpPr>
              <p:cNvPr id="298" name="Text Box 65">
                <a:extLst>
                  <a:ext uri="{FF2B5EF4-FFF2-40B4-BE49-F238E27FC236}">
                    <a16:creationId xmlns:a16="http://schemas.microsoft.com/office/drawing/2014/main" id="{815EC7CC-8815-C790-097E-6972D1EEDFC0}"/>
                  </a:ext>
                </a:extLst>
              </p:cNvPr>
              <p:cNvSpPr txBox="1">
                <a:spLocks noChangeArrowheads="1"/>
              </p:cNvSpPr>
              <p:nvPr/>
            </p:nvSpPr>
            <p:spPr bwMode="auto">
              <a:xfrm>
                <a:off x="4241" y="1592"/>
                <a:ext cx="2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Z</a:t>
                </a:r>
              </a:p>
            </p:txBody>
          </p:sp>
          <p:sp>
            <p:nvSpPr>
              <p:cNvPr id="299" name="Text Box 66">
                <a:extLst>
                  <a:ext uri="{FF2B5EF4-FFF2-40B4-BE49-F238E27FC236}">
                    <a16:creationId xmlns:a16="http://schemas.microsoft.com/office/drawing/2014/main" id="{9CD1B253-0891-5682-F446-D31C803CF469}"/>
                  </a:ext>
                </a:extLst>
              </p:cNvPr>
              <p:cNvSpPr txBox="1">
                <a:spLocks noChangeArrowheads="1"/>
              </p:cNvSpPr>
              <p:nvPr/>
            </p:nvSpPr>
            <p:spPr bwMode="auto">
              <a:xfrm>
                <a:off x="4082" y="2747"/>
                <a:ext cx="340" cy="250"/>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1" u="none" strike="noStrike" kern="0" cap="none" spc="0" normalizeH="0" baseline="0" noProof="0">
                    <a:ln>
                      <a:noFill/>
                    </a:ln>
                    <a:solidFill>
                      <a:srgbClr val="0033CC"/>
                    </a:solidFill>
                    <a:effectLst/>
                    <a:uLnTx/>
                    <a:uFillTx/>
                    <a:latin typeface="Times New Roman" panose="02020603050405020304" pitchFamily="18" charset="0"/>
                    <a:ea typeface="仿宋_GB2312" pitchFamily="49" charset="-122"/>
                  </a:rPr>
                  <a:t>O</a:t>
                </a:r>
                <a:endParaRPr kumimoji="1" lang="en-US" altLang="zh-CN" sz="20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仿宋_GB2312" pitchFamily="49" charset="-122"/>
                </a:endParaRPr>
              </a:p>
            </p:txBody>
          </p:sp>
        </p:grpSp>
        <p:sp>
          <p:nvSpPr>
            <p:cNvPr id="262" name="Text Box 67">
              <a:extLst>
                <a:ext uri="{FF2B5EF4-FFF2-40B4-BE49-F238E27FC236}">
                  <a16:creationId xmlns:a16="http://schemas.microsoft.com/office/drawing/2014/main" id="{0CA54B60-C8A7-B759-48A7-78A927A7CE1E}"/>
                </a:ext>
              </a:extLst>
            </p:cNvPr>
            <p:cNvSpPr txBox="1">
              <a:spLocks noChangeArrowheads="1"/>
            </p:cNvSpPr>
            <p:nvPr/>
          </p:nvSpPr>
          <p:spPr bwMode="auto">
            <a:xfrm>
              <a:off x="5070" y="2559"/>
              <a:ext cx="3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63" name="Rectangle 68">
              <a:extLst>
                <a:ext uri="{FF2B5EF4-FFF2-40B4-BE49-F238E27FC236}">
                  <a16:creationId xmlns:a16="http://schemas.microsoft.com/office/drawing/2014/main" id="{32F01A59-4E95-1A56-915E-80F980874706}"/>
                </a:ext>
              </a:extLst>
            </p:cNvPr>
            <p:cNvSpPr>
              <a:spLocks noChangeArrowheads="1"/>
            </p:cNvSpPr>
            <p:nvPr/>
          </p:nvSpPr>
          <p:spPr bwMode="auto">
            <a:xfrm>
              <a:off x="3696" y="2407"/>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64" name="Rectangle 69">
              <a:extLst>
                <a:ext uri="{FF2B5EF4-FFF2-40B4-BE49-F238E27FC236}">
                  <a16:creationId xmlns:a16="http://schemas.microsoft.com/office/drawing/2014/main" id="{BEDE24D8-F26A-70FC-F13B-F9C6ED118F5A}"/>
                </a:ext>
              </a:extLst>
            </p:cNvPr>
            <p:cNvSpPr>
              <a:spLocks noChangeArrowheads="1"/>
            </p:cNvSpPr>
            <p:nvPr/>
          </p:nvSpPr>
          <p:spPr bwMode="auto">
            <a:xfrm>
              <a:off x="3725" y="1570"/>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a:t>
              </a:r>
            </a:p>
          </p:txBody>
        </p:sp>
        <p:sp>
          <p:nvSpPr>
            <p:cNvPr id="265" name="Rectangle 70">
              <a:extLst>
                <a:ext uri="{FF2B5EF4-FFF2-40B4-BE49-F238E27FC236}">
                  <a16:creationId xmlns:a16="http://schemas.microsoft.com/office/drawing/2014/main" id="{AD565FCD-4893-4691-BFF8-F4D80D693277}"/>
                </a:ext>
              </a:extLst>
            </p:cNvPr>
            <p:cNvSpPr>
              <a:spLocks noChangeArrowheads="1"/>
            </p:cNvSpPr>
            <p:nvPr/>
          </p:nvSpPr>
          <p:spPr bwMode="auto">
            <a:xfrm>
              <a:off x="3152" y="2423"/>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266" name="Rectangle 71">
              <a:extLst>
                <a:ext uri="{FF2B5EF4-FFF2-40B4-BE49-F238E27FC236}">
                  <a16:creationId xmlns:a16="http://schemas.microsoft.com/office/drawing/2014/main" id="{BCDF1007-F3F0-D8D0-8DC1-182D63922BD5}"/>
                </a:ext>
              </a:extLst>
            </p:cNvPr>
            <p:cNvSpPr>
              <a:spLocks noChangeArrowheads="1"/>
            </p:cNvSpPr>
            <p:nvPr/>
          </p:nvSpPr>
          <p:spPr bwMode="auto">
            <a:xfrm>
              <a:off x="4078" y="2407"/>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67" name="Rectangle 72">
              <a:extLst>
                <a:ext uri="{FF2B5EF4-FFF2-40B4-BE49-F238E27FC236}">
                  <a16:creationId xmlns:a16="http://schemas.microsoft.com/office/drawing/2014/main" id="{0D054BE6-FF4B-6CF5-2DCC-66974013945A}"/>
                </a:ext>
              </a:extLst>
            </p:cNvPr>
            <p:cNvSpPr>
              <a:spLocks noChangeArrowheads="1"/>
            </p:cNvSpPr>
            <p:nvPr/>
          </p:nvSpPr>
          <p:spPr bwMode="auto">
            <a:xfrm>
              <a:off x="3530" y="354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268" name="Rectangle 73">
              <a:extLst>
                <a:ext uri="{FF2B5EF4-FFF2-40B4-BE49-F238E27FC236}">
                  <a16:creationId xmlns:a16="http://schemas.microsoft.com/office/drawing/2014/main" id="{B51F5ADB-02BC-FDD3-CCA4-6D783EBE801B}"/>
                </a:ext>
              </a:extLst>
            </p:cNvPr>
            <p:cNvSpPr>
              <a:spLocks noChangeArrowheads="1"/>
            </p:cNvSpPr>
            <p:nvPr/>
          </p:nvSpPr>
          <p:spPr bwMode="auto">
            <a:xfrm>
              <a:off x="3658" y="290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a:t>
              </a:r>
            </a:p>
          </p:txBody>
        </p:sp>
        <p:sp>
          <p:nvSpPr>
            <p:cNvPr id="269" name="Rectangle 74">
              <a:extLst>
                <a:ext uri="{FF2B5EF4-FFF2-40B4-BE49-F238E27FC236}">
                  <a16:creationId xmlns:a16="http://schemas.microsoft.com/office/drawing/2014/main" id="{7C4BE118-9442-4B29-69AA-B38E1272DD86}"/>
                </a:ext>
              </a:extLst>
            </p:cNvPr>
            <p:cNvSpPr>
              <a:spLocks noChangeArrowheads="1"/>
            </p:cNvSpPr>
            <p:nvPr/>
          </p:nvSpPr>
          <p:spPr bwMode="auto">
            <a:xfrm>
              <a:off x="3152" y="27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270" name="Rectangle 75">
              <a:extLst>
                <a:ext uri="{FF2B5EF4-FFF2-40B4-BE49-F238E27FC236}">
                  <a16:creationId xmlns:a16="http://schemas.microsoft.com/office/drawing/2014/main" id="{BF6696DF-B88C-FA20-940F-312E661BBDAD}"/>
                </a:ext>
              </a:extLst>
            </p:cNvPr>
            <p:cNvSpPr>
              <a:spLocks noChangeArrowheads="1"/>
            </p:cNvSpPr>
            <p:nvPr/>
          </p:nvSpPr>
          <p:spPr bwMode="auto">
            <a:xfrm>
              <a:off x="3969" y="2740"/>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71" name="AutoShape 76">
              <a:extLst>
                <a:ext uri="{FF2B5EF4-FFF2-40B4-BE49-F238E27FC236}">
                  <a16:creationId xmlns:a16="http://schemas.microsoft.com/office/drawing/2014/main" id="{CE9CF5CC-7E3B-061E-C30B-4807773BA78A}"/>
                </a:ext>
              </a:extLst>
            </p:cNvPr>
            <p:cNvSpPr>
              <a:spLocks noChangeArrowheads="1"/>
            </p:cNvSpPr>
            <p:nvPr/>
          </p:nvSpPr>
          <p:spPr bwMode="auto">
            <a:xfrm>
              <a:off x="3338" y="1748"/>
              <a:ext cx="782" cy="888"/>
            </a:xfrm>
            <a:prstGeom prst="triangle">
              <a:avLst>
                <a:gd name="adj" fmla="val 50000"/>
              </a:avLst>
            </a:prstGeom>
            <a:noFill/>
            <a:ln w="28575" algn="ctr">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2" name="AutoShape 77">
              <a:extLst>
                <a:ext uri="{FF2B5EF4-FFF2-40B4-BE49-F238E27FC236}">
                  <a16:creationId xmlns:a16="http://schemas.microsoft.com/office/drawing/2014/main" id="{0825E2FE-A622-08E7-5F76-47D487658EBC}"/>
                </a:ext>
              </a:extLst>
            </p:cNvPr>
            <p:cNvSpPr>
              <a:spLocks noChangeArrowheads="1"/>
            </p:cNvSpPr>
            <p:nvPr/>
          </p:nvSpPr>
          <p:spPr bwMode="auto">
            <a:xfrm flipV="1">
              <a:off x="3338" y="2973"/>
              <a:ext cx="782" cy="674"/>
            </a:xfrm>
            <a:prstGeom prst="triangle">
              <a:avLst>
                <a:gd name="adj" fmla="val 50000"/>
              </a:avLst>
            </a:prstGeom>
            <a:noFill/>
            <a:ln w="28575" algn="ctr">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3" name="Freeform 78">
              <a:extLst>
                <a:ext uri="{FF2B5EF4-FFF2-40B4-BE49-F238E27FC236}">
                  <a16:creationId xmlns:a16="http://schemas.microsoft.com/office/drawing/2014/main" id="{3CAF2E88-FE1F-0E78-94C9-669EA5757B33}"/>
                </a:ext>
              </a:extLst>
            </p:cNvPr>
            <p:cNvSpPr>
              <a:spLocks/>
            </p:cNvSpPr>
            <p:nvPr/>
          </p:nvSpPr>
          <p:spPr bwMode="auto">
            <a:xfrm>
              <a:off x="4422" y="1697"/>
              <a:ext cx="675" cy="924"/>
            </a:xfrm>
            <a:custGeom>
              <a:avLst/>
              <a:gdLst>
                <a:gd name="T0" fmla="*/ 16 w 908"/>
                <a:gd name="T1" fmla="*/ 0 h 1088"/>
                <a:gd name="T2" fmla="*/ 0 w 908"/>
                <a:gd name="T3" fmla="*/ 212 h 1088"/>
                <a:gd name="T4" fmla="*/ 47 w 908"/>
                <a:gd name="T5" fmla="*/ 212 h 1088"/>
                <a:gd name="T6" fmla="*/ 16 w 908"/>
                <a:gd name="T7" fmla="*/ 0 h 1088"/>
                <a:gd name="T8" fmla="*/ 0 60000 65536"/>
                <a:gd name="T9" fmla="*/ 0 60000 65536"/>
                <a:gd name="T10" fmla="*/ 0 60000 65536"/>
                <a:gd name="T11" fmla="*/ 0 60000 65536"/>
                <a:gd name="T12" fmla="*/ 0 w 908"/>
                <a:gd name="T13" fmla="*/ 0 h 1088"/>
                <a:gd name="T14" fmla="*/ 908 w 908"/>
                <a:gd name="T15" fmla="*/ 1088 h 1088"/>
              </a:gdLst>
              <a:ahLst/>
              <a:cxnLst>
                <a:cxn ang="T8">
                  <a:pos x="T0" y="T1"/>
                </a:cxn>
                <a:cxn ang="T9">
                  <a:pos x="T2" y="T3"/>
                </a:cxn>
                <a:cxn ang="T10">
                  <a:pos x="T4" y="T5"/>
                </a:cxn>
                <a:cxn ang="T11">
                  <a:pos x="T6" y="T7"/>
                </a:cxn>
              </a:cxnLst>
              <a:rect l="T12" t="T13" r="T14" b="T15"/>
              <a:pathLst>
                <a:path w="908" h="1088">
                  <a:moveTo>
                    <a:pt x="318" y="0"/>
                  </a:moveTo>
                  <a:lnTo>
                    <a:pt x="0" y="1088"/>
                  </a:lnTo>
                  <a:lnTo>
                    <a:pt x="908" y="1088"/>
                  </a:lnTo>
                  <a:lnTo>
                    <a:pt x="318" y="0"/>
                  </a:lnTo>
                  <a:close/>
                </a:path>
              </a:pathLst>
            </a:custGeom>
            <a:noFill/>
            <a:ln w="28575">
              <a:solidFill>
                <a:srgbClr val="99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4" name="Line 79">
              <a:extLst>
                <a:ext uri="{FF2B5EF4-FFF2-40B4-BE49-F238E27FC236}">
                  <a16:creationId xmlns:a16="http://schemas.microsoft.com/office/drawing/2014/main" id="{5FBE1EF5-D838-216D-F785-906EEC2B3F0F}"/>
                </a:ext>
              </a:extLst>
            </p:cNvPr>
            <p:cNvSpPr>
              <a:spLocks noChangeShapeType="1"/>
            </p:cNvSpPr>
            <p:nvPr/>
          </p:nvSpPr>
          <p:spPr bwMode="auto">
            <a:xfrm>
              <a:off x="3729" y="1748"/>
              <a:ext cx="0" cy="888"/>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5" name="Line 80">
              <a:extLst>
                <a:ext uri="{FF2B5EF4-FFF2-40B4-BE49-F238E27FC236}">
                  <a16:creationId xmlns:a16="http://schemas.microsoft.com/office/drawing/2014/main" id="{41750780-5050-76A6-6051-4006A7DCB84A}"/>
                </a:ext>
              </a:extLst>
            </p:cNvPr>
            <p:cNvSpPr>
              <a:spLocks noChangeShapeType="1"/>
            </p:cNvSpPr>
            <p:nvPr/>
          </p:nvSpPr>
          <p:spPr bwMode="auto">
            <a:xfrm>
              <a:off x="3729" y="3173"/>
              <a:ext cx="0" cy="462"/>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6" name="Line 81">
              <a:extLst>
                <a:ext uri="{FF2B5EF4-FFF2-40B4-BE49-F238E27FC236}">
                  <a16:creationId xmlns:a16="http://schemas.microsoft.com/office/drawing/2014/main" id="{41A49EB9-1D91-8EBC-A421-9E1679FD339F}"/>
                </a:ext>
              </a:extLst>
            </p:cNvPr>
            <p:cNvSpPr>
              <a:spLocks noChangeShapeType="1"/>
            </p:cNvSpPr>
            <p:nvPr/>
          </p:nvSpPr>
          <p:spPr bwMode="auto">
            <a:xfrm flipH="1">
              <a:off x="3729" y="2960"/>
              <a:ext cx="391" cy="213"/>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7" name="Line 82">
              <a:extLst>
                <a:ext uri="{FF2B5EF4-FFF2-40B4-BE49-F238E27FC236}">
                  <a16:creationId xmlns:a16="http://schemas.microsoft.com/office/drawing/2014/main" id="{9386E24A-7F2D-3772-6B51-285BC4D66629}"/>
                </a:ext>
              </a:extLst>
            </p:cNvPr>
            <p:cNvSpPr>
              <a:spLocks noChangeShapeType="1"/>
            </p:cNvSpPr>
            <p:nvPr/>
          </p:nvSpPr>
          <p:spPr bwMode="auto">
            <a:xfrm flipH="1" flipV="1">
              <a:off x="3338" y="2960"/>
              <a:ext cx="391" cy="213"/>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8" name="Rectangle 83">
              <a:extLst>
                <a:ext uri="{FF2B5EF4-FFF2-40B4-BE49-F238E27FC236}">
                  <a16:creationId xmlns:a16="http://schemas.microsoft.com/office/drawing/2014/main" id="{D058E37B-9BB2-0614-13B4-6CAEE424C163}"/>
                </a:ext>
              </a:extLst>
            </p:cNvPr>
            <p:cNvSpPr>
              <a:spLocks noChangeArrowheads="1"/>
            </p:cNvSpPr>
            <p:nvPr/>
          </p:nvSpPr>
          <p:spPr bwMode="auto">
            <a:xfrm>
              <a:off x="4656" y="1570"/>
              <a:ext cx="32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k"</a:t>
              </a:r>
            </a:p>
          </p:txBody>
        </p:sp>
        <p:sp>
          <p:nvSpPr>
            <p:cNvPr id="279" name="Rectangle 84">
              <a:extLst>
                <a:ext uri="{FF2B5EF4-FFF2-40B4-BE49-F238E27FC236}">
                  <a16:creationId xmlns:a16="http://schemas.microsoft.com/office/drawing/2014/main" id="{E34F9C35-143E-9C4F-692C-05930126C29E}"/>
                </a:ext>
              </a:extLst>
            </p:cNvPr>
            <p:cNvSpPr>
              <a:spLocks noChangeArrowheads="1"/>
            </p:cNvSpPr>
            <p:nvPr/>
          </p:nvSpPr>
          <p:spPr bwMode="auto">
            <a:xfrm>
              <a:off x="4377" y="2559"/>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280" name="Rectangle 85">
              <a:extLst>
                <a:ext uri="{FF2B5EF4-FFF2-40B4-BE49-F238E27FC236}">
                  <a16:creationId xmlns:a16="http://schemas.microsoft.com/office/drawing/2014/main" id="{6CFA9EB7-4D92-9871-570E-F1ED4A67C5D0}"/>
                </a:ext>
              </a:extLst>
            </p:cNvPr>
            <p:cNvSpPr>
              <a:spLocks noChangeArrowheads="1"/>
            </p:cNvSpPr>
            <p:nvPr/>
          </p:nvSpPr>
          <p:spPr bwMode="auto">
            <a:xfrm>
              <a:off x="4377" y="237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281" name="Line 86">
              <a:extLst>
                <a:ext uri="{FF2B5EF4-FFF2-40B4-BE49-F238E27FC236}">
                  <a16:creationId xmlns:a16="http://schemas.microsoft.com/office/drawing/2014/main" id="{51C74157-1833-ED6E-0232-AE652E443D03}"/>
                </a:ext>
              </a:extLst>
            </p:cNvPr>
            <p:cNvSpPr>
              <a:spLocks noChangeShapeType="1"/>
            </p:cNvSpPr>
            <p:nvPr/>
          </p:nvSpPr>
          <p:spPr bwMode="auto">
            <a:xfrm>
              <a:off x="4422" y="2649"/>
              <a:ext cx="0" cy="182"/>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2" name="Line 87">
              <a:extLst>
                <a:ext uri="{FF2B5EF4-FFF2-40B4-BE49-F238E27FC236}">
                  <a16:creationId xmlns:a16="http://schemas.microsoft.com/office/drawing/2014/main" id="{65484139-EBD2-DE43-9BEC-ADB344A2C54F}"/>
                </a:ext>
              </a:extLst>
            </p:cNvPr>
            <p:cNvSpPr>
              <a:spLocks noChangeShapeType="1"/>
            </p:cNvSpPr>
            <p:nvPr/>
          </p:nvSpPr>
          <p:spPr bwMode="auto">
            <a:xfrm flipH="1">
              <a:off x="4286" y="2831"/>
              <a:ext cx="136" cy="136"/>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3" name="Line 88">
              <a:extLst>
                <a:ext uri="{FF2B5EF4-FFF2-40B4-BE49-F238E27FC236}">
                  <a16:creationId xmlns:a16="http://schemas.microsoft.com/office/drawing/2014/main" id="{C3BCAAF1-AD93-B5F4-B859-FCF9908B1D9F}"/>
                </a:ext>
              </a:extLst>
            </p:cNvPr>
            <p:cNvSpPr>
              <a:spLocks noChangeShapeType="1"/>
            </p:cNvSpPr>
            <p:nvPr/>
          </p:nvSpPr>
          <p:spPr bwMode="auto">
            <a:xfrm flipH="1">
              <a:off x="4105" y="2967"/>
              <a:ext cx="181"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4" name="Line 89">
              <a:extLst>
                <a:ext uri="{FF2B5EF4-FFF2-40B4-BE49-F238E27FC236}">
                  <a16:creationId xmlns:a16="http://schemas.microsoft.com/office/drawing/2014/main" id="{8588E150-1ADB-D875-9EE7-7DAB5B570EA3}"/>
                </a:ext>
              </a:extLst>
            </p:cNvPr>
            <p:cNvSpPr>
              <a:spLocks noChangeShapeType="1"/>
            </p:cNvSpPr>
            <p:nvPr/>
          </p:nvSpPr>
          <p:spPr bwMode="auto">
            <a:xfrm flipH="1">
              <a:off x="3742" y="3170"/>
              <a:ext cx="544"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5" name="Line 90">
              <a:extLst>
                <a:ext uri="{FF2B5EF4-FFF2-40B4-BE49-F238E27FC236}">
                  <a16:creationId xmlns:a16="http://schemas.microsoft.com/office/drawing/2014/main" id="{B7752DDC-91C3-B895-6B23-0C8B8E09FAB4}"/>
                </a:ext>
              </a:extLst>
            </p:cNvPr>
            <p:cNvSpPr>
              <a:spLocks noChangeShapeType="1"/>
            </p:cNvSpPr>
            <p:nvPr/>
          </p:nvSpPr>
          <p:spPr bwMode="auto">
            <a:xfrm flipH="1">
              <a:off x="3742" y="3647"/>
              <a:ext cx="544"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6" name="Line 91">
              <a:extLst>
                <a:ext uri="{FF2B5EF4-FFF2-40B4-BE49-F238E27FC236}">
                  <a16:creationId xmlns:a16="http://schemas.microsoft.com/office/drawing/2014/main" id="{A61194AA-39C6-5A07-1B94-DE09E5849200}"/>
                </a:ext>
              </a:extLst>
            </p:cNvPr>
            <p:cNvSpPr>
              <a:spLocks noChangeShapeType="1"/>
            </p:cNvSpPr>
            <p:nvPr/>
          </p:nvSpPr>
          <p:spPr bwMode="auto">
            <a:xfrm flipH="1">
              <a:off x="4286" y="2808"/>
              <a:ext cx="363" cy="363"/>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7" name="Line 92">
              <a:extLst>
                <a:ext uri="{FF2B5EF4-FFF2-40B4-BE49-F238E27FC236}">
                  <a16:creationId xmlns:a16="http://schemas.microsoft.com/office/drawing/2014/main" id="{B4465417-32C6-D339-83BC-EDD494947D2B}"/>
                </a:ext>
              </a:extLst>
            </p:cNvPr>
            <p:cNvSpPr>
              <a:spLocks noChangeShapeType="1"/>
            </p:cNvSpPr>
            <p:nvPr/>
          </p:nvSpPr>
          <p:spPr bwMode="auto">
            <a:xfrm flipH="1">
              <a:off x="4286" y="2830"/>
              <a:ext cx="817" cy="817"/>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8" name="Line 93">
              <a:extLst>
                <a:ext uri="{FF2B5EF4-FFF2-40B4-BE49-F238E27FC236}">
                  <a16:creationId xmlns:a16="http://schemas.microsoft.com/office/drawing/2014/main" id="{30D498EA-0768-C332-4080-E039B19F8B24}"/>
                </a:ext>
              </a:extLst>
            </p:cNvPr>
            <p:cNvSpPr>
              <a:spLocks noChangeShapeType="1"/>
            </p:cNvSpPr>
            <p:nvPr/>
          </p:nvSpPr>
          <p:spPr bwMode="auto">
            <a:xfrm>
              <a:off x="4649" y="1697"/>
              <a:ext cx="0" cy="1134"/>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89" name="Line 94">
              <a:extLst>
                <a:ext uri="{FF2B5EF4-FFF2-40B4-BE49-F238E27FC236}">
                  <a16:creationId xmlns:a16="http://schemas.microsoft.com/office/drawing/2014/main" id="{7D5F2731-F0F2-DD15-D829-A006EDBDFB89}"/>
                </a:ext>
              </a:extLst>
            </p:cNvPr>
            <p:cNvSpPr>
              <a:spLocks noChangeShapeType="1"/>
            </p:cNvSpPr>
            <p:nvPr/>
          </p:nvSpPr>
          <p:spPr bwMode="auto">
            <a:xfrm>
              <a:off x="5103" y="2649"/>
              <a:ext cx="0" cy="182"/>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0" name="Line 95">
              <a:extLst>
                <a:ext uri="{FF2B5EF4-FFF2-40B4-BE49-F238E27FC236}">
                  <a16:creationId xmlns:a16="http://schemas.microsoft.com/office/drawing/2014/main" id="{69BE1C33-D389-00C4-0C11-9AFBF335AE9D}"/>
                </a:ext>
              </a:extLst>
            </p:cNvPr>
            <p:cNvSpPr>
              <a:spLocks noChangeShapeType="1"/>
            </p:cNvSpPr>
            <p:nvPr/>
          </p:nvSpPr>
          <p:spPr bwMode="auto">
            <a:xfrm>
              <a:off x="4105" y="2649"/>
              <a:ext cx="0" cy="318"/>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1" name="Line 96">
              <a:extLst>
                <a:ext uri="{FF2B5EF4-FFF2-40B4-BE49-F238E27FC236}">
                  <a16:creationId xmlns:a16="http://schemas.microsoft.com/office/drawing/2014/main" id="{741FD641-9080-8B30-5905-D7889664BB91}"/>
                </a:ext>
              </a:extLst>
            </p:cNvPr>
            <p:cNvSpPr>
              <a:spLocks noChangeShapeType="1"/>
            </p:cNvSpPr>
            <p:nvPr/>
          </p:nvSpPr>
          <p:spPr bwMode="auto">
            <a:xfrm>
              <a:off x="3334" y="2649"/>
              <a:ext cx="0" cy="318"/>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2" name="Line 97">
              <a:extLst>
                <a:ext uri="{FF2B5EF4-FFF2-40B4-BE49-F238E27FC236}">
                  <a16:creationId xmlns:a16="http://schemas.microsoft.com/office/drawing/2014/main" id="{BF1A67D8-77B0-46F1-0D32-07CAAF0A27AF}"/>
                </a:ext>
              </a:extLst>
            </p:cNvPr>
            <p:cNvSpPr>
              <a:spLocks noChangeShapeType="1"/>
            </p:cNvSpPr>
            <p:nvPr/>
          </p:nvSpPr>
          <p:spPr bwMode="auto">
            <a:xfrm>
              <a:off x="3742" y="2649"/>
              <a:ext cx="0" cy="318"/>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300" name="Rectangle 98">
            <a:extLst>
              <a:ext uri="{FF2B5EF4-FFF2-40B4-BE49-F238E27FC236}">
                <a16:creationId xmlns:a16="http://schemas.microsoft.com/office/drawing/2014/main" id="{85AB8E42-2D59-87F0-BBB0-09FC8DC1C773}"/>
              </a:ext>
            </a:extLst>
          </p:cNvPr>
          <p:cNvSpPr>
            <a:spLocks noChangeArrowheads="1"/>
          </p:cNvSpPr>
          <p:nvPr/>
        </p:nvSpPr>
        <p:spPr bwMode="auto">
          <a:xfrm>
            <a:off x="5494338" y="1470025"/>
            <a:ext cx="115093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0" fontAlgn="base" hangingPunct="0">
              <a:spcAft>
                <a:spcPct val="0"/>
              </a:spcAft>
              <a:buFontTx/>
              <a:buNone/>
            </a:pPr>
            <a:r>
              <a:rPr kumimoji="1" lang="zh-CN" altLang="en-US" sz="2400">
                <a:solidFill>
                  <a:srgbClr val="FF0000"/>
                </a:solidFill>
                <a:latin typeface="仿宋" panose="02010609060101010101" pitchFamily="49" charset="-122"/>
                <a:ea typeface="仿宋" panose="02010609060101010101" pitchFamily="49" charset="-122"/>
              </a:rPr>
              <a:t>水平线</a:t>
            </a:r>
            <a:endParaRPr lang="zh-CN" altLang="en-US" sz="2400">
              <a:solidFill>
                <a:srgbClr val="FF0000"/>
              </a:solidFill>
              <a:latin typeface="仿宋" panose="02010609060101010101" pitchFamily="49" charset="-122"/>
              <a:ea typeface="仿宋" panose="02010609060101010101" pitchFamily="49" charset="-122"/>
            </a:endParaRPr>
          </a:p>
        </p:txBody>
      </p:sp>
      <p:sp>
        <p:nvSpPr>
          <p:cNvPr id="301" name="Text Box 99">
            <a:extLst>
              <a:ext uri="{FF2B5EF4-FFF2-40B4-BE49-F238E27FC236}">
                <a16:creationId xmlns:a16="http://schemas.microsoft.com/office/drawing/2014/main" id="{922A047F-7F1E-5689-B1F6-6CA8589F916A}"/>
              </a:ext>
            </a:extLst>
          </p:cNvPr>
          <p:cNvSpPr txBox="1">
            <a:spLocks noChangeArrowheads="1"/>
          </p:cNvSpPr>
          <p:nvPr/>
        </p:nvSpPr>
        <p:spPr bwMode="auto">
          <a:xfrm>
            <a:off x="7724775" y="1470025"/>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50000"/>
              </a:spcBef>
              <a:spcAft>
                <a:spcPct val="0"/>
              </a:spcAft>
              <a:buFontTx/>
              <a:buNone/>
            </a:pPr>
            <a:r>
              <a:rPr kumimoji="1" lang="zh-CN" altLang="en-US" sz="2400">
                <a:solidFill>
                  <a:srgbClr val="FF0000"/>
                </a:solidFill>
                <a:latin typeface="仿宋" panose="02010609060101010101" pitchFamily="49" charset="-122"/>
                <a:ea typeface="仿宋" panose="02010609060101010101" pitchFamily="49" charset="-122"/>
              </a:rPr>
              <a:t>侧垂线</a:t>
            </a:r>
          </a:p>
        </p:txBody>
      </p:sp>
      <p:sp>
        <p:nvSpPr>
          <p:cNvPr id="302" name="Rectangle 100">
            <a:extLst>
              <a:ext uri="{FF2B5EF4-FFF2-40B4-BE49-F238E27FC236}">
                <a16:creationId xmlns:a16="http://schemas.microsoft.com/office/drawing/2014/main" id="{14372F83-5ABC-949A-348E-387749F92BB0}"/>
              </a:ext>
            </a:extLst>
          </p:cNvPr>
          <p:cNvSpPr>
            <a:spLocks noChangeArrowheads="1"/>
          </p:cNvSpPr>
          <p:nvPr/>
        </p:nvSpPr>
        <p:spPr bwMode="auto">
          <a:xfrm>
            <a:off x="2686050" y="1876425"/>
            <a:ext cx="1366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0"/>
              </a:spcBef>
              <a:spcAft>
                <a:spcPct val="0"/>
              </a:spcAft>
              <a:buFontTx/>
              <a:buNone/>
            </a:pPr>
            <a:r>
              <a:rPr kumimoji="1" lang="zh-CN" altLang="en-US" sz="2400">
                <a:solidFill>
                  <a:srgbClr val="FF0000"/>
                </a:solidFill>
                <a:latin typeface="Times New Roman" panose="02020603050405020304" pitchFamily="18" charset="0"/>
              </a:rPr>
              <a:t>侧平线</a:t>
            </a:r>
          </a:p>
        </p:txBody>
      </p:sp>
      <p:sp>
        <p:nvSpPr>
          <p:cNvPr id="303" name="Rectangle 101">
            <a:extLst>
              <a:ext uri="{FF2B5EF4-FFF2-40B4-BE49-F238E27FC236}">
                <a16:creationId xmlns:a16="http://schemas.microsoft.com/office/drawing/2014/main" id="{9A71493F-CE55-0E7A-B924-1FD916C67AF4}"/>
              </a:ext>
            </a:extLst>
          </p:cNvPr>
          <p:cNvSpPr>
            <a:spLocks noChangeArrowheads="1"/>
          </p:cNvSpPr>
          <p:nvPr/>
        </p:nvSpPr>
        <p:spPr bwMode="auto">
          <a:xfrm>
            <a:off x="5132388" y="1936750"/>
            <a:ext cx="193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0"/>
              </a:spcBef>
              <a:spcAft>
                <a:spcPct val="0"/>
              </a:spcAft>
              <a:buFontTx/>
              <a:buNone/>
            </a:pPr>
            <a:r>
              <a:rPr kumimoji="1" lang="zh-CN" altLang="en-US" sz="2000">
                <a:solidFill>
                  <a:srgbClr val="FF0000"/>
                </a:solidFill>
                <a:latin typeface="仿宋" panose="02010609060101010101" pitchFamily="49" charset="-122"/>
                <a:ea typeface="仿宋" panose="02010609060101010101" pitchFamily="49" charset="-122"/>
              </a:rPr>
              <a:t>一般位置直线</a:t>
            </a:r>
          </a:p>
        </p:txBody>
      </p:sp>
      <p:sp>
        <p:nvSpPr>
          <p:cNvPr id="304" name="Rectangle 102">
            <a:extLst>
              <a:ext uri="{FF2B5EF4-FFF2-40B4-BE49-F238E27FC236}">
                <a16:creationId xmlns:a16="http://schemas.microsoft.com/office/drawing/2014/main" id="{DE5EB8AA-8F3C-62FB-B5EC-484BE5E96094}"/>
              </a:ext>
            </a:extLst>
          </p:cNvPr>
          <p:cNvSpPr>
            <a:spLocks noChangeArrowheads="1"/>
          </p:cNvSpPr>
          <p:nvPr/>
        </p:nvSpPr>
        <p:spPr bwMode="auto">
          <a:xfrm>
            <a:off x="7796213" y="1901825"/>
            <a:ext cx="1944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fontAlgn="base">
              <a:spcBef>
                <a:spcPct val="0"/>
              </a:spcBef>
              <a:spcAft>
                <a:spcPct val="0"/>
              </a:spcAft>
              <a:buFontTx/>
              <a:buNone/>
            </a:pPr>
            <a:r>
              <a:rPr kumimoji="1" lang="zh-CN" altLang="en-US" sz="2000">
                <a:solidFill>
                  <a:srgbClr val="FF0000"/>
                </a:solidFill>
                <a:latin typeface="仿宋" panose="02010609060101010101" pitchFamily="49" charset="-122"/>
                <a:ea typeface="仿宋" panose="02010609060101010101" pitchFamily="49" charset="-122"/>
              </a:rPr>
              <a:t>一般位置直线</a:t>
            </a:r>
          </a:p>
        </p:txBody>
      </p:sp>
    </p:spTree>
    <p:extLst>
      <p:ext uri="{BB962C8B-B14F-4D97-AF65-F5344CB8AC3E}">
        <p14:creationId xmlns:p14="http://schemas.microsoft.com/office/powerpoint/2010/main" val="689179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blinds(horizontal)">
                                      <p:cBhvr>
                                        <p:cTn id="7" dur="500"/>
                                        <p:tgtEl>
                                          <p:spTgt spid="20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60"/>
                                        </p:tgtEl>
                                        <p:attrNameLst>
                                          <p:attrName>style.visibility</p:attrName>
                                        </p:attrNameLst>
                                      </p:cBhvr>
                                      <p:to>
                                        <p:strVal val="visible"/>
                                      </p:to>
                                    </p:set>
                                    <p:animEffect transition="in" filter="blinds(horizontal)">
                                      <p:cBhvr>
                                        <p:cTn id="11" dur="500"/>
                                        <p:tgtEl>
                                          <p:spTgt spid="260"/>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205">
                                            <p:txEl>
                                              <p:pRg st="0" end="0"/>
                                            </p:txEl>
                                          </p:spTgt>
                                        </p:tgtEl>
                                        <p:attrNameLst>
                                          <p:attrName>style.visibility</p:attrName>
                                        </p:attrNameLst>
                                      </p:cBhvr>
                                      <p:to>
                                        <p:strVal val="visible"/>
                                      </p:to>
                                    </p:set>
                                    <p:animEffect transition="in" filter="blinds(horizontal)">
                                      <p:cBhvr>
                                        <p:cTn id="15" dur="500"/>
                                        <p:tgtEl>
                                          <p:spTgt spid="205">
                                            <p:txEl>
                                              <p:pRg st="0" end="0"/>
                                            </p:txEl>
                                          </p:spTgt>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205">
                                            <p:txEl>
                                              <p:pRg st="1" end="1"/>
                                            </p:txEl>
                                          </p:spTgt>
                                        </p:tgtEl>
                                        <p:attrNameLst>
                                          <p:attrName>style.visibility</p:attrName>
                                        </p:attrNameLst>
                                      </p:cBhvr>
                                      <p:to>
                                        <p:strVal val="visible"/>
                                      </p:to>
                                    </p:set>
                                    <p:animEffect transition="in" filter="blinds(horizontal)">
                                      <p:cBhvr>
                                        <p:cTn id="19" dur="500"/>
                                        <p:tgtEl>
                                          <p:spTgt spid="20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06"/>
                                        </p:tgtEl>
                                        <p:attrNameLst>
                                          <p:attrName>style.visibility</p:attrName>
                                        </p:attrNameLst>
                                      </p:cBhvr>
                                      <p:to>
                                        <p:strVal val="visible"/>
                                      </p:to>
                                    </p:set>
                                    <p:animEffect transition="in" filter="wipe(left)">
                                      <p:cBhvr>
                                        <p:cTn id="24" dur="500"/>
                                        <p:tgtEl>
                                          <p:spTgt spid="20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00"/>
                                        </p:tgtEl>
                                        <p:attrNameLst>
                                          <p:attrName>style.visibility</p:attrName>
                                        </p:attrNameLst>
                                      </p:cBhvr>
                                      <p:to>
                                        <p:strVal val="visible"/>
                                      </p:to>
                                    </p:set>
                                    <p:animEffect transition="in" filter="wipe(left)">
                                      <p:cBhvr>
                                        <p:cTn id="29" dur="500"/>
                                        <p:tgtEl>
                                          <p:spTgt spid="30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01"/>
                                        </p:tgtEl>
                                        <p:attrNameLst>
                                          <p:attrName>style.visibility</p:attrName>
                                        </p:attrNameLst>
                                      </p:cBhvr>
                                      <p:to>
                                        <p:strVal val="visible"/>
                                      </p:to>
                                    </p:set>
                                    <p:animEffect transition="in" filter="wipe(left)">
                                      <p:cBhvr>
                                        <p:cTn id="34" dur="500"/>
                                        <p:tgtEl>
                                          <p:spTgt spid="30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02"/>
                                        </p:tgtEl>
                                        <p:attrNameLst>
                                          <p:attrName>style.visibility</p:attrName>
                                        </p:attrNameLst>
                                      </p:cBhvr>
                                      <p:to>
                                        <p:strVal val="visible"/>
                                      </p:to>
                                    </p:set>
                                    <p:animEffect transition="in" filter="wipe(left)">
                                      <p:cBhvr>
                                        <p:cTn id="39" dur="500"/>
                                        <p:tgtEl>
                                          <p:spTgt spid="30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03"/>
                                        </p:tgtEl>
                                        <p:attrNameLst>
                                          <p:attrName>style.visibility</p:attrName>
                                        </p:attrNameLst>
                                      </p:cBhvr>
                                      <p:to>
                                        <p:strVal val="visible"/>
                                      </p:to>
                                    </p:set>
                                    <p:animEffect transition="in" filter="wipe(left)">
                                      <p:cBhvr>
                                        <p:cTn id="44" dur="500"/>
                                        <p:tgtEl>
                                          <p:spTgt spid="30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04"/>
                                        </p:tgtEl>
                                        <p:attrNameLst>
                                          <p:attrName>style.visibility</p:attrName>
                                        </p:attrNameLst>
                                      </p:cBhvr>
                                      <p:to>
                                        <p:strVal val="visible"/>
                                      </p:to>
                                    </p:set>
                                    <p:animEffect transition="in" filter="wipe(left)">
                                      <p:cBhvr>
                                        <p:cTn id="49" dur="500"/>
                                        <p:tgtEl>
                                          <p:spTgt spid="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0" build="p" autoUpdateAnimBg="0" advAuto="0"/>
      <p:bldP spid="206" grpId="0" autoUpdateAnimBg="0"/>
      <p:bldP spid="300" grpId="0" autoUpdateAnimBg="0"/>
      <p:bldP spid="301" grpId="0" autoUpdateAnimBg="0"/>
      <p:bldP spid="302" grpId="0" autoUpdateAnimBg="0"/>
      <p:bldP spid="303" grpId="0" autoUpdateAnimBg="0"/>
      <p:bldP spid="30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4ADBCCB5-CC78-18CC-10D3-875DB6F10A02}"/>
              </a:ext>
            </a:extLst>
          </p:cNvPr>
          <p:cNvSpPr txBox="1">
            <a:spLocks noChangeArrowheads="1"/>
          </p:cNvSpPr>
          <p:nvPr/>
        </p:nvSpPr>
        <p:spPr bwMode="auto">
          <a:xfrm>
            <a:off x="2392363" y="696913"/>
            <a:ext cx="5975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zh-CN" altLang="en-US" sz="2800">
                <a:latin typeface="仿宋" panose="02010609060101010101" pitchFamily="49" charset="-122"/>
                <a:ea typeface="仿宋" panose="02010609060101010101" pitchFamily="49" charset="-122"/>
              </a:rPr>
              <a:t>例：判断点</a:t>
            </a:r>
            <a:r>
              <a:rPr kumimoji="1" lang="en-US" altLang="zh-CN" sz="2800" i="1">
                <a:latin typeface="仿宋" panose="02010609060101010101" pitchFamily="49" charset="-122"/>
                <a:ea typeface="仿宋" panose="02010609060101010101" pitchFamily="49" charset="-122"/>
              </a:rPr>
              <a:t>K</a:t>
            </a:r>
            <a:r>
              <a:rPr kumimoji="1" lang="zh-CN" altLang="en-US" sz="2800">
                <a:latin typeface="仿宋" panose="02010609060101010101" pitchFamily="49" charset="-122"/>
                <a:ea typeface="仿宋" panose="02010609060101010101" pitchFamily="49" charset="-122"/>
              </a:rPr>
              <a:t>是否在线段</a:t>
            </a:r>
            <a:r>
              <a:rPr kumimoji="1" lang="en-US" altLang="zh-CN" sz="2800" i="1">
                <a:latin typeface="仿宋" panose="02010609060101010101" pitchFamily="49" charset="-122"/>
                <a:ea typeface="仿宋" panose="02010609060101010101" pitchFamily="49" charset="-122"/>
              </a:rPr>
              <a:t>AB</a:t>
            </a:r>
            <a:r>
              <a:rPr kumimoji="1" lang="zh-CN" altLang="en-US" sz="2800">
                <a:latin typeface="仿宋" panose="02010609060101010101" pitchFamily="49" charset="-122"/>
                <a:ea typeface="仿宋" panose="02010609060101010101" pitchFamily="49" charset="-122"/>
              </a:rPr>
              <a:t>上。</a:t>
            </a:r>
          </a:p>
        </p:txBody>
      </p:sp>
      <p:sp>
        <p:nvSpPr>
          <p:cNvPr id="3" name="Freeform 3">
            <a:extLst>
              <a:ext uri="{FF2B5EF4-FFF2-40B4-BE49-F238E27FC236}">
                <a16:creationId xmlns:a16="http://schemas.microsoft.com/office/drawing/2014/main" id="{DC4AD899-ED7B-49A9-832A-BA2DC2B12962}"/>
              </a:ext>
            </a:extLst>
          </p:cNvPr>
          <p:cNvSpPr>
            <a:spLocks/>
          </p:cNvSpPr>
          <p:nvPr/>
        </p:nvSpPr>
        <p:spPr bwMode="auto">
          <a:xfrm>
            <a:off x="3184525" y="5148263"/>
            <a:ext cx="1771650" cy="4762"/>
          </a:xfrm>
          <a:custGeom>
            <a:avLst/>
            <a:gdLst>
              <a:gd name="T0" fmla="*/ 0 w 1116"/>
              <a:gd name="T1" fmla="*/ 0 h 3"/>
              <a:gd name="T2" fmla="*/ 2147483646 w 1116"/>
              <a:gd name="T3" fmla="*/ 2147483646 h 3"/>
              <a:gd name="T4" fmla="*/ 0 60000 65536"/>
              <a:gd name="T5" fmla="*/ 0 60000 65536"/>
              <a:gd name="T6" fmla="*/ 0 w 1116"/>
              <a:gd name="T7" fmla="*/ 0 h 3"/>
              <a:gd name="T8" fmla="*/ 1116 w 1116"/>
              <a:gd name="T9" fmla="*/ 3 h 3"/>
            </a:gdLst>
            <a:ahLst/>
            <a:cxnLst>
              <a:cxn ang="T4">
                <a:pos x="T0" y="T1"/>
              </a:cxn>
              <a:cxn ang="T5">
                <a:pos x="T2" y="T3"/>
              </a:cxn>
            </a:cxnLst>
            <a:rect l="T6" t="T7" r="T8" b="T9"/>
            <a:pathLst>
              <a:path w="1116" h="3">
                <a:moveTo>
                  <a:pt x="0" y="0"/>
                </a:moveTo>
                <a:lnTo>
                  <a:pt x="1116" y="3"/>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4" name="Freeform 4">
            <a:extLst>
              <a:ext uri="{FF2B5EF4-FFF2-40B4-BE49-F238E27FC236}">
                <a16:creationId xmlns:a16="http://schemas.microsoft.com/office/drawing/2014/main" id="{10892968-40F2-1B04-D587-F4AD66B54BAA}"/>
              </a:ext>
            </a:extLst>
          </p:cNvPr>
          <p:cNvSpPr>
            <a:spLocks/>
          </p:cNvSpPr>
          <p:nvPr/>
        </p:nvSpPr>
        <p:spPr bwMode="auto">
          <a:xfrm>
            <a:off x="3187700" y="3759200"/>
            <a:ext cx="1771650" cy="1588"/>
          </a:xfrm>
          <a:custGeom>
            <a:avLst/>
            <a:gdLst>
              <a:gd name="T0" fmla="*/ 0 w 1116"/>
              <a:gd name="T1" fmla="*/ 2147483646 h 1"/>
              <a:gd name="T2" fmla="*/ 2147483646 w 1116"/>
              <a:gd name="T3" fmla="*/ 0 h 1"/>
              <a:gd name="T4" fmla="*/ 0 60000 65536"/>
              <a:gd name="T5" fmla="*/ 0 60000 65536"/>
              <a:gd name="T6" fmla="*/ 0 w 1116"/>
              <a:gd name="T7" fmla="*/ 0 h 1"/>
              <a:gd name="T8" fmla="*/ 1116 w 1116"/>
              <a:gd name="T9" fmla="*/ 1 h 1"/>
            </a:gdLst>
            <a:ahLst/>
            <a:cxnLst>
              <a:cxn ang="T4">
                <a:pos x="T0" y="T1"/>
              </a:cxn>
              <a:cxn ang="T5">
                <a:pos x="T2" y="T3"/>
              </a:cxn>
            </a:cxnLst>
            <a:rect l="T6" t="T7" r="T8" b="T9"/>
            <a:pathLst>
              <a:path w="1116" h="1">
                <a:moveTo>
                  <a:pt x="0" y="1"/>
                </a:moveTo>
                <a:lnTo>
                  <a:pt x="1116" y="0"/>
                </a:lnTo>
              </a:path>
            </a:pathLst>
          </a:custGeom>
          <a:noFill/>
          <a:ln w="1270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5" name="Freeform 5">
            <a:extLst>
              <a:ext uri="{FF2B5EF4-FFF2-40B4-BE49-F238E27FC236}">
                <a16:creationId xmlns:a16="http://schemas.microsoft.com/office/drawing/2014/main" id="{33D47462-1B5A-2195-CA68-41EBB2EA3586}"/>
              </a:ext>
            </a:extLst>
          </p:cNvPr>
          <p:cNvSpPr>
            <a:spLocks/>
          </p:cNvSpPr>
          <p:nvPr/>
        </p:nvSpPr>
        <p:spPr bwMode="auto">
          <a:xfrm>
            <a:off x="4959350" y="3759200"/>
            <a:ext cx="1588" cy="1366838"/>
          </a:xfrm>
          <a:custGeom>
            <a:avLst/>
            <a:gdLst>
              <a:gd name="T0" fmla="*/ 0 w 1"/>
              <a:gd name="T1" fmla="*/ 0 h 861"/>
              <a:gd name="T2" fmla="*/ 0 w 1"/>
              <a:gd name="T3" fmla="*/ 2147483646 h 861"/>
              <a:gd name="T4" fmla="*/ 0 60000 65536"/>
              <a:gd name="T5" fmla="*/ 0 60000 65536"/>
              <a:gd name="T6" fmla="*/ 0 w 1"/>
              <a:gd name="T7" fmla="*/ 0 h 861"/>
              <a:gd name="T8" fmla="*/ 1 w 1"/>
              <a:gd name="T9" fmla="*/ 861 h 861"/>
            </a:gdLst>
            <a:ahLst/>
            <a:cxnLst>
              <a:cxn ang="T4">
                <a:pos x="T0" y="T1"/>
              </a:cxn>
              <a:cxn ang="T5">
                <a:pos x="T2" y="T3"/>
              </a:cxn>
            </a:cxnLst>
            <a:rect l="T6" t="T7" r="T8" b="T9"/>
            <a:pathLst>
              <a:path w="1" h="861">
                <a:moveTo>
                  <a:pt x="0" y="0"/>
                </a:moveTo>
                <a:lnTo>
                  <a:pt x="0" y="861"/>
                </a:lnTo>
              </a:path>
            </a:pathLst>
          </a:custGeom>
          <a:noFill/>
          <a:ln w="9525">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6" name="Text Box 6">
            <a:extLst>
              <a:ext uri="{FF2B5EF4-FFF2-40B4-BE49-F238E27FC236}">
                <a16:creationId xmlns:a16="http://schemas.microsoft.com/office/drawing/2014/main" id="{481A8099-7884-6D68-7C22-C5D657C9BA3C}"/>
              </a:ext>
            </a:extLst>
          </p:cNvPr>
          <p:cNvSpPr txBox="1">
            <a:spLocks noChangeArrowheads="1"/>
          </p:cNvSpPr>
          <p:nvPr/>
        </p:nvSpPr>
        <p:spPr bwMode="auto">
          <a:xfrm>
            <a:off x="3113088" y="1316038"/>
            <a:ext cx="47513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zh-CN" altLang="en-US" sz="2800" dirty="0">
                <a:latin typeface="仿宋" panose="02010609060101010101" pitchFamily="49" charset="-122"/>
                <a:ea typeface="仿宋" panose="02010609060101010101" pitchFamily="49" charset="-122"/>
              </a:rPr>
              <a:t>答：因</a:t>
            </a:r>
            <a:r>
              <a:rPr kumimoji="1" lang="en-US" altLang="zh-CN" sz="2800" i="1" dirty="0">
                <a:latin typeface="仿宋" panose="02010609060101010101" pitchFamily="49" charset="-122"/>
                <a:ea typeface="仿宋" panose="02010609060101010101" pitchFamily="49" charset="-122"/>
              </a:rPr>
              <a:t>k</a:t>
            </a:r>
            <a:r>
              <a:rPr kumimoji="1" lang="en-US" altLang="zh-CN" sz="2800" i="1" dirty="0">
                <a:latin typeface="仿宋" panose="02010609060101010101" pitchFamily="49" charset="-122"/>
                <a:ea typeface="仿宋" panose="02010609060101010101" pitchFamily="49" charset="-122"/>
                <a:sym typeface="Symbol" panose="05050102010706020507" pitchFamily="18" charset="2"/>
              </a:rPr>
              <a:t>″</a:t>
            </a:r>
            <a:r>
              <a:rPr kumimoji="1" lang="zh-CN" altLang="en-US" sz="2800" dirty="0">
                <a:latin typeface="仿宋" panose="02010609060101010101" pitchFamily="49" charset="-122"/>
                <a:ea typeface="仿宋" panose="02010609060101010101" pitchFamily="49" charset="-122"/>
              </a:rPr>
              <a:t>不在</a:t>
            </a:r>
            <a:r>
              <a:rPr kumimoji="1" lang="en-US" altLang="zh-CN" sz="2800" i="1" dirty="0">
                <a:latin typeface="仿宋" panose="02010609060101010101" pitchFamily="49" charset="-122"/>
                <a:ea typeface="仿宋" panose="02010609060101010101" pitchFamily="49" charset="-122"/>
              </a:rPr>
              <a:t>a</a:t>
            </a:r>
            <a:r>
              <a:rPr kumimoji="1" lang="en-US" altLang="zh-CN" sz="2800" i="1" dirty="0">
                <a:latin typeface="仿宋" panose="02010609060101010101" pitchFamily="49" charset="-122"/>
                <a:ea typeface="仿宋" panose="02010609060101010101" pitchFamily="49" charset="-122"/>
                <a:sym typeface="Symbol" panose="05050102010706020507" pitchFamily="18" charset="2"/>
              </a:rPr>
              <a:t>″</a:t>
            </a:r>
            <a:r>
              <a:rPr kumimoji="1" lang="en-US" altLang="zh-CN" sz="2800" i="1" dirty="0">
                <a:latin typeface="仿宋" panose="02010609060101010101" pitchFamily="49" charset="-122"/>
                <a:ea typeface="仿宋" panose="02010609060101010101" pitchFamily="49" charset="-122"/>
                <a:sym typeface="UniversalMath1 BT" pitchFamily="18" charset="2"/>
              </a:rPr>
              <a:t> </a:t>
            </a:r>
            <a:r>
              <a:rPr kumimoji="1" lang="en-US" altLang="zh-CN" sz="2800" i="1" dirty="0">
                <a:latin typeface="仿宋" panose="02010609060101010101" pitchFamily="49" charset="-122"/>
                <a:ea typeface="仿宋" panose="02010609060101010101" pitchFamily="49" charset="-122"/>
              </a:rPr>
              <a:t>b</a:t>
            </a:r>
            <a:r>
              <a:rPr kumimoji="1" lang="en-US" altLang="zh-CN" sz="2800" i="1" dirty="0">
                <a:latin typeface="仿宋" panose="02010609060101010101" pitchFamily="49" charset="-122"/>
                <a:ea typeface="仿宋" panose="02010609060101010101" pitchFamily="49" charset="-122"/>
                <a:sym typeface="Symbol" panose="05050102010706020507" pitchFamily="18" charset="2"/>
              </a:rPr>
              <a:t>″</a:t>
            </a:r>
            <a:r>
              <a:rPr kumimoji="1" lang="zh-CN" altLang="en-US" sz="2800" dirty="0">
                <a:latin typeface="仿宋" panose="02010609060101010101" pitchFamily="49" charset="-122"/>
                <a:ea typeface="仿宋" panose="02010609060101010101" pitchFamily="49" charset="-122"/>
              </a:rPr>
              <a:t>上，</a:t>
            </a:r>
          </a:p>
          <a:p>
            <a:pPr eaLnBrk="1" hangingPunct="1">
              <a:spcBef>
                <a:spcPct val="0"/>
              </a:spcBef>
              <a:buFontTx/>
              <a:buNone/>
            </a:pPr>
            <a:r>
              <a:rPr kumimoji="1" lang="zh-CN" altLang="en-US" sz="2800" dirty="0">
                <a:latin typeface="仿宋" panose="02010609060101010101" pitchFamily="49" charset="-122"/>
                <a:ea typeface="仿宋" panose="02010609060101010101" pitchFamily="49" charset="-122"/>
              </a:rPr>
              <a:t>        故点</a:t>
            </a:r>
            <a:r>
              <a:rPr kumimoji="1" lang="en-US" altLang="zh-CN" sz="2800" dirty="0">
                <a:latin typeface="仿宋" panose="02010609060101010101" pitchFamily="49" charset="-122"/>
                <a:ea typeface="仿宋" panose="02010609060101010101" pitchFamily="49" charset="-122"/>
              </a:rPr>
              <a:t>K</a:t>
            </a:r>
            <a:r>
              <a:rPr kumimoji="1" lang="zh-CN" altLang="en-US" sz="2800" dirty="0">
                <a:latin typeface="仿宋" panose="02010609060101010101" pitchFamily="49" charset="-122"/>
                <a:ea typeface="仿宋" panose="02010609060101010101" pitchFamily="49" charset="-122"/>
              </a:rPr>
              <a:t>不在</a:t>
            </a:r>
            <a:r>
              <a:rPr kumimoji="1" lang="en-US" altLang="zh-CN" sz="2800" i="1" dirty="0">
                <a:latin typeface="仿宋" panose="02010609060101010101" pitchFamily="49" charset="-122"/>
                <a:ea typeface="仿宋" panose="02010609060101010101" pitchFamily="49" charset="-122"/>
              </a:rPr>
              <a:t>AB</a:t>
            </a:r>
            <a:r>
              <a:rPr kumimoji="1" lang="zh-CN" altLang="en-US" sz="2800" dirty="0">
                <a:latin typeface="仿宋" panose="02010609060101010101" pitchFamily="49" charset="-122"/>
                <a:ea typeface="仿宋" panose="02010609060101010101" pitchFamily="49" charset="-122"/>
              </a:rPr>
              <a:t>上。</a:t>
            </a:r>
          </a:p>
        </p:txBody>
      </p:sp>
      <p:sp>
        <p:nvSpPr>
          <p:cNvPr id="7" name="Rectangle 7">
            <a:extLst>
              <a:ext uri="{FF2B5EF4-FFF2-40B4-BE49-F238E27FC236}">
                <a16:creationId xmlns:a16="http://schemas.microsoft.com/office/drawing/2014/main" id="{C2F51246-E24C-1D28-C943-44E95EAA8E63}"/>
              </a:ext>
            </a:extLst>
          </p:cNvPr>
          <p:cNvSpPr>
            <a:spLocks noChangeArrowheads="1"/>
          </p:cNvSpPr>
          <p:nvPr/>
        </p:nvSpPr>
        <p:spPr bwMode="auto">
          <a:xfrm>
            <a:off x="2597150" y="270192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grpSp>
        <p:nvGrpSpPr>
          <p:cNvPr id="8" name="Group 8">
            <a:extLst>
              <a:ext uri="{FF2B5EF4-FFF2-40B4-BE49-F238E27FC236}">
                <a16:creationId xmlns:a16="http://schemas.microsoft.com/office/drawing/2014/main" id="{43691AE3-DF79-24D3-A126-C000D416E1C2}"/>
              </a:ext>
            </a:extLst>
          </p:cNvPr>
          <p:cNvGrpSpPr>
            <a:grpSpLocks/>
          </p:cNvGrpSpPr>
          <p:nvPr/>
        </p:nvGrpSpPr>
        <p:grpSpPr bwMode="auto">
          <a:xfrm>
            <a:off x="2444750" y="2625725"/>
            <a:ext cx="4265613" cy="3578225"/>
            <a:chOff x="2641" y="1524"/>
            <a:chExt cx="2687" cy="2254"/>
          </a:xfrm>
        </p:grpSpPr>
        <p:sp>
          <p:nvSpPr>
            <p:cNvPr id="9" name="Line 9">
              <a:extLst>
                <a:ext uri="{FF2B5EF4-FFF2-40B4-BE49-F238E27FC236}">
                  <a16:creationId xmlns:a16="http://schemas.microsoft.com/office/drawing/2014/main" id="{00382881-AC4D-4D89-5FEB-61D509BE3C6E}"/>
                </a:ext>
              </a:extLst>
            </p:cNvPr>
            <p:cNvSpPr>
              <a:spLocks noChangeShapeType="1"/>
            </p:cNvSpPr>
            <p:nvPr/>
          </p:nvSpPr>
          <p:spPr bwMode="auto">
            <a:xfrm>
              <a:off x="3890" y="2779"/>
              <a:ext cx="830" cy="8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nvGrpSpPr>
            <p:cNvPr id="10" name="Group 10">
              <a:extLst>
                <a:ext uri="{FF2B5EF4-FFF2-40B4-BE49-F238E27FC236}">
                  <a16:creationId xmlns:a16="http://schemas.microsoft.com/office/drawing/2014/main" id="{9AD8B875-9B5A-392B-F6D8-79155A741892}"/>
                </a:ext>
              </a:extLst>
            </p:cNvPr>
            <p:cNvGrpSpPr>
              <a:grpSpLocks/>
            </p:cNvGrpSpPr>
            <p:nvPr/>
          </p:nvGrpSpPr>
          <p:grpSpPr bwMode="auto">
            <a:xfrm>
              <a:off x="2641" y="1524"/>
              <a:ext cx="2687" cy="2254"/>
              <a:chOff x="2641" y="1524"/>
              <a:chExt cx="2687" cy="2254"/>
            </a:xfrm>
          </p:grpSpPr>
          <p:sp>
            <p:nvSpPr>
              <p:cNvPr id="11" name="Rectangle 11">
                <a:extLst>
                  <a:ext uri="{FF2B5EF4-FFF2-40B4-BE49-F238E27FC236}">
                    <a16:creationId xmlns:a16="http://schemas.microsoft.com/office/drawing/2014/main" id="{B3C5C77F-7BEE-EDFF-7A55-4E90002CB795}"/>
                  </a:ext>
                </a:extLst>
              </p:cNvPr>
              <p:cNvSpPr>
                <a:spLocks noChangeArrowheads="1"/>
              </p:cNvSpPr>
              <p:nvPr/>
            </p:nvSpPr>
            <p:spPr bwMode="auto">
              <a:xfrm>
                <a:off x="3735" y="1524"/>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Z</a:t>
                </a:r>
                <a:endParaRPr kumimoji="1" lang="en-US" altLang="zh-CN" sz="2400" i="1">
                  <a:solidFill>
                    <a:schemeClr val="accent2"/>
                  </a:solidFill>
                  <a:latin typeface="Times New Roman" panose="02020603050405020304" pitchFamily="18" charset="0"/>
                  <a:ea typeface="楷体_GB2312" pitchFamily="49" charset="-122"/>
                </a:endParaRPr>
              </a:p>
            </p:txBody>
          </p:sp>
          <p:sp>
            <p:nvSpPr>
              <p:cNvPr id="12" name="Line 12">
                <a:extLst>
                  <a:ext uri="{FF2B5EF4-FFF2-40B4-BE49-F238E27FC236}">
                    <a16:creationId xmlns:a16="http://schemas.microsoft.com/office/drawing/2014/main" id="{5AB92237-C10A-B217-71D8-B8A7C89D40B3}"/>
                  </a:ext>
                </a:extLst>
              </p:cNvPr>
              <p:cNvSpPr>
                <a:spLocks noChangeShapeType="1"/>
              </p:cNvSpPr>
              <p:nvPr/>
            </p:nvSpPr>
            <p:spPr bwMode="auto">
              <a:xfrm>
                <a:off x="2839" y="2762"/>
                <a:ext cx="221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3" name="Freeform 13">
                <a:extLst>
                  <a:ext uri="{FF2B5EF4-FFF2-40B4-BE49-F238E27FC236}">
                    <a16:creationId xmlns:a16="http://schemas.microsoft.com/office/drawing/2014/main" id="{53B51586-9C4E-FF60-6D19-36787766B399}"/>
                  </a:ext>
                </a:extLst>
              </p:cNvPr>
              <p:cNvSpPr>
                <a:spLocks/>
              </p:cNvSpPr>
              <p:nvPr/>
            </p:nvSpPr>
            <p:spPr bwMode="auto">
              <a:xfrm>
                <a:off x="3890" y="1763"/>
                <a:ext cx="1" cy="1803"/>
              </a:xfrm>
              <a:custGeom>
                <a:avLst/>
                <a:gdLst>
                  <a:gd name="T0" fmla="*/ 0 w 1"/>
                  <a:gd name="T1" fmla="*/ 0 h 1803"/>
                  <a:gd name="T2" fmla="*/ 0 w 1"/>
                  <a:gd name="T3" fmla="*/ 1803 h 1803"/>
                  <a:gd name="T4" fmla="*/ 0 60000 65536"/>
                  <a:gd name="T5" fmla="*/ 0 60000 65536"/>
                  <a:gd name="T6" fmla="*/ 0 w 1"/>
                  <a:gd name="T7" fmla="*/ 0 h 1803"/>
                  <a:gd name="T8" fmla="*/ 1 w 1"/>
                  <a:gd name="T9" fmla="*/ 1803 h 1803"/>
                </a:gdLst>
                <a:ahLst/>
                <a:cxnLst>
                  <a:cxn ang="T4">
                    <a:pos x="T0" y="T1"/>
                  </a:cxn>
                  <a:cxn ang="T5">
                    <a:pos x="T2" y="T3"/>
                  </a:cxn>
                </a:cxnLst>
                <a:rect l="T6" t="T7" r="T8" b="T9"/>
                <a:pathLst>
                  <a:path w="1" h="1803">
                    <a:moveTo>
                      <a:pt x="0" y="0"/>
                    </a:moveTo>
                    <a:lnTo>
                      <a:pt x="0" y="180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14" name="Rectangle 14">
                <a:extLst>
                  <a:ext uri="{FF2B5EF4-FFF2-40B4-BE49-F238E27FC236}">
                    <a16:creationId xmlns:a16="http://schemas.microsoft.com/office/drawing/2014/main" id="{ABEAA81B-AEAE-9FA3-D620-CC43E755340D}"/>
                  </a:ext>
                </a:extLst>
              </p:cNvPr>
              <p:cNvSpPr>
                <a:spLocks noChangeArrowheads="1"/>
              </p:cNvSpPr>
              <p:nvPr/>
            </p:nvSpPr>
            <p:spPr bwMode="auto">
              <a:xfrm>
                <a:off x="2641" y="2578"/>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X</a:t>
                </a:r>
              </a:p>
            </p:txBody>
          </p:sp>
          <p:sp>
            <p:nvSpPr>
              <p:cNvPr id="15" name="Rectangle 15">
                <a:extLst>
                  <a:ext uri="{FF2B5EF4-FFF2-40B4-BE49-F238E27FC236}">
                    <a16:creationId xmlns:a16="http://schemas.microsoft.com/office/drawing/2014/main" id="{99A24070-903F-EF07-5D52-7DCD7814A284}"/>
                  </a:ext>
                </a:extLst>
              </p:cNvPr>
              <p:cNvSpPr>
                <a:spLocks noChangeArrowheads="1"/>
              </p:cNvSpPr>
              <p:nvPr/>
            </p:nvSpPr>
            <p:spPr bwMode="auto">
              <a:xfrm flipH="1">
                <a:off x="3649" y="248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O</a:t>
                </a:r>
              </a:p>
            </p:txBody>
          </p:sp>
          <p:sp>
            <p:nvSpPr>
              <p:cNvPr id="16" name="Rectangle 16">
                <a:extLst>
                  <a:ext uri="{FF2B5EF4-FFF2-40B4-BE49-F238E27FC236}">
                    <a16:creationId xmlns:a16="http://schemas.microsoft.com/office/drawing/2014/main" id="{331CB1BA-CBD9-53F4-9BEC-4C9C3CD5B2BB}"/>
                  </a:ext>
                </a:extLst>
              </p:cNvPr>
              <p:cNvSpPr>
                <a:spLocks noChangeArrowheads="1"/>
              </p:cNvSpPr>
              <p:nvPr/>
            </p:nvSpPr>
            <p:spPr bwMode="auto">
              <a:xfrm>
                <a:off x="3841" y="3490"/>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H</a:t>
                </a:r>
              </a:p>
            </p:txBody>
          </p:sp>
          <p:sp>
            <p:nvSpPr>
              <p:cNvPr id="17" name="Rectangle 17">
                <a:extLst>
                  <a:ext uri="{FF2B5EF4-FFF2-40B4-BE49-F238E27FC236}">
                    <a16:creationId xmlns:a16="http://schemas.microsoft.com/office/drawing/2014/main" id="{93C3AE97-9AF9-2010-5938-8D60D3C082C9}"/>
                  </a:ext>
                </a:extLst>
              </p:cNvPr>
              <p:cNvSpPr>
                <a:spLocks noChangeArrowheads="1"/>
              </p:cNvSpPr>
              <p:nvPr/>
            </p:nvSpPr>
            <p:spPr bwMode="auto">
              <a:xfrm>
                <a:off x="4967" y="2613"/>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latin typeface="Times New Roman" panose="02020603050405020304" pitchFamily="18" charset="0"/>
                    <a:ea typeface="楷体_GB2312" pitchFamily="49" charset="-122"/>
                  </a:rPr>
                  <a:t>Y</a:t>
                </a:r>
                <a:r>
                  <a:rPr kumimoji="1" lang="en-US" altLang="zh-CN" sz="2400" baseline="-25000">
                    <a:latin typeface="Times New Roman" panose="02020603050405020304" pitchFamily="18" charset="0"/>
                    <a:ea typeface="楷体_GB2312" pitchFamily="49" charset="-122"/>
                  </a:rPr>
                  <a:t>W</a:t>
                </a:r>
              </a:p>
            </p:txBody>
          </p:sp>
        </p:grpSp>
      </p:grpSp>
      <p:grpSp>
        <p:nvGrpSpPr>
          <p:cNvPr id="18" name="Group 18">
            <a:extLst>
              <a:ext uri="{FF2B5EF4-FFF2-40B4-BE49-F238E27FC236}">
                <a16:creationId xmlns:a16="http://schemas.microsoft.com/office/drawing/2014/main" id="{C516575E-15A8-B926-B3A7-EB34A4594624}"/>
              </a:ext>
            </a:extLst>
          </p:cNvPr>
          <p:cNvGrpSpPr>
            <a:grpSpLocks/>
          </p:cNvGrpSpPr>
          <p:nvPr/>
        </p:nvGrpSpPr>
        <p:grpSpPr bwMode="auto">
          <a:xfrm>
            <a:off x="2597150" y="2798763"/>
            <a:ext cx="3500438" cy="3284537"/>
            <a:chOff x="2737" y="1633"/>
            <a:chExt cx="2205" cy="2069"/>
          </a:xfrm>
        </p:grpSpPr>
        <p:sp>
          <p:nvSpPr>
            <p:cNvPr id="19" name="Text Box 19">
              <a:extLst>
                <a:ext uri="{FF2B5EF4-FFF2-40B4-BE49-F238E27FC236}">
                  <a16:creationId xmlns:a16="http://schemas.microsoft.com/office/drawing/2014/main" id="{BD6664C4-23B2-2643-A71C-65CBB98C26BC}"/>
                </a:ext>
              </a:extLst>
            </p:cNvPr>
            <p:cNvSpPr txBox="1">
              <a:spLocks noChangeArrowheads="1"/>
            </p:cNvSpPr>
            <p:nvPr/>
          </p:nvSpPr>
          <p:spPr bwMode="auto">
            <a:xfrm>
              <a:off x="2737" y="2069"/>
              <a:ext cx="5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solidFill>
                    <a:srgbClr val="0000FF"/>
                  </a:solidFill>
                  <a:latin typeface="Times New Roman" panose="02020603050405020304" pitchFamily="18" charset="0"/>
                  <a:ea typeface="楷体_GB2312" pitchFamily="49" charset="-122"/>
                </a:rPr>
                <a:t>k</a:t>
              </a:r>
              <a:r>
                <a:rPr kumimoji="1" lang="en-US" altLang="zh-CN" sz="2400" i="1">
                  <a:latin typeface="Times New Roman" panose="02020603050405020304" pitchFamily="18" charset="0"/>
                </a:rPr>
                <a:t>'</a:t>
              </a:r>
              <a:endParaRPr kumimoji="1" lang="en-US" altLang="zh-CN" sz="2400" i="1">
                <a:solidFill>
                  <a:srgbClr val="0000FF"/>
                </a:solidFill>
                <a:latin typeface="Times New Roman" panose="02020603050405020304" pitchFamily="18" charset="0"/>
                <a:ea typeface="楷体_GB2312" pitchFamily="49" charset="-122"/>
                <a:sym typeface="Symbol" panose="05050102010706020507" pitchFamily="18" charset="2"/>
              </a:endParaRPr>
            </a:p>
          </p:txBody>
        </p:sp>
        <p:grpSp>
          <p:nvGrpSpPr>
            <p:cNvPr id="20" name="Group 20">
              <a:extLst>
                <a:ext uri="{FF2B5EF4-FFF2-40B4-BE49-F238E27FC236}">
                  <a16:creationId xmlns:a16="http://schemas.microsoft.com/office/drawing/2014/main" id="{9B1F850E-2445-FA1C-23CC-5EFBC794305E}"/>
                </a:ext>
              </a:extLst>
            </p:cNvPr>
            <p:cNvGrpSpPr>
              <a:grpSpLocks/>
            </p:cNvGrpSpPr>
            <p:nvPr/>
          </p:nvGrpSpPr>
          <p:grpSpPr bwMode="auto">
            <a:xfrm>
              <a:off x="2853" y="1633"/>
              <a:ext cx="2089" cy="2069"/>
              <a:chOff x="2853" y="1633"/>
              <a:chExt cx="2089" cy="2069"/>
            </a:xfrm>
          </p:grpSpPr>
          <p:sp>
            <p:nvSpPr>
              <p:cNvPr id="21" name="Freeform 21">
                <a:extLst>
                  <a:ext uri="{FF2B5EF4-FFF2-40B4-BE49-F238E27FC236}">
                    <a16:creationId xmlns:a16="http://schemas.microsoft.com/office/drawing/2014/main" id="{560B21C6-E5F4-CA8F-1411-37F02743F0C1}"/>
                  </a:ext>
                </a:extLst>
              </p:cNvPr>
              <p:cNvSpPr>
                <a:spLocks/>
              </p:cNvSpPr>
              <p:nvPr/>
            </p:nvSpPr>
            <p:spPr bwMode="auto">
              <a:xfrm>
                <a:off x="4621" y="2436"/>
                <a:ext cx="1" cy="1058"/>
              </a:xfrm>
              <a:custGeom>
                <a:avLst/>
                <a:gdLst>
                  <a:gd name="T0" fmla="*/ 0 w 1"/>
                  <a:gd name="T1" fmla="*/ 0 h 1058"/>
                  <a:gd name="T2" fmla="*/ 0 w 1"/>
                  <a:gd name="T3" fmla="*/ 1058 h 1058"/>
                  <a:gd name="T4" fmla="*/ 0 60000 65536"/>
                  <a:gd name="T5" fmla="*/ 0 60000 65536"/>
                  <a:gd name="T6" fmla="*/ 0 w 1"/>
                  <a:gd name="T7" fmla="*/ 0 h 1058"/>
                  <a:gd name="T8" fmla="*/ 1 w 1"/>
                  <a:gd name="T9" fmla="*/ 1058 h 1058"/>
                </a:gdLst>
                <a:ahLst/>
                <a:cxnLst>
                  <a:cxn ang="T4">
                    <a:pos x="T0" y="T1"/>
                  </a:cxn>
                  <a:cxn ang="T5">
                    <a:pos x="T2" y="T3"/>
                  </a:cxn>
                </a:cxnLst>
                <a:rect l="T6" t="T7" r="T8" b="T9"/>
                <a:pathLst>
                  <a:path w="1" h="1058">
                    <a:moveTo>
                      <a:pt x="0" y="0"/>
                    </a:moveTo>
                    <a:lnTo>
                      <a:pt x="0" y="1058"/>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2" name="Freeform 22">
                <a:extLst>
                  <a:ext uri="{FF2B5EF4-FFF2-40B4-BE49-F238E27FC236}">
                    <a16:creationId xmlns:a16="http://schemas.microsoft.com/office/drawing/2014/main" id="{A6516B59-0417-463E-CF2B-A84AAA4C7D31}"/>
                  </a:ext>
                </a:extLst>
              </p:cNvPr>
              <p:cNvSpPr>
                <a:spLocks/>
              </p:cNvSpPr>
              <p:nvPr/>
            </p:nvSpPr>
            <p:spPr bwMode="auto">
              <a:xfrm>
                <a:off x="4084" y="1815"/>
                <a:ext cx="1" cy="1143"/>
              </a:xfrm>
              <a:custGeom>
                <a:avLst/>
                <a:gdLst>
                  <a:gd name="T0" fmla="*/ 0 w 1"/>
                  <a:gd name="T1" fmla="*/ 0 h 1143"/>
                  <a:gd name="T2" fmla="*/ 0 w 1"/>
                  <a:gd name="T3" fmla="*/ 1143 h 1143"/>
                  <a:gd name="T4" fmla="*/ 0 60000 65536"/>
                  <a:gd name="T5" fmla="*/ 0 60000 65536"/>
                  <a:gd name="T6" fmla="*/ 0 w 1"/>
                  <a:gd name="T7" fmla="*/ 0 h 1143"/>
                  <a:gd name="T8" fmla="*/ 1 w 1"/>
                  <a:gd name="T9" fmla="*/ 1143 h 1143"/>
                </a:gdLst>
                <a:ahLst/>
                <a:cxnLst>
                  <a:cxn ang="T4">
                    <a:pos x="T0" y="T1"/>
                  </a:cxn>
                  <a:cxn ang="T5">
                    <a:pos x="T2" y="T3"/>
                  </a:cxn>
                </a:cxnLst>
                <a:rect l="T6" t="T7" r="T8" b="T9"/>
                <a:pathLst>
                  <a:path w="1" h="1143">
                    <a:moveTo>
                      <a:pt x="0" y="0"/>
                    </a:moveTo>
                    <a:lnTo>
                      <a:pt x="0" y="114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23" name="Line 23">
                <a:extLst>
                  <a:ext uri="{FF2B5EF4-FFF2-40B4-BE49-F238E27FC236}">
                    <a16:creationId xmlns:a16="http://schemas.microsoft.com/office/drawing/2014/main" id="{A935D8A9-A0FF-1BFC-6AB2-FC6080F56A86}"/>
                  </a:ext>
                </a:extLst>
              </p:cNvPr>
              <p:cNvSpPr>
                <a:spLocks noChangeShapeType="1"/>
              </p:cNvSpPr>
              <p:nvPr/>
            </p:nvSpPr>
            <p:spPr bwMode="auto">
              <a:xfrm>
                <a:off x="3107" y="2450"/>
                <a:ext cx="0" cy="5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 name="Line 24">
                <a:extLst>
                  <a:ext uri="{FF2B5EF4-FFF2-40B4-BE49-F238E27FC236}">
                    <a16:creationId xmlns:a16="http://schemas.microsoft.com/office/drawing/2014/main" id="{4215BA0A-8FB0-6250-CA9D-F6965C60EB7C}"/>
                  </a:ext>
                </a:extLst>
              </p:cNvPr>
              <p:cNvSpPr>
                <a:spLocks noChangeShapeType="1"/>
              </p:cNvSpPr>
              <p:nvPr/>
            </p:nvSpPr>
            <p:spPr bwMode="auto">
              <a:xfrm>
                <a:off x="3107" y="2969"/>
                <a:ext cx="0" cy="532"/>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 name="Text Box 25">
                <a:extLst>
                  <a:ext uri="{FF2B5EF4-FFF2-40B4-BE49-F238E27FC236}">
                    <a16:creationId xmlns:a16="http://schemas.microsoft.com/office/drawing/2014/main" id="{2731FE11-BAD4-1C87-99B0-530B0E1BED1E}"/>
                  </a:ext>
                </a:extLst>
              </p:cNvPr>
              <p:cNvSpPr txBox="1">
                <a:spLocks noChangeArrowheads="1"/>
              </p:cNvSpPr>
              <p:nvPr/>
            </p:nvSpPr>
            <p:spPr bwMode="auto">
              <a:xfrm>
                <a:off x="2900" y="282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a</a:t>
                </a:r>
              </a:p>
            </p:txBody>
          </p:sp>
          <p:sp>
            <p:nvSpPr>
              <p:cNvPr id="26" name="Text Box 26">
                <a:extLst>
                  <a:ext uri="{FF2B5EF4-FFF2-40B4-BE49-F238E27FC236}">
                    <a16:creationId xmlns:a16="http://schemas.microsoft.com/office/drawing/2014/main" id="{247CDD94-45C3-D08B-D097-DC8359148829}"/>
                  </a:ext>
                </a:extLst>
              </p:cNvPr>
              <p:cNvSpPr txBox="1">
                <a:spLocks noChangeArrowheads="1"/>
              </p:cNvSpPr>
              <p:nvPr/>
            </p:nvSpPr>
            <p:spPr bwMode="auto">
              <a:xfrm>
                <a:off x="4075" y="1633"/>
                <a:ext cx="32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a</a:t>
                </a:r>
                <a:r>
                  <a:rPr kumimoji="1" lang="en-US" altLang="zh-CN" sz="2400" i="1">
                    <a:latin typeface="Times New Roman" panose="02020603050405020304" pitchFamily="18" charset="0"/>
                    <a:ea typeface="楷体_GB2312" pitchFamily="49" charset="-122"/>
                    <a:sym typeface="Symbol" panose="05050102010706020507" pitchFamily="18" charset="2"/>
                  </a:rPr>
                  <a:t>″</a:t>
                </a:r>
              </a:p>
              <a:p>
                <a:pPr algn="ctr" eaLnBrk="1" hangingPunct="1">
                  <a:spcBef>
                    <a:spcPct val="0"/>
                  </a:spcBef>
                  <a:buFontTx/>
                  <a:buNone/>
                </a:pPr>
                <a:endParaRPr kumimoji="1" lang="en-US" altLang="zh-CN" sz="2400" i="1">
                  <a:latin typeface="Times New Roman" panose="02020603050405020304" pitchFamily="18" charset="0"/>
                  <a:ea typeface="楷体_GB2312" pitchFamily="49" charset="-122"/>
                  <a:sym typeface="UniversalMath1 BT" pitchFamily="18" charset="2"/>
                </a:endParaRPr>
              </a:p>
            </p:txBody>
          </p:sp>
          <p:sp>
            <p:nvSpPr>
              <p:cNvPr id="27" name="Text Box 27">
                <a:extLst>
                  <a:ext uri="{FF2B5EF4-FFF2-40B4-BE49-F238E27FC236}">
                    <a16:creationId xmlns:a16="http://schemas.microsoft.com/office/drawing/2014/main" id="{6E521FE0-5AED-6C88-4EF5-E5D075C22B8D}"/>
                  </a:ext>
                </a:extLst>
              </p:cNvPr>
              <p:cNvSpPr txBox="1">
                <a:spLocks noChangeArrowheads="1"/>
              </p:cNvSpPr>
              <p:nvPr/>
            </p:nvSpPr>
            <p:spPr bwMode="auto">
              <a:xfrm>
                <a:off x="4622" y="2239"/>
                <a:ext cx="32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b</a:t>
                </a:r>
                <a:r>
                  <a:rPr kumimoji="1" lang="en-US" altLang="zh-CN" sz="2400" i="1">
                    <a:latin typeface="Times New Roman" panose="02020603050405020304" pitchFamily="18" charset="0"/>
                    <a:ea typeface="楷体_GB2312" pitchFamily="49" charset="-122"/>
                    <a:sym typeface="Symbol" panose="05050102010706020507" pitchFamily="18" charset="2"/>
                  </a:rPr>
                  <a:t>″</a:t>
                </a:r>
              </a:p>
            </p:txBody>
          </p:sp>
          <p:sp>
            <p:nvSpPr>
              <p:cNvPr id="28" name="Text Box 28">
                <a:extLst>
                  <a:ext uri="{FF2B5EF4-FFF2-40B4-BE49-F238E27FC236}">
                    <a16:creationId xmlns:a16="http://schemas.microsoft.com/office/drawing/2014/main" id="{69BAA58C-3D01-BCCF-84F1-CB2E1C7780EA}"/>
                  </a:ext>
                </a:extLst>
              </p:cNvPr>
              <p:cNvSpPr txBox="1">
                <a:spLocks noChangeArrowheads="1"/>
              </p:cNvSpPr>
              <p:nvPr/>
            </p:nvSpPr>
            <p:spPr bwMode="auto">
              <a:xfrm>
                <a:off x="2934" y="1647"/>
                <a:ext cx="315" cy="291"/>
              </a:xfrm>
              <a:prstGeom prst="rect">
                <a:avLst/>
              </a:prstGeom>
              <a:noFill/>
              <a:ln w="9525">
                <a:noFill/>
                <a:miter lim="800000"/>
                <a:headEnd/>
                <a:tailEnd/>
              </a:ln>
            </p:spPr>
            <p:txBody>
              <a:bodyPr wrap="none" anchor="ctr">
                <a:spAutoFit/>
              </a:bodyPr>
              <a:lstStyle/>
              <a:p>
                <a:pPr algn="ctr" eaLnBrk="1" hangingPunct="1">
                  <a:defRPr/>
                </a:pPr>
                <a:r>
                  <a:rPr kumimoji="1" lang="en-US" altLang="zh-CN" sz="2400" b="1" i="1" dirty="0">
                    <a:ea typeface="楷体_GB2312" pitchFamily="49" charset="-122"/>
                    <a:sym typeface="EuroRoman" pitchFamily="2" charset="2"/>
                  </a:rPr>
                  <a:t>a</a:t>
                </a:r>
                <a:r>
                  <a:rPr kumimoji="1" lang="en-US" altLang="zh-CN" sz="2400" b="1" i="1" dirty="0"/>
                  <a:t>'</a:t>
                </a:r>
                <a:r>
                  <a:rPr kumimoji="1" lang="en-US" altLang="zh-CN" sz="2400" b="1" dirty="0">
                    <a:effectLst>
                      <a:outerShdw blurRad="38100" dist="38100" dir="2700000" algn="tl">
                        <a:srgbClr val="C0C0C0"/>
                      </a:outerShdw>
                    </a:effectLst>
                  </a:rPr>
                  <a:t> </a:t>
                </a:r>
                <a:endParaRPr kumimoji="1" lang="en-US" altLang="zh-CN" sz="2400" b="1" i="1" dirty="0">
                  <a:ea typeface="楷体_GB2312" pitchFamily="49" charset="-122"/>
                  <a:sym typeface="Symbol" pitchFamily="18" charset="2"/>
                </a:endParaRPr>
              </a:p>
            </p:txBody>
          </p:sp>
          <p:sp>
            <p:nvSpPr>
              <p:cNvPr id="29" name="Text Box 29">
                <a:extLst>
                  <a:ext uri="{FF2B5EF4-FFF2-40B4-BE49-F238E27FC236}">
                    <a16:creationId xmlns:a16="http://schemas.microsoft.com/office/drawing/2014/main" id="{57DAEAB2-696D-8AE6-1AB8-60E8F403452F}"/>
                  </a:ext>
                </a:extLst>
              </p:cNvPr>
              <p:cNvSpPr txBox="1">
                <a:spLocks noChangeArrowheads="1"/>
              </p:cNvSpPr>
              <p:nvPr/>
            </p:nvSpPr>
            <p:spPr bwMode="auto">
              <a:xfrm>
                <a:off x="2853" y="2305"/>
                <a:ext cx="26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b</a:t>
                </a:r>
                <a:r>
                  <a:rPr kumimoji="1" lang="en-US" altLang="zh-CN" sz="2400" i="1">
                    <a:latin typeface="Times New Roman" panose="02020603050405020304" pitchFamily="18" charset="0"/>
                  </a:rPr>
                  <a:t>'</a:t>
                </a:r>
                <a:endParaRPr kumimoji="1" lang="en-US" altLang="zh-CN" sz="2400" i="1">
                  <a:latin typeface="Times New Roman" panose="02020603050405020304" pitchFamily="18" charset="0"/>
                  <a:ea typeface="楷体_GB2312" pitchFamily="49" charset="-122"/>
                  <a:sym typeface="Symbol" panose="05050102010706020507" pitchFamily="18" charset="2"/>
                </a:endParaRPr>
              </a:p>
            </p:txBody>
          </p:sp>
          <p:sp>
            <p:nvSpPr>
              <p:cNvPr id="30" name="Freeform 30">
                <a:extLst>
                  <a:ext uri="{FF2B5EF4-FFF2-40B4-BE49-F238E27FC236}">
                    <a16:creationId xmlns:a16="http://schemas.microsoft.com/office/drawing/2014/main" id="{4E7E226C-219D-4FF8-0D69-D3CE216362D5}"/>
                  </a:ext>
                </a:extLst>
              </p:cNvPr>
              <p:cNvSpPr>
                <a:spLocks/>
              </p:cNvSpPr>
              <p:nvPr/>
            </p:nvSpPr>
            <p:spPr bwMode="auto">
              <a:xfrm>
                <a:off x="3124" y="2975"/>
                <a:ext cx="960" cy="1"/>
              </a:xfrm>
              <a:custGeom>
                <a:avLst/>
                <a:gdLst>
                  <a:gd name="T0" fmla="*/ 0 w 960"/>
                  <a:gd name="T1" fmla="*/ 0 h 1"/>
                  <a:gd name="T2" fmla="*/ 960 w 960"/>
                  <a:gd name="T3" fmla="*/ 0 h 1"/>
                  <a:gd name="T4" fmla="*/ 0 60000 65536"/>
                  <a:gd name="T5" fmla="*/ 0 60000 65536"/>
                  <a:gd name="T6" fmla="*/ 0 w 960"/>
                  <a:gd name="T7" fmla="*/ 0 h 1"/>
                  <a:gd name="T8" fmla="*/ 960 w 960"/>
                  <a:gd name="T9" fmla="*/ 1 h 1"/>
                </a:gdLst>
                <a:ahLst/>
                <a:cxnLst>
                  <a:cxn ang="T4">
                    <a:pos x="T0" y="T1"/>
                  </a:cxn>
                  <a:cxn ang="T5">
                    <a:pos x="T2" y="T3"/>
                  </a:cxn>
                </a:cxnLst>
                <a:rect l="T6" t="T7" r="T8" b="T9"/>
                <a:pathLst>
                  <a:path w="960" h="1">
                    <a:moveTo>
                      <a:pt x="0" y="0"/>
                    </a:moveTo>
                    <a:lnTo>
                      <a:pt x="96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1" name="Freeform 31">
                <a:extLst>
                  <a:ext uri="{FF2B5EF4-FFF2-40B4-BE49-F238E27FC236}">
                    <a16:creationId xmlns:a16="http://schemas.microsoft.com/office/drawing/2014/main" id="{FA2174BA-8950-D599-4CAA-9BFC10F24F81}"/>
                  </a:ext>
                </a:extLst>
              </p:cNvPr>
              <p:cNvSpPr>
                <a:spLocks/>
              </p:cNvSpPr>
              <p:nvPr/>
            </p:nvSpPr>
            <p:spPr bwMode="auto">
              <a:xfrm>
                <a:off x="3124" y="3511"/>
                <a:ext cx="1497" cy="1"/>
              </a:xfrm>
              <a:custGeom>
                <a:avLst/>
                <a:gdLst>
                  <a:gd name="T0" fmla="*/ 0 w 1497"/>
                  <a:gd name="T1" fmla="*/ 0 h 1"/>
                  <a:gd name="T2" fmla="*/ 1497 w 1497"/>
                  <a:gd name="T3" fmla="*/ 0 h 1"/>
                  <a:gd name="T4" fmla="*/ 0 60000 65536"/>
                  <a:gd name="T5" fmla="*/ 0 60000 65536"/>
                  <a:gd name="T6" fmla="*/ 0 w 1497"/>
                  <a:gd name="T7" fmla="*/ 0 h 1"/>
                  <a:gd name="T8" fmla="*/ 1497 w 1497"/>
                  <a:gd name="T9" fmla="*/ 1 h 1"/>
                </a:gdLst>
                <a:ahLst/>
                <a:cxnLst>
                  <a:cxn ang="T4">
                    <a:pos x="T0" y="T1"/>
                  </a:cxn>
                  <a:cxn ang="T5">
                    <a:pos x="T2" y="T3"/>
                  </a:cxn>
                </a:cxnLst>
                <a:rect l="T6" t="T7" r="T8" b="T9"/>
                <a:pathLst>
                  <a:path w="1497" h="1">
                    <a:moveTo>
                      <a:pt x="0" y="0"/>
                    </a:moveTo>
                    <a:lnTo>
                      <a:pt x="1497"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2" name="Freeform 32">
                <a:extLst>
                  <a:ext uri="{FF2B5EF4-FFF2-40B4-BE49-F238E27FC236}">
                    <a16:creationId xmlns:a16="http://schemas.microsoft.com/office/drawing/2014/main" id="{290B67C1-94B2-D82C-28EC-27230F264A72}"/>
                  </a:ext>
                </a:extLst>
              </p:cNvPr>
              <p:cNvSpPr>
                <a:spLocks/>
              </p:cNvSpPr>
              <p:nvPr/>
            </p:nvSpPr>
            <p:spPr bwMode="auto">
              <a:xfrm>
                <a:off x="3124" y="1846"/>
                <a:ext cx="974" cy="1"/>
              </a:xfrm>
              <a:custGeom>
                <a:avLst/>
                <a:gdLst>
                  <a:gd name="T0" fmla="*/ 0 w 974"/>
                  <a:gd name="T1" fmla="*/ 0 h 1"/>
                  <a:gd name="T2" fmla="*/ 974 w 974"/>
                  <a:gd name="T3" fmla="*/ 0 h 1"/>
                  <a:gd name="T4" fmla="*/ 0 60000 65536"/>
                  <a:gd name="T5" fmla="*/ 0 60000 65536"/>
                  <a:gd name="T6" fmla="*/ 0 w 974"/>
                  <a:gd name="T7" fmla="*/ 0 h 1"/>
                  <a:gd name="T8" fmla="*/ 974 w 974"/>
                  <a:gd name="T9" fmla="*/ 1 h 1"/>
                </a:gdLst>
                <a:ahLst/>
                <a:cxnLst>
                  <a:cxn ang="T4">
                    <a:pos x="T0" y="T1"/>
                  </a:cxn>
                  <a:cxn ang="T5">
                    <a:pos x="T2" y="T3"/>
                  </a:cxn>
                </a:cxnLst>
                <a:rect l="T6" t="T7" r="T8" b="T9"/>
                <a:pathLst>
                  <a:path w="974" h="1">
                    <a:moveTo>
                      <a:pt x="0" y="0"/>
                    </a:moveTo>
                    <a:lnTo>
                      <a:pt x="974"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3" name="Freeform 33">
                <a:extLst>
                  <a:ext uri="{FF2B5EF4-FFF2-40B4-BE49-F238E27FC236}">
                    <a16:creationId xmlns:a16="http://schemas.microsoft.com/office/drawing/2014/main" id="{96A56D13-7850-8079-266C-B0584A7F32F7}"/>
                  </a:ext>
                </a:extLst>
              </p:cNvPr>
              <p:cNvSpPr>
                <a:spLocks/>
              </p:cNvSpPr>
              <p:nvPr/>
            </p:nvSpPr>
            <p:spPr bwMode="auto">
              <a:xfrm>
                <a:off x="3109" y="2453"/>
                <a:ext cx="1540" cy="1"/>
              </a:xfrm>
              <a:custGeom>
                <a:avLst/>
                <a:gdLst>
                  <a:gd name="T0" fmla="*/ 0 w 1540"/>
                  <a:gd name="T1" fmla="*/ 0 h 1"/>
                  <a:gd name="T2" fmla="*/ 1540 w 1540"/>
                  <a:gd name="T3" fmla="*/ 0 h 1"/>
                  <a:gd name="T4" fmla="*/ 0 60000 65536"/>
                  <a:gd name="T5" fmla="*/ 0 60000 65536"/>
                  <a:gd name="T6" fmla="*/ 0 w 1540"/>
                  <a:gd name="T7" fmla="*/ 0 h 1"/>
                  <a:gd name="T8" fmla="*/ 1540 w 1540"/>
                  <a:gd name="T9" fmla="*/ 1 h 1"/>
                </a:gdLst>
                <a:ahLst/>
                <a:cxnLst>
                  <a:cxn ang="T4">
                    <a:pos x="T0" y="T1"/>
                  </a:cxn>
                  <a:cxn ang="T5">
                    <a:pos x="T2" y="T3"/>
                  </a:cxn>
                </a:cxnLst>
                <a:rect l="T6" t="T7" r="T8" b="T9"/>
                <a:pathLst>
                  <a:path w="1540" h="1">
                    <a:moveTo>
                      <a:pt x="0" y="0"/>
                    </a:moveTo>
                    <a:lnTo>
                      <a:pt x="154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4" name="Freeform 34">
                <a:extLst>
                  <a:ext uri="{FF2B5EF4-FFF2-40B4-BE49-F238E27FC236}">
                    <a16:creationId xmlns:a16="http://schemas.microsoft.com/office/drawing/2014/main" id="{19EA43D0-15E0-D706-2416-5C24CE1C3314}"/>
                  </a:ext>
                </a:extLst>
              </p:cNvPr>
              <p:cNvSpPr>
                <a:spLocks/>
              </p:cNvSpPr>
              <p:nvPr/>
            </p:nvSpPr>
            <p:spPr bwMode="auto">
              <a:xfrm>
                <a:off x="4084" y="1832"/>
                <a:ext cx="537" cy="621"/>
              </a:xfrm>
              <a:custGeom>
                <a:avLst/>
                <a:gdLst>
                  <a:gd name="T0" fmla="*/ 537 w 537"/>
                  <a:gd name="T1" fmla="*/ 621 h 621"/>
                  <a:gd name="T2" fmla="*/ 0 w 537"/>
                  <a:gd name="T3" fmla="*/ 0 h 621"/>
                  <a:gd name="T4" fmla="*/ 0 60000 65536"/>
                  <a:gd name="T5" fmla="*/ 0 60000 65536"/>
                  <a:gd name="T6" fmla="*/ 0 w 537"/>
                  <a:gd name="T7" fmla="*/ 0 h 621"/>
                  <a:gd name="T8" fmla="*/ 537 w 537"/>
                  <a:gd name="T9" fmla="*/ 621 h 621"/>
                </a:gdLst>
                <a:ahLst/>
                <a:cxnLst>
                  <a:cxn ang="T4">
                    <a:pos x="T0" y="T1"/>
                  </a:cxn>
                  <a:cxn ang="T5">
                    <a:pos x="T2" y="T3"/>
                  </a:cxn>
                </a:cxnLst>
                <a:rect l="T6" t="T7" r="T8" b="T9"/>
                <a:pathLst>
                  <a:path w="537" h="621">
                    <a:moveTo>
                      <a:pt x="537" y="621"/>
                    </a:moveTo>
                    <a:lnTo>
                      <a:pt x="0" y="0"/>
                    </a:ln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5" name="Line 35">
                <a:extLst>
                  <a:ext uri="{FF2B5EF4-FFF2-40B4-BE49-F238E27FC236}">
                    <a16:creationId xmlns:a16="http://schemas.microsoft.com/office/drawing/2014/main" id="{999635FE-629A-2B87-A739-308C4A8D6B55}"/>
                  </a:ext>
                </a:extLst>
              </p:cNvPr>
              <p:cNvSpPr>
                <a:spLocks noChangeShapeType="1"/>
              </p:cNvSpPr>
              <p:nvPr/>
            </p:nvSpPr>
            <p:spPr bwMode="auto">
              <a:xfrm>
                <a:off x="3107" y="1845"/>
                <a:ext cx="0" cy="622"/>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 name="Text Box 36">
                <a:extLst>
                  <a:ext uri="{FF2B5EF4-FFF2-40B4-BE49-F238E27FC236}">
                    <a16:creationId xmlns:a16="http://schemas.microsoft.com/office/drawing/2014/main" id="{6D5627FF-6973-B671-647A-3E601D8CBE84}"/>
                  </a:ext>
                </a:extLst>
              </p:cNvPr>
              <p:cNvSpPr txBox="1">
                <a:spLocks noChangeArrowheads="1"/>
              </p:cNvSpPr>
              <p:nvPr/>
            </p:nvSpPr>
            <p:spPr bwMode="auto">
              <a:xfrm>
                <a:off x="2955" y="341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latin typeface="Times New Roman" panose="02020603050405020304" pitchFamily="18" charset="0"/>
                    <a:ea typeface="楷体_GB2312" pitchFamily="49" charset="-122"/>
                  </a:rPr>
                  <a:t>b</a:t>
                </a:r>
              </a:p>
            </p:txBody>
          </p:sp>
          <p:sp>
            <p:nvSpPr>
              <p:cNvPr id="37" name="Text Box 37">
                <a:extLst>
                  <a:ext uri="{FF2B5EF4-FFF2-40B4-BE49-F238E27FC236}">
                    <a16:creationId xmlns:a16="http://schemas.microsoft.com/office/drawing/2014/main" id="{95A08826-0158-2475-FBA8-722F78A179B5}"/>
                  </a:ext>
                </a:extLst>
              </p:cNvPr>
              <p:cNvSpPr txBox="1">
                <a:spLocks noChangeArrowheads="1"/>
              </p:cNvSpPr>
              <p:nvPr/>
            </p:nvSpPr>
            <p:spPr bwMode="auto">
              <a:xfrm>
                <a:off x="2880" y="298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solidFill>
                      <a:srgbClr val="0000FF"/>
                    </a:solidFill>
                    <a:latin typeface="Times New Roman" panose="02020603050405020304" pitchFamily="18" charset="0"/>
                    <a:ea typeface="楷体_GB2312" pitchFamily="49" charset="-122"/>
                  </a:rPr>
                  <a:t>k</a:t>
                </a:r>
              </a:p>
            </p:txBody>
          </p:sp>
          <p:sp>
            <p:nvSpPr>
              <p:cNvPr id="38" name="Oval 38">
                <a:extLst>
                  <a:ext uri="{FF2B5EF4-FFF2-40B4-BE49-F238E27FC236}">
                    <a16:creationId xmlns:a16="http://schemas.microsoft.com/office/drawing/2014/main" id="{5AEC149E-7DAF-A0AE-BB97-74999DE3211C}"/>
                  </a:ext>
                </a:extLst>
              </p:cNvPr>
              <p:cNvSpPr>
                <a:spLocks noChangeArrowheads="1"/>
              </p:cNvSpPr>
              <p:nvPr/>
            </p:nvSpPr>
            <p:spPr bwMode="auto">
              <a:xfrm>
                <a:off x="3085" y="2205"/>
                <a:ext cx="45" cy="46"/>
              </a:xfrm>
              <a:prstGeom prst="ellipse">
                <a:avLst/>
              </a:prstGeom>
              <a:gradFill rotWithShape="1">
                <a:gsLst>
                  <a:gs pos="0">
                    <a:srgbClr val="0000FF"/>
                  </a:gs>
                  <a:gs pos="100000">
                    <a:srgbClr val="000092"/>
                  </a:gs>
                </a:gsLst>
                <a:path path="shape">
                  <a:fillToRect l="50000" t="50000" r="50000" b="50000"/>
                </a:path>
              </a:gra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39" name="Oval 39">
                <a:extLst>
                  <a:ext uri="{FF2B5EF4-FFF2-40B4-BE49-F238E27FC236}">
                    <a16:creationId xmlns:a16="http://schemas.microsoft.com/office/drawing/2014/main" id="{76DCDF09-CB42-6E07-406A-B2B9DC943693}"/>
                  </a:ext>
                </a:extLst>
              </p:cNvPr>
              <p:cNvSpPr>
                <a:spLocks noChangeArrowheads="1"/>
              </p:cNvSpPr>
              <p:nvPr/>
            </p:nvSpPr>
            <p:spPr bwMode="auto">
              <a:xfrm>
                <a:off x="3085" y="3089"/>
                <a:ext cx="45" cy="46"/>
              </a:xfrm>
              <a:prstGeom prst="ellipse">
                <a:avLst/>
              </a:prstGeom>
              <a:gradFill rotWithShape="1">
                <a:gsLst>
                  <a:gs pos="0">
                    <a:srgbClr val="0000FF"/>
                  </a:gs>
                  <a:gs pos="100000">
                    <a:srgbClr val="000092"/>
                  </a:gs>
                </a:gsLst>
                <a:path path="shape">
                  <a:fillToRect l="50000" t="50000" r="50000" b="50000"/>
                </a:path>
              </a:gra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grpSp>
      </p:grpSp>
      <p:sp>
        <p:nvSpPr>
          <p:cNvPr id="40" name="Oval 40">
            <a:extLst>
              <a:ext uri="{FF2B5EF4-FFF2-40B4-BE49-F238E27FC236}">
                <a16:creationId xmlns:a16="http://schemas.microsoft.com/office/drawing/2014/main" id="{2C8EAC45-C253-F995-9C61-67429FAE4B23}"/>
              </a:ext>
            </a:extLst>
          </p:cNvPr>
          <p:cNvSpPr>
            <a:spLocks noChangeArrowheads="1"/>
          </p:cNvSpPr>
          <p:nvPr/>
        </p:nvSpPr>
        <p:spPr bwMode="auto">
          <a:xfrm>
            <a:off x="4913313" y="3706813"/>
            <a:ext cx="71437" cy="73025"/>
          </a:xfrm>
          <a:prstGeom prst="ellipse">
            <a:avLst/>
          </a:prstGeom>
          <a:gradFill rotWithShape="1">
            <a:gsLst>
              <a:gs pos="0">
                <a:srgbClr val="0000FF"/>
              </a:gs>
              <a:gs pos="100000">
                <a:srgbClr val="000092"/>
              </a:gs>
            </a:gsLst>
            <a:path path="shape">
              <a:fillToRect l="50000" t="50000" r="50000" b="50000"/>
            </a:path>
          </a:gradFill>
          <a:ln w="31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41" name="Text Box 41">
            <a:extLst>
              <a:ext uri="{FF2B5EF4-FFF2-40B4-BE49-F238E27FC236}">
                <a16:creationId xmlns:a16="http://schemas.microsoft.com/office/drawing/2014/main" id="{1B8881C3-5CC2-59F1-4A74-B6B7518194A8}"/>
              </a:ext>
            </a:extLst>
          </p:cNvPr>
          <p:cNvSpPr txBox="1">
            <a:spLocks noChangeArrowheads="1"/>
          </p:cNvSpPr>
          <p:nvPr/>
        </p:nvSpPr>
        <p:spPr bwMode="auto">
          <a:xfrm>
            <a:off x="4911725" y="3635375"/>
            <a:ext cx="508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400" i="1">
                <a:solidFill>
                  <a:srgbClr val="0000FF"/>
                </a:solidFill>
                <a:latin typeface="Times New Roman" panose="02020603050405020304" pitchFamily="18" charset="0"/>
                <a:ea typeface="楷体_GB2312" pitchFamily="49" charset="-122"/>
              </a:rPr>
              <a:t>k</a:t>
            </a:r>
            <a:r>
              <a:rPr kumimoji="1" lang="en-US" altLang="zh-CN" sz="2400" i="1">
                <a:latin typeface="Times New Roman" panose="02020603050405020304" pitchFamily="18" charset="0"/>
                <a:ea typeface="楷体_GB2312" pitchFamily="49" charset="-122"/>
                <a:sym typeface="Symbol" panose="05050102010706020507" pitchFamily="18" charset="2"/>
              </a:rPr>
              <a:t>″</a:t>
            </a:r>
            <a:endParaRPr kumimoji="1" lang="en-US" altLang="zh-CN" sz="2400" i="1">
              <a:solidFill>
                <a:srgbClr val="0000FF"/>
              </a:solidFill>
              <a:latin typeface="Times New Roman" panose="02020603050405020304" pitchFamily="18" charset="0"/>
              <a:ea typeface="楷体_GB2312" pitchFamily="49" charset="-122"/>
              <a:sym typeface="Symbol" panose="05050102010706020507" pitchFamily="18" charset="2"/>
            </a:endParaRPr>
          </a:p>
        </p:txBody>
      </p:sp>
      <p:sp>
        <p:nvSpPr>
          <p:cNvPr id="42" name="Rectangle 42">
            <a:extLst>
              <a:ext uri="{FF2B5EF4-FFF2-40B4-BE49-F238E27FC236}">
                <a16:creationId xmlns:a16="http://schemas.microsoft.com/office/drawing/2014/main" id="{7B21E0CE-3775-1014-6075-30C6E91EDCC3}"/>
              </a:ext>
            </a:extLst>
          </p:cNvPr>
          <p:cNvSpPr>
            <a:spLocks noChangeArrowheads="1"/>
          </p:cNvSpPr>
          <p:nvPr/>
        </p:nvSpPr>
        <p:spPr bwMode="auto">
          <a:xfrm>
            <a:off x="6704013" y="1417638"/>
            <a:ext cx="2514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a:spcBef>
                <a:spcPct val="0"/>
              </a:spcBef>
              <a:buFontTx/>
              <a:buNone/>
            </a:pPr>
            <a:endParaRPr lang="zh-CN" altLang="en-US" sz="4000" b="0">
              <a:solidFill>
                <a:srgbClr val="FF0000"/>
              </a:solidFill>
              <a:latin typeface="仿宋" panose="02010609060101010101" pitchFamily="49" charset="-122"/>
              <a:ea typeface="仿宋" panose="02010609060101010101" pitchFamily="49" charset="-122"/>
            </a:endParaRPr>
          </a:p>
        </p:txBody>
      </p:sp>
      <p:sp>
        <p:nvSpPr>
          <p:cNvPr id="43" name="Text Box 43">
            <a:extLst>
              <a:ext uri="{FF2B5EF4-FFF2-40B4-BE49-F238E27FC236}">
                <a16:creationId xmlns:a16="http://schemas.microsoft.com/office/drawing/2014/main" id="{CB4023B8-2D55-617F-CB76-228DF6729F02}"/>
              </a:ext>
            </a:extLst>
          </p:cNvPr>
          <p:cNvSpPr txBox="1">
            <a:spLocks noChangeArrowheads="1"/>
          </p:cNvSpPr>
          <p:nvPr/>
        </p:nvSpPr>
        <p:spPr bwMode="auto">
          <a:xfrm>
            <a:off x="6951663" y="2324100"/>
            <a:ext cx="3505200" cy="3917950"/>
          </a:xfrm>
          <a:prstGeom prst="rect">
            <a:avLst/>
          </a:prstGeom>
          <a:noFill/>
          <a:ln w="9525">
            <a:noFill/>
            <a:miter lim="800000"/>
            <a:headEnd/>
            <a:tailEnd/>
          </a:ln>
          <a:effectLst/>
        </p:spPr>
        <p:txBody>
          <a:bodyPr>
            <a:spAutoFit/>
          </a:bodyPr>
          <a:lstStyle/>
          <a:p>
            <a:pPr eaLnBrk="1" hangingPunct="1">
              <a:lnSpc>
                <a:spcPct val="110000"/>
              </a:lnSpc>
              <a:defRPr/>
            </a:pPr>
            <a:r>
              <a:rPr lang="zh-CN" altLang="en-US" sz="3200" b="1">
                <a:solidFill>
                  <a:srgbClr val="FF0000"/>
                </a:solidFill>
                <a:effectLst>
                  <a:outerShdw blurRad="38100" dist="38100" dir="2700000" algn="tl">
                    <a:srgbClr val="C0C0C0"/>
                  </a:outerShdw>
                </a:effectLst>
                <a:latin typeface="仿宋" pitchFamily="49" charset="-122"/>
                <a:ea typeface="仿宋" pitchFamily="49" charset="-122"/>
              </a:rPr>
              <a:t>注 意</a:t>
            </a:r>
            <a:r>
              <a:rPr lang="en-US" altLang="zh-CN" sz="3200" b="1">
                <a:solidFill>
                  <a:srgbClr val="FF0000"/>
                </a:solidFill>
                <a:effectLst>
                  <a:outerShdw blurRad="38100" dist="38100" dir="2700000" algn="tl">
                    <a:srgbClr val="C0C0C0"/>
                  </a:outerShdw>
                </a:effectLst>
                <a:latin typeface="仿宋" pitchFamily="49" charset="-122"/>
                <a:ea typeface="仿宋" pitchFamily="49" charset="-122"/>
              </a:rPr>
              <a:t>:</a:t>
            </a:r>
            <a:r>
              <a:rPr kumimoji="1" lang="en-US" altLang="zh-CN" sz="2800" b="1">
                <a:solidFill>
                  <a:schemeClr val="accent2"/>
                </a:solidFill>
                <a:effectLst>
                  <a:outerShdw blurRad="38100" dist="38100" dir="2700000" algn="tl">
                    <a:srgbClr val="C0C0C0"/>
                  </a:outerShdw>
                </a:effectLst>
                <a:latin typeface="仿宋" pitchFamily="49" charset="-122"/>
                <a:ea typeface="仿宋" pitchFamily="49" charset="-122"/>
              </a:rPr>
              <a:t> </a:t>
            </a:r>
          </a:p>
          <a:p>
            <a:pPr eaLnBrk="1" hangingPunct="1">
              <a:lnSpc>
                <a:spcPct val="110000"/>
              </a:lnSpc>
              <a:defRPr/>
            </a:pPr>
            <a:r>
              <a:rPr kumimoji="1" lang="en-US" altLang="zh-CN" sz="2800" b="1">
                <a:effectLst>
                  <a:outerShdw blurRad="38100" dist="38100" dir="2700000" algn="tl">
                    <a:srgbClr val="C0C0C0"/>
                  </a:outerShdw>
                </a:effectLst>
                <a:latin typeface="仿宋" pitchFamily="49" charset="-122"/>
                <a:ea typeface="仿宋" pitchFamily="49" charset="-122"/>
              </a:rPr>
              <a:t>1</a:t>
            </a:r>
            <a:r>
              <a:rPr kumimoji="1" lang="zh-CN" altLang="en-US" sz="2800" b="1">
                <a:effectLst>
                  <a:outerShdw blurRad="38100" dist="38100" dir="2700000" algn="tl">
                    <a:srgbClr val="C0C0C0"/>
                  </a:outerShdw>
                </a:effectLst>
                <a:latin typeface="仿宋" pitchFamily="49" charset="-122"/>
                <a:ea typeface="仿宋" pitchFamily="49" charset="-122"/>
              </a:rPr>
              <a:t>、对于</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一般位置直线</a:t>
            </a:r>
            <a:r>
              <a:rPr kumimoji="1" lang="zh-CN" altLang="en-US" sz="2800" b="1">
                <a:effectLst>
                  <a:outerShdw blurRad="38100" dist="38100" dir="2700000" algn="tl">
                    <a:srgbClr val="C0C0C0"/>
                  </a:outerShdw>
                </a:effectLst>
                <a:latin typeface="仿宋" pitchFamily="49" charset="-122"/>
                <a:ea typeface="仿宋" pitchFamily="49" charset="-122"/>
              </a:rPr>
              <a:t>，只要观察</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两个投影</a:t>
            </a:r>
            <a:r>
              <a:rPr kumimoji="1" lang="zh-CN" altLang="en-US" sz="2800" b="1">
                <a:effectLst>
                  <a:outerShdw blurRad="38100" dist="38100" dir="2700000" algn="tl">
                    <a:srgbClr val="C0C0C0"/>
                  </a:outerShdw>
                </a:effectLst>
                <a:latin typeface="仿宋" pitchFamily="49" charset="-122"/>
                <a:ea typeface="仿宋" pitchFamily="49" charset="-122"/>
              </a:rPr>
              <a:t>即可确定。</a:t>
            </a:r>
          </a:p>
          <a:p>
            <a:pPr eaLnBrk="1" hangingPunct="1">
              <a:lnSpc>
                <a:spcPct val="110000"/>
              </a:lnSpc>
              <a:defRPr/>
            </a:pPr>
            <a:r>
              <a:rPr kumimoji="1" lang="en-US" altLang="zh-CN" sz="2800" b="1">
                <a:effectLst>
                  <a:outerShdw blurRad="38100" dist="38100" dir="2700000" algn="tl">
                    <a:srgbClr val="C0C0C0"/>
                  </a:outerShdw>
                </a:effectLst>
                <a:latin typeface="仿宋" pitchFamily="49" charset="-122"/>
                <a:ea typeface="仿宋" pitchFamily="49" charset="-122"/>
              </a:rPr>
              <a:t>2</a:t>
            </a:r>
            <a:r>
              <a:rPr kumimoji="1" lang="zh-CN" altLang="en-US" sz="2800" b="1">
                <a:effectLst>
                  <a:outerShdw blurRad="38100" dist="38100" dir="2700000" algn="tl">
                    <a:srgbClr val="C0C0C0"/>
                  </a:outerShdw>
                </a:effectLst>
                <a:latin typeface="仿宋" pitchFamily="49" charset="-122"/>
                <a:ea typeface="仿宋" pitchFamily="49" charset="-122"/>
              </a:rPr>
              <a:t>、对于</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投影面平行线</a:t>
            </a:r>
            <a:r>
              <a:rPr kumimoji="1" lang="zh-CN" altLang="en-US" sz="2800" b="1">
                <a:effectLst>
                  <a:outerShdw blurRad="38100" dist="38100" dir="2700000" algn="tl">
                    <a:srgbClr val="C0C0C0"/>
                  </a:outerShdw>
                </a:effectLst>
                <a:latin typeface="仿宋" pitchFamily="49" charset="-122"/>
                <a:ea typeface="仿宋" pitchFamily="49" charset="-122"/>
              </a:rPr>
              <a:t>，则应察看</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直线</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所平行</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的那个投影面上的投影</a:t>
            </a:r>
            <a:r>
              <a:rPr kumimoji="1" lang="zh-CN" altLang="en-US" sz="2800" b="1">
                <a:effectLst>
                  <a:outerShdw blurRad="38100" dist="38100" dir="2700000" algn="tl">
                    <a:srgbClr val="C0C0C0"/>
                  </a:outerShdw>
                </a:effectLst>
                <a:latin typeface="仿宋" pitchFamily="49" charset="-122"/>
                <a:ea typeface="仿宋" pitchFamily="49" charset="-122"/>
              </a:rPr>
              <a:t>。</a:t>
            </a:r>
          </a:p>
        </p:txBody>
      </p:sp>
    </p:spTree>
    <p:extLst>
      <p:ext uri="{BB962C8B-B14F-4D97-AF65-F5344CB8AC3E}">
        <p14:creationId xmlns:p14="http://schemas.microsoft.com/office/powerpoint/2010/main" val="134434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par>
                          <p:cTn id="7" fill="hold">
                            <p:stCondLst>
                              <p:cond delay="500"/>
                            </p:stCondLst>
                            <p:childTnLst>
                              <p:par>
                                <p:cTn id="8" presetID="18" presetClass="entr" presetSubtype="6" fill="hold"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strips(downRight)">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500"/>
                                        <p:tgtEl>
                                          <p:spTgt spid="3"/>
                                        </p:tgtEl>
                                      </p:cBhvr>
                                    </p:animEffect>
                                  </p:childTnLst>
                                </p:cTn>
                              </p:par>
                            </p:childTnLst>
                          </p:cTn>
                        </p:par>
                        <p:par>
                          <p:cTn id="16" fill="hold">
                            <p:stCondLst>
                              <p:cond delay="500"/>
                            </p:stCondLst>
                            <p:childTnLst>
                              <p:par>
                                <p:cTn id="17" presetID="18" presetClass="entr" presetSubtype="9"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trips(upLeft)">
                                      <p:cBhvr>
                                        <p:cTn id="19" dur="500"/>
                                        <p:tgtEl>
                                          <p:spTgt spid="5"/>
                                        </p:tgtEl>
                                      </p:cBhvr>
                                    </p:animEffect>
                                  </p:childTnLst>
                                </p:cTn>
                              </p:par>
                            </p:childTnLst>
                          </p:cTn>
                        </p:par>
                        <p:par>
                          <p:cTn id="20" fill="hold">
                            <p:stCondLst>
                              <p:cond delay="1000"/>
                            </p:stCondLst>
                            <p:childTnLst>
                              <p:par>
                                <p:cTn id="21" presetID="18" presetClass="entr" presetSubtype="6"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strips(downRight)">
                                      <p:cBhvr>
                                        <p:cTn id="23" dur="500"/>
                                        <p:tgtEl>
                                          <p:spTgt spid="4"/>
                                        </p:tgtEl>
                                      </p:cBhvr>
                                    </p:animEffect>
                                  </p:childTnLst>
                                </p:cTn>
                              </p:par>
                            </p:childTnLst>
                          </p:cTn>
                        </p:par>
                        <p:par>
                          <p:cTn id="24" fill="hold">
                            <p:stCondLst>
                              <p:cond delay="1500"/>
                            </p:stCondLst>
                            <p:childTnLst>
                              <p:par>
                                <p:cTn id="25" presetID="1" presetClass="entr" presetSubtype="0" fill="hold" grpId="0" nodeType="afterEffect">
                                  <p:stCondLst>
                                    <p:cond delay="0"/>
                                  </p:stCondLst>
                                  <p:childTnLst>
                                    <p:set>
                                      <p:cBhvr>
                                        <p:cTn id="26" dur="1" fill="hold">
                                          <p:stCondLst>
                                            <p:cond delay="499"/>
                                          </p:stCondLst>
                                        </p:cTn>
                                        <p:tgtEl>
                                          <p:spTgt spid="40"/>
                                        </p:tgtEl>
                                        <p:attrNameLst>
                                          <p:attrName>style.visibility</p:attrName>
                                        </p:attrNameLst>
                                      </p:cBhvr>
                                      <p:to>
                                        <p:strVal val="visible"/>
                                      </p:to>
                                    </p:set>
                                  </p:childTnLst>
                                </p:cTn>
                              </p:par>
                            </p:childTnLst>
                          </p:cTn>
                        </p:par>
                        <p:par>
                          <p:cTn id="27" fill="hold">
                            <p:stCondLst>
                              <p:cond delay="2000"/>
                            </p:stCondLst>
                            <p:childTnLst>
                              <p:par>
                                <p:cTn id="28" presetID="2" presetClass="entr" presetSubtype="1" fill="hold" grpId="0" nodeType="afterEffect">
                                  <p:stCondLst>
                                    <p:cond delay="0"/>
                                  </p:stCondLst>
                                  <p:childTnLst>
                                    <p:set>
                                      <p:cBhvr>
                                        <p:cTn id="29" dur="1" fill="hold">
                                          <p:stCondLst>
                                            <p:cond delay="0"/>
                                          </p:stCondLst>
                                        </p:cTn>
                                        <p:tgtEl>
                                          <p:spTgt spid="41"/>
                                        </p:tgtEl>
                                        <p:attrNameLst>
                                          <p:attrName>style.visibility</p:attrName>
                                        </p:attrNameLst>
                                      </p:cBhvr>
                                      <p:to>
                                        <p:strVal val="visible"/>
                                      </p:to>
                                    </p:set>
                                    <p:anim calcmode="lin" valueType="num">
                                      <p:cBhvr additive="base">
                                        <p:cTn id="30" dur="500" fill="hold"/>
                                        <p:tgtEl>
                                          <p:spTgt spid="41"/>
                                        </p:tgtEl>
                                        <p:attrNameLst>
                                          <p:attrName>ppt_x</p:attrName>
                                        </p:attrNameLst>
                                      </p:cBhvr>
                                      <p:tavLst>
                                        <p:tav tm="0">
                                          <p:val>
                                            <p:strVal val="#ppt_x"/>
                                          </p:val>
                                        </p:tav>
                                        <p:tav tm="100000">
                                          <p:val>
                                            <p:strVal val="#ppt_x"/>
                                          </p:val>
                                        </p:tav>
                                      </p:tavLst>
                                    </p:anim>
                                    <p:anim calcmode="lin" valueType="num">
                                      <p:cBhvr additive="base">
                                        <p:cTn id="31" dur="500" fill="hold"/>
                                        <p:tgtEl>
                                          <p:spTgt spid="41"/>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ox(ou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3">
                                            <p:txEl>
                                              <p:pRg st="0" end="0"/>
                                            </p:txEl>
                                          </p:spTgt>
                                        </p:tgtEl>
                                        <p:attrNameLst>
                                          <p:attrName>style.visibility</p:attrName>
                                        </p:attrNameLst>
                                      </p:cBhvr>
                                      <p:to>
                                        <p:strVal val="visible"/>
                                      </p:to>
                                    </p:set>
                                    <p:animEffect transition="in" filter="wipe(left)">
                                      <p:cBhvr>
                                        <p:cTn id="41" dur="500"/>
                                        <p:tgtEl>
                                          <p:spTgt spid="4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3">
                                            <p:txEl>
                                              <p:pRg st="1" end="1"/>
                                            </p:txEl>
                                          </p:spTgt>
                                        </p:tgtEl>
                                        <p:attrNameLst>
                                          <p:attrName>style.visibility</p:attrName>
                                        </p:attrNameLst>
                                      </p:cBhvr>
                                      <p:to>
                                        <p:strVal val="visible"/>
                                      </p:to>
                                    </p:set>
                                    <p:animEffect transition="in" filter="wipe(left)">
                                      <p:cBhvr>
                                        <p:cTn id="46" dur="500"/>
                                        <p:tgtEl>
                                          <p:spTgt spid="43">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3">
                                            <p:txEl>
                                              <p:pRg st="2" end="2"/>
                                            </p:txEl>
                                          </p:spTgt>
                                        </p:tgtEl>
                                        <p:attrNameLst>
                                          <p:attrName>style.visibility</p:attrName>
                                        </p:attrNameLst>
                                      </p:cBhvr>
                                      <p:to>
                                        <p:strVal val="visible"/>
                                      </p:to>
                                    </p:set>
                                    <p:animEffect transition="in" filter="wipe(left)">
                                      <p:cBhvr>
                                        <p:cTn id="51" dur="500"/>
                                        <p:tgtEl>
                                          <p:spTgt spid="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40" grpId="0" animBg="1"/>
      <p:bldP spid="41" grpId="0" autoUpdateAnimBg="0"/>
      <p:bldP spid="4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23691079-FE5A-03F2-C4FB-A62B6B17E533}"/>
              </a:ext>
            </a:extLst>
          </p:cNvPr>
          <p:cNvSpPr>
            <a:spLocks noChangeShapeType="1"/>
          </p:cNvSpPr>
          <p:nvPr/>
        </p:nvSpPr>
        <p:spPr bwMode="auto">
          <a:xfrm>
            <a:off x="2903538" y="4362450"/>
            <a:ext cx="254317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 name="Text Box 3">
            <a:extLst>
              <a:ext uri="{FF2B5EF4-FFF2-40B4-BE49-F238E27FC236}">
                <a16:creationId xmlns:a16="http://schemas.microsoft.com/office/drawing/2014/main" id="{578705D3-F504-65B6-2C93-1C82A3EE74ED}"/>
              </a:ext>
            </a:extLst>
          </p:cNvPr>
          <p:cNvSpPr txBox="1">
            <a:spLocks noChangeArrowheads="1"/>
          </p:cNvSpPr>
          <p:nvPr/>
        </p:nvSpPr>
        <p:spPr bwMode="auto">
          <a:xfrm>
            <a:off x="2465388" y="4071938"/>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solidFill>
                  <a:srgbClr val="006666"/>
                </a:solidFill>
                <a:latin typeface="Times New Roman" panose="02020603050405020304" pitchFamily="18" charset="0"/>
              </a:rPr>
              <a:t>X</a:t>
            </a:r>
          </a:p>
        </p:txBody>
      </p:sp>
      <p:sp>
        <p:nvSpPr>
          <p:cNvPr id="4" name="Text Box 4">
            <a:extLst>
              <a:ext uri="{FF2B5EF4-FFF2-40B4-BE49-F238E27FC236}">
                <a16:creationId xmlns:a16="http://schemas.microsoft.com/office/drawing/2014/main" id="{4E9AE344-8C4D-A196-751D-E7445DE135BC}"/>
              </a:ext>
            </a:extLst>
          </p:cNvPr>
          <p:cNvSpPr txBox="1">
            <a:spLocks noChangeArrowheads="1"/>
          </p:cNvSpPr>
          <p:nvPr/>
        </p:nvSpPr>
        <p:spPr bwMode="auto">
          <a:xfrm>
            <a:off x="2298700" y="557213"/>
            <a:ext cx="81534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110000"/>
              </a:lnSpc>
              <a:spcBef>
                <a:spcPct val="0"/>
              </a:spcBef>
              <a:buFontTx/>
              <a:buNone/>
            </a:pPr>
            <a:r>
              <a:rPr kumimoji="1" lang="zh-CN" altLang="en-US" sz="2800">
                <a:latin typeface="仿宋" panose="02010609060101010101" pitchFamily="49" charset="-122"/>
                <a:ea typeface="仿宋" panose="02010609060101010101" pitchFamily="49" charset="-122"/>
              </a:rPr>
              <a:t>例 试在</a:t>
            </a:r>
            <a:r>
              <a:rPr kumimoji="1" lang="en-US" altLang="zh-CN" sz="2800" i="1">
                <a:latin typeface="仿宋" panose="02010609060101010101" pitchFamily="49" charset="-122"/>
                <a:ea typeface="仿宋" panose="02010609060101010101" pitchFamily="49" charset="-122"/>
              </a:rPr>
              <a:t>AB</a:t>
            </a:r>
            <a:r>
              <a:rPr kumimoji="1" lang="zh-CN" altLang="en-US" sz="2800">
                <a:latin typeface="仿宋" panose="02010609060101010101" pitchFamily="49" charset="-122"/>
                <a:ea typeface="仿宋" panose="02010609060101010101" pitchFamily="49" charset="-122"/>
              </a:rPr>
              <a:t>线段上取一点</a:t>
            </a:r>
            <a:r>
              <a:rPr kumimoji="1" lang="en-US" altLang="zh-CN" sz="2800" i="1">
                <a:latin typeface="仿宋" panose="02010609060101010101" pitchFamily="49" charset="-122"/>
                <a:ea typeface="仿宋" panose="02010609060101010101" pitchFamily="49" charset="-122"/>
              </a:rPr>
              <a:t>C</a:t>
            </a:r>
            <a:r>
              <a:rPr kumimoji="1" lang="zh-CN" altLang="en-US" sz="2800">
                <a:latin typeface="仿宋" panose="02010609060101010101" pitchFamily="49" charset="-122"/>
                <a:ea typeface="仿宋" panose="02010609060101010101" pitchFamily="49" charset="-122"/>
              </a:rPr>
              <a:t>，使</a:t>
            </a:r>
            <a:r>
              <a:rPr kumimoji="1" lang="en-US" altLang="zh-CN" sz="2800" i="1">
                <a:latin typeface="仿宋" panose="02010609060101010101" pitchFamily="49" charset="-122"/>
                <a:ea typeface="仿宋" panose="02010609060101010101" pitchFamily="49" charset="-122"/>
              </a:rPr>
              <a:t>AC</a:t>
            </a:r>
            <a:r>
              <a:rPr kumimoji="1" lang="en-US" altLang="zh-CN" sz="2800">
                <a:latin typeface="仿宋" panose="02010609060101010101" pitchFamily="49" charset="-122"/>
                <a:ea typeface="仿宋" panose="02010609060101010101" pitchFamily="49" charset="-122"/>
              </a:rPr>
              <a:t>∶</a:t>
            </a:r>
            <a:r>
              <a:rPr kumimoji="1" lang="en-US" altLang="zh-CN" sz="2800" i="1">
                <a:latin typeface="仿宋" panose="02010609060101010101" pitchFamily="49" charset="-122"/>
                <a:ea typeface="仿宋" panose="02010609060101010101" pitchFamily="49" charset="-122"/>
              </a:rPr>
              <a:t>CB</a:t>
            </a:r>
            <a:r>
              <a:rPr kumimoji="1" lang="zh-CN" altLang="en-US" sz="2800">
                <a:latin typeface="仿宋" panose="02010609060101010101" pitchFamily="49" charset="-122"/>
                <a:ea typeface="仿宋" panose="02010609060101010101" pitchFamily="49" charset="-122"/>
              </a:rPr>
              <a:t>＝</a:t>
            </a:r>
            <a:r>
              <a:rPr kumimoji="1" lang="en-US" altLang="zh-CN" sz="2800" i="1">
                <a:latin typeface="仿宋" panose="02010609060101010101" pitchFamily="49" charset="-122"/>
                <a:ea typeface="仿宋" panose="02010609060101010101" pitchFamily="49" charset="-122"/>
              </a:rPr>
              <a:t>1</a:t>
            </a:r>
            <a:r>
              <a:rPr kumimoji="1" lang="en-US" altLang="zh-CN" sz="2800">
                <a:latin typeface="仿宋" panose="02010609060101010101" pitchFamily="49" charset="-122"/>
                <a:ea typeface="仿宋" panose="02010609060101010101" pitchFamily="49" charset="-122"/>
              </a:rPr>
              <a:t>∶</a:t>
            </a:r>
            <a:r>
              <a:rPr kumimoji="1" lang="en-US" altLang="zh-CN" sz="2800" i="1">
                <a:latin typeface="仿宋" panose="02010609060101010101" pitchFamily="49" charset="-122"/>
                <a:ea typeface="仿宋" panose="02010609060101010101" pitchFamily="49" charset="-122"/>
              </a:rPr>
              <a:t>2</a:t>
            </a:r>
            <a:r>
              <a:rPr kumimoji="1" lang="zh-CN" altLang="en-US" sz="2800">
                <a:latin typeface="仿宋" panose="02010609060101010101" pitchFamily="49" charset="-122"/>
                <a:ea typeface="仿宋" panose="02010609060101010101" pitchFamily="49" charset="-122"/>
              </a:rPr>
              <a:t>，</a:t>
            </a:r>
          </a:p>
          <a:p>
            <a:pPr eaLnBrk="1" hangingPunct="1">
              <a:lnSpc>
                <a:spcPct val="110000"/>
              </a:lnSpc>
              <a:spcBef>
                <a:spcPct val="0"/>
              </a:spcBef>
              <a:buFontTx/>
              <a:buNone/>
            </a:pPr>
            <a:r>
              <a:rPr kumimoji="1" lang="zh-CN" altLang="en-US" sz="2800">
                <a:latin typeface="仿宋" panose="02010609060101010101" pitchFamily="49" charset="-122"/>
                <a:ea typeface="仿宋" panose="02010609060101010101" pitchFamily="49" charset="-122"/>
              </a:rPr>
              <a:t>   求</a:t>
            </a:r>
            <a:r>
              <a:rPr kumimoji="1" lang="en-US" altLang="zh-CN" sz="2800">
                <a:latin typeface="仿宋" panose="02010609060101010101" pitchFamily="49" charset="-122"/>
                <a:ea typeface="仿宋" panose="02010609060101010101" pitchFamily="49" charset="-122"/>
              </a:rPr>
              <a:t>:</a:t>
            </a:r>
            <a:r>
              <a:rPr kumimoji="1" lang="zh-CN" altLang="en-US" sz="2800">
                <a:latin typeface="仿宋" panose="02010609060101010101" pitchFamily="49" charset="-122"/>
                <a:ea typeface="仿宋" panose="02010609060101010101" pitchFamily="49" charset="-122"/>
              </a:rPr>
              <a:t>分点</a:t>
            </a:r>
            <a:r>
              <a:rPr kumimoji="1" lang="en-US" altLang="zh-CN" sz="2800" i="1">
                <a:latin typeface="仿宋" panose="02010609060101010101" pitchFamily="49" charset="-122"/>
                <a:ea typeface="仿宋" panose="02010609060101010101" pitchFamily="49" charset="-122"/>
              </a:rPr>
              <a:t>C</a:t>
            </a:r>
            <a:r>
              <a:rPr kumimoji="1" lang="zh-CN" altLang="en-US" sz="2800">
                <a:latin typeface="仿宋" panose="02010609060101010101" pitchFamily="49" charset="-122"/>
                <a:ea typeface="仿宋" panose="02010609060101010101" pitchFamily="49" charset="-122"/>
              </a:rPr>
              <a:t>的投影 </a:t>
            </a:r>
          </a:p>
        </p:txBody>
      </p:sp>
      <p:sp>
        <p:nvSpPr>
          <p:cNvPr id="5" name="Freeform 5">
            <a:extLst>
              <a:ext uri="{FF2B5EF4-FFF2-40B4-BE49-F238E27FC236}">
                <a16:creationId xmlns:a16="http://schemas.microsoft.com/office/drawing/2014/main" id="{44BF5C49-77EA-10C4-5267-A39658133D5F}"/>
              </a:ext>
            </a:extLst>
          </p:cNvPr>
          <p:cNvSpPr>
            <a:spLocks/>
          </p:cNvSpPr>
          <p:nvPr/>
        </p:nvSpPr>
        <p:spPr bwMode="auto">
          <a:xfrm flipH="1">
            <a:off x="3894138" y="3800475"/>
            <a:ext cx="76200" cy="1219200"/>
          </a:xfrm>
          <a:custGeom>
            <a:avLst/>
            <a:gdLst>
              <a:gd name="T0" fmla="*/ 0 w 1"/>
              <a:gd name="T1" fmla="*/ 0 h 766"/>
              <a:gd name="T2" fmla="*/ 0 w 1"/>
              <a:gd name="T3" fmla="*/ 2147483646 h 766"/>
              <a:gd name="T4" fmla="*/ 0 60000 65536"/>
              <a:gd name="T5" fmla="*/ 0 60000 65536"/>
              <a:gd name="T6" fmla="*/ 0 w 1"/>
              <a:gd name="T7" fmla="*/ 0 h 766"/>
              <a:gd name="T8" fmla="*/ 1 w 1"/>
              <a:gd name="T9" fmla="*/ 766 h 766"/>
            </a:gdLst>
            <a:ahLst/>
            <a:cxnLst>
              <a:cxn ang="T4">
                <a:pos x="T0" y="T1"/>
              </a:cxn>
              <a:cxn ang="T5">
                <a:pos x="T2" y="T3"/>
              </a:cxn>
            </a:cxnLst>
            <a:rect l="T6" t="T7" r="T8" b="T9"/>
            <a:pathLst>
              <a:path w="1" h="766">
                <a:moveTo>
                  <a:pt x="0" y="0"/>
                </a:moveTo>
                <a:lnTo>
                  <a:pt x="0" y="766"/>
                </a:lnTo>
              </a:path>
            </a:pathLst>
          </a:custGeom>
          <a:noFill/>
          <a:ln w="12700">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6" name="Line 6">
            <a:extLst>
              <a:ext uri="{FF2B5EF4-FFF2-40B4-BE49-F238E27FC236}">
                <a16:creationId xmlns:a16="http://schemas.microsoft.com/office/drawing/2014/main" id="{F1F9E270-DAA8-4BC4-5EC7-21B230F2C2B0}"/>
              </a:ext>
            </a:extLst>
          </p:cNvPr>
          <p:cNvSpPr>
            <a:spLocks noChangeShapeType="1"/>
          </p:cNvSpPr>
          <p:nvPr/>
        </p:nvSpPr>
        <p:spPr bwMode="auto">
          <a:xfrm flipV="1">
            <a:off x="3355975" y="3449638"/>
            <a:ext cx="1916113" cy="512762"/>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 name="Line 7">
            <a:extLst>
              <a:ext uri="{FF2B5EF4-FFF2-40B4-BE49-F238E27FC236}">
                <a16:creationId xmlns:a16="http://schemas.microsoft.com/office/drawing/2014/main" id="{8F3DCEA7-423C-B617-840E-B5A702FF9556}"/>
              </a:ext>
            </a:extLst>
          </p:cNvPr>
          <p:cNvSpPr>
            <a:spLocks noChangeShapeType="1"/>
          </p:cNvSpPr>
          <p:nvPr/>
        </p:nvSpPr>
        <p:spPr bwMode="auto">
          <a:xfrm flipV="1">
            <a:off x="3360738" y="4638675"/>
            <a:ext cx="1916112" cy="51435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8" name="Line 8">
            <a:extLst>
              <a:ext uri="{FF2B5EF4-FFF2-40B4-BE49-F238E27FC236}">
                <a16:creationId xmlns:a16="http://schemas.microsoft.com/office/drawing/2014/main" id="{90B239C3-647E-6AC5-4EEB-69CD5E7EF9D6}"/>
              </a:ext>
            </a:extLst>
          </p:cNvPr>
          <p:cNvSpPr>
            <a:spLocks noChangeShapeType="1"/>
          </p:cNvSpPr>
          <p:nvPr/>
        </p:nvSpPr>
        <p:spPr bwMode="auto">
          <a:xfrm>
            <a:off x="3355975" y="3962400"/>
            <a:ext cx="0" cy="1195388"/>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9" name="Line 9">
            <a:extLst>
              <a:ext uri="{FF2B5EF4-FFF2-40B4-BE49-F238E27FC236}">
                <a16:creationId xmlns:a16="http://schemas.microsoft.com/office/drawing/2014/main" id="{0139573E-72A0-9E4D-CFC7-6E5DDA5AD003}"/>
              </a:ext>
            </a:extLst>
          </p:cNvPr>
          <p:cNvSpPr>
            <a:spLocks noChangeShapeType="1"/>
          </p:cNvSpPr>
          <p:nvPr/>
        </p:nvSpPr>
        <p:spPr bwMode="auto">
          <a:xfrm flipV="1">
            <a:off x="5272088" y="3449638"/>
            <a:ext cx="0" cy="11938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0" name="Text Box 10">
            <a:extLst>
              <a:ext uri="{FF2B5EF4-FFF2-40B4-BE49-F238E27FC236}">
                <a16:creationId xmlns:a16="http://schemas.microsoft.com/office/drawing/2014/main" id="{65D9724B-5510-6443-979E-1E9372997976}"/>
              </a:ext>
            </a:extLst>
          </p:cNvPr>
          <p:cNvSpPr txBox="1">
            <a:spLocks noChangeArrowheads="1"/>
          </p:cNvSpPr>
          <p:nvPr/>
        </p:nvSpPr>
        <p:spPr bwMode="auto">
          <a:xfrm>
            <a:off x="2951163" y="47736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latin typeface="Times New Roman" panose="02020603050405020304" pitchFamily="18" charset="0"/>
              </a:rPr>
              <a:t>a</a:t>
            </a:r>
          </a:p>
        </p:txBody>
      </p:sp>
      <p:sp>
        <p:nvSpPr>
          <p:cNvPr id="11" name="Text Box 11">
            <a:extLst>
              <a:ext uri="{FF2B5EF4-FFF2-40B4-BE49-F238E27FC236}">
                <a16:creationId xmlns:a16="http://schemas.microsoft.com/office/drawing/2014/main" id="{74D2EBC9-77DB-2B80-66D9-8CA109A4E511}"/>
              </a:ext>
            </a:extLst>
          </p:cNvPr>
          <p:cNvSpPr txBox="1">
            <a:spLocks noChangeArrowheads="1"/>
          </p:cNvSpPr>
          <p:nvPr/>
        </p:nvSpPr>
        <p:spPr bwMode="auto">
          <a:xfrm>
            <a:off x="5313363" y="4316413"/>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latin typeface="Times New Roman" panose="02020603050405020304" pitchFamily="18" charset="0"/>
              </a:rPr>
              <a:t>b</a:t>
            </a:r>
          </a:p>
        </p:txBody>
      </p:sp>
      <p:sp>
        <p:nvSpPr>
          <p:cNvPr id="12" name="Text Box 12">
            <a:extLst>
              <a:ext uri="{FF2B5EF4-FFF2-40B4-BE49-F238E27FC236}">
                <a16:creationId xmlns:a16="http://schemas.microsoft.com/office/drawing/2014/main" id="{0B53D94C-2533-972F-2C91-3AF2337713F3}"/>
              </a:ext>
            </a:extLst>
          </p:cNvPr>
          <p:cNvSpPr txBox="1">
            <a:spLocks noChangeArrowheads="1"/>
          </p:cNvSpPr>
          <p:nvPr/>
        </p:nvSpPr>
        <p:spPr bwMode="auto">
          <a:xfrm>
            <a:off x="3948113" y="4464050"/>
            <a:ext cx="341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latin typeface="Times New Roman" panose="02020603050405020304" pitchFamily="18" charset="0"/>
              </a:rPr>
              <a:t>c</a:t>
            </a:r>
          </a:p>
        </p:txBody>
      </p:sp>
      <p:sp>
        <p:nvSpPr>
          <p:cNvPr id="13" name="Text Box 13">
            <a:extLst>
              <a:ext uri="{FF2B5EF4-FFF2-40B4-BE49-F238E27FC236}">
                <a16:creationId xmlns:a16="http://schemas.microsoft.com/office/drawing/2014/main" id="{6788A248-37F9-CC6B-4BE7-1A72C0255CC6}"/>
              </a:ext>
            </a:extLst>
          </p:cNvPr>
          <p:cNvSpPr txBox="1">
            <a:spLocks noChangeArrowheads="1"/>
          </p:cNvSpPr>
          <p:nvPr/>
        </p:nvSpPr>
        <p:spPr bwMode="auto">
          <a:xfrm>
            <a:off x="3027363" y="3554413"/>
            <a:ext cx="554037" cy="954087"/>
          </a:xfrm>
          <a:prstGeom prst="rect">
            <a:avLst/>
          </a:prstGeom>
          <a:noFill/>
          <a:ln w="12700">
            <a:noFill/>
            <a:miter lim="800000"/>
            <a:headEnd/>
            <a:tailEnd/>
          </a:ln>
        </p:spPr>
        <p:txBody>
          <a:bodyPr wrap="none" anchor="ctr">
            <a:spAutoFit/>
          </a:bodyPr>
          <a:lstStyle/>
          <a:p>
            <a:pPr algn="ctr" eaLnBrk="1" hangingPunct="1">
              <a:defRPr/>
            </a:pPr>
            <a:r>
              <a:rPr kumimoji="1" lang="en-US" altLang="zh-CN" sz="2800" b="1" i="1" dirty="0">
                <a:sym typeface="EuroRoman" pitchFamily="2" charset="2"/>
              </a:rPr>
              <a:t>a</a:t>
            </a:r>
            <a:r>
              <a:rPr kumimoji="1" lang="en-US" altLang="zh-CN" sz="2800" b="1" i="1" dirty="0"/>
              <a:t>'</a:t>
            </a:r>
            <a:r>
              <a:rPr kumimoji="1" lang="en-US" altLang="zh-CN" sz="2800" b="1" dirty="0">
                <a:effectLst>
                  <a:outerShdw blurRad="38100" dist="38100" dir="2700000" algn="tl">
                    <a:srgbClr val="C0C0C0"/>
                  </a:outerShdw>
                </a:effectLst>
              </a:rPr>
              <a:t> </a:t>
            </a:r>
            <a:endParaRPr kumimoji="1" lang="en-US" altLang="zh-CN" sz="2800" b="1" i="1" dirty="0">
              <a:ea typeface="楷体_GB2312" pitchFamily="49" charset="-122"/>
              <a:sym typeface="Symbol" pitchFamily="18" charset="2"/>
            </a:endParaRPr>
          </a:p>
          <a:p>
            <a:pPr algn="ctr" eaLnBrk="1" hangingPunct="1">
              <a:defRPr/>
            </a:pPr>
            <a:endParaRPr kumimoji="1" lang="en-US" altLang="zh-CN" sz="2800" b="1" i="1" dirty="0">
              <a:sym typeface="Symbol" pitchFamily="18" charset="2"/>
            </a:endParaRPr>
          </a:p>
        </p:txBody>
      </p:sp>
      <p:sp>
        <p:nvSpPr>
          <p:cNvPr id="14" name="Text Box 14">
            <a:extLst>
              <a:ext uri="{FF2B5EF4-FFF2-40B4-BE49-F238E27FC236}">
                <a16:creationId xmlns:a16="http://schemas.microsoft.com/office/drawing/2014/main" id="{E23FF6A8-50F9-14D1-05FE-D1D60C72421D}"/>
              </a:ext>
            </a:extLst>
          </p:cNvPr>
          <p:cNvSpPr txBox="1">
            <a:spLocks noChangeArrowheads="1"/>
          </p:cNvSpPr>
          <p:nvPr/>
        </p:nvSpPr>
        <p:spPr bwMode="auto">
          <a:xfrm>
            <a:off x="5237163" y="3021013"/>
            <a:ext cx="554037" cy="523875"/>
          </a:xfrm>
          <a:prstGeom prst="rect">
            <a:avLst/>
          </a:prstGeom>
          <a:noFill/>
          <a:ln w="12700">
            <a:noFill/>
            <a:miter lim="800000"/>
            <a:headEnd/>
            <a:tailEnd/>
          </a:ln>
        </p:spPr>
        <p:txBody>
          <a:bodyPr wrap="none" anchor="ctr">
            <a:spAutoFit/>
          </a:bodyPr>
          <a:lstStyle/>
          <a:p>
            <a:pPr algn="ctr" eaLnBrk="1" hangingPunct="1">
              <a:defRPr/>
            </a:pPr>
            <a:r>
              <a:rPr kumimoji="1" lang="en-US" altLang="zh-CN" sz="2800" b="1" i="1" dirty="0"/>
              <a:t>b'</a:t>
            </a:r>
            <a:r>
              <a:rPr kumimoji="1" lang="en-US" altLang="zh-CN" sz="2800" b="1" dirty="0">
                <a:effectLst>
                  <a:outerShdw blurRad="38100" dist="38100" dir="2700000" algn="tl">
                    <a:srgbClr val="C0C0C0"/>
                  </a:outerShdw>
                </a:effectLst>
              </a:rPr>
              <a:t> </a:t>
            </a:r>
            <a:endParaRPr kumimoji="1" lang="en-US" altLang="zh-CN" sz="2800" b="1" i="1" dirty="0">
              <a:ea typeface="楷体_GB2312" pitchFamily="49" charset="-122"/>
              <a:sym typeface="Symbol" pitchFamily="18" charset="2"/>
            </a:endParaRPr>
          </a:p>
        </p:txBody>
      </p:sp>
      <p:sp>
        <p:nvSpPr>
          <p:cNvPr id="15" name="Text Box 15">
            <a:extLst>
              <a:ext uri="{FF2B5EF4-FFF2-40B4-BE49-F238E27FC236}">
                <a16:creationId xmlns:a16="http://schemas.microsoft.com/office/drawing/2014/main" id="{F994F78D-CEFD-BD84-C665-F28B2450D907}"/>
              </a:ext>
            </a:extLst>
          </p:cNvPr>
          <p:cNvSpPr txBox="1">
            <a:spLocks noChangeArrowheads="1"/>
          </p:cNvSpPr>
          <p:nvPr/>
        </p:nvSpPr>
        <p:spPr bwMode="auto">
          <a:xfrm>
            <a:off x="3795713" y="3357563"/>
            <a:ext cx="531812" cy="523875"/>
          </a:xfrm>
          <a:prstGeom prst="rect">
            <a:avLst/>
          </a:prstGeom>
          <a:noFill/>
          <a:ln w="12700">
            <a:noFill/>
            <a:miter lim="800000"/>
            <a:headEnd/>
            <a:tailEnd/>
          </a:ln>
        </p:spPr>
        <p:txBody>
          <a:bodyPr wrap="none" anchor="ctr">
            <a:spAutoFit/>
          </a:bodyPr>
          <a:lstStyle/>
          <a:p>
            <a:pPr algn="ctr" eaLnBrk="1" hangingPunct="1">
              <a:defRPr/>
            </a:pPr>
            <a:r>
              <a:rPr kumimoji="1" lang="en-US" altLang="zh-CN" sz="2800" b="1" i="1" dirty="0">
                <a:sym typeface="EuroRoman" pitchFamily="2" charset="2"/>
              </a:rPr>
              <a:t>c</a:t>
            </a:r>
            <a:r>
              <a:rPr kumimoji="1" lang="en-US" altLang="zh-CN" sz="2800" b="1" i="1" dirty="0"/>
              <a:t>'</a:t>
            </a:r>
            <a:r>
              <a:rPr kumimoji="1" lang="en-US" altLang="zh-CN" sz="2800" b="1" dirty="0">
                <a:effectLst>
                  <a:outerShdw blurRad="38100" dist="38100" dir="2700000" algn="tl">
                    <a:srgbClr val="C0C0C0"/>
                  </a:outerShdw>
                </a:effectLst>
              </a:rPr>
              <a:t> </a:t>
            </a:r>
            <a:endParaRPr kumimoji="1" lang="en-US" altLang="zh-CN" sz="2800" b="1" i="1" dirty="0">
              <a:ea typeface="楷体_GB2312" pitchFamily="49" charset="-122"/>
              <a:sym typeface="Symbol" pitchFamily="18" charset="2"/>
            </a:endParaRPr>
          </a:p>
        </p:txBody>
      </p:sp>
      <p:sp>
        <p:nvSpPr>
          <p:cNvPr id="16" name="Text Box 16">
            <a:extLst>
              <a:ext uri="{FF2B5EF4-FFF2-40B4-BE49-F238E27FC236}">
                <a16:creationId xmlns:a16="http://schemas.microsoft.com/office/drawing/2014/main" id="{415D13C5-240B-1CC6-3B6B-3A95DFB7488F}"/>
              </a:ext>
            </a:extLst>
          </p:cNvPr>
          <p:cNvSpPr txBox="1">
            <a:spLocks noChangeArrowheads="1"/>
          </p:cNvSpPr>
          <p:nvPr/>
        </p:nvSpPr>
        <p:spPr bwMode="auto">
          <a:xfrm>
            <a:off x="2952750" y="31432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endParaRPr kumimoji="1" lang="zh-CN" altLang="en-US" sz="2800" i="1">
              <a:latin typeface="Times New Roman" panose="02020603050405020304" pitchFamily="18" charset="0"/>
            </a:endParaRPr>
          </a:p>
        </p:txBody>
      </p:sp>
      <p:sp>
        <p:nvSpPr>
          <p:cNvPr id="17" name="Line 17">
            <a:extLst>
              <a:ext uri="{FF2B5EF4-FFF2-40B4-BE49-F238E27FC236}">
                <a16:creationId xmlns:a16="http://schemas.microsoft.com/office/drawing/2014/main" id="{0A4C5C9F-37D1-3BD5-6521-F427C80E49C2}"/>
              </a:ext>
            </a:extLst>
          </p:cNvPr>
          <p:cNvSpPr>
            <a:spLocks noChangeShapeType="1"/>
          </p:cNvSpPr>
          <p:nvPr/>
        </p:nvSpPr>
        <p:spPr bwMode="auto">
          <a:xfrm>
            <a:off x="3332163" y="5154613"/>
            <a:ext cx="2362200" cy="609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Line 18">
            <a:extLst>
              <a:ext uri="{FF2B5EF4-FFF2-40B4-BE49-F238E27FC236}">
                <a16:creationId xmlns:a16="http://schemas.microsoft.com/office/drawing/2014/main" id="{4B0B91A5-1FDC-3DCA-7085-5FA8FF63DECB}"/>
              </a:ext>
            </a:extLst>
          </p:cNvPr>
          <p:cNvSpPr>
            <a:spLocks noChangeShapeType="1"/>
          </p:cNvSpPr>
          <p:nvPr/>
        </p:nvSpPr>
        <p:spPr bwMode="auto">
          <a:xfrm flipH="1">
            <a:off x="4137025" y="5297488"/>
            <a:ext cx="76200" cy="76200"/>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 name="Line 19">
            <a:extLst>
              <a:ext uri="{FF2B5EF4-FFF2-40B4-BE49-F238E27FC236}">
                <a16:creationId xmlns:a16="http://schemas.microsoft.com/office/drawing/2014/main" id="{F0A5593E-BA5F-B69D-86E8-9FCD3E30232D}"/>
              </a:ext>
            </a:extLst>
          </p:cNvPr>
          <p:cNvSpPr>
            <a:spLocks noChangeShapeType="1"/>
          </p:cNvSpPr>
          <p:nvPr/>
        </p:nvSpPr>
        <p:spPr bwMode="auto">
          <a:xfrm flipV="1">
            <a:off x="4884738" y="5476875"/>
            <a:ext cx="76200" cy="76200"/>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Line 20">
            <a:extLst>
              <a:ext uri="{FF2B5EF4-FFF2-40B4-BE49-F238E27FC236}">
                <a16:creationId xmlns:a16="http://schemas.microsoft.com/office/drawing/2014/main" id="{8C0745D1-B94B-934B-43EE-FCBAB0A3EFF0}"/>
              </a:ext>
            </a:extLst>
          </p:cNvPr>
          <p:cNvSpPr>
            <a:spLocks noChangeShapeType="1"/>
          </p:cNvSpPr>
          <p:nvPr/>
        </p:nvSpPr>
        <p:spPr bwMode="auto">
          <a:xfrm flipV="1">
            <a:off x="5694363" y="5688013"/>
            <a:ext cx="76200" cy="76200"/>
          </a:xfrm>
          <a:prstGeom prst="line">
            <a:avLst/>
          </a:prstGeom>
          <a:noFill/>
          <a:ln w="28575">
            <a:solidFill>
              <a:srgbClr val="99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 name="Freeform 21">
            <a:extLst>
              <a:ext uri="{FF2B5EF4-FFF2-40B4-BE49-F238E27FC236}">
                <a16:creationId xmlns:a16="http://schemas.microsoft.com/office/drawing/2014/main" id="{0B8E3D62-9136-DCF8-35E7-CE0C3D8A5FC2}"/>
              </a:ext>
            </a:extLst>
          </p:cNvPr>
          <p:cNvSpPr>
            <a:spLocks/>
          </p:cNvSpPr>
          <p:nvPr/>
        </p:nvSpPr>
        <p:spPr bwMode="auto">
          <a:xfrm>
            <a:off x="5265738" y="4645025"/>
            <a:ext cx="428625" cy="1119188"/>
          </a:xfrm>
          <a:custGeom>
            <a:avLst/>
            <a:gdLst>
              <a:gd name="T0" fmla="*/ 2147483646 w 270"/>
              <a:gd name="T1" fmla="*/ 2147483646 h 705"/>
              <a:gd name="T2" fmla="*/ 0 w 270"/>
              <a:gd name="T3" fmla="*/ 0 h 705"/>
              <a:gd name="T4" fmla="*/ 0 60000 65536"/>
              <a:gd name="T5" fmla="*/ 0 60000 65536"/>
              <a:gd name="T6" fmla="*/ 0 w 270"/>
              <a:gd name="T7" fmla="*/ 0 h 705"/>
              <a:gd name="T8" fmla="*/ 270 w 270"/>
              <a:gd name="T9" fmla="*/ 705 h 705"/>
            </a:gdLst>
            <a:ahLst/>
            <a:cxnLst>
              <a:cxn ang="T4">
                <a:pos x="T0" y="T1"/>
              </a:cxn>
              <a:cxn ang="T5">
                <a:pos x="T2" y="T3"/>
              </a:cxn>
            </a:cxnLst>
            <a:rect l="T6" t="T7" r="T8" b="T9"/>
            <a:pathLst>
              <a:path w="270" h="705">
                <a:moveTo>
                  <a:pt x="270" y="705"/>
                </a:moveTo>
                <a:lnTo>
                  <a:pt x="0"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2" name="Freeform 22">
            <a:extLst>
              <a:ext uri="{FF2B5EF4-FFF2-40B4-BE49-F238E27FC236}">
                <a16:creationId xmlns:a16="http://schemas.microsoft.com/office/drawing/2014/main" id="{A47179F4-D95C-8649-5006-758C1CEAAB1D}"/>
              </a:ext>
            </a:extLst>
          </p:cNvPr>
          <p:cNvSpPr>
            <a:spLocks/>
          </p:cNvSpPr>
          <p:nvPr/>
        </p:nvSpPr>
        <p:spPr bwMode="auto">
          <a:xfrm>
            <a:off x="3976688" y="4981575"/>
            <a:ext cx="165100" cy="381000"/>
          </a:xfrm>
          <a:custGeom>
            <a:avLst/>
            <a:gdLst>
              <a:gd name="T0" fmla="*/ 2147483646 w 104"/>
              <a:gd name="T1" fmla="*/ 2147483646 h 240"/>
              <a:gd name="T2" fmla="*/ 0 w 104"/>
              <a:gd name="T3" fmla="*/ 0 h 240"/>
              <a:gd name="T4" fmla="*/ 0 60000 65536"/>
              <a:gd name="T5" fmla="*/ 0 60000 65536"/>
              <a:gd name="T6" fmla="*/ 0 w 104"/>
              <a:gd name="T7" fmla="*/ 0 h 240"/>
              <a:gd name="T8" fmla="*/ 104 w 104"/>
              <a:gd name="T9" fmla="*/ 240 h 240"/>
            </a:gdLst>
            <a:ahLst/>
            <a:cxnLst>
              <a:cxn ang="T4">
                <a:pos x="T0" y="T1"/>
              </a:cxn>
              <a:cxn ang="T5">
                <a:pos x="T2" y="T3"/>
              </a:cxn>
            </a:cxnLst>
            <a:rect l="T6" t="T7" r="T8" b="T9"/>
            <a:pathLst>
              <a:path w="104" h="240">
                <a:moveTo>
                  <a:pt x="104" y="240"/>
                </a:moveTo>
                <a:lnTo>
                  <a:pt x="0"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3" name="Text Box 23">
            <a:extLst>
              <a:ext uri="{FF2B5EF4-FFF2-40B4-BE49-F238E27FC236}">
                <a16:creationId xmlns:a16="http://schemas.microsoft.com/office/drawing/2014/main" id="{3A1BA6F4-0DB2-D70A-45A6-D870AD6241CE}"/>
              </a:ext>
            </a:extLst>
          </p:cNvPr>
          <p:cNvSpPr txBox="1">
            <a:spLocks noChangeArrowheads="1"/>
          </p:cNvSpPr>
          <p:nvPr/>
        </p:nvSpPr>
        <p:spPr bwMode="auto">
          <a:xfrm>
            <a:off x="3792538" y="5383213"/>
            <a:ext cx="5095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solidFill>
                  <a:srgbClr val="0000FF"/>
                </a:solidFill>
                <a:latin typeface="Times New Roman" panose="02020603050405020304" pitchFamily="18" charset="0"/>
              </a:rPr>
              <a:t>C</a:t>
            </a:r>
            <a:r>
              <a:rPr kumimoji="1" lang="en-US" altLang="zh-CN" sz="1400">
                <a:solidFill>
                  <a:srgbClr val="0000FF"/>
                </a:solidFill>
                <a:latin typeface="Times New Roman" panose="02020603050405020304" pitchFamily="18" charset="0"/>
              </a:rPr>
              <a:t>1</a:t>
            </a:r>
          </a:p>
        </p:txBody>
      </p:sp>
      <p:sp>
        <p:nvSpPr>
          <p:cNvPr id="24" name="Text Box 24">
            <a:extLst>
              <a:ext uri="{FF2B5EF4-FFF2-40B4-BE49-F238E27FC236}">
                <a16:creationId xmlns:a16="http://schemas.microsoft.com/office/drawing/2014/main" id="{F23043AE-F4A1-9172-E32B-B250CAE84EDE}"/>
              </a:ext>
            </a:extLst>
          </p:cNvPr>
          <p:cNvSpPr txBox="1">
            <a:spLocks noChangeArrowheads="1"/>
          </p:cNvSpPr>
          <p:nvPr/>
        </p:nvSpPr>
        <p:spPr bwMode="auto">
          <a:xfrm>
            <a:off x="5380038" y="5654675"/>
            <a:ext cx="534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ctr" eaLnBrk="1" hangingPunct="1">
              <a:spcBef>
                <a:spcPct val="0"/>
              </a:spcBef>
              <a:buFontTx/>
              <a:buNone/>
            </a:pPr>
            <a:r>
              <a:rPr kumimoji="1" lang="en-US" altLang="zh-CN" sz="2800" i="1">
                <a:solidFill>
                  <a:srgbClr val="0000FF"/>
                </a:solidFill>
                <a:latin typeface="Times New Roman" panose="02020603050405020304" pitchFamily="18" charset="0"/>
              </a:rPr>
              <a:t>B</a:t>
            </a:r>
            <a:r>
              <a:rPr kumimoji="1" lang="en-US" altLang="zh-CN" sz="1400">
                <a:solidFill>
                  <a:srgbClr val="0000FF"/>
                </a:solidFill>
                <a:latin typeface="Times New Roman" panose="02020603050405020304" pitchFamily="18" charset="0"/>
              </a:rPr>
              <a:t>1</a:t>
            </a:r>
          </a:p>
        </p:txBody>
      </p:sp>
      <p:sp>
        <p:nvSpPr>
          <p:cNvPr id="25" name="Text Box 25">
            <a:extLst>
              <a:ext uri="{FF2B5EF4-FFF2-40B4-BE49-F238E27FC236}">
                <a16:creationId xmlns:a16="http://schemas.microsoft.com/office/drawing/2014/main" id="{43B0ADD0-509D-EDD0-2550-C721B73F7AC5}"/>
              </a:ext>
            </a:extLst>
          </p:cNvPr>
          <p:cNvSpPr txBox="1">
            <a:spLocks noChangeArrowheads="1"/>
          </p:cNvSpPr>
          <p:nvPr/>
        </p:nvSpPr>
        <p:spPr bwMode="auto">
          <a:xfrm>
            <a:off x="2305050" y="1473200"/>
            <a:ext cx="8291513" cy="1200150"/>
          </a:xfrm>
          <a:prstGeom prst="rect">
            <a:avLst/>
          </a:prstGeom>
          <a:noFill/>
          <a:ln w="9525">
            <a:noFill/>
            <a:miter lim="800000"/>
            <a:headEnd/>
            <a:tailEnd/>
          </a:ln>
        </p:spPr>
        <p:txBody>
          <a:bodyPr>
            <a:spAutoFit/>
          </a:bodyPr>
          <a:lstStyle/>
          <a:p>
            <a:pPr eaLnBrk="1" hangingPunct="1">
              <a:lnSpc>
                <a:spcPct val="90000"/>
              </a:lnSpc>
              <a:defRPr/>
            </a:pPr>
            <a:r>
              <a:rPr kumimoji="1" lang="zh-CN" altLang="en-US" sz="2800" b="1" dirty="0">
                <a:latin typeface="隶书" pitchFamily="49" charset="-122"/>
                <a:ea typeface="隶书" pitchFamily="49" charset="-122"/>
              </a:rPr>
              <a:t>分析：</a:t>
            </a:r>
            <a:r>
              <a:rPr kumimoji="1" lang="zh-CN" altLang="en-US" sz="2400" b="1" dirty="0">
                <a:latin typeface="仿宋" pitchFamily="49" charset="-122"/>
                <a:ea typeface="仿宋" pitchFamily="49" charset="-122"/>
              </a:rPr>
              <a:t>分点</a:t>
            </a:r>
            <a:r>
              <a:rPr kumimoji="1" lang="en-US" altLang="zh-CN" sz="2400" b="1" i="1" dirty="0">
                <a:latin typeface="仿宋" pitchFamily="49" charset="-122"/>
                <a:ea typeface="仿宋" pitchFamily="49" charset="-122"/>
              </a:rPr>
              <a:t>C</a:t>
            </a:r>
            <a:r>
              <a:rPr kumimoji="1" lang="zh-CN" altLang="en-US" sz="2400" b="1" dirty="0">
                <a:latin typeface="仿宋" pitchFamily="49" charset="-122"/>
                <a:ea typeface="仿宋" pitchFamily="49" charset="-122"/>
              </a:rPr>
              <a:t>的投影，必在</a:t>
            </a:r>
            <a:r>
              <a:rPr kumimoji="1" lang="en-US" altLang="zh-CN" sz="2400" b="1" i="1" dirty="0">
                <a:latin typeface="仿宋" pitchFamily="49" charset="-122"/>
                <a:ea typeface="仿宋" pitchFamily="49" charset="-122"/>
              </a:rPr>
              <a:t>AB</a:t>
            </a:r>
            <a:r>
              <a:rPr kumimoji="1" lang="zh-CN" altLang="en-US" sz="2400" b="1" dirty="0">
                <a:latin typeface="仿宋" pitchFamily="49" charset="-122"/>
                <a:ea typeface="仿宋" pitchFamily="49" charset="-122"/>
              </a:rPr>
              <a:t>线段的同面投影上，</a:t>
            </a:r>
          </a:p>
          <a:p>
            <a:pPr eaLnBrk="1" hangingPunct="1">
              <a:lnSpc>
                <a:spcPct val="90000"/>
              </a:lnSpc>
              <a:defRPr/>
            </a:pPr>
            <a:r>
              <a:rPr kumimoji="1" lang="zh-CN" altLang="en-US" sz="2400" b="1" dirty="0">
                <a:latin typeface="仿宋" pitchFamily="49" charset="-122"/>
                <a:ea typeface="仿宋" pitchFamily="49" charset="-122"/>
              </a:rPr>
              <a:t>       且</a:t>
            </a:r>
            <a:r>
              <a:rPr kumimoji="1" lang="en-US" altLang="zh-CN" sz="2400" b="1" i="1" dirty="0" err="1">
                <a:latin typeface="仿宋" pitchFamily="49" charset="-122"/>
                <a:ea typeface="仿宋" pitchFamily="49" charset="-122"/>
              </a:rPr>
              <a:t>ac</a:t>
            </a:r>
            <a:r>
              <a:rPr kumimoji="1" lang="en-US" altLang="zh-CN" sz="2400" b="1" dirty="0" err="1">
                <a:latin typeface="仿宋" pitchFamily="49" charset="-122"/>
                <a:ea typeface="仿宋" pitchFamily="49" charset="-122"/>
              </a:rPr>
              <a:t>∶</a:t>
            </a:r>
            <a:r>
              <a:rPr kumimoji="1" lang="en-US" altLang="zh-CN" sz="2400" b="1" i="1" dirty="0" err="1">
                <a:latin typeface="仿宋" pitchFamily="49" charset="-122"/>
                <a:ea typeface="仿宋" pitchFamily="49" charset="-122"/>
              </a:rPr>
              <a:t>cb</a:t>
            </a:r>
            <a:r>
              <a:rPr kumimoji="1" lang="zh-CN" altLang="en-US" sz="2400" b="1" dirty="0">
                <a:latin typeface="仿宋" pitchFamily="49" charset="-122"/>
                <a:ea typeface="仿宋" pitchFamily="49" charset="-122"/>
              </a:rPr>
              <a:t>＝</a:t>
            </a:r>
            <a:r>
              <a:rPr kumimoji="1" lang="en-US" altLang="zh-CN" sz="2400" b="1" i="1" dirty="0">
                <a:latin typeface="仿宋" pitchFamily="49" charset="-122"/>
                <a:ea typeface="仿宋" pitchFamily="49" charset="-122"/>
                <a:sym typeface="EuroRoman" pitchFamily="2" charset="2"/>
              </a:rPr>
              <a:t>a</a:t>
            </a:r>
            <a:r>
              <a:rPr kumimoji="1" lang="en-US" altLang="zh-CN" sz="2400" b="1" i="1" dirty="0">
                <a:latin typeface="仿宋" pitchFamily="49" charset="-122"/>
                <a:ea typeface="仿宋" pitchFamily="49" charset="-122"/>
              </a:rPr>
              <a:t>'</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en-US" altLang="zh-CN" sz="2400" b="1" i="1" dirty="0">
                <a:latin typeface="仿宋" pitchFamily="49" charset="-122"/>
                <a:ea typeface="仿宋" pitchFamily="49" charset="-122"/>
                <a:sym typeface="Symbol" pitchFamily="18" charset="2"/>
              </a:rPr>
              <a:t> </a:t>
            </a:r>
            <a:r>
              <a:rPr kumimoji="1" lang="en-US" altLang="zh-CN" sz="2400" b="1" i="1" dirty="0">
                <a:latin typeface="仿宋" pitchFamily="49" charset="-122"/>
                <a:ea typeface="仿宋" pitchFamily="49" charset="-122"/>
              </a:rPr>
              <a:t>c'</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en-US" altLang="zh-CN" sz="2400" b="1" dirty="0">
                <a:latin typeface="仿宋" pitchFamily="49" charset="-122"/>
                <a:ea typeface="仿宋" pitchFamily="49" charset="-122"/>
              </a:rPr>
              <a:t>∶</a:t>
            </a:r>
            <a:r>
              <a:rPr kumimoji="1" lang="en-US" altLang="zh-CN" sz="2400" b="1" i="1" dirty="0">
                <a:latin typeface="仿宋" pitchFamily="49" charset="-122"/>
                <a:ea typeface="仿宋" pitchFamily="49" charset="-122"/>
              </a:rPr>
              <a:t>c'</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en-US" altLang="zh-CN" sz="2400" b="1" i="1" dirty="0">
                <a:latin typeface="仿宋" pitchFamily="49" charset="-122"/>
                <a:ea typeface="仿宋" pitchFamily="49" charset="-122"/>
              </a:rPr>
              <a:t>b'</a:t>
            </a:r>
            <a:r>
              <a:rPr kumimoji="1" lang="en-US" altLang="zh-CN" sz="2400" b="1" dirty="0">
                <a:effectLst>
                  <a:outerShdw blurRad="38100" dist="38100" dir="2700000" algn="tl">
                    <a:srgbClr val="C0C0C0"/>
                  </a:outerShdw>
                </a:effectLst>
                <a:latin typeface="仿宋" pitchFamily="49" charset="-122"/>
                <a:ea typeface="仿宋" pitchFamily="49" charset="-122"/>
              </a:rPr>
              <a:t> </a:t>
            </a:r>
            <a:r>
              <a:rPr kumimoji="1" lang="zh-CN" altLang="en-US" sz="2400" b="1" dirty="0">
                <a:latin typeface="仿宋" pitchFamily="49" charset="-122"/>
                <a:ea typeface="仿宋" pitchFamily="49" charset="-122"/>
              </a:rPr>
              <a:t>＝</a:t>
            </a:r>
            <a:r>
              <a:rPr kumimoji="1" lang="en-US" altLang="zh-CN" sz="2400" b="1" i="1" dirty="0">
                <a:latin typeface="仿宋" pitchFamily="49" charset="-122"/>
                <a:ea typeface="仿宋" pitchFamily="49" charset="-122"/>
              </a:rPr>
              <a:t>1</a:t>
            </a:r>
            <a:r>
              <a:rPr kumimoji="1" lang="en-US" altLang="zh-CN" sz="2400" b="1" dirty="0">
                <a:latin typeface="仿宋" pitchFamily="49" charset="-122"/>
                <a:ea typeface="仿宋" pitchFamily="49" charset="-122"/>
              </a:rPr>
              <a:t>∶</a:t>
            </a:r>
            <a:r>
              <a:rPr kumimoji="1" lang="en-US" altLang="zh-CN" sz="2400" b="1" i="1" dirty="0">
                <a:latin typeface="仿宋" pitchFamily="49" charset="-122"/>
                <a:ea typeface="仿宋" pitchFamily="49" charset="-122"/>
              </a:rPr>
              <a:t>2</a:t>
            </a:r>
            <a:r>
              <a:rPr kumimoji="1" lang="zh-CN" altLang="en-US" sz="2400" b="1" dirty="0">
                <a:latin typeface="仿宋" pitchFamily="49" charset="-122"/>
                <a:ea typeface="仿宋" pitchFamily="49" charset="-122"/>
              </a:rPr>
              <a:t>。　　</a:t>
            </a:r>
          </a:p>
          <a:p>
            <a:pPr eaLnBrk="1" hangingPunct="1">
              <a:lnSpc>
                <a:spcPct val="90000"/>
              </a:lnSpc>
              <a:defRPr/>
            </a:pPr>
            <a:r>
              <a:rPr kumimoji="1" lang="zh-CN" altLang="en-US" sz="2400" b="1" dirty="0">
                <a:latin typeface="仿宋" pitchFamily="49" charset="-122"/>
                <a:ea typeface="仿宋" pitchFamily="49" charset="-122"/>
              </a:rPr>
              <a:t>       可用比例作图法作图。</a:t>
            </a:r>
            <a:r>
              <a:rPr kumimoji="1" lang="zh-CN" altLang="en-US" sz="2800" b="1" dirty="0">
                <a:latin typeface="仿宋" pitchFamily="49" charset="-122"/>
                <a:ea typeface="仿宋" pitchFamily="49" charset="-122"/>
              </a:rPr>
              <a:t> </a:t>
            </a:r>
          </a:p>
        </p:txBody>
      </p:sp>
      <p:sp>
        <p:nvSpPr>
          <p:cNvPr id="26" name="Text Box 26">
            <a:extLst>
              <a:ext uri="{FF2B5EF4-FFF2-40B4-BE49-F238E27FC236}">
                <a16:creationId xmlns:a16="http://schemas.microsoft.com/office/drawing/2014/main" id="{15F64786-A1A4-30E0-FA2C-6588632FBD84}"/>
              </a:ext>
            </a:extLst>
          </p:cNvPr>
          <p:cNvSpPr txBox="1">
            <a:spLocks noChangeArrowheads="1"/>
          </p:cNvSpPr>
          <p:nvPr/>
        </p:nvSpPr>
        <p:spPr bwMode="auto">
          <a:xfrm>
            <a:off x="6348413" y="2357438"/>
            <a:ext cx="3846512"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algn="just" eaLnBrk="1" hangingPunct="1">
              <a:spcBef>
                <a:spcPct val="0"/>
              </a:spcBef>
              <a:buFontTx/>
              <a:buNone/>
            </a:pPr>
            <a:r>
              <a:rPr kumimoji="1" lang="zh-CN" altLang="en-US" sz="2800">
                <a:solidFill>
                  <a:srgbClr val="990000"/>
                </a:solidFill>
                <a:latin typeface="隶书" panose="02010509060101010101" pitchFamily="49" charset="-122"/>
                <a:ea typeface="隶书" panose="02010509060101010101" pitchFamily="49" charset="-122"/>
              </a:rPr>
              <a:t>作图步骤：</a:t>
            </a:r>
          </a:p>
          <a:p>
            <a:pPr algn="just" eaLnBrk="1" hangingPunct="1">
              <a:spcBef>
                <a:spcPct val="0"/>
              </a:spcBef>
              <a:buFontTx/>
              <a:buNone/>
            </a:pPr>
            <a:r>
              <a:rPr kumimoji="1" lang="en-US" altLang="zh-CN" sz="2400">
                <a:solidFill>
                  <a:srgbClr val="0000FF"/>
                </a:solidFill>
                <a:latin typeface="宋体" panose="02010600030101010101" pitchFamily="2" charset="-122"/>
              </a:rPr>
              <a:t>1</a:t>
            </a:r>
            <a:r>
              <a:rPr kumimoji="1" lang="zh-CN" altLang="en-US" sz="2400">
                <a:solidFill>
                  <a:srgbClr val="0000FF"/>
                </a:solidFill>
                <a:latin typeface="宋体" panose="02010600030101010101" pitchFamily="2" charset="-122"/>
              </a:rPr>
              <a:t>、过</a:t>
            </a:r>
            <a:r>
              <a:rPr kumimoji="1" lang="en-US" altLang="zh-CN" sz="2400" i="1">
                <a:solidFill>
                  <a:srgbClr val="0000FF"/>
                </a:solidFill>
                <a:latin typeface="Times New Roman" panose="02020603050405020304" pitchFamily="18" charset="0"/>
              </a:rPr>
              <a:t>a</a:t>
            </a:r>
            <a:r>
              <a:rPr kumimoji="1" lang="zh-CN" altLang="en-US" sz="2400">
                <a:solidFill>
                  <a:srgbClr val="0000FF"/>
                </a:solidFill>
                <a:latin typeface="宋体" panose="02010600030101010101" pitchFamily="2" charset="-122"/>
              </a:rPr>
              <a:t>任作一直线</a:t>
            </a:r>
            <a:r>
              <a:rPr kumimoji="1" lang="en-US" altLang="zh-CN" sz="2400" i="1">
                <a:solidFill>
                  <a:srgbClr val="0000FF"/>
                </a:solidFill>
                <a:latin typeface="Times New Roman" panose="02020603050405020304" pitchFamily="18" charset="0"/>
              </a:rPr>
              <a:t>aB</a:t>
            </a:r>
            <a:r>
              <a:rPr kumimoji="1" lang="en-US" altLang="zh-CN" sz="2400" baseline="-30000">
                <a:solidFill>
                  <a:srgbClr val="0000FF"/>
                </a:solidFill>
                <a:latin typeface="Times New Roman" panose="02020603050405020304" pitchFamily="18" charset="0"/>
              </a:rPr>
              <a:t>1</a:t>
            </a:r>
            <a:r>
              <a:rPr kumimoji="1" lang="zh-CN" altLang="en-US" sz="2400">
                <a:solidFill>
                  <a:srgbClr val="0000FF"/>
                </a:solidFill>
                <a:latin typeface="宋体" panose="02010600030101010101" pitchFamily="2" charset="-122"/>
              </a:rPr>
              <a:t>；</a:t>
            </a:r>
          </a:p>
        </p:txBody>
      </p:sp>
      <p:sp>
        <p:nvSpPr>
          <p:cNvPr id="27" name="Rectangle 27">
            <a:extLst>
              <a:ext uri="{FF2B5EF4-FFF2-40B4-BE49-F238E27FC236}">
                <a16:creationId xmlns:a16="http://schemas.microsoft.com/office/drawing/2014/main" id="{8BD28FED-FA5B-7F14-53BB-7066E0D735E5}"/>
              </a:ext>
            </a:extLst>
          </p:cNvPr>
          <p:cNvSpPr>
            <a:spLocks noChangeArrowheads="1"/>
          </p:cNvSpPr>
          <p:nvPr/>
        </p:nvSpPr>
        <p:spPr bwMode="auto">
          <a:xfrm>
            <a:off x="6478588" y="5237163"/>
            <a:ext cx="4117975" cy="720725"/>
          </a:xfrm>
          <a:prstGeom prst="rect">
            <a:avLst/>
          </a:prstGeom>
          <a:noFill/>
          <a:ln w="9525">
            <a:noFill/>
            <a:miter lim="800000"/>
            <a:headEnd/>
            <a:tailEnd/>
          </a:ln>
        </p:spPr>
        <p:txBody>
          <a:bodyPr>
            <a:spAutoFit/>
          </a:bodyPr>
          <a:lstStyle/>
          <a:p>
            <a:pPr eaLnBrk="1" hangingPunct="1">
              <a:lnSpc>
                <a:spcPct val="60000"/>
              </a:lnSpc>
              <a:spcBef>
                <a:spcPct val="50000"/>
              </a:spcBef>
              <a:defRPr/>
            </a:pPr>
            <a:r>
              <a:rPr kumimoji="1" lang="en-US" altLang="zh-CN" sz="2400" b="1" dirty="0">
                <a:solidFill>
                  <a:srgbClr val="0000FF"/>
                </a:solidFill>
                <a:latin typeface="宋体" pitchFamily="2" charset="-122"/>
              </a:rPr>
              <a:t>5</a:t>
            </a:r>
            <a:r>
              <a:rPr kumimoji="1" lang="zh-CN" altLang="en-US" sz="2400" b="1" dirty="0">
                <a:solidFill>
                  <a:srgbClr val="0000FF"/>
                </a:solidFill>
                <a:latin typeface="宋体" pitchFamily="2" charset="-122"/>
              </a:rPr>
              <a:t>、过</a:t>
            </a:r>
            <a:r>
              <a:rPr kumimoji="1" lang="en-US" altLang="zh-CN" sz="2400" b="1" dirty="0">
                <a:solidFill>
                  <a:srgbClr val="0000FF"/>
                </a:solidFill>
                <a:latin typeface="RomanD" pitchFamily="2" charset="0"/>
              </a:rPr>
              <a:t>c</a:t>
            </a:r>
            <a:r>
              <a:rPr kumimoji="1" lang="zh-CN" altLang="en-US" sz="2400" b="1" dirty="0">
                <a:solidFill>
                  <a:srgbClr val="0000FF"/>
                </a:solidFill>
                <a:latin typeface="宋体" pitchFamily="2" charset="-122"/>
              </a:rPr>
              <a:t>作</a:t>
            </a:r>
            <a:r>
              <a:rPr kumimoji="1" lang="en-US" altLang="zh-CN" sz="2400" b="1" dirty="0">
                <a:solidFill>
                  <a:srgbClr val="0000FF"/>
                </a:solidFill>
                <a:latin typeface="宋体" pitchFamily="2" charset="-122"/>
              </a:rPr>
              <a:t>X</a:t>
            </a:r>
            <a:r>
              <a:rPr kumimoji="1" lang="zh-CN" altLang="en-US" sz="2400" b="1" dirty="0">
                <a:solidFill>
                  <a:srgbClr val="0000FF"/>
                </a:solidFill>
                <a:latin typeface="宋体" pitchFamily="2" charset="-122"/>
              </a:rPr>
              <a:t>轴的垂线与</a:t>
            </a:r>
          </a:p>
          <a:p>
            <a:pPr eaLnBrk="1" hangingPunct="1">
              <a:lnSpc>
                <a:spcPct val="60000"/>
              </a:lnSpc>
              <a:spcBef>
                <a:spcPct val="50000"/>
              </a:spcBef>
              <a:defRPr/>
            </a:pPr>
            <a:r>
              <a:rPr kumimoji="1" lang="zh-CN" altLang="en-US" sz="2400" b="1" dirty="0">
                <a:solidFill>
                  <a:srgbClr val="0000FF"/>
                </a:solidFill>
                <a:latin typeface="宋体" pitchFamily="2" charset="-122"/>
              </a:rPr>
              <a:t>   </a:t>
            </a:r>
            <a:r>
              <a:rPr kumimoji="1" lang="en-US" altLang="zh-CN" sz="2400" b="1" i="1" dirty="0">
                <a:solidFill>
                  <a:srgbClr val="0000FF"/>
                </a:solidFill>
                <a:sym typeface="EuroRoman" pitchFamily="2" charset="2"/>
              </a:rPr>
              <a:t>a</a:t>
            </a:r>
            <a:r>
              <a:rPr kumimoji="1" lang="en-US" altLang="zh-CN" sz="2400" b="1" i="1" dirty="0"/>
              <a:t>'</a:t>
            </a:r>
            <a:r>
              <a:rPr kumimoji="1" lang="en-US" altLang="zh-CN" sz="2400" b="1" dirty="0">
                <a:effectLst>
                  <a:outerShdw blurRad="38100" dist="38100" dir="2700000" algn="tl">
                    <a:srgbClr val="C0C0C0"/>
                  </a:outerShdw>
                </a:effectLst>
              </a:rPr>
              <a:t> </a:t>
            </a:r>
            <a:r>
              <a:rPr kumimoji="1" lang="en-US" altLang="zh-CN" sz="2400" b="1" i="1" dirty="0">
                <a:solidFill>
                  <a:srgbClr val="0000FF"/>
                </a:solidFill>
                <a:sym typeface="Symbol" pitchFamily="18" charset="2"/>
              </a:rPr>
              <a:t> </a:t>
            </a:r>
            <a:r>
              <a:rPr kumimoji="1" lang="en-US" altLang="zh-CN" sz="2400" b="1" i="1" dirty="0">
                <a:solidFill>
                  <a:srgbClr val="0000FF"/>
                </a:solidFill>
              </a:rPr>
              <a:t>b</a:t>
            </a:r>
            <a:r>
              <a:rPr kumimoji="1" lang="en-US" altLang="zh-CN" sz="2400" b="1" i="1" dirty="0"/>
              <a:t>'</a:t>
            </a:r>
            <a:r>
              <a:rPr kumimoji="1" lang="en-US" altLang="zh-CN" sz="2400" b="1" dirty="0">
                <a:effectLst>
                  <a:outerShdw blurRad="38100" dist="38100" dir="2700000" algn="tl">
                    <a:srgbClr val="C0C0C0"/>
                  </a:outerShdw>
                </a:effectLst>
              </a:rPr>
              <a:t> </a:t>
            </a:r>
            <a:r>
              <a:rPr kumimoji="1" lang="en-US" altLang="zh-CN" sz="2400" b="1" i="1" dirty="0">
                <a:solidFill>
                  <a:srgbClr val="0000FF"/>
                </a:solidFill>
                <a:sym typeface="Symbol" pitchFamily="18" charset="2"/>
              </a:rPr>
              <a:t> </a:t>
            </a:r>
            <a:r>
              <a:rPr kumimoji="1" lang="zh-CN" altLang="en-US" sz="2400" b="1" dirty="0">
                <a:solidFill>
                  <a:srgbClr val="0000FF"/>
                </a:solidFill>
                <a:latin typeface="宋体" pitchFamily="2" charset="-122"/>
              </a:rPr>
              <a:t>交于</a:t>
            </a:r>
            <a:r>
              <a:rPr kumimoji="1" lang="en-US" altLang="zh-CN" sz="2400" b="1" i="1" dirty="0">
                <a:solidFill>
                  <a:srgbClr val="0000FF"/>
                </a:solidFill>
              </a:rPr>
              <a:t>c′</a:t>
            </a:r>
            <a:r>
              <a:rPr kumimoji="1" lang="zh-CN" altLang="en-US" sz="2400" b="1" dirty="0">
                <a:solidFill>
                  <a:srgbClr val="0000FF"/>
                </a:solidFill>
                <a:latin typeface="RomanD" pitchFamily="2" charset="0"/>
              </a:rPr>
              <a:t>。</a:t>
            </a:r>
          </a:p>
        </p:txBody>
      </p:sp>
      <p:sp>
        <p:nvSpPr>
          <p:cNvPr id="28" name="Rectangle 28">
            <a:extLst>
              <a:ext uri="{FF2B5EF4-FFF2-40B4-BE49-F238E27FC236}">
                <a16:creationId xmlns:a16="http://schemas.microsoft.com/office/drawing/2014/main" id="{7E95C6F9-6774-585B-8A79-0DF7EA1D1578}"/>
              </a:ext>
            </a:extLst>
          </p:cNvPr>
          <p:cNvSpPr>
            <a:spLocks noChangeArrowheads="1"/>
          </p:cNvSpPr>
          <p:nvPr/>
        </p:nvSpPr>
        <p:spPr bwMode="auto">
          <a:xfrm>
            <a:off x="6359525" y="3221038"/>
            <a:ext cx="50292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70000"/>
              </a:lnSpc>
              <a:spcBef>
                <a:spcPct val="50000"/>
              </a:spcBef>
              <a:buFontTx/>
              <a:buNone/>
            </a:pPr>
            <a:r>
              <a:rPr kumimoji="1" lang="en-US" altLang="zh-CN" sz="2400">
                <a:latin typeface="宋体" panose="02010600030101010101" pitchFamily="2" charset="-122"/>
              </a:rPr>
              <a:t>2</a:t>
            </a:r>
            <a:r>
              <a:rPr kumimoji="1" lang="zh-CN" altLang="en-US" sz="2400">
                <a:latin typeface="宋体" panose="02010600030101010101" pitchFamily="2" charset="-122"/>
              </a:rPr>
              <a:t>、在</a:t>
            </a:r>
            <a:r>
              <a:rPr kumimoji="1" lang="en-US" altLang="zh-CN" sz="2400" i="1">
                <a:latin typeface="Times New Roman" panose="02020603050405020304" pitchFamily="18" charset="0"/>
              </a:rPr>
              <a:t>aB</a:t>
            </a:r>
            <a:r>
              <a:rPr kumimoji="1" lang="en-US" altLang="zh-CN" sz="2400" baseline="-30000">
                <a:latin typeface="Times New Roman" panose="02020603050405020304" pitchFamily="18" charset="0"/>
              </a:rPr>
              <a:t>1</a:t>
            </a:r>
            <a:r>
              <a:rPr kumimoji="1" lang="zh-CN" altLang="en-US" sz="2400">
                <a:latin typeface="宋体" panose="02010600030101010101" pitchFamily="2" charset="-122"/>
              </a:rPr>
              <a:t>上取</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 </a:t>
            </a:r>
            <a:r>
              <a:rPr kumimoji="1" lang="zh-CN" altLang="en-US" sz="2400">
                <a:latin typeface="宋体" panose="02010600030101010101" pitchFamily="2" charset="-122"/>
              </a:rPr>
              <a:t>，</a:t>
            </a:r>
          </a:p>
          <a:p>
            <a:pPr eaLnBrk="1" hangingPunct="1">
              <a:lnSpc>
                <a:spcPct val="70000"/>
              </a:lnSpc>
              <a:spcBef>
                <a:spcPct val="50000"/>
              </a:spcBef>
              <a:buFontTx/>
              <a:buNone/>
            </a:pPr>
            <a:r>
              <a:rPr kumimoji="1" lang="zh-CN" altLang="en-US" sz="2400">
                <a:latin typeface="宋体" panose="02010600030101010101" pitchFamily="2" charset="-122"/>
              </a:rPr>
              <a:t>   使</a:t>
            </a:r>
            <a:r>
              <a:rPr kumimoji="1" lang="en-US" altLang="zh-CN" sz="2400" i="1">
                <a:latin typeface="Times New Roman" panose="02020603050405020304" pitchFamily="18" charset="0"/>
              </a:rPr>
              <a:t>aC</a:t>
            </a:r>
            <a:r>
              <a:rPr kumimoji="1" lang="en-US" altLang="zh-CN" sz="2400" baseline="-30000">
                <a:latin typeface="Times New Roman" panose="02020603050405020304" pitchFamily="18" charset="0"/>
              </a:rPr>
              <a:t>1</a:t>
            </a:r>
            <a:r>
              <a:rPr kumimoji="1" lang="en-US" altLang="zh-CN" sz="2400">
                <a:latin typeface="RomanD" pitchFamily="2" charset="0"/>
              </a:rPr>
              <a:t>∶</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a:t>
            </a:r>
            <a:r>
              <a:rPr kumimoji="1" lang="en-US" altLang="zh-CN" sz="2400" i="1">
                <a:latin typeface="Times New Roman" panose="02020603050405020304" pitchFamily="18" charset="0"/>
              </a:rPr>
              <a:t>B</a:t>
            </a:r>
            <a:r>
              <a:rPr kumimoji="1" lang="en-US" altLang="zh-CN" sz="2400" baseline="-30000">
                <a:latin typeface="Times New Roman" panose="02020603050405020304" pitchFamily="18" charset="0"/>
              </a:rPr>
              <a:t>1</a:t>
            </a:r>
            <a:r>
              <a:rPr kumimoji="1" lang="zh-CN" altLang="en-US" sz="2400">
                <a:latin typeface="RomanD" pitchFamily="2" charset="0"/>
              </a:rPr>
              <a:t>＝</a:t>
            </a:r>
            <a:r>
              <a:rPr kumimoji="1" lang="en-US" altLang="zh-CN" sz="2400" i="1">
                <a:latin typeface="Times New Roman" panose="02020603050405020304" pitchFamily="18" charset="0"/>
              </a:rPr>
              <a:t>1</a:t>
            </a:r>
            <a:r>
              <a:rPr kumimoji="1" lang="en-US" altLang="zh-CN" sz="2400">
                <a:latin typeface="RomanD" pitchFamily="2" charset="0"/>
              </a:rPr>
              <a:t>∶</a:t>
            </a:r>
            <a:r>
              <a:rPr kumimoji="1" lang="en-US" altLang="zh-CN" sz="2400" i="1">
                <a:latin typeface="Times New Roman" panose="02020603050405020304" pitchFamily="18" charset="0"/>
              </a:rPr>
              <a:t>2 </a:t>
            </a:r>
            <a:r>
              <a:rPr kumimoji="1" lang="zh-CN" altLang="en-US" sz="2400">
                <a:latin typeface="宋体" panose="02010600030101010101" pitchFamily="2" charset="-122"/>
              </a:rPr>
              <a:t>；</a:t>
            </a:r>
          </a:p>
        </p:txBody>
      </p:sp>
      <p:sp>
        <p:nvSpPr>
          <p:cNvPr id="29" name="Rectangle 29">
            <a:extLst>
              <a:ext uri="{FF2B5EF4-FFF2-40B4-BE49-F238E27FC236}">
                <a16:creationId xmlns:a16="http://schemas.microsoft.com/office/drawing/2014/main" id="{70F48372-D84F-4662-902C-A5F5ACF48BFB}"/>
              </a:ext>
            </a:extLst>
          </p:cNvPr>
          <p:cNvSpPr>
            <a:spLocks noChangeArrowheads="1"/>
          </p:cNvSpPr>
          <p:nvPr/>
        </p:nvSpPr>
        <p:spPr bwMode="auto">
          <a:xfrm>
            <a:off x="6419850" y="3941763"/>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en-US" altLang="zh-CN" sz="2400">
                <a:solidFill>
                  <a:srgbClr val="0000FF"/>
                </a:solidFill>
                <a:latin typeface="宋体" panose="02010600030101010101" pitchFamily="2" charset="-122"/>
              </a:rPr>
              <a:t>3</a:t>
            </a:r>
            <a:r>
              <a:rPr kumimoji="1" lang="zh-CN" altLang="en-US" sz="2400">
                <a:solidFill>
                  <a:srgbClr val="0000FF"/>
                </a:solidFill>
                <a:latin typeface="宋体" panose="02010600030101010101" pitchFamily="2" charset="-122"/>
              </a:rPr>
              <a:t>、连接</a:t>
            </a:r>
            <a:r>
              <a:rPr kumimoji="1" lang="en-US" altLang="zh-CN" sz="2400" i="1">
                <a:solidFill>
                  <a:srgbClr val="0000FF"/>
                </a:solidFill>
                <a:latin typeface="Times New Roman" panose="02020603050405020304" pitchFamily="18" charset="0"/>
              </a:rPr>
              <a:t>B</a:t>
            </a:r>
            <a:r>
              <a:rPr kumimoji="1" lang="en-US" altLang="zh-CN" sz="2400" baseline="-30000">
                <a:solidFill>
                  <a:srgbClr val="0000FF"/>
                </a:solidFill>
                <a:latin typeface="Times New Roman" panose="02020603050405020304" pitchFamily="18" charset="0"/>
              </a:rPr>
              <a:t>1</a:t>
            </a:r>
            <a:r>
              <a:rPr kumimoji="1" lang="zh-CN" altLang="en-US" sz="2400">
                <a:solidFill>
                  <a:srgbClr val="0000FF"/>
                </a:solidFill>
                <a:latin typeface="宋体" panose="02010600030101010101" pitchFamily="2" charset="-122"/>
              </a:rPr>
              <a:t>、</a:t>
            </a:r>
            <a:r>
              <a:rPr kumimoji="1" lang="en-US" altLang="zh-CN" sz="2400" i="1">
                <a:solidFill>
                  <a:srgbClr val="0000FF"/>
                </a:solidFill>
                <a:latin typeface="Times New Roman" panose="02020603050405020304" pitchFamily="18" charset="0"/>
              </a:rPr>
              <a:t>b</a:t>
            </a:r>
            <a:r>
              <a:rPr kumimoji="1" lang="zh-CN" altLang="en-US" sz="2400">
                <a:solidFill>
                  <a:srgbClr val="0000FF"/>
                </a:solidFill>
                <a:latin typeface="宋体" panose="02010600030101010101" pitchFamily="2" charset="-122"/>
              </a:rPr>
              <a:t>；</a:t>
            </a:r>
          </a:p>
        </p:txBody>
      </p:sp>
      <p:sp>
        <p:nvSpPr>
          <p:cNvPr id="30" name="Rectangle 30">
            <a:extLst>
              <a:ext uri="{FF2B5EF4-FFF2-40B4-BE49-F238E27FC236}">
                <a16:creationId xmlns:a16="http://schemas.microsoft.com/office/drawing/2014/main" id="{EC4FFA59-EA90-11ED-3457-31F569ABEA0F}"/>
              </a:ext>
            </a:extLst>
          </p:cNvPr>
          <p:cNvSpPr>
            <a:spLocks noChangeArrowheads="1"/>
          </p:cNvSpPr>
          <p:nvPr/>
        </p:nvSpPr>
        <p:spPr bwMode="auto">
          <a:xfrm>
            <a:off x="6419850" y="4445000"/>
            <a:ext cx="3887788"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70000"/>
              </a:lnSpc>
              <a:spcBef>
                <a:spcPct val="50000"/>
              </a:spcBef>
              <a:buFontTx/>
              <a:buNone/>
            </a:pPr>
            <a:r>
              <a:rPr kumimoji="1" lang="en-US" altLang="zh-CN" sz="2400">
                <a:latin typeface="宋体" panose="02010600030101010101" pitchFamily="2" charset="-122"/>
              </a:rPr>
              <a:t>4</a:t>
            </a:r>
            <a:r>
              <a:rPr kumimoji="1" lang="zh-CN" altLang="en-US" sz="2400">
                <a:latin typeface="宋体" panose="02010600030101010101" pitchFamily="2" charset="-122"/>
              </a:rPr>
              <a:t>、过</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a:t>
            </a:r>
            <a:r>
              <a:rPr kumimoji="1" lang="zh-CN" altLang="en-US" sz="2400">
                <a:latin typeface="宋体" panose="02010600030101010101" pitchFamily="2" charset="-122"/>
              </a:rPr>
              <a:t>作</a:t>
            </a:r>
            <a:r>
              <a:rPr kumimoji="1" lang="en-US" altLang="zh-CN" sz="2400" i="1">
                <a:latin typeface="Times New Roman" panose="02020603050405020304" pitchFamily="18" charset="0"/>
              </a:rPr>
              <a:t>C</a:t>
            </a:r>
            <a:r>
              <a:rPr kumimoji="1" lang="en-US" altLang="zh-CN" sz="2400" baseline="-30000">
                <a:latin typeface="Times New Roman" panose="02020603050405020304" pitchFamily="18" charset="0"/>
              </a:rPr>
              <a:t>1</a:t>
            </a:r>
            <a:r>
              <a:rPr kumimoji="1" lang="en-US" altLang="zh-CN" sz="2400" i="1">
                <a:latin typeface="Times New Roman" panose="02020603050405020304" pitchFamily="18" charset="0"/>
              </a:rPr>
              <a:t>c∥B</a:t>
            </a:r>
            <a:r>
              <a:rPr kumimoji="1" lang="en-US" altLang="zh-CN" sz="2400" baseline="-30000">
                <a:latin typeface="Times New Roman" panose="02020603050405020304" pitchFamily="18" charset="0"/>
              </a:rPr>
              <a:t>1</a:t>
            </a:r>
            <a:r>
              <a:rPr kumimoji="1" lang="en-US" altLang="zh-CN" sz="2400" i="1">
                <a:latin typeface="Times New Roman" panose="02020603050405020304" pitchFamily="18" charset="0"/>
              </a:rPr>
              <a:t>b</a:t>
            </a:r>
            <a:r>
              <a:rPr kumimoji="1" lang="zh-CN" altLang="en-US" sz="2400">
                <a:latin typeface="宋体" panose="02010600030101010101" pitchFamily="2" charset="-122"/>
              </a:rPr>
              <a:t>，与</a:t>
            </a:r>
          </a:p>
          <a:p>
            <a:pPr eaLnBrk="1" hangingPunct="1">
              <a:lnSpc>
                <a:spcPct val="70000"/>
              </a:lnSpc>
              <a:spcBef>
                <a:spcPct val="50000"/>
              </a:spcBef>
              <a:buFontTx/>
              <a:buNone/>
            </a:pPr>
            <a:r>
              <a:rPr kumimoji="1" lang="zh-CN" altLang="en-US" sz="2400">
                <a:latin typeface="宋体" panose="02010600030101010101" pitchFamily="2" charset="-122"/>
              </a:rPr>
              <a:t>   </a:t>
            </a:r>
            <a:r>
              <a:rPr kumimoji="1" lang="en-US" altLang="zh-CN" sz="2400" i="1">
                <a:latin typeface="Times New Roman" panose="02020603050405020304" pitchFamily="18" charset="0"/>
              </a:rPr>
              <a:t>ab </a:t>
            </a:r>
            <a:r>
              <a:rPr kumimoji="1" lang="zh-CN" altLang="en-US" sz="2400">
                <a:latin typeface="宋体" panose="02010600030101010101" pitchFamily="2" charset="-122"/>
              </a:rPr>
              <a:t>交于</a:t>
            </a:r>
            <a:r>
              <a:rPr kumimoji="1" lang="en-US" altLang="zh-CN" sz="2400" i="1">
                <a:latin typeface="Times New Roman" panose="02020603050405020304" pitchFamily="18" charset="0"/>
              </a:rPr>
              <a:t>c</a:t>
            </a:r>
            <a:r>
              <a:rPr kumimoji="1" lang="zh-CN" altLang="en-US" sz="2400">
                <a:latin typeface="宋体" panose="02010600030101010101" pitchFamily="2" charset="-122"/>
              </a:rPr>
              <a:t>；</a:t>
            </a:r>
          </a:p>
        </p:txBody>
      </p:sp>
      <p:sp>
        <p:nvSpPr>
          <p:cNvPr id="31" name="Rectangle 31">
            <a:extLst>
              <a:ext uri="{FF2B5EF4-FFF2-40B4-BE49-F238E27FC236}">
                <a16:creationId xmlns:a16="http://schemas.microsoft.com/office/drawing/2014/main" id="{97A92478-DF51-6CEB-FD49-723B5D451125}"/>
              </a:ext>
            </a:extLst>
          </p:cNvPr>
          <p:cNvSpPr>
            <a:spLocks noChangeArrowheads="1"/>
          </p:cNvSpPr>
          <p:nvPr/>
        </p:nvSpPr>
        <p:spPr bwMode="auto">
          <a:xfrm>
            <a:off x="6192838" y="5886450"/>
            <a:ext cx="5122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zh-CN" altLang="en-US" sz="2400" u="sng">
                <a:solidFill>
                  <a:srgbClr val="FF0000"/>
                </a:solidFill>
                <a:latin typeface="宋体" panose="02010600030101010101" pitchFamily="2" charset="-122"/>
              </a:rPr>
              <a:t>则</a:t>
            </a:r>
            <a:r>
              <a:rPr kumimoji="1" lang="en-US" altLang="zh-CN" sz="2400" i="1" u="sng">
                <a:solidFill>
                  <a:srgbClr val="FF0000"/>
                </a:solidFill>
                <a:latin typeface="Times New Roman" panose="02020603050405020304" pitchFamily="18" charset="0"/>
              </a:rPr>
              <a:t>c</a:t>
            </a:r>
            <a:r>
              <a:rPr kumimoji="1" lang="zh-CN" altLang="en-US" sz="2400" u="sng">
                <a:solidFill>
                  <a:srgbClr val="FF0000"/>
                </a:solidFill>
                <a:latin typeface="RomanD" pitchFamily="2" charset="0"/>
              </a:rPr>
              <a:t>、</a:t>
            </a:r>
            <a:r>
              <a:rPr kumimoji="1" lang="en-US" altLang="zh-CN" sz="2400" i="1" u="sng">
                <a:solidFill>
                  <a:srgbClr val="FF0000"/>
                </a:solidFill>
                <a:latin typeface="Times New Roman" panose="02020603050405020304" pitchFamily="18" charset="0"/>
              </a:rPr>
              <a:t>c′</a:t>
            </a:r>
            <a:r>
              <a:rPr kumimoji="1" lang="zh-CN" altLang="en-US" sz="2400" u="sng">
                <a:solidFill>
                  <a:srgbClr val="FF0000"/>
                </a:solidFill>
                <a:latin typeface="宋体" panose="02010600030101010101" pitchFamily="2" charset="-122"/>
              </a:rPr>
              <a:t>即所求分点</a:t>
            </a:r>
            <a:r>
              <a:rPr kumimoji="1" lang="en-US" altLang="zh-CN" sz="2400" i="1" u="sng">
                <a:solidFill>
                  <a:srgbClr val="FF0000"/>
                </a:solidFill>
                <a:latin typeface="Times New Roman" panose="02020603050405020304" pitchFamily="18" charset="0"/>
              </a:rPr>
              <a:t>C</a:t>
            </a:r>
            <a:r>
              <a:rPr kumimoji="1" lang="zh-CN" altLang="en-US" sz="2400" u="sng">
                <a:solidFill>
                  <a:srgbClr val="FF0000"/>
                </a:solidFill>
                <a:latin typeface="宋体" panose="02010600030101010101" pitchFamily="2" charset="-122"/>
              </a:rPr>
              <a:t>的投影。 </a:t>
            </a:r>
          </a:p>
        </p:txBody>
      </p:sp>
    </p:spTree>
    <p:extLst>
      <p:ext uri="{BB962C8B-B14F-4D97-AF65-F5344CB8AC3E}">
        <p14:creationId xmlns:p14="http://schemas.microsoft.com/office/powerpoint/2010/main" val="20362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wipe(left)">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wipe(left)">
                                      <p:cBhvr>
                                        <p:cTn id="17" dur="500"/>
                                        <p:tgtEl>
                                          <p:spTgt spid="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
                                            <p:txEl>
                                              <p:pRg st="0" end="0"/>
                                            </p:txEl>
                                          </p:spTgt>
                                        </p:tgtEl>
                                        <p:attrNameLst>
                                          <p:attrName>style.visibility</p:attrName>
                                        </p:attrNameLst>
                                      </p:cBhvr>
                                      <p:to>
                                        <p:strVal val="visible"/>
                                      </p:to>
                                    </p:set>
                                    <p:animEffect transition="in" filter="wipe(left)">
                                      <p:cBhvr>
                                        <p:cTn id="22" dur="500"/>
                                        <p:tgtEl>
                                          <p:spTgt spid="2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xEl>
                                              <p:pRg st="1" end="1"/>
                                            </p:txEl>
                                          </p:spTgt>
                                        </p:tgtEl>
                                        <p:attrNameLst>
                                          <p:attrName>style.visibility</p:attrName>
                                        </p:attrNameLst>
                                      </p:cBhvr>
                                      <p:to>
                                        <p:strVal val="visible"/>
                                      </p:to>
                                    </p:set>
                                    <p:animEffect transition="in" filter="wipe(left)">
                                      <p:cBhvr>
                                        <p:cTn id="27" dur="500"/>
                                        <p:tgtEl>
                                          <p:spTgt spid="2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4">
                                            <p:txEl>
                                              <p:pRg st="0" end="0"/>
                                            </p:txEl>
                                          </p:spTgt>
                                        </p:tgtEl>
                                        <p:attrNameLst>
                                          <p:attrName>style.visibility</p:attrName>
                                        </p:attrNameLst>
                                      </p:cBhvr>
                                      <p:to>
                                        <p:strVal val="visible"/>
                                      </p:to>
                                    </p:set>
                                    <p:animEffect transition="in" filter="box(out)">
                                      <p:cBhvr>
                                        <p:cTn id="42" dur="500"/>
                                        <p:tgtEl>
                                          <p:spTgt spid="2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animEffect transition="in" filter="wipe(left)">
                                      <p:cBhvr>
                                        <p:cTn id="47" dur="500"/>
                                        <p:tgtEl>
                                          <p:spTgt spid="2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
                                            <p:txEl>
                                              <p:pRg st="1" end="1"/>
                                            </p:txEl>
                                          </p:spTgt>
                                        </p:tgtEl>
                                        <p:attrNameLst>
                                          <p:attrName>style.visibility</p:attrName>
                                        </p:attrNameLst>
                                      </p:cBhvr>
                                      <p:to>
                                        <p:strVal val="visible"/>
                                      </p:to>
                                    </p:set>
                                    <p:animEffect transition="in" filter="wipe(left)">
                                      <p:cBhvr>
                                        <p:cTn id="52" dur="500"/>
                                        <p:tgtEl>
                                          <p:spTgt spid="28">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23">
                                            <p:txEl>
                                              <p:pRg st="0" end="0"/>
                                            </p:txEl>
                                          </p:spTgt>
                                        </p:tgtEl>
                                        <p:attrNameLst>
                                          <p:attrName>style.visibility</p:attrName>
                                        </p:attrNameLst>
                                      </p:cBhvr>
                                      <p:to>
                                        <p:strVal val="visible"/>
                                      </p:to>
                                    </p:set>
                                    <p:animEffect transition="in" filter="box(out)">
                                      <p:cBhvr>
                                        <p:cTn id="67" dur="500"/>
                                        <p:tgtEl>
                                          <p:spTgt spid="23">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9">
                                            <p:txEl>
                                              <p:pRg st="0" end="0"/>
                                            </p:txEl>
                                          </p:spTgt>
                                        </p:tgtEl>
                                        <p:attrNameLst>
                                          <p:attrName>style.visibility</p:attrName>
                                        </p:attrNameLst>
                                      </p:cBhvr>
                                      <p:to>
                                        <p:strVal val="visible"/>
                                      </p:to>
                                    </p:set>
                                    <p:animEffect transition="in" filter="wipe(left)">
                                      <p:cBhvr>
                                        <p:cTn id="72" dur="500"/>
                                        <p:tgtEl>
                                          <p:spTgt spid="29">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down)">
                                      <p:cBhvr>
                                        <p:cTn id="77" dur="50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0">
                                            <p:txEl>
                                              <p:pRg st="0" end="0"/>
                                            </p:txEl>
                                          </p:spTgt>
                                        </p:tgtEl>
                                        <p:attrNameLst>
                                          <p:attrName>style.visibility</p:attrName>
                                        </p:attrNameLst>
                                      </p:cBhvr>
                                      <p:to>
                                        <p:strVal val="visible"/>
                                      </p:to>
                                    </p:set>
                                    <p:animEffect transition="in" filter="wipe(left)">
                                      <p:cBhvr>
                                        <p:cTn id="82" dur="500"/>
                                        <p:tgtEl>
                                          <p:spTgt spid="30">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0">
                                            <p:txEl>
                                              <p:pRg st="1" end="1"/>
                                            </p:txEl>
                                          </p:spTgt>
                                        </p:tgtEl>
                                        <p:attrNameLst>
                                          <p:attrName>style.visibility</p:attrName>
                                        </p:attrNameLst>
                                      </p:cBhvr>
                                      <p:to>
                                        <p:strVal val="visible"/>
                                      </p:to>
                                    </p:set>
                                    <p:animEffect transition="in" filter="wipe(left)">
                                      <p:cBhvr>
                                        <p:cTn id="87" dur="500"/>
                                        <p:tgtEl>
                                          <p:spTgt spid="30">
                                            <p:txEl>
                                              <p:pRg st="1" end="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wipe(down)">
                                      <p:cBhvr>
                                        <p:cTn id="92" dur="500"/>
                                        <p:tgtEl>
                                          <p:spTgt spid="2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2">
                                            <p:txEl>
                                              <p:pRg st="0" end="0"/>
                                            </p:txEl>
                                          </p:spTgt>
                                        </p:tgtEl>
                                        <p:attrNameLst>
                                          <p:attrName>style.visibility</p:attrName>
                                        </p:attrNameLst>
                                      </p:cBhvr>
                                      <p:to>
                                        <p:strVal val="visible"/>
                                      </p:to>
                                    </p:set>
                                    <p:animEffect transition="in" filter="wipe(left)">
                                      <p:cBhvr>
                                        <p:cTn id="97" dur="500"/>
                                        <p:tgtEl>
                                          <p:spTgt spid="12">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7">
                                            <p:txEl>
                                              <p:pRg st="0" end="0"/>
                                            </p:txEl>
                                          </p:spTgt>
                                        </p:tgtEl>
                                        <p:attrNameLst>
                                          <p:attrName>style.visibility</p:attrName>
                                        </p:attrNameLst>
                                      </p:cBhvr>
                                      <p:to>
                                        <p:strVal val="visible"/>
                                      </p:to>
                                    </p:set>
                                    <p:animEffect transition="in" filter="wipe(left)">
                                      <p:cBhvr>
                                        <p:cTn id="102" dur="500"/>
                                        <p:tgtEl>
                                          <p:spTgt spid="27">
                                            <p:txEl>
                                              <p:pRg st="0" end="0"/>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7">
                                            <p:txEl>
                                              <p:pRg st="1" end="1"/>
                                            </p:txEl>
                                          </p:spTgt>
                                        </p:tgtEl>
                                        <p:attrNameLst>
                                          <p:attrName>style.visibility</p:attrName>
                                        </p:attrNameLst>
                                      </p:cBhvr>
                                      <p:to>
                                        <p:strVal val="visible"/>
                                      </p:to>
                                    </p:set>
                                    <p:animEffect transition="in" filter="wipe(left)">
                                      <p:cBhvr>
                                        <p:cTn id="107" dur="500"/>
                                        <p:tgtEl>
                                          <p:spTgt spid="27">
                                            <p:txEl>
                                              <p:pRg st="1" end="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5"/>
                                        </p:tgtEl>
                                        <p:attrNameLst>
                                          <p:attrName>style.visibility</p:attrName>
                                        </p:attrNameLst>
                                      </p:cBhvr>
                                      <p:to>
                                        <p:strVal val="visible"/>
                                      </p:to>
                                    </p:set>
                                    <p:animEffect transition="in" filter="wipe(left)">
                                      <p:cBhvr>
                                        <p:cTn id="112" dur="500"/>
                                        <p:tgtEl>
                                          <p:spTgt spid="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5">
                                            <p:txEl>
                                              <p:pRg st="0" end="0"/>
                                            </p:txEl>
                                          </p:spTgt>
                                        </p:tgtEl>
                                        <p:attrNameLst>
                                          <p:attrName>style.visibility</p:attrName>
                                        </p:attrNameLst>
                                      </p:cBhvr>
                                      <p:to>
                                        <p:strVal val="visible"/>
                                      </p:to>
                                    </p:set>
                                    <p:animEffect transition="in" filter="wipe(left)">
                                      <p:cBhvr>
                                        <p:cTn id="117" dur="500"/>
                                        <p:tgtEl>
                                          <p:spTgt spid="15">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blinds(horizontal)">
                                      <p:cBhvr>
                                        <p:cTn id="1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5" grpId="0" build="p" autoUpdateAnimBg="0"/>
      <p:bldP spid="23" grpId="0" build="p" autoUpdateAnimBg="0"/>
      <p:bldP spid="24" grpId="0" build="p" autoUpdateAnimBg="0"/>
      <p:bldP spid="25" grpId="0" build="p" autoUpdateAnimBg="0"/>
      <p:bldP spid="26" grpId="0" build="p" autoUpdateAnimBg="0"/>
      <p:bldP spid="27" grpId="0" build="p" autoUpdateAnimBg="0"/>
      <p:bldP spid="28" grpId="0" build="p" autoUpdateAnimBg="0"/>
      <p:bldP spid="29" grpId="0" build="p" autoUpdateAnimBg="0"/>
      <p:bldP spid="30" grpId="0" build="p" autoUpdateAnimBg="0"/>
      <p:bldP spid="3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2">
            <a:extLst>
              <a:ext uri="{FF2B5EF4-FFF2-40B4-BE49-F238E27FC236}">
                <a16:creationId xmlns:a16="http://schemas.microsoft.com/office/drawing/2014/main" id="{C93787F5-87D3-E925-2E93-3F0CB2C07308}"/>
              </a:ext>
            </a:extLst>
          </p:cNvPr>
          <p:cNvGrpSpPr>
            <a:grpSpLocks/>
          </p:cNvGrpSpPr>
          <p:nvPr/>
        </p:nvGrpSpPr>
        <p:grpSpPr bwMode="auto">
          <a:xfrm>
            <a:off x="2754313" y="2701925"/>
            <a:ext cx="3621087" cy="3581400"/>
            <a:chOff x="433" y="1567"/>
            <a:chExt cx="2281" cy="2256"/>
          </a:xfrm>
        </p:grpSpPr>
        <p:sp>
          <p:nvSpPr>
            <p:cNvPr id="48" name="Line 3">
              <a:extLst>
                <a:ext uri="{FF2B5EF4-FFF2-40B4-BE49-F238E27FC236}">
                  <a16:creationId xmlns:a16="http://schemas.microsoft.com/office/drawing/2014/main" id="{2E1C050E-2CA6-4807-605F-9AD349BB93EF}"/>
                </a:ext>
              </a:extLst>
            </p:cNvPr>
            <p:cNvSpPr>
              <a:spLocks noChangeShapeType="1"/>
            </p:cNvSpPr>
            <p:nvPr/>
          </p:nvSpPr>
          <p:spPr bwMode="auto">
            <a:xfrm>
              <a:off x="714" y="2760"/>
              <a:ext cx="1843" cy="0"/>
            </a:xfrm>
            <a:prstGeom prst="line">
              <a:avLst/>
            </a:prstGeom>
            <a:noFill/>
            <a:ln w="127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9" name="Rectangle 4">
              <a:extLst>
                <a:ext uri="{FF2B5EF4-FFF2-40B4-BE49-F238E27FC236}">
                  <a16:creationId xmlns:a16="http://schemas.microsoft.com/office/drawing/2014/main" id="{25599D9D-4248-8AD7-81B8-AF3DC57FF9BF}"/>
                </a:ext>
              </a:extLst>
            </p:cNvPr>
            <p:cNvSpPr>
              <a:spLocks noChangeArrowheads="1"/>
            </p:cNvSpPr>
            <p:nvPr/>
          </p:nvSpPr>
          <p:spPr bwMode="auto">
            <a:xfrm>
              <a:off x="433" y="2588"/>
              <a:ext cx="244"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X</a:t>
              </a:r>
            </a:p>
          </p:txBody>
        </p:sp>
        <p:sp>
          <p:nvSpPr>
            <p:cNvPr id="50" name="Line 5">
              <a:extLst>
                <a:ext uri="{FF2B5EF4-FFF2-40B4-BE49-F238E27FC236}">
                  <a16:creationId xmlns:a16="http://schemas.microsoft.com/office/drawing/2014/main" id="{61DF790E-968D-84A1-6542-D80703542C1F}"/>
                </a:ext>
              </a:extLst>
            </p:cNvPr>
            <p:cNvSpPr>
              <a:spLocks noChangeShapeType="1"/>
            </p:cNvSpPr>
            <p:nvPr/>
          </p:nvSpPr>
          <p:spPr bwMode="auto">
            <a:xfrm>
              <a:off x="1584" y="1839"/>
              <a:ext cx="0" cy="1816"/>
            </a:xfrm>
            <a:prstGeom prst="line">
              <a:avLst/>
            </a:prstGeom>
            <a:noFill/>
            <a:ln w="127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1" name="Rectangle 6">
              <a:extLst>
                <a:ext uri="{FF2B5EF4-FFF2-40B4-BE49-F238E27FC236}">
                  <a16:creationId xmlns:a16="http://schemas.microsoft.com/office/drawing/2014/main" id="{6C38143A-2246-BFDF-827C-3E88A23E2156}"/>
                </a:ext>
              </a:extLst>
            </p:cNvPr>
            <p:cNvSpPr>
              <a:spLocks noChangeArrowheads="1"/>
            </p:cNvSpPr>
            <p:nvPr/>
          </p:nvSpPr>
          <p:spPr bwMode="auto">
            <a:xfrm>
              <a:off x="1393" y="1567"/>
              <a:ext cx="233"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Z</a:t>
              </a:r>
            </a:p>
          </p:txBody>
        </p:sp>
        <p:sp>
          <p:nvSpPr>
            <p:cNvPr id="52" name="Rectangle 7">
              <a:extLst>
                <a:ext uri="{FF2B5EF4-FFF2-40B4-BE49-F238E27FC236}">
                  <a16:creationId xmlns:a16="http://schemas.microsoft.com/office/drawing/2014/main" id="{1EE14CB2-1C59-2D78-9BDD-7EE7E78712A0}"/>
                </a:ext>
              </a:extLst>
            </p:cNvPr>
            <p:cNvSpPr>
              <a:spLocks noChangeArrowheads="1"/>
            </p:cNvSpPr>
            <p:nvPr/>
          </p:nvSpPr>
          <p:spPr bwMode="auto">
            <a:xfrm>
              <a:off x="1345" y="2540"/>
              <a:ext cx="212" cy="288"/>
            </a:xfrm>
            <a:prstGeom prst="rect">
              <a:avLst/>
            </a:prstGeom>
            <a:noFill/>
            <a:ln w="9525">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o</a:t>
              </a:r>
            </a:p>
          </p:txBody>
        </p:sp>
        <p:sp>
          <p:nvSpPr>
            <p:cNvPr id="53" name="Rectangle 8">
              <a:extLst>
                <a:ext uri="{FF2B5EF4-FFF2-40B4-BE49-F238E27FC236}">
                  <a16:creationId xmlns:a16="http://schemas.microsoft.com/office/drawing/2014/main" id="{97A90914-AAAE-BC77-E246-3AE1D3B81FCF}"/>
                </a:ext>
              </a:extLst>
            </p:cNvPr>
            <p:cNvSpPr>
              <a:spLocks noChangeArrowheads="1"/>
            </p:cNvSpPr>
            <p:nvPr/>
          </p:nvSpPr>
          <p:spPr bwMode="auto">
            <a:xfrm>
              <a:off x="1537" y="3535"/>
              <a:ext cx="333" cy="288"/>
            </a:xfrm>
            <a:prstGeom prst="rect">
              <a:avLst/>
            </a:prstGeom>
            <a:noFill/>
            <a:ln w="9525">
              <a:noFill/>
              <a:miter lim="800000"/>
              <a:headEnd/>
              <a:tailEnd/>
            </a:ln>
            <a:effec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Y</a:t>
              </a:r>
              <a:r>
                <a:rPr kumimoji="1" lang="en-US" altLang="zh-CN" sz="16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H</a:t>
              </a:r>
            </a:p>
          </p:txBody>
        </p:sp>
        <p:sp>
          <p:nvSpPr>
            <p:cNvPr id="54" name="Rectangle 9">
              <a:extLst>
                <a:ext uri="{FF2B5EF4-FFF2-40B4-BE49-F238E27FC236}">
                  <a16:creationId xmlns:a16="http://schemas.microsoft.com/office/drawing/2014/main" id="{A085B1FE-D6E6-F12E-1A68-CB96CF5466DB}"/>
                </a:ext>
              </a:extLst>
            </p:cNvPr>
            <p:cNvSpPr>
              <a:spLocks noChangeArrowheads="1"/>
            </p:cNvSpPr>
            <p:nvPr/>
          </p:nvSpPr>
          <p:spPr bwMode="auto">
            <a:xfrm>
              <a:off x="2353" y="2492"/>
              <a:ext cx="361" cy="288"/>
            </a:xfrm>
            <a:prstGeom prst="rect">
              <a:avLst/>
            </a:prstGeom>
            <a:noFill/>
            <a:ln w="9525">
              <a:noFill/>
              <a:miter lim="800000"/>
              <a:headEnd/>
              <a:tailEnd/>
            </a:ln>
            <a:effec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Y</a:t>
              </a:r>
              <a:r>
                <a:rPr kumimoji="1" lang="en-US" altLang="zh-CN" sz="1600" b="1" i="0" u="none" strike="noStrike" kern="0" cap="none" spc="0" normalizeH="0" baseline="0" noProof="0">
                  <a:ln>
                    <a:noFill/>
                  </a:ln>
                  <a:solidFill>
                    <a:srgbClr val="000000"/>
                  </a:solidFill>
                  <a:effectLst>
                    <a:outerShdw blurRad="38100" dist="38100" dir="2700000" algn="tl">
                      <a:srgbClr val="C0C0C0"/>
                    </a:outerShdw>
                  </a:effectLst>
                  <a:uLnTx/>
                  <a:uFillTx/>
                  <a:latin typeface="Times New Roman" panose="02020603050405020304" pitchFamily="18" charset="0"/>
                  <a:ea typeface="楷体_GB2312" pitchFamily="49" charset="-122"/>
                </a:rPr>
                <a:t>W</a:t>
              </a:r>
            </a:p>
          </p:txBody>
        </p:sp>
      </p:grpSp>
      <p:sp>
        <p:nvSpPr>
          <p:cNvPr id="55" name="Freeform 10">
            <a:extLst>
              <a:ext uri="{FF2B5EF4-FFF2-40B4-BE49-F238E27FC236}">
                <a16:creationId xmlns:a16="http://schemas.microsoft.com/office/drawing/2014/main" id="{C1DB81F3-1B81-60B6-811F-1E14C4AF94EA}"/>
              </a:ext>
            </a:extLst>
          </p:cNvPr>
          <p:cNvSpPr>
            <a:spLocks/>
          </p:cNvSpPr>
          <p:nvPr/>
        </p:nvSpPr>
        <p:spPr bwMode="auto">
          <a:xfrm>
            <a:off x="4021138" y="5140325"/>
            <a:ext cx="1120775" cy="1588"/>
          </a:xfrm>
          <a:custGeom>
            <a:avLst/>
            <a:gdLst>
              <a:gd name="T0" fmla="*/ 0 w 706"/>
              <a:gd name="T1" fmla="*/ 0 h 1"/>
              <a:gd name="T2" fmla="*/ 2147483646 w 706"/>
              <a:gd name="T3" fmla="*/ 0 h 1"/>
              <a:gd name="T4" fmla="*/ 0 60000 65536"/>
              <a:gd name="T5" fmla="*/ 0 60000 65536"/>
              <a:gd name="T6" fmla="*/ 0 w 706"/>
              <a:gd name="T7" fmla="*/ 0 h 1"/>
              <a:gd name="T8" fmla="*/ 706 w 706"/>
              <a:gd name="T9" fmla="*/ 1 h 1"/>
            </a:gdLst>
            <a:ahLst/>
            <a:cxnLst>
              <a:cxn ang="T4">
                <a:pos x="T0" y="T1"/>
              </a:cxn>
              <a:cxn ang="T5">
                <a:pos x="T2" y="T3"/>
              </a:cxn>
            </a:cxnLst>
            <a:rect l="T6" t="T7" r="T8" b="T9"/>
            <a:pathLst>
              <a:path w="706" h="1">
                <a:moveTo>
                  <a:pt x="0" y="0"/>
                </a:moveTo>
                <a:lnTo>
                  <a:pt x="706"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Freeform 11">
            <a:extLst>
              <a:ext uri="{FF2B5EF4-FFF2-40B4-BE49-F238E27FC236}">
                <a16:creationId xmlns:a16="http://schemas.microsoft.com/office/drawing/2014/main" id="{6521BAEA-D15F-20CE-BE97-8742EE21FDD6}"/>
              </a:ext>
            </a:extLst>
          </p:cNvPr>
          <p:cNvSpPr>
            <a:spLocks/>
          </p:cNvSpPr>
          <p:nvPr/>
        </p:nvSpPr>
        <p:spPr bwMode="auto">
          <a:xfrm>
            <a:off x="4022725" y="5808663"/>
            <a:ext cx="1771650" cy="1587"/>
          </a:xfrm>
          <a:custGeom>
            <a:avLst/>
            <a:gdLst>
              <a:gd name="T0" fmla="*/ 0 w 1116"/>
              <a:gd name="T1" fmla="*/ 0 h 1"/>
              <a:gd name="T2" fmla="*/ 2147483646 w 1116"/>
              <a:gd name="T3" fmla="*/ 0 h 1"/>
              <a:gd name="T4" fmla="*/ 0 60000 65536"/>
              <a:gd name="T5" fmla="*/ 0 60000 65536"/>
              <a:gd name="T6" fmla="*/ 0 w 1116"/>
              <a:gd name="T7" fmla="*/ 0 h 1"/>
              <a:gd name="T8" fmla="*/ 1116 w 1116"/>
              <a:gd name="T9" fmla="*/ 1 h 1"/>
            </a:gdLst>
            <a:ahLst/>
            <a:cxnLst>
              <a:cxn ang="T4">
                <a:pos x="T0" y="T1"/>
              </a:cxn>
              <a:cxn ang="T5">
                <a:pos x="T2" y="T3"/>
              </a:cxn>
            </a:cxnLst>
            <a:rect l="T6" t="T7" r="T8" b="T9"/>
            <a:pathLst>
              <a:path w="1116" h="1">
                <a:moveTo>
                  <a:pt x="0" y="0"/>
                </a:moveTo>
                <a:lnTo>
                  <a:pt x="1116"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Freeform 12">
            <a:extLst>
              <a:ext uri="{FF2B5EF4-FFF2-40B4-BE49-F238E27FC236}">
                <a16:creationId xmlns:a16="http://schemas.microsoft.com/office/drawing/2014/main" id="{7155EA55-B7C9-E484-B5D4-92BD42FC0961}"/>
              </a:ext>
            </a:extLst>
          </p:cNvPr>
          <p:cNvSpPr>
            <a:spLocks/>
          </p:cNvSpPr>
          <p:nvPr/>
        </p:nvSpPr>
        <p:spPr bwMode="auto">
          <a:xfrm>
            <a:off x="3998913" y="4333875"/>
            <a:ext cx="1165225" cy="1588"/>
          </a:xfrm>
          <a:custGeom>
            <a:avLst/>
            <a:gdLst>
              <a:gd name="T0" fmla="*/ 0 w 734"/>
              <a:gd name="T1" fmla="*/ 0 h 1"/>
              <a:gd name="T2" fmla="*/ 2147483646 w 734"/>
              <a:gd name="T3" fmla="*/ 0 h 1"/>
              <a:gd name="T4" fmla="*/ 0 60000 65536"/>
              <a:gd name="T5" fmla="*/ 0 60000 65536"/>
              <a:gd name="T6" fmla="*/ 0 w 734"/>
              <a:gd name="T7" fmla="*/ 0 h 1"/>
              <a:gd name="T8" fmla="*/ 734 w 734"/>
              <a:gd name="T9" fmla="*/ 1 h 1"/>
            </a:gdLst>
            <a:ahLst/>
            <a:cxnLst>
              <a:cxn ang="T4">
                <a:pos x="T0" y="T1"/>
              </a:cxn>
              <a:cxn ang="T5">
                <a:pos x="T2" y="T3"/>
              </a:cxn>
            </a:cxnLst>
            <a:rect l="T6" t="T7" r="T8" b="T9"/>
            <a:pathLst>
              <a:path w="734" h="1">
                <a:moveTo>
                  <a:pt x="0" y="0"/>
                </a:moveTo>
                <a:lnTo>
                  <a:pt x="734"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Freeform 13">
            <a:extLst>
              <a:ext uri="{FF2B5EF4-FFF2-40B4-BE49-F238E27FC236}">
                <a16:creationId xmlns:a16="http://schemas.microsoft.com/office/drawing/2014/main" id="{C6B7B195-90A8-A886-433A-DA5DC461B819}"/>
              </a:ext>
            </a:extLst>
          </p:cNvPr>
          <p:cNvSpPr>
            <a:spLocks/>
          </p:cNvSpPr>
          <p:nvPr/>
        </p:nvSpPr>
        <p:spPr bwMode="auto">
          <a:xfrm>
            <a:off x="5141913" y="4333875"/>
            <a:ext cx="1587" cy="806450"/>
          </a:xfrm>
          <a:custGeom>
            <a:avLst/>
            <a:gdLst>
              <a:gd name="T0" fmla="*/ 0 w 1"/>
              <a:gd name="T1" fmla="*/ 0 h 508"/>
              <a:gd name="T2" fmla="*/ 0 w 1"/>
              <a:gd name="T3" fmla="*/ 2147483646 h 508"/>
              <a:gd name="T4" fmla="*/ 0 60000 65536"/>
              <a:gd name="T5" fmla="*/ 0 60000 65536"/>
              <a:gd name="T6" fmla="*/ 0 w 1"/>
              <a:gd name="T7" fmla="*/ 0 h 508"/>
              <a:gd name="T8" fmla="*/ 1 w 1"/>
              <a:gd name="T9" fmla="*/ 508 h 508"/>
            </a:gdLst>
            <a:ahLst/>
            <a:cxnLst>
              <a:cxn ang="T4">
                <a:pos x="T0" y="T1"/>
              </a:cxn>
              <a:cxn ang="T5">
                <a:pos x="T2" y="T3"/>
              </a:cxn>
            </a:cxnLst>
            <a:rect l="T6" t="T7" r="T8" b="T9"/>
            <a:pathLst>
              <a:path w="1" h="508">
                <a:moveTo>
                  <a:pt x="0" y="0"/>
                </a:moveTo>
                <a:lnTo>
                  <a:pt x="0" y="508"/>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59" name="Freeform 14">
            <a:extLst>
              <a:ext uri="{FF2B5EF4-FFF2-40B4-BE49-F238E27FC236}">
                <a16:creationId xmlns:a16="http://schemas.microsoft.com/office/drawing/2014/main" id="{0B66ECA0-D135-3382-84CD-ADB4C2E9B5A4}"/>
              </a:ext>
            </a:extLst>
          </p:cNvPr>
          <p:cNvSpPr>
            <a:spLocks/>
          </p:cNvSpPr>
          <p:nvPr/>
        </p:nvSpPr>
        <p:spPr bwMode="auto">
          <a:xfrm>
            <a:off x="4000500" y="3657600"/>
            <a:ext cx="1793875" cy="1588"/>
          </a:xfrm>
          <a:custGeom>
            <a:avLst/>
            <a:gdLst>
              <a:gd name="T0" fmla="*/ 0 w 1130"/>
              <a:gd name="T1" fmla="*/ 0 h 1"/>
              <a:gd name="T2" fmla="*/ 2147483646 w 1130"/>
              <a:gd name="T3" fmla="*/ 0 h 1"/>
              <a:gd name="T4" fmla="*/ 0 60000 65536"/>
              <a:gd name="T5" fmla="*/ 0 60000 65536"/>
              <a:gd name="T6" fmla="*/ 0 w 1130"/>
              <a:gd name="T7" fmla="*/ 0 h 1"/>
              <a:gd name="T8" fmla="*/ 1130 w 1130"/>
              <a:gd name="T9" fmla="*/ 1 h 1"/>
            </a:gdLst>
            <a:ahLst/>
            <a:cxnLst>
              <a:cxn ang="T4">
                <a:pos x="T0" y="T1"/>
              </a:cxn>
              <a:cxn ang="T5">
                <a:pos x="T2" y="T3"/>
              </a:cxn>
            </a:cxnLst>
            <a:rect l="T6" t="T7" r="T8" b="T9"/>
            <a:pathLst>
              <a:path w="1130" h="1">
                <a:moveTo>
                  <a:pt x="0" y="0"/>
                </a:moveTo>
                <a:lnTo>
                  <a:pt x="1130"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0" name="Freeform 15">
            <a:extLst>
              <a:ext uri="{FF2B5EF4-FFF2-40B4-BE49-F238E27FC236}">
                <a16:creationId xmlns:a16="http://schemas.microsoft.com/office/drawing/2014/main" id="{B200CDF8-727B-83B8-C507-13D9D413EC7F}"/>
              </a:ext>
            </a:extLst>
          </p:cNvPr>
          <p:cNvSpPr>
            <a:spLocks/>
          </p:cNvSpPr>
          <p:nvPr/>
        </p:nvSpPr>
        <p:spPr bwMode="auto">
          <a:xfrm>
            <a:off x="5791200" y="3660775"/>
            <a:ext cx="1588" cy="2128838"/>
          </a:xfrm>
          <a:custGeom>
            <a:avLst/>
            <a:gdLst>
              <a:gd name="T0" fmla="*/ 0 w 1"/>
              <a:gd name="T1" fmla="*/ 2147483646 h 1341"/>
              <a:gd name="T2" fmla="*/ 0 w 1"/>
              <a:gd name="T3" fmla="*/ 0 h 1341"/>
              <a:gd name="T4" fmla="*/ 0 60000 65536"/>
              <a:gd name="T5" fmla="*/ 0 60000 65536"/>
              <a:gd name="T6" fmla="*/ 0 w 1"/>
              <a:gd name="T7" fmla="*/ 0 h 1341"/>
              <a:gd name="T8" fmla="*/ 1 w 1"/>
              <a:gd name="T9" fmla="*/ 1341 h 1341"/>
            </a:gdLst>
            <a:ahLst/>
            <a:cxnLst>
              <a:cxn ang="T4">
                <a:pos x="T0" y="T1"/>
              </a:cxn>
              <a:cxn ang="T5">
                <a:pos x="T2" y="T3"/>
              </a:cxn>
            </a:cxnLst>
            <a:rect l="T6" t="T7" r="T8" b="T9"/>
            <a:pathLst>
              <a:path w="1" h="1341">
                <a:moveTo>
                  <a:pt x="0" y="1341"/>
                </a:moveTo>
                <a:lnTo>
                  <a:pt x="0"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1" name="Freeform 16">
            <a:extLst>
              <a:ext uri="{FF2B5EF4-FFF2-40B4-BE49-F238E27FC236}">
                <a16:creationId xmlns:a16="http://schemas.microsoft.com/office/drawing/2014/main" id="{8FA33372-7FA0-55C3-152E-CDFDBF528A53}"/>
              </a:ext>
            </a:extLst>
          </p:cNvPr>
          <p:cNvSpPr>
            <a:spLocks/>
          </p:cNvSpPr>
          <p:nvPr/>
        </p:nvSpPr>
        <p:spPr bwMode="auto">
          <a:xfrm>
            <a:off x="5140325" y="3660775"/>
            <a:ext cx="650875" cy="684213"/>
          </a:xfrm>
          <a:custGeom>
            <a:avLst/>
            <a:gdLst>
              <a:gd name="T0" fmla="*/ 0 w 410"/>
              <a:gd name="T1" fmla="*/ 2147483646 h 431"/>
              <a:gd name="T2" fmla="*/ 2147483646 w 410"/>
              <a:gd name="T3" fmla="*/ 0 h 431"/>
              <a:gd name="T4" fmla="*/ 0 60000 65536"/>
              <a:gd name="T5" fmla="*/ 0 60000 65536"/>
              <a:gd name="T6" fmla="*/ 0 w 410"/>
              <a:gd name="T7" fmla="*/ 0 h 431"/>
              <a:gd name="T8" fmla="*/ 410 w 410"/>
              <a:gd name="T9" fmla="*/ 431 h 431"/>
            </a:gdLst>
            <a:ahLst/>
            <a:cxnLst>
              <a:cxn ang="T4">
                <a:pos x="T0" y="T1"/>
              </a:cxn>
              <a:cxn ang="T5">
                <a:pos x="T2" y="T3"/>
              </a:cxn>
            </a:cxnLst>
            <a:rect l="T6" t="T7" r="T8" b="T9"/>
            <a:pathLst>
              <a:path w="410" h="431">
                <a:moveTo>
                  <a:pt x="0" y="431"/>
                </a:moveTo>
                <a:lnTo>
                  <a:pt x="410" y="0"/>
                </a:lnTo>
              </a:path>
            </a:pathLst>
          </a:custGeom>
          <a:noFill/>
          <a:ln w="38100">
            <a:solidFill>
              <a:srgbClr val="FF3399"/>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Text Box 17">
            <a:extLst>
              <a:ext uri="{FF2B5EF4-FFF2-40B4-BE49-F238E27FC236}">
                <a16:creationId xmlns:a16="http://schemas.microsoft.com/office/drawing/2014/main" id="{F0CBD2A0-B0D1-EE22-C900-4AF7F0FA478A}"/>
              </a:ext>
            </a:extLst>
          </p:cNvPr>
          <p:cNvSpPr txBox="1">
            <a:spLocks noChangeArrowheads="1"/>
          </p:cNvSpPr>
          <p:nvPr/>
        </p:nvSpPr>
        <p:spPr bwMode="auto">
          <a:xfrm>
            <a:off x="5008563" y="4214813"/>
            <a:ext cx="671512" cy="4572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b</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63" name="Line 18">
            <a:extLst>
              <a:ext uri="{FF2B5EF4-FFF2-40B4-BE49-F238E27FC236}">
                <a16:creationId xmlns:a16="http://schemas.microsoft.com/office/drawing/2014/main" id="{419A099D-7F67-B169-DCAF-A86DCDD50089}"/>
              </a:ext>
            </a:extLst>
          </p:cNvPr>
          <p:cNvSpPr>
            <a:spLocks noChangeShapeType="1"/>
          </p:cNvSpPr>
          <p:nvPr/>
        </p:nvSpPr>
        <p:spPr bwMode="auto">
          <a:xfrm>
            <a:off x="3509963" y="4200525"/>
            <a:ext cx="207010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64" name="Line 19">
            <a:extLst>
              <a:ext uri="{FF2B5EF4-FFF2-40B4-BE49-F238E27FC236}">
                <a16:creationId xmlns:a16="http://schemas.microsoft.com/office/drawing/2014/main" id="{DF3F8353-6667-B58B-34AE-59095941CACA}"/>
              </a:ext>
            </a:extLst>
          </p:cNvPr>
          <p:cNvSpPr>
            <a:spLocks noChangeShapeType="1"/>
          </p:cNvSpPr>
          <p:nvPr/>
        </p:nvSpPr>
        <p:spPr bwMode="auto">
          <a:xfrm>
            <a:off x="3509963" y="3273425"/>
            <a:ext cx="1360487" cy="0"/>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Freeform 20">
            <a:extLst>
              <a:ext uri="{FF2B5EF4-FFF2-40B4-BE49-F238E27FC236}">
                <a16:creationId xmlns:a16="http://schemas.microsoft.com/office/drawing/2014/main" id="{956DD8D7-ABFA-3C9E-5F54-9A0F74DEAE6F}"/>
              </a:ext>
            </a:extLst>
          </p:cNvPr>
          <p:cNvSpPr>
            <a:spLocks/>
          </p:cNvSpPr>
          <p:nvPr/>
        </p:nvSpPr>
        <p:spPr bwMode="auto">
          <a:xfrm>
            <a:off x="3505200" y="4849813"/>
            <a:ext cx="1344613" cy="1587"/>
          </a:xfrm>
          <a:custGeom>
            <a:avLst/>
            <a:gdLst>
              <a:gd name="T0" fmla="*/ 0 w 847"/>
              <a:gd name="T1" fmla="*/ 0 h 1"/>
              <a:gd name="T2" fmla="*/ 2147483646 w 847"/>
              <a:gd name="T3" fmla="*/ 0 h 1"/>
              <a:gd name="T4" fmla="*/ 0 60000 65536"/>
              <a:gd name="T5" fmla="*/ 0 60000 65536"/>
              <a:gd name="T6" fmla="*/ 0 w 847"/>
              <a:gd name="T7" fmla="*/ 0 h 1"/>
              <a:gd name="T8" fmla="*/ 847 w 847"/>
              <a:gd name="T9" fmla="*/ 1 h 1"/>
            </a:gdLst>
            <a:ahLst/>
            <a:cxnLst>
              <a:cxn ang="T4">
                <a:pos x="T0" y="T1"/>
              </a:cxn>
              <a:cxn ang="T5">
                <a:pos x="T2" y="T3"/>
              </a:cxn>
            </a:cxnLst>
            <a:rect l="T6" t="T7" r="T8" b="T9"/>
            <a:pathLst>
              <a:path w="847" h="1">
                <a:moveTo>
                  <a:pt x="0" y="0"/>
                </a:moveTo>
                <a:lnTo>
                  <a:pt x="847"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21">
            <a:extLst>
              <a:ext uri="{FF2B5EF4-FFF2-40B4-BE49-F238E27FC236}">
                <a16:creationId xmlns:a16="http://schemas.microsoft.com/office/drawing/2014/main" id="{E987BE42-A4BE-E090-81A3-780003FA9975}"/>
              </a:ext>
            </a:extLst>
          </p:cNvPr>
          <p:cNvSpPr>
            <a:spLocks noChangeShapeType="1"/>
          </p:cNvSpPr>
          <p:nvPr/>
        </p:nvSpPr>
        <p:spPr bwMode="auto">
          <a:xfrm flipV="1">
            <a:off x="4848225" y="3273425"/>
            <a:ext cx="0" cy="1565275"/>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Freeform 22">
            <a:extLst>
              <a:ext uri="{FF2B5EF4-FFF2-40B4-BE49-F238E27FC236}">
                <a16:creationId xmlns:a16="http://schemas.microsoft.com/office/drawing/2014/main" id="{276E7A60-E181-0C02-9C72-4CE348722E60}"/>
              </a:ext>
            </a:extLst>
          </p:cNvPr>
          <p:cNvSpPr>
            <a:spLocks/>
          </p:cNvSpPr>
          <p:nvPr/>
        </p:nvSpPr>
        <p:spPr bwMode="auto">
          <a:xfrm>
            <a:off x="3508375" y="5562600"/>
            <a:ext cx="2038350" cy="1588"/>
          </a:xfrm>
          <a:custGeom>
            <a:avLst/>
            <a:gdLst>
              <a:gd name="T0" fmla="*/ 0 w 1284"/>
              <a:gd name="T1" fmla="*/ 0 h 1"/>
              <a:gd name="T2" fmla="*/ 2147483646 w 1284"/>
              <a:gd name="T3" fmla="*/ 0 h 1"/>
              <a:gd name="T4" fmla="*/ 0 60000 65536"/>
              <a:gd name="T5" fmla="*/ 0 60000 65536"/>
              <a:gd name="T6" fmla="*/ 0 w 1284"/>
              <a:gd name="T7" fmla="*/ 0 h 1"/>
              <a:gd name="T8" fmla="*/ 1284 w 1284"/>
              <a:gd name="T9" fmla="*/ 1 h 1"/>
            </a:gdLst>
            <a:ahLst/>
            <a:cxnLst>
              <a:cxn ang="T4">
                <a:pos x="T0" y="T1"/>
              </a:cxn>
              <a:cxn ang="T5">
                <a:pos x="T2" y="T3"/>
              </a:cxn>
            </a:cxnLst>
            <a:rect l="T6" t="T7" r="T8" b="T9"/>
            <a:pathLst>
              <a:path w="1284" h="1">
                <a:moveTo>
                  <a:pt x="0" y="0"/>
                </a:moveTo>
                <a:lnTo>
                  <a:pt x="1284"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Freeform 23">
            <a:extLst>
              <a:ext uri="{FF2B5EF4-FFF2-40B4-BE49-F238E27FC236}">
                <a16:creationId xmlns:a16="http://schemas.microsoft.com/office/drawing/2014/main" id="{75A915C4-541D-F6EB-2BF2-72F443202AA0}"/>
              </a:ext>
            </a:extLst>
          </p:cNvPr>
          <p:cNvSpPr>
            <a:spLocks/>
          </p:cNvSpPr>
          <p:nvPr/>
        </p:nvSpPr>
        <p:spPr bwMode="auto">
          <a:xfrm>
            <a:off x="5546725" y="4173538"/>
            <a:ext cx="1588" cy="1389062"/>
          </a:xfrm>
          <a:custGeom>
            <a:avLst/>
            <a:gdLst>
              <a:gd name="T0" fmla="*/ 0 w 1"/>
              <a:gd name="T1" fmla="*/ 2147483646 h 875"/>
              <a:gd name="T2" fmla="*/ 0 w 1"/>
              <a:gd name="T3" fmla="*/ 0 h 875"/>
              <a:gd name="T4" fmla="*/ 0 60000 65536"/>
              <a:gd name="T5" fmla="*/ 0 60000 65536"/>
              <a:gd name="T6" fmla="*/ 0 w 1"/>
              <a:gd name="T7" fmla="*/ 0 h 875"/>
              <a:gd name="T8" fmla="*/ 1 w 1"/>
              <a:gd name="T9" fmla="*/ 875 h 875"/>
            </a:gdLst>
            <a:ahLst/>
            <a:cxnLst>
              <a:cxn ang="T4">
                <a:pos x="T0" y="T1"/>
              </a:cxn>
              <a:cxn ang="T5">
                <a:pos x="T2" y="T3"/>
              </a:cxn>
            </a:cxnLst>
            <a:rect l="T6" t="T7" r="T8" b="T9"/>
            <a:pathLst>
              <a:path w="1" h="875">
                <a:moveTo>
                  <a:pt x="0" y="875"/>
                </a:moveTo>
                <a:lnTo>
                  <a:pt x="0" y="0"/>
                </a:lnTo>
              </a:path>
            </a:pathLst>
          </a:custGeom>
          <a:noFill/>
          <a:ln w="12700">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Freeform 24">
            <a:extLst>
              <a:ext uri="{FF2B5EF4-FFF2-40B4-BE49-F238E27FC236}">
                <a16:creationId xmlns:a16="http://schemas.microsoft.com/office/drawing/2014/main" id="{12787DA5-13FC-0EC3-ADCA-D476C03E5749}"/>
              </a:ext>
            </a:extLst>
          </p:cNvPr>
          <p:cNvSpPr>
            <a:spLocks/>
          </p:cNvSpPr>
          <p:nvPr/>
        </p:nvSpPr>
        <p:spPr bwMode="auto">
          <a:xfrm>
            <a:off x="4849813" y="3281363"/>
            <a:ext cx="717550" cy="917575"/>
          </a:xfrm>
          <a:custGeom>
            <a:avLst/>
            <a:gdLst>
              <a:gd name="T0" fmla="*/ 0 w 452"/>
              <a:gd name="T1" fmla="*/ 0 h 578"/>
              <a:gd name="T2" fmla="*/ 2147483646 w 452"/>
              <a:gd name="T3" fmla="*/ 2147483646 h 578"/>
              <a:gd name="T4" fmla="*/ 0 60000 65536"/>
              <a:gd name="T5" fmla="*/ 0 60000 65536"/>
              <a:gd name="T6" fmla="*/ 0 w 452"/>
              <a:gd name="T7" fmla="*/ 0 h 578"/>
              <a:gd name="T8" fmla="*/ 452 w 452"/>
              <a:gd name="T9" fmla="*/ 578 h 578"/>
            </a:gdLst>
            <a:ahLst/>
            <a:cxnLst>
              <a:cxn ang="T4">
                <a:pos x="T0" y="T1"/>
              </a:cxn>
              <a:cxn ang="T5">
                <a:pos x="T2" y="T3"/>
              </a:cxn>
            </a:cxnLst>
            <a:rect l="T6" t="T7" r="T8" b="T9"/>
            <a:pathLst>
              <a:path w="452" h="578">
                <a:moveTo>
                  <a:pt x="0" y="0"/>
                </a:moveTo>
                <a:lnTo>
                  <a:pt x="452" y="578"/>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0" name="Text Box 25">
            <a:extLst>
              <a:ext uri="{FF2B5EF4-FFF2-40B4-BE49-F238E27FC236}">
                <a16:creationId xmlns:a16="http://schemas.microsoft.com/office/drawing/2014/main" id="{C8015ADE-DA5F-8AA0-E25B-38D5539D208A}"/>
              </a:ext>
            </a:extLst>
          </p:cNvPr>
          <p:cNvSpPr txBox="1">
            <a:spLocks noChangeArrowheads="1"/>
          </p:cNvSpPr>
          <p:nvPr/>
        </p:nvSpPr>
        <p:spPr bwMode="auto">
          <a:xfrm>
            <a:off x="5446713" y="4011613"/>
            <a:ext cx="608012" cy="4572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d</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71" name="Text Box 26">
            <a:extLst>
              <a:ext uri="{FF2B5EF4-FFF2-40B4-BE49-F238E27FC236}">
                <a16:creationId xmlns:a16="http://schemas.microsoft.com/office/drawing/2014/main" id="{08AD0242-4F68-12E0-7A35-26CFD3679B22}"/>
              </a:ext>
            </a:extLst>
          </p:cNvPr>
          <p:cNvSpPr txBox="1">
            <a:spLocks noChangeArrowheads="1"/>
          </p:cNvSpPr>
          <p:nvPr/>
        </p:nvSpPr>
        <p:spPr bwMode="auto">
          <a:xfrm>
            <a:off x="4700588" y="2873375"/>
            <a:ext cx="655637" cy="4572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c</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72" name="Text Box 27">
            <a:extLst>
              <a:ext uri="{FF2B5EF4-FFF2-40B4-BE49-F238E27FC236}">
                <a16:creationId xmlns:a16="http://schemas.microsoft.com/office/drawing/2014/main" id="{E4C85085-87EE-30F0-78A1-BF644C5BF137}"/>
              </a:ext>
            </a:extLst>
          </p:cNvPr>
          <p:cNvSpPr txBox="1">
            <a:spLocks noChangeArrowheads="1"/>
          </p:cNvSpPr>
          <p:nvPr/>
        </p:nvSpPr>
        <p:spPr bwMode="auto">
          <a:xfrm>
            <a:off x="5721350" y="3348038"/>
            <a:ext cx="461963"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a</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73" name="Text Box 28">
            <a:extLst>
              <a:ext uri="{FF2B5EF4-FFF2-40B4-BE49-F238E27FC236}">
                <a16:creationId xmlns:a16="http://schemas.microsoft.com/office/drawing/2014/main" id="{8DB3E35D-8C2A-2B45-38DA-981281DDEBA2}"/>
              </a:ext>
            </a:extLst>
          </p:cNvPr>
          <p:cNvSpPr txBox="1">
            <a:spLocks noChangeArrowheads="1"/>
          </p:cNvSpPr>
          <p:nvPr/>
        </p:nvSpPr>
        <p:spPr bwMode="auto">
          <a:xfrm>
            <a:off x="3163888" y="4551363"/>
            <a:ext cx="319087"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c</a:t>
            </a:r>
          </a:p>
        </p:txBody>
      </p:sp>
      <p:sp>
        <p:nvSpPr>
          <p:cNvPr id="74" name="Line 29">
            <a:extLst>
              <a:ext uri="{FF2B5EF4-FFF2-40B4-BE49-F238E27FC236}">
                <a16:creationId xmlns:a16="http://schemas.microsoft.com/office/drawing/2014/main" id="{19B86F32-5EFC-42CF-DF81-21E2D7887527}"/>
              </a:ext>
            </a:extLst>
          </p:cNvPr>
          <p:cNvSpPr>
            <a:spLocks noChangeShapeType="1"/>
          </p:cNvSpPr>
          <p:nvPr/>
        </p:nvSpPr>
        <p:spPr bwMode="auto">
          <a:xfrm>
            <a:off x="4025900" y="5148263"/>
            <a:ext cx="0" cy="67945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Line 30">
            <a:extLst>
              <a:ext uri="{FF2B5EF4-FFF2-40B4-BE49-F238E27FC236}">
                <a16:creationId xmlns:a16="http://schemas.microsoft.com/office/drawing/2014/main" id="{C31BEE92-AC42-11CA-FD27-7FCECD758926}"/>
              </a:ext>
            </a:extLst>
          </p:cNvPr>
          <p:cNvSpPr>
            <a:spLocks noChangeShapeType="1"/>
          </p:cNvSpPr>
          <p:nvPr/>
        </p:nvSpPr>
        <p:spPr bwMode="auto">
          <a:xfrm>
            <a:off x="3509963" y="3273425"/>
            <a:ext cx="0" cy="9271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6" name="Line 31">
            <a:extLst>
              <a:ext uri="{FF2B5EF4-FFF2-40B4-BE49-F238E27FC236}">
                <a16:creationId xmlns:a16="http://schemas.microsoft.com/office/drawing/2014/main" id="{F33460E6-826D-4990-1FE6-1A9BE34FA843}"/>
              </a:ext>
            </a:extLst>
          </p:cNvPr>
          <p:cNvSpPr>
            <a:spLocks noChangeShapeType="1"/>
          </p:cNvSpPr>
          <p:nvPr/>
        </p:nvSpPr>
        <p:spPr bwMode="auto">
          <a:xfrm>
            <a:off x="3509963" y="4200525"/>
            <a:ext cx="0" cy="6381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7" name="Line 32">
            <a:extLst>
              <a:ext uri="{FF2B5EF4-FFF2-40B4-BE49-F238E27FC236}">
                <a16:creationId xmlns:a16="http://schemas.microsoft.com/office/drawing/2014/main" id="{77A3E865-6C3A-9E0B-9FE3-4F39487E42B1}"/>
              </a:ext>
            </a:extLst>
          </p:cNvPr>
          <p:cNvSpPr>
            <a:spLocks noChangeShapeType="1"/>
          </p:cNvSpPr>
          <p:nvPr/>
        </p:nvSpPr>
        <p:spPr bwMode="auto">
          <a:xfrm>
            <a:off x="3509963" y="4838700"/>
            <a:ext cx="0" cy="72072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78" name="Line 33">
            <a:extLst>
              <a:ext uri="{FF2B5EF4-FFF2-40B4-BE49-F238E27FC236}">
                <a16:creationId xmlns:a16="http://schemas.microsoft.com/office/drawing/2014/main" id="{521A6D21-255A-2399-25B1-448DDC185C8C}"/>
              </a:ext>
            </a:extLst>
          </p:cNvPr>
          <p:cNvSpPr>
            <a:spLocks noChangeShapeType="1"/>
          </p:cNvSpPr>
          <p:nvPr/>
        </p:nvSpPr>
        <p:spPr bwMode="auto">
          <a:xfrm>
            <a:off x="4025900" y="3665538"/>
            <a:ext cx="0" cy="679450"/>
          </a:xfrm>
          <a:prstGeom prst="line">
            <a:avLst/>
          </a:prstGeom>
          <a:noFill/>
          <a:ln w="38100">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Line 34">
            <a:extLst>
              <a:ext uri="{FF2B5EF4-FFF2-40B4-BE49-F238E27FC236}">
                <a16:creationId xmlns:a16="http://schemas.microsoft.com/office/drawing/2014/main" id="{B340977B-4D47-E320-C152-D4EEC18C8FCA}"/>
              </a:ext>
            </a:extLst>
          </p:cNvPr>
          <p:cNvSpPr>
            <a:spLocks noChangeShapeType="1"/>
          </p:cNvSpPr>
          <p:nvPr/>
        </p:nvSpPr>
        <p:spPr bwMode="auto">
          <a:xfrm>
            <a:off x="4025900" y="4344988"/>
            <a:ext cx="0" cy="7826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spAutoFit/>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80" name="Text Box 35">
            <a:extLst>
              <a:ext uri="{FF2B5EF4-FFF2-40B4-BE49-F238E27FC236}">
                <a16:creationId xmlns:a16="http://schemas.microsoft.com/office/drawing/2014/main" id="{603528F4-5510-9970-FA41-44DC2674CFE4}"/>
              </a:ext>
            </a:extLst>
          </p:cNvPr>
          <p:cNvSpPr txBox="1">
            <a:spLocks noChangeArrowheads="1"/>
          </p:cNvSpPr>
          <p:nvPr/>
        </p:nvSpPr>
        <p:spPr bwMode="auto">
          <a:xfrm>
            <a:off x="3624263" y="4903788"/>
            <a:ext cx="336550"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b</a:t>
            </a:r>
          </a:p>
        </p:txBody>
      </p:sp>
      <p:sp>
        <p:nvSpPr>
          <p:cNvPr id="81" name="Text Box 36">
            <a:extLst>
              <a:ext uri="{FF2B5EF4-FFF2-40B4-BE49-F238E27FC236}">
                <a16:creationId xmlns:a16="http://schemas.microsoft.com/office/drawing/2014/main" id="{034878B7-EA2A-530A-4CB3-211D60D88872}"/>
              </a:ext>
            </a:extLst>
          </p:cNvPr>
          <p:cNvSpPr txBox="1">
            <a:spLocks noChangeArrowheads="1"/>
          </p:cNvSpPr>
          <p:nvPr/>
        </p:nvSpPr>
        <p:spPr bwMode="auto">
          <a:xfrm>
            <a:off x="3624263" y="5516563"/>
            <a:ext cx="336550"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a</a:t>
            </a:r>
          </a:p>
        </p:txBody>
      </p:sp>
      <p:sp>
        <p:nvSpPr>
          <p:cNvPr id="82" name="Text Box 37">
            <a:extLst>
              <a:ext uri="{FF2B5EF4-FFF2-40B4-BE49-F238E27FC236}">
                <a16:creationId xmlns:a16="http://schemas.microsoft.com/office/drawing/2014/main" id="{44385B3F-89F8-3A8F-FFD3-185A6DE47795}"/>
              </a:ext>
            </a:extLst>
          </p:cNvPr>
          <p:cNvSpPr txBox="1">
            <a:spLocks noChangeArrowheads="1"/>
          </p:cNvSpPr>
          <p:nvPr/>
        </p:nvSpPr>
        <p:spPr bwMode="auto">
          <a:xfrm>
            <a:off x="3090863" y="5351463"/>
            <a:ext cx="336550" cy="457200"/>
          </a:xfrm>
          <a:prstGeom prst="rect">
            <a:avLst/>
          </a:prstGeom>
          <a:noFill/>
          <a:ln w="9525">
            <a:noFill/>
            <a:miter lim="800000"/>
            <a:headEnd/>
            <a:tailEnd/>
          </a:ln>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fontAlgn="base" hangingPunct="1">
              <a:spcBef>
                <a:spcPct val="0"/>
              </a:spcBef>
              <a:spcAft>
                <a:spcPct val="0"/>
              </a:spcAft>
              <a:defRPr/>
            </a:pPr>
            <a:r>
              <a:rPr kumimoji="1" lang="en-US" altLang="zh-CN" sz="2400" b="1" i="1">
                <a:solidFill>
                  <a:srgbClr val="000000"/>
                </a:solidFill>
                <a:effectLst>
                  <a:outerShdw blurRad="38100" dist="38100" dir="2700000" algn="tl">
                    <a:srgbClr val="C0C0C0"/>
                  </a:outerShdw>
                </a:effectLst>
                <a:ea typeface="楷体_GB2312" pitchFamily="49" charset="-122"/>
              </a:rPr>
              <a:t>d</a:t>
            </a:r>
          </a:p>
        </p:txBody>
      </p:sp>
      <p:sp>
        <p:nvSpPr>
          <p:cNvPr id="83" name="Text Box 38">
            <a:extLst>
              <a:ext uri="{FF2B5EF4-FFF2-40B4-BE49-F238E27FC236}">
                <a16:creationId xmlns:a16="http://schemas.microsoft.com/office/drawing/2014/main" id="{92271C98-B2B5-63FD-73D4-A2BBF2CB09CC}"/>
              </a:ext>
            </a:extLst>
          </p:cNvPr>
          <p:cNvSpPr txBox="1">
            <a:spLocks noChangeArrowheads="1"/>
          </p:cNvSpPr>
          <p:nvPr/>
        </p:nvSpPr>
        <p:spPr bwMode="auto">
          <a:xfrm>
            <a:off x="2906713" y="3940175"/>
            <a:ext cx="657225" cy="762000"/>
          </a:xfrm>
          <a:prstGeom prst="rect">
            <a:avLst/>
          </a:prstGeom>
          <a:noFill/>
          <a:ln w="9525">
            <a:noFill/>
            <a:miter lim="800000"/>
            <a:headEnd/>
            <a:tailEnd/>
          </a:ln>
          <a:effectLst/>
        </p:spPr>
        <p:txBody>
          <a:bodyPr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EuroRoman" pitchFamily="2" charset="2"/>
              </a:rPr>
              <a:t>d</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endPar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UniversalMath1 BT" pitchFamily="18" charset="2"/>
            </a:endParaRPr>
          </a:p>
          <a:p>
            <a:pPr algn="ctr" fontAlgn="base">
              <a:spcBef>
                <a:spcPct val="0"/>
              </a:spcBef>
              <a:spcAft>
                <a:spcPct val="0"/>
              </a:spcAft>
              <a:defRPr/>
            </a:pPr>
            <a:endParaRPr kumimoji="1" lang="zh-CN" altLang="en-US" sz="20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endParaRPr>
          </a:p>
        </p:txBody>
      </p:sp>
      <p:sp>
        <p:nvSpPr>
          <p:cNvPr id="84" name="Text Box 39">
            <a:extLst>
              <a:ext uri="{FF2B5EF4-FFF2-40B4-BE49-F238E27FC236}">
                <a16:creationId xmlns:a16="http://schemas.microsoft.com/office/drawing/2014/main" id="{FDA2F59F-7107-36D3-3A94-7E5C9511F175}"/>
              </a:ext>
            </a:extLst>
          </p:cNvPr>
          <p:cNvSpPr txBox="1">
            <a:spLocks noChangeArrowheads="1"/>
          </p:cNvSpPr>
          <p:nvPr/>
        </p:nvSpPr>
        <p:spPr bwMode="auto">
          <a:xfrm>
            <a:off x="3548063" y="4157663"/>
            <a:ext cx="412750"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rPr>
              <a:t>b</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85" name="Text Box 40">
            <a:extLst>
              <a:ext uri="{FF2B5EF4-FFF2-40B4-BE49-F238E27FC236}">
                <a16:creationId xmlns:a16="http://schemas.microsoft.com/office/drawing/2014/main" id="{06C5A87A-A4C8-D8DC-20E7-EAAC9848A5D0}"/>
              </a:ext>
            </a:extLst>
          </p:cNvPr>
          <p:cNvSpPr txBox="1">
            <a:spLocks noChangeArrowheads="1"/>
          </p:cNvSpPr>
          <p:nvPr/>
        </p:nvSpPr>
        <p:spPr bwMode="auto">
          <a:xfrm>
            <a:off x="3624263" y="3406775"/>
            <a:ext cx="412750"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EuroRoman" pitchFamily="2" charset="2"/>
              </a:rPr>
              <a:t>a</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86" name="Text Box 41">
            <a:extLst>
              <a:ext uri="{FF2B5EF4-FFF2-40B4-BE49-F238E27FC236}">
                <a16:creationId xmlns:a16="http://schemas.microsoft.com/office/drawing/2014/main" id="{35AADA7E-0788-595B-86B6-B295CD68C423}"/>
              </a:ext>
            </a:extLst>
          </p:cNvPr>
          <p:cNvSpPr txBox="1">
            <a:spLocks noChangeArrowheads="1"/>
          </p:cNvSpPr>
          <p:nvPr/>
        </p:nvSpPr>
        <p:spPr bwMode="auto">
          <a:xfrm>
            <a:off x="3216275" y="2873375"/>
            <a:ext cx="395288" cy="457200"/>
          </a:xfrm>
          <a:prstGeom prst="rect">
            <a:avLst/>
          </a:prstGeom>
          <a:noFill/>
          <a:ln w="9525">
            <a:noFill/>
            <a:miter lim="800000"/>
            <a:headEnd/>
            <a:tailEnd/>
          </a:ln>
          <a:effectLst/>
        </p:spPr>
        <p:txBody>
          <a:bodyPr wrap="none" anchor="ctr">
            <a:spAutoFit/>
          </a:bodyPr>
          <a:lstStyle/>
          <a:p>
            <a:pPr algn="ctr" fontAlgn="base">
              <a:spcBef>
                <a:spcPct val="0"/>
              </a:spcBef>
              <a:spcAft>
                <a:spcPct val="0"/>
              </a:spcAft>
              <a:defRPr/>
            </a:pP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EuroRoman" pitchFamily="2" charset="2"/>
              </a:rPr>
              <a:t>c</a:t>
            </a:r>
            <a:r>
              <a:rPr kumimoji="1" lang="en-US" altLang="zh-CN" sz="2400" b="1" i="1">
                <a:solidFill>
                  <a:srgbClr val="000000"/>
                </a:solidFill>
                <a:effectLst>
                  <a:outerShdw blurRad="38100" dist="38100" dir="2700000" algn="tl">
                    <a:srgbClr val="C0C0C0"/>
                  </a:outerShdw>
                </a:effectLst>
                <a:latin typeface="Times New Roman" panose="02020603050405020304" pitchFamily="18" charset="0"/>
                <a:ea typeface="楷体_GB2312" pitchFamily="49" charset="-122"/>
                <a:sym typeface="Symbol" pitchFamily="18" charset="2"/>
              </a:rPr>
              <a:t></a:t>
            </a:r>
          </a:p>
        </p:txBody>
      </p:sp>
      <p:sp>
        <p:nvSpPr>
          <p:cNvPr id="87" name="Text Box 42">
            <a:extLst>
              <a:ext uri="{FF2B5EF4-FFF2-40B4-BE49-F238E27FC236}">
                <a16:creationId xmlns:a16="http://schemas.microsoft.com/office/drawing/2014/main" id="{FE70F34B-A1FA-FF2F-0419-3FF54534EBA8}"/>
              </a:ext>
            </a:extLst>
          </p:cNvPr>
          <p:cNvSpPr txBox="1">
            <a:spLocks noChangeArrowheads="1"/>
          </p:cNvSpPr>
          <p:nvPr/>
        </p:nvSpPr>
        <p:spPr bwMode="auto">
          <a:xfrm>
            <a:off x="2967038" y="1262063"/>
            <a:ext cx="73453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3200">
                <a:solidFill>
                  <a:srgbClr val="000000"/>
                </a:solidFill>
                <a:latin typeface="黑体" panose="02010609060101010101" pitchFamily="49" charset="-122"/>
                <a:ea typeface="隶书" panose="02010509060101010101" pitchFamily="49" charset="-122"/>
              </a:rPr>
              <a:t>分析</a:t>
            </a:r>
            <a:r>
              <a:rPr kumimoji="1" lang="zh-CN" altLang="en-US" sz="2800">
                <a:solidFill>
                  <a:srgbClr val="000000"/>
                </a:solidFill>
                <a:latin typeface="仿宋" panose="02010609060101010101" pitchFamily="49" charset="-122"/>
                <a:ea typeface="仿宋" panose="02010609060101010101" pitchFamily="49" charset="-122"/>
              </a:rPr>
              <a:t>：对于特殊位置直线，只有</a:t>
            </a:r>
            <a:r>
              <a:rPr kumimoji="1" lang="zh-CN" altLang="en-US" sz="2800">
                <a:solidFill>
                  <a:srgbClr val="FF0000"/>
                </a:solidFill>
                <a:latin typeface="仿宋" panose="02010609060101010101" pitchFamily="49" charset="-122"/>
                <a:ea typeface="仿宋" panose="02010609060101010101" pitchFamily="49" charset="-122"/>
              </a:rPr>
              <a:t>两个同面投影互相平行</a:t>
            </a:r>
            <a:r>
              <a:rPr kumimoji="1" lang="zh-CN" altLang="en-US" sz="2800">
                <a:solidFill>
                  <a:srgbClr val="000000"/>
                </a:solidFill>
                <a:latin typeface="仿宋" panose="02010609060101010101" pitchFamily="49" charset="-122"/>
                <a:ea typeface="仿宋" panose="02010609060101010101" pitchFamily="49" charset="-122"/>
              </a:rPr>
              <a:t>，</a:t>
            </a:r>
            <a:r>
              <a:rPr kumimoji="1" lang="zh-CN" altLang="en-US" sz="2800">
                <a:solidFill>
                  <a:srgbClr val="FF0000"/>
                </a:solidFill>
                <a:latin typeface="仿宋" panose="02010609060101010101" pitchFamily="49" charset="-122"/>
                <a:ea typeface="仿宋" panose="02010609060101010101" pitchFamily="49" charset="-122"/>
              </a:rPr>
              <a:t>空间直线</a:t>
            </a:r>
            <a:r>
              <a:rPr kumimoji="1" lang="zh-CN" altLang="en-US" sz="2800" u="sng">
                <a:solidFill>
                  <a:srgbClr val="FF0000"/>
                </a:solidFill>
                <a:latin typeface="仿宋" panose="02010609060101010101" pitchFamily="49" charset="-122"/>
                <a:ea typeface="仿宋" panose="02010609060101010101" pitchFamily="49" charset="-122"/>
              </a:rPr>
              <a:t>不一定</a:t>
            </a:r>
            <a:r>
              <a:rPr kumimoji="1" lang="zh-CN" altLang="en-US" sz="2800">
                <a:solidFill>
                  <a:srgbClr val="FF0000"/>
                </a:solidFill>
                <a:latin typeface="仿宋" panose="02010609060101010101" pitchFamily="49" charset="-122"/>
                <a:ea typeface="仿宋" panose="02010609060101010101" pitchFamily="49" charset="-122"/>
              </a:rPr>
              <a:t>平行。</a:t>
            </a:r>
          </a:p>
        </p:txBody>
      </p:sp>
      <p:sp>
        <p:nvSpPr>
          <p:cNvPr id="88" name="Text Box 43">
            <a:extLst>
              <a:ext uri="{FF2B5EF4-FFF2-40B4-BE49-F238E27FC236}">
                <a16:creationId xmlns:a16="http://schemas.microsoft.com/office/drawing/2014/main" id="{850D754C-0E3A-F027-9B03-368A16366C47}"/>
              </a:ext>
            </a:extLst>
          </p:cNvPr>
          <p:cNvSpPr txBox="1">
            <a:spLocks noChangeArrowheads="1"/>
          </p:cNvSpPr>
          <p:nvPr/>
        </p:nvSpPr>
        <p:spPr bwMode="auto">
          <a:xfrm>
            <a:off x="6999288" y="2692400"/>
            <a:ext cx="3384550" cy="946150"/>
          </a:xfrm>
          <a:prstGeom prst="rect">
            <a:avLst/>
          </a:prstGeom>
          <a:noFill/>
          <a:ln w="9525">
            <a:noFill/>
            <a:miter lim="800000"/>
            <a:headEnd/>
            <a:tailEnd/>
          </a:ln>
          <a:effectLst/>
        </p:spPr>
        <p:txBody>
          <a:bodyPr anchor="ctr">
            <a:spAutoFit/>
          </a:bodyPr>
          <a:lstStyle/>
          <a:p>
            <a:pPr fontAlgn="base">
              <a:spcBef>
                <a:spcPct val="0"/>
              </a:spcBef>
              <a:spcAft>
                <a:spcPct val="0"/>
              </a:spcAft>
              <a:defRPr/>
            </a:pPr>
            <a:r>
              <a:rPr kumimoji="1" lang="en-US" altLang="zh-CN" sz="2800" b="1">
                <a:solidFill>
                  <a:srgbClr val="0000FF"/>
                </a:solidFill>
                <a:latin typeface="宋体" pitchFamily="2" charset="-122"/>
                <a:ea typeface="宋体" panose="02010600030101010101" pitchFamily="2" charset="-122"/>
              </a:rPr>
              <a:t>1</a:t>
            </a:r>
            <a:r>
              <a:rPr kumimoji="1" lang="zh-CN" altLang="en-US" sz="2800" b="1">
                <a:solidFill>
                  <a:srgbClr val="0000FF"/>
                </a:solidFill>
                <a:latin typeface="宋体" pitchFamily="2" charset="-122"/>
                <a:ea typeface="宋体" panose="02010600030101010101" pitchFamily="2" charset="-122"/>
              </a:rPr>
              <a:t>、求出侧面投影</a:t>
            </a:r>
          </a:p>
          <a:p>
            <a:pPr fontAlgn="base">
              <a:spcBef>
                <a:spcPct val="0"/>
              </a:spcBef>
              <a:spcAft>
                <a:spcPct val="0"/>
              </a:spcAft>
              <a:defRPr/>
            </a:pPr>
            <a:r>
              <a:rPr kumimoji="1" lang="zh-CN" altLang="en-US" sz="2800" b="1">
                <a:solidFill>
                  <a:srgbClr val="0000FF"/>
                </a:solidFill>
                <a:latin typeface="宋体" pitchFamily="2" charset="-122"/>
                <a:ea typeface="宋体" panose="02010600030101010101" pitchFamily="2" charset="-122"/>
              </a:rPr>
              <a:t>   </a:t>
            </a:r>
            <a:r>
              <a:rPr kumimoji="1" lang="en-US" altLang="zh-CN" sz="2800" b="1" i="1">
                <a:solidFill>
                  <a:srgbClr val="0000FF"/>
                </a:solidFill>
                <a:latin typeface="Times New Roman" panose="02020603050405020304" pitchFamily="18" charset="0"/>
                <a:ea typeface="宋体" panose="02010600030101010101" pitchFamily="2" charset="-122"/>
              </a:rPr>
              <a:t>a</a:t>
            </a:r>
            <a:r>
              <a:rPr kumimoji="1" lang="en-US" altLang="zh-CN" sz="2800" b="1" i="1">
                <a:solidFill>
                  <a:srgbClr val="0000FF"/>
                </a:solidFill>
                <a:latin typeface="Times New Roman" panose="02020603050405020304" pitchFamily="18" charset="0"/>
                <a:ea typeface="宋体" panose="02010600030101010101" pitchFamily="2" charset="-122"/>
                <a:sym typeface="Symbol" pitchFamily="18" charset="2"/>
              </a:rPr>
              <a:t></a:t>
            </a:r>
            <a:r>
              <a:rPr kumimoji="1" lang="en-US" altLang="zh-CN" sz="2800" b="1" i="1">
                <a:solidFill>
                  <a:srgbClr val="0000FF"/>
                </a:solidFill>
                <a:latin typeface="Times New Roman" panose="02020603050405020304" pitchFamily="18" charset="0"/>
                <a:ea typeface="宋体" panose="02010600030101010101" pitchFamily="2" charset="-122"/>
              </a:rPr>
              <a:t>b</a:t>
            </a:r>
            <a:r>
              <a:rPr kumimoji="1" lang="en-US" altLang="zh-CN" sz="2800" b="1" i="1">
                <a:solidFill>
                  <a:srgbClr val="0000FF"/>
                </a:solidFill>
                <a:latin typeface="Times New Roman" panose="02020603050405020304" pitchFamily="18" charset="0"/>
                <a:ea typeface="宋体" panose="02010600030101010101" pitchFamily="2" charset="-122"/>
                <a:sym typeface="Symbol" pitchFamily="18" charset="2"/>
              </a:rPr>
              <a:t></a:t>
            </a:r>
            <a:r>
              <a:rPr kumimoji="1" lang="zh-CN" altLang="en-US" sz="2400" b="1">
                <a:solidFill>
                  <a:srgbClr val="0000FF"/>
                </a:solidFill>
                <a:latin typeface="宋体" pitchFamily="2" charset="-122"/>
                <a:ea typeface="宋体" panose="02010600030101010101" pitchFamily="2" charset="-122"/>
                <a:sym typeface="Symbol" pitchFamily="18" charset="2"/>
              </a:rPr>
              <a:t>、</a:t>
            </a:r>
            <a:r>
              <a:rPr kumimoji="1" lang="en-US" altLang="zh-CN" sz="2800" b="1" i="1">
                <a:solidFill>
                  <a:srgbClr val="0000FF"/>
                </a:solidFill>
                <a:latin typeface="Times New Roman" panose="02020603050405020304" pitchFamily="18" charset="0"/>
                <a:ea typeface="宋体" panose="02010600030101010101" pitchFamily="2" charset="-122"/>
              </a:rPr>
              <a:t>c</a:t>
            </a:r>
            <a:r>
              <a:rPr kumimoji="1" lang="en-US" altLang="zh-CN" sz="2400" b="1" i="1">
                <a:solidFill>
                  <a:srgbClr val="0000FF"/>
                </a:solidFill>
                <a:latin typeface="Times New Roman" panose="02020603050405020304" pitchFamily="18" charset="0"/>
                <a:ea typeface="宋体" panose="02010600030101010101" pitchFamily="2" charset="-122"/>
                <a:sym typeface="Symbol" pitchFamily="18" charset="2"/>
              </a:rPr>
              <a:t></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800" b="1" i="1">
                <a:solidFill>
                  <a:srgbClr val="0000FF"/>
                </a:solidFill>
                <a:latin typeface="Times New Roman" panose="02020603050405020304" pitchFamily="18" charset="0"/>
                <a:ea typeface="宋体" panose="02010600030101010101" pitchFamily="2" charset="-122"/>
              </a:rPr>
              <a:t>d</a:t>
            </a:r>
            <a:r>
              <a:rPr kumimoji="1" lang="en-US" altLang="zh-CN" sz="2800" b="1" i="1">
                <a:solidFill>
                  <a:srgbClr val="0000FF"/>
                </a:solidFill>
                <a:latin typeface="Times New Roman" panose="02020603050405020304" pitchFamily="18" charset="0"/>
                <a:ea typeface="宋体" panose="02010600030101010101" pitchFamily="2" charset="-122"/>
                <a:sym typeface="Symbol" pitchFamily="18" charset="2"/>
              </a:rPr>
              <a:t></a:t>
            </a:r>
            <a:r>
              <a:rPr kumimoji="1" lang="en-US" altLang="zh-CN" sz="2400" b="1" i="1">
                <a:solidFill>
                  <a:srgbClr val="0000FF"/>
                </a:solidFill>
                <a:latin typeface="宋体" pitchFamily="2" charset="-122"/>
                <a:ea typeface="宋体" panose="02010600030101010101" pitchFamily="2" charset="-122"/>
                <a:sym typeface="Symbol" pitchFamily="18" charset="2"/>
              </a:rPr>
              <a:t> </a:t>
            </a:r>
            <a:r>
              <a:rPr kumimoji="1" lang="zh-CN" altLang="en-US" sz="2400" b="1">
                <a:solidFill>
                  <a:srgbClr val="0000FF"/>
                </a:solidFill>
                <a:latin typeface="宋体" pitchFamily="2" charset="-122"/>
                <a:ea typeface="宋体" panose="02010600030101010101" pitchFamily="2" charset="-122"/>
                <a:sym typeface="Symbol" pitchFamily="18" charset="2"/>
              </a:rPr>
              <a:t>；</a:t>
            </a:r>
          </a:p>
        </p:txBody>
      </p:sp>
      <p:sp>
        <p:nvSpPr>
          <p:cNvPr id="89" name="Text Box 44">
            <a:extLst>
              <a:ext uri="{FF2B5EF4-FFF2-40B4-BE49-F238E27FC236}">
                <a16:creationId xmlns:a16="http://schemas.microsoft.com/office/drawing/2014/main" id="{46897526-7CFF-B6F2-0F85-D378F2DB3744}"/>
              </a:ext>
            </a:extLst>
          </p:cNvPr>
          <p:cNvSpPr txBox="1">
            <a:spLocks noChangeArrowheads="1"/>
          </p:cNvSpPr>
          <p:nvPr/>
        </p:nvSpPr>
        <p:spPr bwMode="auto">
          <a:xfrm>
            <a:off x="7021513" y="3844925"/>
            <a:ext cx="3578225" cy="946150"/>
          </a:xfrm>
          <a:prstGeom prst="rect">
            <a:avLst/>
          </a:prstGeom>
          <a:noFill/>
          <a:ln w="9525">
            <a:noFill/>
            <a:miter lim="800000"/>
            <a:headEnd/>
            <a:tailEnd/>
          </a:ln>
          <a:effectLst/>
        </p:spPr>
        <p:txBody>
          <a:bodyPr wrap="none" anchor="ctr">
            <a:spAutoFit/>
          </a:bodyPr>
          <a:lstStyle/>
          <a:p>
            <a:pPr fontAlgn="base">
              <a:spcBef>
                <a:spcPct val="0"/>
              </a:spcBef>
              <a:spcAft>
                <a:spcPct val="0"/>
              </a:spcAft>
              <a:defRPr/>
            </a:pPr>
            <a:r>
              <a:rPr kumimoji="1" lang="en-US" altLang="zh-CN" sz="2800" b="1">
                <a:solidFill>
                  <a:srgbClr val="006600"/>
                </a:solidFill>
                <a:latin typeface="宋体" pitchFamily="2" charset="-122"/>
                <a:ea typeface="宋体" panose="02010600030101010101" pitchFamily="2" charset="-122"/>
              </a:rPr>
              <a:t>2</a:t>
            </a:r>
            <a:r>
              <a:rPr kumimoji="1" lang="zh-CN" altLang="en-US" sz="2800" b="1">
                <a:solidFill>
                  <a:srgbClr val="006600"/>
                </a:solidFill>
                <a:latin typeface="宋体" pitchFamily="2" charset="-122"/>
                <a:ea typeface="宋体" panose="02010600030101010101" pitchFamily="2" charset="-122"/>
              </a:rPr>
              <a:t>、由侧面投影可知：</a:t>
            </a:r>
          </a:p>
          <a:p>
            <a:pPr fontAlgn="base">
              <a:spcBef>
                <a:spcPct val="0"/>
              </a:spcBef>
              <a:spcAft>
                <a:spcPct val="0"/>
              </a:spcAft>
              <a:defRPr/>
            </a:pPr>
            <a:r>
              <a:rPr kumimoji="1" lang="zh-CN" altLang="en-US" sz="2800" b="1">
                <a:solidFill>
                  <a:srgbClr val="006600"/>
                </a:solidFill>
                <a:latin typeface="宋体" pitchFamily="2" charset="-122"/>
                <a:ea typeface="宋体" panose="02010600030101010101" pitchFamily="2" charset="-122"/>
              </a:rPr>
              <a:t>   </a:t>
            </a: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AB</a:t>
            </a:r>
            <a:r>
              <a:rPr kumimoji="1" lang="zh-CN" altLang="en-US" sz="2800" b="1">
                <a:solidFill>
                  <a:srgbClr val="FF0000"/>
                </a:solidFill>
                <a:latin typeface="宋体" pitchFamily="2" charset="-122"/>
                <a:ea typeface="宋体" panose="02010600030101010101" pitchFamily="2" charset="-122"/>
              </a:rPr>
              <a:t>与</a:t>
            </a: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CD</a:t>
            </a:r>
            <a:r>
              <a:rPr kumimoji="1" lang="zh-CN" altLang="en-US" sz="2800" b="1">
                <a:solidFill>
                  <a:srgbClr val="FF0000"/>
                </a:solidFill>
                <a:latin typeface="宋体" pitchFamily="2" charset="-122"/>
                <a:ea typeface="宋体" panose="02010600030101010101" pitchFamily="2" charset="-122"/>
              </a:rPr>
              <a:t>不平行</a:t>
            </a:r>
            <a:r>
              <a:rPr kumimoji="1" lang="zh-CN" altLang="en-US" sz="2800" b="1">
                <a:solidFill>
                  <a:srgbClr val="006600"/>
                </a:solidFill>
                <a:latin typeface="宋体" pitchFamily="2" charset="-122"/>
                <a:ea typeface="宋体" panose="02010600030101010101" pitchFamily="2" charset="-122"/>
              </a:rPr>
              <a:t>。</a:t>
            </a:r>
          </a:p>
        </p:txBody>
      </p:sp>
      <p:sp>
        <p:nvSpPr>
          <p:cNvPr id="90" name="Text Box 45">
            <a:extLst>
              <a:ext uri="{FF2B5EF4-FFF2-40B4-BE49-F238E27FC236}">
                <a16:creationId xmlns:a16="http://schemas.microsoft.com/office/drawing/2014/main" id="{A11E7848-0A8D-F4E3-085A-01D5C75F91A1}"/>
              </a:ext>
            </a:extLst>
          </p:cNvPr>
          <p:cNvSpPr txBox="1">
            <a:spLocks noChangeArrowheads="1"/>
          </p:cNvSpPr>
          <p:nvPr/>
        </p:nvSpPr>
        <p:spPr bwMode="auto">
          <a:xfrm>
            <a:off x="2600325" y="696913"/>
            <a:ext cx="6918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2800" dirty="0">
                <a:solidFill>
                  <a:srgbClr val="000000"/>
                </a:solidFill>
                <a:latin typeface="仿宋" panose="02010609060101010101" pitchFamily="49" charset="-122"/>
                <a:ea typeface="仿宋" panose="02010609060101010101" pitchFamily="49" charset="-122"/>
              </a:rPr>
              <a:t>例</a:t>
            </a:r>
            <a:r>
              <a:rPr kumimoji="1" lang="en-US" altLang="zh-CN" sz="2800" dirty="0">
                <a:solidFill>
                  <a:srgbClr val="000000"/>
                </a:solidFill>
                <a:latin typeface="仿宋" panose="02010609060101010101" pitchFamily="49" charset="-122"/>
                <a:ea typeface="仿宋" panose="02010609060101010101" pitchFamily="49" charset="-122"/>
              </a:rPr>
              <a:t> </a:t>
            </a:r>
            <a:r>
              <a:rPr kumimoji="1" lang="zh-CN" altLang="en-US" sz="2800" dirty="0">
                <a:solidFill>
                  <a:srgbClr val="000000"/>
                </a:solidFill>
                <a:latin typeface="仿宋" panose="02010609060101010101" pitchFamily="49" charset="-122"/>
                <a:ea typeface="仿宋" panose="02010609060101010101" pitchFamily="49" charset="-122"/>
              </a:rPr>
              <a:t>判断图中两条直线是否平行。</a:t>
            </a:r>
          </a:p>
        </p:txBody>
      </p:sp>
      <p:sp>
        <p:nvSpPr>
          <p:cNvPr id="91" name="Line 46">
            <a:extLst>
              <a:ext uri="{FF2B5EF4-FFF2-40B4-BE49-F238E27FC236}">
                <a16:creationId xmlns:a16="http://schemas.microsoft.com/office/drawing/2014/main" id="{61660D29-DA8D-14BA-4689-2C15BBD238B7}"/>
              </a:ext>
            </a:extLst>
          </p:cNvPr>
          <p:cNvSpPr>
            <a:spLocks noChangeShapeType="1"/>
          </p:cNvSpPr>
          <p:nvPr/>
        </p:nvSpPr>
        <p:spPr bwMode="auto">
          <a:xfrm>
            <a:off x="4581525" y="4591050"/>
            <a:ext cx="1300163" cy="1300163"/>
          </a:xfrm>
          <a:prstGeom prst="line">
            <a:avLst/>
          </a:prstGeom>
          <a:noFill/>
          <a:ln w="9525">
            <a:solidFill>
              <a:srgbClr val="FF3399"/>
            </a:solidFill>
            <a:round/>
            <a:headEnd/>
            <a:tailEnd/>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49172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animEffect transition="in" filter="wipe(left)">
                                      <p:cBhvr>
                                        <p:cTn id="7" dur="500"/>
                                        <p:tgtEl>
                                          <p:spTgt spid="87">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1000"/>
                                  </p:stCondLst>
                                  <p:childTnLst>
                                    <p:set>
                                      <p:cBhvr>
                                        <p:cTn id="10" dur="1" fill="hold">
                                          <p:stCondLst>
                                            <p:cond delay="0"/>
                                          </p:stCondLst>
                                        </p:cTn>
                                        <p:tgtEl>
                                          <p:spTgt spid="91"/>
                                        </p:tgtEl>
                                        <p:attrNameLst>
                                          <p:attrName>style.visibility</p:attrName>
                                        </p:attrNameLst>
                                      </p:cBhvr>
                                      <p:to>
                                        <p:strVal val="visible"/>
                                      </p:to>
                                    </p:set>
                                    <p:animEffect transition="in" filter="wipe(up)">
                                      <p:cBhvr>
                                        <p:cTn id="11" dur="500"/>
                                        <p:tgtEl>
                                          <p:spTgt spid="91"/>
                                        </p:tgtEl>
                                      </p:cBhvr>
                                    </p:animEffect>
                                  </p:childTnLst>
                                </p:cTn>
                              </p:par>
                            </p:childTnLst>
                          </p:cTn>
                        </p:par>
                        <p:par>
                          <p:cTn id="12" fill="hold">
                            <p:stCondLst>
                              <p:cond delay="2000"/>
                            </p:stCondLst>
                            <p:childTnLst>
                              <p:par>
                                <p:cTn id="13" presetID="22" presetClass="entr" presetSubtype="8" fill="hold" nodeType="afterEffect">
                                  <p:stCondLst>
                                    <p:cond delay="100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500"/>
                                        <p:tgtEl>
                                          <p:spTgt spid="59"/>
                                        </p:tgtEl>
                                      </p:cBhvr>
                                    </p:animEffect>
                                  </p:childTnLst>
                                </p:cTn>
                              </p:par>
                            </p:childTnLst>
                          </p:cTn>
                        </p:par>
                        <p:par>
                          <p:cTn id="16" fill="hold">
                            <p:stCondLst>
                              <p:cond delay="3500"/>
                            </p:stCondLst>
                            <p:childTnLst>
                              <p:par>
                                <p:cTn id="17" presetID="22" presetClass="entr" presetSubtype="8" fill="hold" nodeType="afterEffect">
                                  <p:stCondLst>
                                    <p:cond delay="100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500"/>
                                        <p:tgtEl>
                                          <p:spTgt spid="56"/>
                                        </p:tgtEl>
                                      </p:cBhvr>
                                    </p:animEffect>
                                  </p:childTnLst>
                                </p:cTn>
                              </p:par>
                            </p:childTnLst>
                          </p:cTn>
                        </p:par>
                        <p:par>
                          <p:cTn id="20" fill="hold">
                            <p:stCondLst>
                              <p:cond delay="5000"/>
                            </p:stCondLst>
                            <p:childTnLst>
                              <p:par>
                                <p:cTn id="21" presetID="22" presetClass="entr" presetSubtype="4" fill="hold" nodeType="afterEffect">
                                  <p:stCondLst>
                                    <p:cond delay="1000"/>
                                  </p:stCondLst>
                                  <p:childTnLst>
                                    <p:set>
                                      <p:cBhvr>
                                        <p:cTn id="22" dur="1" fill="hold">
                                          <p:stCondLst>
                                            <p:cond delay="0"/>
                                          </p:stCondLst>
                                        </p:cTn>
                                        <p:tgtEl>
                                          <p:spTgt spid="60"/>
                                        </p:tgtEl>
                                        <p:attrNameLst>
                                          <p:attrName>style.visibility</p:attrName>
                                        </p:attrNameLst>
                                      </p:cBhvr>
                                      <p:to>
                                        <p:strVal val="visible"/>
                                      </p:to>
                                    </p:set>
                                    <p:animEffect transition="in" filter="wipe(down)">
                                      <p:cBhvr>
                                        <p:cTn id="23" dur="500"/>
                                        <p:tgtEl>
                                          <p:spTgt spid="60"/>
                                        </p:tgtEl>
                                      </p:cBhvr>
                                    </p:animEffect>
                                  </p:childTnLst>
                                </p:cTn>
                              </p:par>
                            </p:childTnLst>
                          </p:cTn>
                        </p:par>
                        <p:par>
                          <p:cTn id="24" fill="hold">
                            <p:stCondLst>
                              <p:cond delay="6500"/>
                            </p:stCondLst>
                            <p:childTnLst>
                              <p:par>
                                <p:cTn id="25" presetID="22" presetClass="entr" presetSubtype="1" fill="hold" grpId="0" nodeType="afterEffect">
                                  <p:stCondLst>
                                    <p:cond delay="1000"/>
                                  </p:stCondLst>
                                  <p:iterate type="lt">
                                    <p:tmPct val="100000"/>
                                  </p:iterate>
                                  <p:childTnLst>
                                    <p:set>
                                      <p:cBhvr>
                                        <p:cTn id="26" dur="1" fill="hold">
                                          <p:stCondLst>
                                            <p:cond delay="0"/>
                                          </p:stCondLst>
                                        </p:cTn>
                                        <p:tgtEl>
                                          <p:spTgt spid="72">
                                            <p:txEl>
                                              <p:pRg st="0" end="0"/>
                                            </p:txEl>
                                          </p:spTgt>
                                        </p:tgtEl>
                                        <p:attrNameLst>
                                          <p:attrName>style.visibility</p:attrName>
                                        </p:attrNameLst>
                                      </p:cBhvr>
                                      <p:to>
                                        <p:strVal val="visible"/>
                                      </p:to>
                                    </p:set>
                                    <p:animEffect transition="in" filter="wipe(up)">
                                      <p:cBhvr>
                                        <p:cTn id="27" dur="75"/>
                                        <p:tgtEl>
                                          <p:spTgt spid="72">
                                            <p:txEl>
                                              <p:pRg st="0" end="0"/>
                                            </p:txEl>
                                          </p:spTgt>
                                        </p:tgtEl>
                                      </p:cBhvr>
                                    </p:animEffect>
                                  </p:childTnLst>
                                </p:cTn>
                              </p:par>
                            </p:childTnLst>
                          </p:cTn>
                        </p:par>
                        <p:par>
                          <p:cTn id="28" fill="hold">
                            <p:stCondLst>
                              <p:cond delay="7650"/>
                            </p:stCondLst>
                            <p:childTnLst>
                              <p:par>
                                <p:cTn id="29" presetID="22" presetClass="entr" presetSubtype="8" fill="hold" nodeType="afterEffect">
                                  <p:stCondLst>
                                    <p:cond delay="1000"/>
                                  </p:stCondLst>
                                  <p:childTnLst>
                                    <p:set>
                                      <p:cBhvr>
                                        <p:cTn id="30" dur="1" fill="hold">
                                          <p:stCondLst>
                                            <p:cond delay="0"/>
                                          </p:stCondLst>
                                        </p:cTn>
                                        <p:tgtEl>
                                          <p:spTgt spid="57"/>
                                        </p:tgtEl>
                                        <p:attrNameLst>
                                          <p:attrName>style.visibility</p:attrName>
                                        </p:attrNameLst>
                                      </p:cBhvr>
                                      <p:to>
                                        <p:strVal val="visible"/>
                                      </p:to>
                                    </p:set>
                                    <p:animEffect transition="in" filter="wipe(left)">
                                      <p:cBhvr>
                                        <p:cTn id="31" dur="500"/>
                                        <p:tgtEl>
                                          <p:spTgt spid="57"/>
                                        </p:tgtEl>
                                      </p:cBhvr>
                                    </p:animEffect>
                                  </p:childTnLst>
                                </p:cTn>
                              </p:par>
                            </p:childTnLst>
                          </p:cTn>
                        </p:par>
                        <p:par>
                          <p:cTn id="32" fill="hold">
                            <p:stCondLst>
                              <p:cond delay="9150"/>
                            </p:stCondLst>
                            <p:childTnLst>
                              <p:par>
                                <p:cTn id="33" presetID="22" presetClass="entr" presetSubtype="8" fill="hold" nodeType="afterEffect">
                                  <p:stCondLst>
                                    <p:cond delay="1000"/>
                                  </p:stCondLst>
                                  <p:childTnLst>
                                    <p:set>
                                      <p:cBhvr>
                                        <p:cTn id="34" dur="1" fill="hold">
                                          <p:stCondLst>
                                            <p:cond delay="0"/>
                                          </p:stCondLst>
                                        </p:cTn>
                                        <p:tgtEl>
                                          <p:spTgt spid="55"/>
                                        </p:tgtEl>
                                        <p:attrNameLst>
                                          <p:attrName>style.visibility</p:attrName>
                                        </p:attrNameLst>
                                      </p:cBhvr>
                                      <p:to>
                                        <p:strVal val="visible"/>
                                      </p:to>
                                    </p:set>
                                    <p:animEffect transition="in" filter="wipe(left)">
                                      <p:cBhvr>
                                        <p:cTn id="35" dur="500"/>
                                        <p:tgtEl>
                                          <p:spTgt spid="55"/>
                                        </p:tgtEl>
                                      </p:cBhvr>
                                    </p:animEffect>
                                  </p:childTnLst>
                                </p:cTn>
                              </p:par>
                            </p:childTnLst>
                          </p:cTn>
                        </p:par>
                        <p:par>
                          <p:cTn id="36" fill="hold">
                            <p:stCondLst>
                              <p:cond delay="10650"/>
                            </p:stCondLst>
                            <p:childTnLst>
                              <p:par>
                                <p:cTn id="37" presetID="22" presetClass="entr" presetSubtype="4" fill="hold" nodeType="afterEffect">
                                  <p:stCondLst>
                                    <p:cond delay="1000"/>
                                  </p:stCondLst>
                                  <p:childTnLst>
                                    <p:set>
                                      <p:cBhvr>
                                        <p:cTn id="38" dur="1" fill="hold">
                                          <p:stCondLst>
                                            <p:cond delay="0"/>
                                          </p:stCondLst>
                                        </p:cTn>
                                        <p:tgtEl>
                                          <p:spTgt spid="58"/>
                                        </p:tgtEl>
                                        <p:attrNameLst>
                                          <p:attrName>style.visibility</p:attrName>
                                        </p:attrNameLst>
                                      </p:cBhvr>
                                      <p:to>
                                        <p:strVal val="visible"/>
                                      </p:to>
                                    </p:set>
                                    <p:animEffect transition="in" filter="wipe(down)">
                                      <p:cBhvr>
                                        <p:cTn id="39" dur="500"/>
                                        <p:tgtEl>
                                          <p:spTgt spid="58"/>
                                        </p:tgtEl>
                                      </p:cBhvr>
                                    </p:animEffect>
                                  </p:childTnLst>
                                </p:cTn>
                              </p:par>
                            </p:childTnLst>
                          </p:cTn>
                        </p:par>
                        <p:par>
                          <p:cTn id="40" fill="hold">
                            <p:stCondLst>
                              <p:cond delay="12150"/>
                            </p:stCondLst>
                            <p:childTnLst>
                              <p:par>
                                <p:cTn id="41" presetID="22" presetClass="entr" presetSubtype="1" fill="hold" grpId="0" nodeType="afterEffect">
                                  <p:stCondLst>
                                    <p:cond delay="1000"/>
                                  </p:stCondLst>
                                  <p:iterate type="lt">
                                    <p:tmPct val="100000"/>
                                  </p:iterate>
                                  <p:childTnLst>
                                    <p:set>
                                      <p:cBhvr>
                                        <p:cTn id="42" dur="1" fill="hold">
                                          <p:stCondLst>
                                            <p:cond delay="0"/>
                                          </p:stCondLst>
                                        </p:cTn>
                                        <p:tgtEl>
                                          <p:spTgt spid="62">
                                            <p:txEl>
                                              <p:pRg st="0" end="0"/>
                                            </p:txEl>
                                          </p:spTgt>
                                        </p:tgtEl>
                                        <p:attrNameLst>
                                          <p:attrName>style.visibility</p:attrName>
                                        </p:attrNameLst>
                                      </p:cBhvr>
                                      <p:to>
                                        <p:strVal val="visible"/>
                                      </p:to>
                                    </p:set>
                                    <p:animEffect transition="in" filter="wipe(up)">
                                      <p:cBhvr>
                                        <p:cTn id="43" dur="75"/>
                                        <p:tgtEl>
                                          <p:spTgt spid="62">
                                            <p:txEl>
                                              <p:pRg st="0" end="0"/>
                                            </p:txEl>
                                          </p:spTgt>
                                        </p:tgtEl>
                                      </p:cBhvr>
                                    </p:animEffect>
                                  </p:childTnLst>
                                </p:cTn>
                              </p:par>
                            </p:childTnLst>
                          </p:cTn>
                        </p:par>
                        <p:par>
                          <p:cTn id="44" fill="hold">
                            <p:stCondLst>
                              <p:cond delay="13300"/>
                            </p:stCondLst>
                            <p:childTnLst>
                              <p:par>
                                <p:cTn id="45" presetID="22" presetClass="entr" presetSubtype="4" fill="hold" nodeType="afterEffect">
                                  <p:stCondLst>
                                    <p:cond delay="1000"/>
                                  </p:stCondLst>
                                  <p:childTnLst>
                                    <p:set>
                                      <p:cBhvr>
                                        <p:cTn id="46" dur="1" fill="hold">
                                          <p:stCondLst>
                                            <p:cond delay="0"/>
                                          </p:stCondLst>
                                        </p:cTn>
                                        <p:tgtEl>
                                          <p:spTgt spid="61"/>
                                        </p:tgtEl>
                                        <p:attrNameLst>
                                          <p:attrName>style.visibility</p:attrName>
                                        </p:attrNameLst>
                                      </p:cBhvr>
                                      <p:to>
                                        <p:strVal val="visible"/>
                                      </p:to>
                                    </p:set>
                                    <p:animEffect transition="in" filter="wipe(down)">
                                      <p:cBhvr>
                                        <p:cTn id="47" dur="500"/>
                                        <p:tgtEl>
                                          <p:spTgt spid="61"/>
                                        </p:tgtEl>
                                      </p:cBhvr>
                                    </p:animEffect>
                                  </p:childTnLst>
                                </p:cTn>
                              </p:par>
                            </p:childTnLst>
                          </p:cTn>
                        </p:par>
                        <p:par>
                          <p:cTn id="48" fill="hold">
                            <p:stCondLst>
                              <p:cond delay="14800"/>
                            </p:stCondLst>
                            <p:childTnLst>
                              <p:par>
                                <p:cTn id="49" presetID="22" presetClass="entr" presetSubtype="8" fill="hold" nodeType="afterEffect">
                                  <p:stCondLst>
                                    <p:cond delay="1000"/>
                                  </p:stCondLst>
                                  <p:childTnLst>
                                    <p:set>
                                      <p:cBhvr>
                                        <p:cTn id="50" dur="1" fill="hold">
                                          <p:stCondLst>
                                            <p:cond delay="0"/>
                                          </p:stCondLst>
                                        </p:cTn>
                                        <p:tgtEl>
                                          <p:spTgt spid="64"/>
                                        </p:tgtEl>
                                        <p:attrNameLst>
                                          <p:attrName>style.visibility</p:attrName>
                                        </p:attrNameLst>
                                      </p:cBhvr>
                                      <p:to>
                                        <p:strVal val="visible"/>
                                      </p:to>
                                    </p:set>
                                    <p:animEffect transition="in" filter="wipe(left)">
                                      <p:cBhvr>
                                        <p:cTn id="51" dur="500"/>
                                        <p:tgtEl>
                                          <p:spTgt spid="64"/>
                                        </p:tgtEl>
                                      </p:cBhvr>
                                    </p:animEffect>
                                  </p:childTnLst>
                                </p:cTn>
                              </p:par>
                            </p:childTnLst>
                          </p:cTn>
                        </p:par>
                        <p:par>
                          <p:cTn id="52" fill="hold">
                            <p:stCondLst>
                              <p:cond delay="16300"/>
                            </p:stCondLst>
                            <p:childTnLst>
                              <p:par>
                                <p:cTn id="53" presetID="22" presetClass="entr" presetSubtype="8" fill="hold" nodeType="afterEffect">
                                  <p:stCondLst>
                                    <p:cond delay="1000"/>
                                  </p:stCondLst>
                                  <p:childTnLst>
                                    <p:set>
                                      <p:cBhvr>
                                        <p:cTn id="54" dur="1" fill="hold">
                                          <p:stCondLst>
                                            <p:cond delay="0"/>
                                          </p:stCondLst>
                                        </p:cTn>
                                        <p:tgtEl>
                                          <p:spTgt spid="65"/>
                                        </p:tgtEl>
                                        <p:attrNameLst>
                                          <p:attrName>style.visibility</p:attrName>
                                        </p:attrNameLst>
                                      </p:cBhvr>
                                      <p:to>
                                        <p:strVal val="visible"/>
                                      </p:to>
                                    </p:set>
                                    <p:animEffect transition="in" filter="wipe(left)">
                                      <p:cBhvr>
                                        <p:cTn id="55" dur="500"/>
                                        <p:tgtEl>
                                          <p:spTgt spid="65"/>
                                        </p:tgtEl>
                                      </p:cBhvr>
                                    </p:animEffect>
                                  </p:childTnLst>
                                </p:cTn>
                              </p:par>
                            </p:childTnLst>
                          </p:cTn>
                        </p:par>
                        <p:par>
                          <p:cTn id="56" fill="hold">
                            <p:stCondLst>
                              <p:cond delay="17800"/>
                            </p:stCondLst>
                            <p:childTnLst>
                              <p:par>
                                <p:cTn id="57" presetID="22" presetClass="entr" presetSubtype="4" fill="hold" nodeType="afterEffect">
                                  <p:stCondLst>
                                    <p:cond delay="1000"/>
                                  </p:stCondLst>
                                  <p:childTnLst>
                                    <p:set>
                                      <p:cBhvr>
                                        <p:cTn id="58" dur="1" fill="hold">
                                          <p:stCondLst>
                                            <p:cond delay="0"/>
                                          </p:stCondLst>
                                        </p:cTn>
                                        <p:tgtEl>
                                          <p:spTgt spid="66"/>
                                        </p:tgtEl>
                                        <p:attrNameLst>
                                          <p:attrName>style.visibility</p:attrName>
                                        </p:attrNameLst>
                                      </p:cBhvr>
                                      <p:to>
                                        <p:strVal val="visible"/>
                                      </p:to>
                                    </p:set>
                                    <p:animEffect transition="in" filter="wipe(down)">
                                      <p:cBhvr>
                                        <p:cTn id="59" dur="500"/>
                                        <p:tgtEl>
                                          <p:spTgt spid="66"/>
                                        </p:tgtEl>
                                      </p:cBhvr>
                                    </p:animEffect>
                                  </p:childTnLst>
                                </p:cTn>
                              </p:par>
                            </p:childTnLst>
                          </p:cTn>
                        </p:par>
                        <p:par>
                          <p:cTn id="60" fill="hold">
                            <p:stCondLst>
                              <p:cond delay="19300"/>
                            </p:stCondLst>
                            <p:childTnLst>
                              <p:par>
                                <p:cTn id="61" presetID="22" presetClass="entr" presetSubtype="1" fill="hold" grpId="0" nodeType="afterEffect">
                                  <p:stCondLst>
                                    <p:cond delay="1000"/>
                                  </p:stCondLst>
                                  <p:iterate type="lt">
                                    <p:tmPct val="100000"/>
                                  </p:iterate>
                                  <p:childTnLst>
                                    <p:set>
                                      <p:cBhvr>
                                        <p:cTn id="62" dur="1" fill="hold">
                                          <p:stCondLst>
                                            <p:cond delay="0"/>
                                          </p:stCondLst>
                                        </p:cTn>
                                        <p:tgtEl>
                                          <p:spTgt spid="71">
                                            <p:txEl>
                                              <p:pRg st="0" end="0"/>
                                            </p:txEl>
                                          </p:spTgt>
                                        </p:tgtEl>
                                        <p:attrNameLst>
                                          <p:attrName>style.visibility</p:attrName>
                                        </p:attrNameLst>
                                      </p:cBhvr>
                                      <p:to>
                                        <p:strVal val="visible"/>
                                      </p:to>
                                    </p:set>
                                    <p:animEffect transition="in" filter="wipe(up)">
                                      <p:cBhvr>
                                        <p:cTn id="63" dur="75"/>
                                        <p:tgtEl>
                                          <p:spTgt spid="71">
                                            <p:txEl>
                                              <p:pRg st="0" end="0"/>
                                            </p:txEl>
                                          </p:spTgt>
                                        </p:tgtEl>
                                      </p:cBhvr>
                                    </p:animEffect>
                                  </p:childTnLst>
                                </p:cTn>
                              </p:par>
                            </p:childTnLst>
                          </p:cTn>
                        </p:par>
                        <p:par>
                          <p:cTn id="64" fill="hold">
                            <p:stCondLst>
                              <p:cond delay="20450"/>
                            </p:stCondLst>
                            <p:childTnLst>
                              <p:par>
                                <p:cTn id="65" presetID="22" presetClass="entr" presetSubtype="8" fill="hold" nodeType="afterEffect">
                                  <p:stCondLst>
                                    <p:cond delay="1000"/>
                                  </p:stCondLst>
                                  <p:childTnLst>
                                    <p:set>
                                      <p:cBhvr>
                                        <p:cTn id="66" dur="1" fill="hold">
                                          <p:stCondLst>
                                            <p:cond delay="0"/>
                                          </p:stCondLst>
                                        </p:cTn>
                                        <p:tgtEl>
                                          <p:spTgt spid="63"/>
                                        </p:tgtEl>
                                        <p:attrNameLst>
                                          <p:attrName>style.visibility</p:attrName>
                                        </p:attrNameLst>
                                      </p:cBhvr>
                                      <p:to>
                                        <p:strVal val="visible"/>
                                      </p:to>
                                    </p:set>
                                    <p:animEffect transition="in" filter="wipe(left)">
                                      <p:cBhvr>
                                        <p:cTn id="67" dur="500"/>
                                        <p:tgtEl>
                                          <p:spTgt spid="63"/>
                                        </p:tgtEl>
                                      </p:cBhvr>
                                    </p:animEffect>
                                  </p:childTnLst>
                                </p:cTn>
                              </p:par>
                            </p:childTnLst>
                          </p:cTn>
                        </p:par>
                        <p:par>
                          <p:cTn id="68" fill="hold">
                            <p:stCondLst>
                              <p:cond delay="21950"/>
                            </p:stCondLst>
                            <p:childTnLst>
                              <p:par>
                                <p:cTn id="69" presetID="22" presetClass="entr" presetSubtype="8" fill="hold" nodeType="afterEffect">
                                  <p:stCondLst>
                                    <p:cond delay="1000"/>
                                  </p:stCondLst>
                                  <p:childTnLst>
                                    <p:set>
                                      <p:cBhvr>
                                        <p:cTn id="70" dur="1" fill="hold">
                                          <p:stCondLst>
                                            <p:cond delay="0"/>
                                          </p:stCondLst>
                                        </p:cTn>
                                        <p:tgtEl>
                                          <p:spTgt spid="67"/>
                                        </p:tgtEl>
                                        <p:attrNameLst>
                                          <p:attrName>style.visibility</p:attrName>
                                        </p:attrNameLst>
                                      </p:cBhvr>
                                      <p:to>
                                        <p:strVal val="visible"/>
                                      </p:to>
                                    </p:set>
                                    <p:animEffect transition="in" filter="wipe(left)">
                                      <p:cBhvr>
                                        <p:cTn id="71" dur="500"/>
                                        <p:tgtEl>
                                          <p:spTgt spid="67"/>
                                        </p:tgtEl>
                                      </p:cBhvr>
                                    </p:animEffect>
                                  </p:childTnLst>
                                </p:cTn>
                              </p:par>
                            </p:childTnLst>
                          </p:cTn>
                        </p:par>
                        <p:par>
                          <p:cTn id="72" fill="hold">
                            <p:stCondLst>
                              <p:cond delay="23450"/>
                            </p:stCondLst>
                            <p:childTnLst>
                              <p:par>
                                <p:cTn id="73" presetID="22" presetClass="entr" presetSubtype="4" fill="hold" nodeType="afterEffect">
                                  <p:stCondLst>
                                    <p:cond delay="1000"/>
                                  </p:stCondLst>
                                  <p:childTnLst>
                                    <p:set>
                                      <p:cBhvr>
                                        <p:cTn id="74" dur="1" fill="hold">
                                          <p:stCondLst>
                                            <p:cond delay="0"/>
                                          </p:stCondLst>
                                        </p:cTn>
                                        <p:tgtEl>
                                          <p:spTgt spid="68"/>
                                        </p:tgtEl>
                                        <p:attrNameLst>
                                          <p:attrName>style.visibility</p:attrName>
                                        </p:attrNameLst>
                                      </p:cBhvr>
                                      <p:to>
                                        <p:strVal val="visible"/>
                                      </p:to>
                                    </p:set>
                                    <p:animEffect transition="in" filter="wipe(down)">
                                      <p:cBhvr>
                                        <p:cTn id="75" dur="500"/>
                                        <p:tgtEl>
                                          <p:spTgt spid="68"/>
                                        </p:tgtEl>
                                      </p:cBhvr>
                                    </p:animEffect>
                                  </p:childTnLst>
                                </p:cTn>
                              </p:par>
                            </p:childTnLst>
                          </p:cTn>
                        </p:par>
                        <p:par>
                          <p:cTn id="76" fill="hold">
                            <p:stCondLst>
                              <p:cond delay="24950"/>
                            </p:stCondLst>
                            <p:childTnLst>
                              <p:par>
                                <p:cTn id="77" presetID="22" presetClass="entr" presetSubtype="1" fill="hold" grpId="0" nodeType="afterEffect">
                                  <p:stCondLst>
                                    <p:cond delay="1000"/>
                                  </p:stCondLst>
                                  <p:iterate type="lt">
                                    <p:tmPct val="100000"/>
                                  </p:iterate>
                                  <p:childTnLst>
                                    <p:set>
                                      <p:cBhvr>
                                        <p:cTn id="78" dur="1" fill="hold">
                                          <p:stCondLst>
                                            <p:cond delay="0"/>
                                          </p:stCondLst>
                                        </p:cTn>
                                        <p:tgtEl>
                                          <p:spTgt spid="70">
                                            <p:txEl>
                                              <p:pRg st="0" end="0"/>
                                            </p:txEl>
                                          </p:spTgt>
                                        </p:tgtEl>
                                        <p:attrNameLst>
                                          <p:attrName>style.visibility</p:attrName>
                                        </p:attrNameLst>
                                      </p:cBhvr>
                                      <p:to>
                                        <p:strVal val="visible"/>
                                      </p:to>
                                    </p:set>
                                    <p:animEffect transition="in" filter="wipe(up)">
                                      <p:cBhvr>
                                        <p:cTn id="79" dur="75"/>
                                        <p:tgtEl>
                                          <p:spTgt spid="70">
                                            <p:txEl>
                                              <p:pRg st="0" end="0"/>
                                            </p:txEl>
                                          </p:spTgt>
                                        </p:tgtEl>
                                      </p:cBhvr>
                                    </p:animEffect>
                                  </p:childTnLst>
                                </p:cTn>
                              </p:par>
                            </p:childTnLst>
                          </p:cTn>
                        </p:par>
                        <p:par>
                          <p:cTn id="80" fill="hold">
                            <p:stCondLst>
                              <p:cond delay="26100"/>
                            </p:stCondLst>
                            <p:childTnLst>
                              <p:par>
                                <p:cTn id="81" presetID="22" presetClass="entr" presetSubtype="1" fill="hold" nodeType="afterEffect">
                                  <p:stCondLst>
                                    <p:cond delay="1000"/>
                                  </p:stCondLst>
                                  <p:childTnLst>
                                    <p:set>
                                      <p:cBhvr>
                                        <p:cTn id="82" dur="1" fill="hold">
                                          <p:stCondLst>
                                            <p:cond delay="0"/>
                                          </p:stCondLst>
                                        </p:cTn>
                                        <p:tgtEl>
                                          <p:spTgt spid="69"/>
                                        </p:tgtEl>
                                        <p:attrNameLst>
                                          <p:attrName>style.visibility</p:attrName>
                                        </p:attrNameLst>
                                      </p:cBhvr>
                                      <p:to>
                                        <p:strVal val="visible"/>
                                      </p:to>
                                    </p:set>
                                    <p:animEffect transition="in" filter="wipe(up)">
                                      <p:cBhvr>
                                        <p:cTn id="83" dur="500"/>
                                        <p:tgtEl>
                                          <p:spTgt spid="6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88">
                                            <p:txEl>
                                              <p:pRg st="0" end="0"/>
                                            </p:txEl>
                                          </p:spTgt>
                                        </p:tgtEl>
                                        <p:attrNameLst>
                                          <p:attrName>style.visibility</p:attrName>
                                        </p:attrNameLst>
                                      </p:cBhvr>
                                      <p:to>
                                        <p:strVal val="visible"/>
                                      </p:to>
                                    </p:set>
                                    <p:animEffect transition="in" filter="wipe(left)">
                                      <p:cBhvr>
                                        <p:cTn id="88" dur="500"/>
                                        <p:tgtEl>
                                          <p:spTgt spid="88">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88">
                                            <p:txEl>
                                              <p:pRg st="1" end="1"/>
                                            </p:txEl>
                                          </p:spTgt>
                                        </p:tgtEl>
                                        <p:attrNameLst>
                                          <p:attrName>style.visibility</p:attrName>
                                        </p:attrNameLst>
                                      </p:cBhvr>
                                      <p:to>
                                        <p:strVal val="visible"/>
                                      </p:to>
                                    </p:set>
                                    <p:animEffect transition="in" filter="wipe(left)">
                                      <p:cBhvr>
                                        <p:cTn id="93" dur="500"/>
                                        <p:tgtEl>
                                          <p:spTgt spid="88">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89">
                                            <p:txEl>
                                              <p:pRg st="0" end="0"/>
                                            </p:txEl>
                                          </p:spTgt>
                                        </p:tgtEl>
                                        <p:attrNameLst>
                                          <p:attrName>style.visibility</p:attrName>
                                        </p:attrNameLst>
                                      </p:cBhvr>
                                      <p:to>
                                        <p:strVal val="visible"/>
                                      </p:to>
                                    </p:set>
                                    <p:animEffect transition="in" filter="wipe(left)">
                                      <p:cBhvr>
                                        <p:cTn id="98" dur="500"/>
                                        <p:tgtEl>
                                          <p:spTgt spid="89">
                                            <p:txEl>
                                              <p:pRg st="0" end="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89">
                                            <p:txEl>
                                              <p:pRg st="1" end="1"/>
                                            </p:txEl>
                                          </p:spTgt>
                                        </p:tgtEl>
                                        <p:attrNameLst>
                                          <p:attrName>style.visibility</p:attrName>
                                        </p:attrNameLst>
                                      </p:cBhvr>
                                      <p:to>
                                        <p:strVal val="visible"/>
                                      </p:to>
                                    </p:set>
                                    <p:animEffect transition="in" filter="wipe(left)">
                                      <p:cBhvr>
                                        <p:cTn id="103" dur="500"/>
                                        <p:tgtEl>
                                          <p:spTgt spid="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p" autoUpdateAnimBg="0" advAuto="1000"/>
      <p:bldP spid="70" grpId="0" build="p" autoUpdateAnimBg="0" advAuto="1000"/>
      <p:bldP spid="71" grpId="0" build="p" autoUpdateAnimBg="0" advAuto="1000"/>
      <p:bldP spid="72" grpId="0" build="p" autoUpdateAnimBg="0" advAuto="1000"/>
      <p:bldP spid="87" grpId="0" build="p" autoUpdateAnimBg="0"/>
      <p:bldP spid="88" grpId="0" build="p" autoUpdateAnimBg="0"/>
      <p:bldP spid="89"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2280C853-4EC6-370F-A914-C66D6094A545}"/>
              </a:ext>
            </a:extLst>
          </p:cNvPr>
          <p:cNvGraphicFramePr>
            <a:graphicFrameLocks noChangeAspect="1"/>
          </p:cNvGraphicFramePr>
          <p:nvPr>
            <p:extLst>
              <p:ext uri="{D42A27DB-BD31-4B8C-83A1-F6EECF244321}">
                <p14:modId xmlns:p14="http://schemas.microsoft.com/office/powerpoint/2010/main" val="1213001602"/>
              </p:ext>
            </p:extLst>
          </p:nvPr>
        </p:nvGraphicFramePr>
        <p:xfrm>
          <a:off x="6059488" y="682625"/>
          <a:ext cx="4143375" cy="3913188"/>
        </p:xfrm>
        <a:graphic>
          <a:graphicData uri="http://schemas.openxmlformats.org/presentationml/2006/ole">
            <mc:AlternateContent xmlns:mc="http://schemas.openxmlformats.org/markup-compatibility/2006">
              <mc:Choice xmlns:v="urn:schemas-microsoft-com:vml" Requires="v">
                <p:oleObj name="位图图像" r:id="rId2" imgW="3076190" imgH="2905531" progId="Paint.Picture">
                  <p:embed/>
                </p:oleObj>
              </mc:Choice>
              <mc:Fallback>
                <p:oleObj name="位图图像" r:id="rId2" imgW="3076190" imgH="2905531" progId="Paint.Picture">
                  <p:embed/>
                  <p:pic>
                    <p:nvPicPr>
                      <p:cNvPr id="64514" name="Object 2">
                        <a:extLst>
                          <a:ext uri="{FF2B5EF4-FFF2-40B4-BE49-F238E27FC236}">
                            <a16:creationId xmlns:a16="http://schemas.microsoft.com/office/drawing/2014/main" id="{04C30638-5870-5BA7-5534-FA37564FBEB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59488" y="682625"/>
                        <a:ext cx="4143375" cy="391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3">
            <a:extLst>
              <a:ext uri="{FF2B5EF4-FFF2-40B4-BE49-F238E27FC236}">
                <a16:creationId xmlns:a16="http://schemas.microsoft.com/office/drawing/2014/main" id="{125D21AB-E429-C700-015A-7A307CCE83A3}"/>
              </a:ext>
            </a:extLst>
          </p:cNvPr>
          <p:cNvSpPr txBox="1">
            <a:spLocks noChangeArrowheads="1"/>
          </p:cNvSpPr>
          <p:nvPr/>
        </p:nvSpPr>
        <p:spPr bwMode="auto">
          <a:xfrm>
            <a:off x="2281238" y="682625"/>
            <a:ext cx="3600450"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lnSpc>
                <a:spcPct val="110000"/>
              </a:lnSpc>
              <a:spcBef>
                <a:spcPct val="0"/>
              </a:spcBef>
              <a:spcAft>
                <a:spcPct val="0"/>
              </a:spcAft>
              <a:buFontTx/>
              <a:buNone/>
            </a:pPr>
            <a:r>
              <a:rPr kumimoji="1" lang="zh-CN" altLang="en-US" sz="2800">
                <a:solidFill>
                  <a:srgbClr val="FF3399"/>
                </a:solidFill>
                <a:latin typeface="宋体" panose="02010600030101010101" pitchFamily="2" charset="-122"/>
              </a:rPr>
              <a:t>    </a:t>
            </a:r>
            <a:r>
              <a:rPr kumimoji="1" lang="zh-CN" altLang="en-US" sz="2800">
                <a:solidFill>
                  <a:srgbClr val="000000"/>
                </a:solidFill>
                <a:latin typeface="宋体" panose="02010600030101010101" pitchFamily="2" charset="-122"/>
              </a:rPr>
              <a:t>在右图中，因</a:t>
            </a:r>
            <a:r>
              <a:rPr kumimoji="1" lang="en-US" altLang="zh-CN" sz="2800" i="1">
                <a:solidFill>
                  <a:srgbClr val="000000"/>
                </a:solidFill>
                <a:latin typeface="Times New Roman" panose="02020603050405020304" pitchFamily="18" charset="0"/>
              </a:rPr>
              <a:t>AB</a:t>
            </a:r>
            <a:r>
              <a:rPr kumimoji="1" lang="zh-CN" altLang="en-US" sz="2800">
                <a:solidFill>
                  <a:srgbClr val="000000"/>
                </a:solidFill>
                <a:latin typeface="宋体" panose="02010600030101010101" pitchFamily="2" charset="-122"/>
              </a:rPr>
              <a:t>是</a:t>
            </a:r>
            <a:r>
              <a:rPr kumimoji="1" lang="zh-CN" altLang="en-US" sz="2800">
                <a:solidFill>
                  <a:srgbClr val="0000FF"/>
                </a:solidFill>
                <a:latin typeface="宋体" panose="02010600030101010101" pitchFamily="2" charset="-122"/>
              </a:rPr>
              <a:t>侧</a:t>
            </a:r>
            <a:r>
              <a:rPr kumimoji="1" lang="zh-CN" altLang="en-US" sz="2800">
                <a:solidFill>
                  <a:srgbClr val="000000"/>
                </a:solidFill>
                <a:latin typeface="宋体" panose="02010600030101010101" pitchFamily="2" charset="-122"/>
              </a:rPr>
              <a:t>平线，察看</a:t>
            </a:r>
            <a:r>
              <a:rPr kumimoji="1" lang="zh-CN" altLang="en-US" sz="2800">
                <a:solidFill>
                  <a:srgbClr val="0000FF"/>
                </a:solidFill>
                <a:latin typeface="宋体" panose="02010600030101010101" pitchFamily="2" charset="-122"/>
              </a:rPr>
              <a:t>侧</a:t>
            </a:r>
            <a:r>
              <a:rPr kumimoji="1" lang="zh-CN" altLang="en-US" sz="2800">
                <a:solidFill>
                  <a:srgbClr val="000000"/>
                </a:solidFill>
                <a:latin typeface="宋体" panose="02010600030101010101" pitchFamily="2" charset="-122"/>
              </a:rPr>
              <a:t>面投影，</a:t>
            </a:r>
            <a:r>
              <a:rPr kumimoji="1" lang="en-US" altLang="zh-CN" sz="2800" i="1">
                <a:solidFill>
                  <a:srgbClr val="FF3399"/>
                </a:solidFill>
                <a:latin typeface="Times New Roman" panose="02020603050405020304" pitchFamily="18" charset="0"/>
              </a:rPr>
              <a:t>a</a:t>
            </a:r>
            <a:r>
              <a:rPr kumimoji="1" lang="en-US" altLang="zh-CN" sz="2800" i="1">
                <a:solidFill>
                  <a:srgbClr val="0000FF"/>
                </a:solidFill>
                <a:latin typeface="Times New Roman" panose="02020603050405020304" pitchFamily="18" charset="0"/>
                <a:sym typeface="Symbol" panose="05050102010706020507" pitchFamily="18" charset="2"/>
              </a:rPr>
              <a:t></a:t>
            </a:r>
            <a:r>
              <a:rPr kumimoji="1" lang="en-US" altLang="zh-CN" sz="2800">
                <a:solidFill>
                  <a:srgbClr val="000000"/>
                </a:solidFill>
                <a:latin typeface="Times New Roman" panose="02020603050405020304" pitchFamily="18" charset="0"/>
              </a:rPr>
              <a:t> </a:t>
            </a:r>
            <a:r>
              <a:rPr kumimoji="1" lang="en-US" altLang="zh-CN" sz="2800" i="1">
                <a:solidFill>
                  <a:srgbClr val="FF3399"/>
                </a:solidFill>
                <a:latin typeface="Times New Roman" panose="02020603050405020304" pitchFamily="18" charset="0"/>
              </a:rPr>
              <a:t>b</a:t>
            </a:r>
            <a:r>
              <a:rPr kumimoji="1" lang="en-US" altLang="zh-CN"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FF3399"/>
                </a:solidFill>
                <a:latin typeface="宋体" panose="02010600030101010101" pitchFamily="2" charset="-122"/>
              </a:rPr>
              <a:t>和</a:t>
            </a:r>
            <a:r>
              <a:rPr kumimoji="1" lang="en-US" altLang="zh-CN" sz="2800" i="1">
                <a:solidFill>
                  <a:srgbClr val="FF3399"/>
                </a:solidFill>
                <a:latin typeface="Times New Roman" panose="02020603050405020304" pitchFamily="18" charset="0"/>
              </a:rPr>
              <a:t>c</a:t>
            </a:r>
            <a:r>
              <a:rPr kumimoji="1" lang="en-US" altLang="zh-CN" sz="2800" i="1">
                <a:solidFill>
                  <a:srgbClr val="0000FF"/>
                </a:solidFill>
                <a:latin typeface="Times New Roman" panose="02020603050405020304" pitchFamily="18" charset="0"/>
                <a:sym typeface="Symbol" panose="05050102010706020507" pitchFamily="18" charset="2"/>
              </a:rPr>
              <a:t></a:t>
            </a:r>
            <a:r>
              <a:rPr kumimoji="1" lang="en-US" altLang="zh-CN" sz="2800" i="1">
                <a:solidFill>
                  <a:srgbClr val="FF3399"/>
                </a:solidFill>
                <a:latin typeface="Times New Roman" panose="02020603050405020304" pitchFamily="18" charset="0"/>
              </a:rPr>
              <a:t>d</a:t>
            </a:r>
            <a:r>
              <a:rPr kumimoji="1" lang="en-US" altLang="zh-CN" sz="28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FF3399"/>
                </a:solidFill>
                <a:latin typeface="宋体" panose="02010600030101010101" pitchFamily="2" charset="-122"/>
              </a:rPr>
              <a:t>虽然相交</a:t>
            </a:r>
            <a:r>
              <a:rPr kumimoji="1" lang="zh-CN" altLang="en-US" sz="2800">
                <a:solidFill>
                  <a:srgbClr val="000000"/>
                </a:solidFill>
                <a:latin typeface="宋体" panose="02010600030101010101" pitchFamily="2" charset="-122"/>
              </a:rPr>
              <a:t>，但该交点</a:t>
            </a:r>
            <a:r>
              <a:rPr kumimoji="1" lang="zh-CN" altLang="en-US" sz="2800">
                <a:solidFill>
                  <a:srgbClr val="FF3399"/>
                </a:solidFill>
                <a:latin typeface="宋体" panose="02010600030101010101" pitchFamily="2" charset="-122"/>
              </a:rPr>
              <a:t>与</a:t>
            </a:r>
            <a:r>
              <a:rPr kumimoji="1" lang="en-US" altLang="zh-CN" sz="2800" i="1">
                <a:solidFill>
                  <a:srgbClr val="FF3399"/>
                </a:solidFill>
                <a:latin typeface="Times New Roman" panose="02020603050405020304" pitchFamily="18" charset="0"/>
              </a:rPr>
              <a:t>k</a:t>
            </a:r>
            <a:r>
              <a:rPr kumimoji="1" lang="en-US" altLang="zh-CN" sz="2400" i="1">
                <a:solidFill>
                  <a:srgbClr val="0000FF"/>
                </a:solidFill>
                <a:latin typeface="Times New Roman" panose="02020603050405020304" pitchFamily="18" charset="0"/>
                <a:sym typeface="Symbol" panose="05050102010706020507" pitchFamily="18" charset="2"/>
              </a:rPr>
              <a:t> </a:t>
            </a:r>
            <a:r>
              <a:rPr kumimoji="1" lang="zh-CN" altLang="en-US" sz="2800">
                <a:solidFill>
                  <a:srgbClr val="FF3399"/>
                </a:solidFill>
                <a:latin typeface="宋体" panose="02010600030101010101" pitchFamily="2" charset="-122"/>
              </a:rPr>
              <a:t>的</a:t>
            </a:r>
            <a:r>
              <a:rPr kumimoji="1" lang="zh-CN" altLang="en-US" sz="2800">
                <a:solidFill>
                  <a:srgbClr val="000000"/>
                </a:solidFill>
                <a:latin typeface="宋体" panose="02010600030101010101" pitchFamily="2" charset="-122"/>
              </a:rPr>
              <a:t>连线与</a:t>
            </a:r>
            <a:r>
              <a:rPr kumimoji="1" lang="en-US" altLang="zh-CN" sz="2800" i="1">
                <a:solidFill>
                  <a:srgbClr val="000000"/>
                </a:solidFill>
                <a:latin typeface="Times New Roman" panose="02020603050405020304" pitchFamily="18" charset="0"/>
              </a:rPr>
              <a:t>Z </a:t>
            </a:r>
            <a:r>
              <a:rPr kumimoji="1" lang="zh-CN" altLang="en-US" sz="2800">
                <a:solidFill>
                  <a:srgbClr val="000000"/>
                </a:solidFill>
                <a:latin typeface="宋体" panose="02010600030101010101" pitchFamily="2" charset="-122"/>
              </a:rPr>
              <a:t>轴不垂直，故此两直线</a:t>
            </a:r>
            <a:r>
              <a:rPr kumimoji="1" lang="zh-CN" altLang="en-US" sz="2800">
                <a:solidFill>
                  <a:srgbClr val="FF0000"/>
                </a:solidFill>
                <a:latin typeface="宋体" panose="02010600030101010101" pitchFamily="2" charset="-122"/>
              </a:rPr>
              <a:t>不相交</a:t>
            </a:r>
            <a:r>
              <a:rPr kumimoji="1" lang="zh-CN" altLang="en-US" sz="2800">
                <a:solidFill>
                  <a:srgbClr val="000000"/>
                </a:solidFill>
                <a:latin typeface="宋体" panose="02010600030101010101" pitchFamily="2" charset="-122"/>
              </a:rPr>
              <a:t>。</a:t>
            </a:r>
            <a:r>
              <a:rPr kumimoji="1" lang="zh-CN" altLang="en-US" sz="2800">
                <a:solidFill>
                  <a:srgbClr val="FF3399"/>
                </a:solidFill>
                <a:latin typeface="宋体" panose="02010600030101010101" pitchFamily="2" charset="-122"/>
              </a:rPr>
              <a:t> </a:t>
            </a:r>
          </a:p>
        </p:txBody>
      </p:sp>
      <p:sp>
        <p:nvSpPr>
          <p:cNvPr id="4" name="Text Box 4">
            <a:extLst>
              <a:ext uri="{FF2B5EF4-FFF2-40B4-BE49-F238E27FC236}">
                <a16:creationId xmlns:a16="http://schemas.microsoft.com/office/drawing/2014/main" id="{747923B0-B0D5-92F4-74B6-D049127D2F2D}"/>
              </a:ext>
            </a:extLst>
          </p:cNvPr>
          <p:cNvSpPr txBox="1">
            <a:spLocks noChangeArrowheads="1"/>
          </p:cNvSpPr>
          <p:nvPr/>
        </p:nvSpPr>
        <p:spPr bwMode="auto">
          <a:xfrm>
            <a:off x="2354263" y="4857750"/>
            <a:ext cx="7924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zh-CN" altLang="en-US" sz="2800">
                <a:solidFill>
                  <a:srgbClr val="000000"/>
                </a:solidFill>
                <a:latin typeface="宋体" panose="02010600030101010101" pitchFamily="2" charset="-122"/>
              </a:rPr>
              <a:t>     若只凭</a:t>
            </a:r>
            <a:r>
              <a:rPr kumimoji="1" lang="en-US" altLang="zh-CN" sz="2800" i="1">
                <a:solidFill>
                  <a:srgbClr val="000000"/>
                </a:solidFill>
                <a:latin typeface="Times New Roman" panose="02020603050405020304" pitchFamily="18" charset="0"/>
              </a:rPr>
              <a:t>V</a:t>
            </a:r>
            <a:r>
              <a:rPr kumimoji="1" lang="zh-CN" altLang="en-US" sz="2800" i="1">
                <a:solidFill>
                  <a:srgbClr val="000000"/>
                </a:solidFill>
                <a:latin typeface="Times New Roman" panose="02020603050405020304" pitchFamily="18" charset="0"/>
              </a:rPr>
              <a:t>、</a:t>
            </a:r>
            <a:r>
              <a:rPr kumimoji="1" lang="en-US" altLang="zh-CN" sz="2800" i="1">
                <a:solidFill>
                  <a:srgbClr val="000000"/>
                </a:solidFill>
                <a:latin typeface="Times New Roman" panose="02020603050405020304" pitchFamily="18" charset="0"/>
              </a:rPr>
              <a:t>H</a:t>
            </a:r>
            <a:r>
              <a:rPr kumimoji="1" lang="en-US" altLang="zh-CN" sz="2800" i="1">
                <a:solidFill>
                  <a:srgbClr val="000000"/>
                </a:solidFill>
                <a:latin typeface="宋体" panose="02010600030101010101" pitchFamily="2" charset="-122"/>
              </a:rPr>
              <a:t> </a:t>
            </a:r>
            <a:r>
              <a:rPr kumimoji="1" lang="zh-CN" altLang="en-US" sz="2800">
                <a:solidFill>
                  <a:srgbClr val="000000"/>
                </a:solidFill>
                <a:latin typeface="宋体" panose="02010600030101010101" pitchFamily="2" charset="-122"/>
              </a:rPr>
              <a:t>两投影来判断，则需看</a:t>
            </a:r>
            <a:r>
              <a:rPr kumimoji="1" lang="zh-CN" altLang="en-US" sz="2800">
                <a:solidFill>
                  <a:srgbClr val="FF0000"/>
                </a:solidFill>
                <a:latin typeface="宋体" panose="02010600030101010101" pitchFamily="2" charset="-122"/>
              </a:rPr>
              <a:t>简单比</a:t>
            </a:r>
            <a:r>
              <a:rPr kumimoji="1" lang="en-US" altLang="zh-CN" sz="2800">
                <a:solidFill>
                  <a:srgbClr val="000000"/>
                </a:solidFill>
                <a:latin typeface="宋体" panose="02010600030101010101" pitchFamily="2" charset="-122"/>
              </a:rPr>
              <a:t>(</a:t>
            </a:r>
            <a:r>
              <a:rPr kumimoji="1" lang="en-US" altLang="zh-CN" sz="2800" i="1">
                <a:solidFill>
                  <a:srgbClr val="000000"/>
                </a:solidFill>
                <a:latin typeface="Times New Roman" panose="02020603050405020304" pitchFamily="18" charset="0"/>
              </a:rPr>
              <a:t>abk</a:t>
            </a:r>
            <a:r>
              <a:rPr kumimoji="1" lang="en-US" altLang="zh-CN" sz="2800">
                <a:solidFill>
                  <a:srgbClr val="000000"/>
                </a:solidFill>
                <a:latin typeface="宋体" panose="02010600030101010101" pitchFamily="2" charset="-122"/>
              </a:rPr>
              <a:t>)</a:t>
            </a:r>
            <a:r>
              <a:rPr kumimoji="1" lang="zh-CN" altLang="en-US" sz="2800">
                <a:solidFill>
                  <a:srgbClr val="000000"/>
                </a:solidFill>
                <a:latin typeface="宋体" panose="02010600030101010101" pitchFamily="2" charset="-122"/>
              </a:rPr>
              <a:t>与</a:t>
            </a:r>
            <a:r>
              <a:rPr kumimoji="1" lang="en-US" altLang="zh-CN" sz="2800">
                <a:solidFill>
                  <a:srgbClr val="000000"/>
                </a:solidFill>
                <a:latin typeface="宋体" panose="02010600030101010101" pitchFamily="2" charset="-122"/>
              </a:rPr>
              <a:t>(</a:t>
            </a:r>
            <a:r>
              <a:rPr kumimoji="1" lang="en-US" altLang="zh-CN" sz="2800" i="1">
                <a:solidFill>
                  <a:srgbClr val="000000"/>
                </a:solidFill>
                <a:latin typeface="Times New Roman" panose="02020603050405020304" pitchFamily="18" charset="0"/>
              </a:rPr>
              <a:t>a</a:t>
            </a:r>
            <a:r>
              <a:rPr kumimoji="1" lang="en-US" altLang="zh-CN" sz="2400" i="1">
                <a:solidFill>
                  <a:srgbClr val="000000"/>
                </a:solidFill>
                <a:latin typeface="Times New Roman" panose="02020603050405020304" pitchFamily="18" charset="0"/>
                <a:sym typeface="Symbol" panose="05050102010706020507" pitchFamily="18" charset="2"/>
              </a:rPr>
              <a:t></a:t>
            </a:r>
            <a:r>
              <a:rPr kumimoji="1" lang="en-US" altLang="zh-CN" sz="2400" b="0">
                <a:solidFill>
                  <a:srgbClr val="000000"/>
                </a:solidFill>
                <a:latin typeface="Times New Roman" panose="02020603050405020304" pitchFamily="18" charset="0"/>
              </a:rPr>
              <a:t> </a:t>
            </a:r>
            <a:r>
              <a:rPr kumimoji="1" lang="en-US" altLang="zh-CN" sz="2800" i="1">
                <a:solidFill>
                  <a:srgbClr val="000000"/>
                </a:solidFill>
                <a:latin typeface="Times New Roman" panose="02020603050405020304" pitchFamily="18" charset="0"/>
              </a:rPr>
              <a:t>b</a:t>
            </a:r>
            <a:r>
              <a:rPr kumimoji="1" lang="en-US" altLang="zh-CN" sz="2400" i="1">
                <a:solidFill>
                  <a:srgbClr val="000000"/>
                </a:solidFill>
                <a:latin typeface="Times New Roman" panose="02020603050405020304" pitchFamily="18" charset="0"/>
                <a:sym typeface="Symbol" panose="05050102010706020507" pitchFamily="18" charset="2"/>
              </a:rPr>
              <a:t></a:t>
            </a:r>
            <a:r>
              <a:rPr kumimoji="1" lang="en-US" altLang="zh-CN" sz="2400" b="0">
                <a:solidFill>
                  <a:srgbClr val="000000"/>
                </a:solidFill>
                <a:latin typeface="Times New Roman" panose="02020603050405020304" pitchFamily="18" charset="0"/>
              </a:rPr>
              <a:t> </a:t>
            </a:r>
            <a:r>
              <a:rPr kumimoji="1" lang="en-US" altLang="zh-CN" sz="2800" i="1">
                <a:solidFill>
                  <a:srgbClr val="000000"/>
                </a:solidFill>
                <a:latin typeface="Times New Roman" panose="02020603050405020304" pitchFamily="18" charset="0"/>
              </a:rPr>
              <a:t>k</a:t>
            </a:r>
            <a:r>
              <a:rPr kumimoji="1" lang="en-US" altLang="zh-CN" sz="2400" i="1">
                <a:solidFill>
                  <a:srgbClr val="000000"/>
                </a:solidFill>
                <a:latin typeface="Times New Roman" panose="02020603050405020304" pitchFamily="18" charset="0"/>
                <a:sym typeface="Symbol" panose="05050102010706020507" pitchFamily="18" charset="2"/>
              </a:rPr>
              <a:t></a:t>
            </a:r>
            <a:r>
              <a:rPr kumimoji="1" lang="en-US" altLang="zh-CN" sz="2800">
                <a:solidFill>
                  <a:srgbClr val="000000"/>
                </a:solidFill>
                <a:latin typeface="宋体" panose="02010600030101010101" pitchFamily="2" charset="-122"/>
              </a:rPr>
              <a:t>)</a:t>
            </a:r>
            <a:r>
              <a:rPr kumimoji="1" lang="en-US" altLang="zh-CN" sz="2800" i="1">
                <a:solidFill>
                  <a:srgbClr val="000000"/>
                </a:solidFill>
                <a:latin typeface="宋体" panose="02010600030101010101" pitchFamily="2" charset="-122"/>
              </a:rPr>
              <a:t> </a:t>
            </a:r>
            <a:r>
              <a:rPr kumimoji="1" lang="zh-CN" altLang="en-US" sz="2800">
                <a:solidFill>
                  <a:srgbClr val="000000"/>
                </a:solidFill>
                <a:latin typeface="宋体" panose="02010600030101010101" pitchFamily="2" charset="-122"/>
              </a:rPr>
              <a:t>是否相等，若相等则相交，不相等则不相交。</a:t>
            </a:r>
          </a:p>
        </p:txBody>
      </p:sp>
    </p:spTree>
    <p:extLst>
      <p:ext uri="{BB962C8B-B14F-4D97-AF65-F5344CB8AC3E}">
        <p14:creationId xmlns:p14="http://schemas.microsoft.com/office/powerpoint/2010/main" val="307185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3AD94A8F-7999-F0E4-FC76-5C88C04FF788}"/>
              </a:ext>
            </a:extLst>
          </p:cNvPr>
          <p:cNvSpPr txBox="1">
            <a:spLocks noChangeArrowheads="1"/>
          </p:cNvSpPr>
          <p:nvPr/>
        </p:nvSpPr>
        <p:spPr bwMode="auto">
          <a:xfrm>
            <a:off x="1795308" y="2786334"/>
            <a:ext cx="790575" cy="1190625"/>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zh-CN" altLang="en-US" sz="3600" b="1">
                <a:solidFill>
                  <a:srgbClr val="000000"/>
                </a:solidFill>
                <a:effectLst>
                  <a:outerShdw blurRad="38100" dist="38100" dir="2700000" algn="tl">
                    <a:srgbClr val="C0C0C0"/>
                  </a:outerShdw>
                </a:effectLst>
                <a:latin typeface="Times New Roman" panose="02020603050405020304" pitchFamily="18" charset="0"/>
                <a:ea typeface="隶书" pitchFamily="49" charset="-122"/>
              </a:rPr>
              <a:t>平面</a:t>
            </a:r>
          </a:p>
        </p:txBody>
      </p:sp>
      <p:grpSp>
        <p:nvGrpSpPr>
          <p:cNvPr id="3" name="Group 3">
            <a:extLst>
              <a:ext uri="{FF2B5EF4-FFF2-40B4-BE49-F238E27FC236}">
                <a16:creationId xmlns:a16="http://schemas.microsoft.com/office/drawing/2014/main" id="{636932D2-B712-54F1-945E-4BDF029E61BE}"/>
              </a:ext>
            </a:extLst>
          </p:cNvPr>
          <p:cNvGrpSpPr>
            <a:grpSpLocks/>
          </p:cNvGrpSpPr>
          <p:nvPr/>
        </p:nvGrpSpPr>
        <p:grpSpPr bwMode="auto">
          <a:xfrm>
            <a:off x="5610070" y="2427559"/>
            <a:ext cx="4537075" cy="1177925"/>
            <a:chOff x="2653" y="2461"/>
            <a:chExt cx="2858" cy="742"/>
          </a:xfrm>
        </p:grpSpPr>
        <p:sp>
          <p:nvSpPr>
            <p:cNvPr id="4" name="Text Box 4">
              <a:extLst>
                <a:ext uri="{FF2B5EF4-FFF2-40B4-BE49-F238E27FC236}">
                  <a16:creationId xmlns:a16="http://schemas.microsoft.com/office/drawing/2014/main" id="{8FDA15F2-CC05-9AFE-8C03-94CAABA43AD5}"/>
                </a:ext>
              </a:extLst>
            </p:cNvPr>
            <p:cNvSpPr txBox="1">
              <a:spLocks noChangeArrowheads="1"/>
            </p:cNvSpPr>
            <p:nvPr/>
          </p:nvSpPr>
          <p:spPr bwMode="auto">
            <a:xfrm>
              <a:off x="2744" y="2688"/>
              <a:ext cx="2767" cy="288"/>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en-US" altLang="zh-CN"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2</a:t>
              </a:r>
              <a:r>
                <a:rPr kumimoji="1" lang="zh-CN" altLang="en-US"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、平     行       面</a:t>
              </a:r>
              <a:r>
                <a:rPr kumimoji="1" lang="en-US" altLang="zh-CN" sz="2400" b="1">
                  <a:solidFill>
                    <a:srgbClr val="993300"/>
                  </a:solidFill>
                  <a:effectLst>
                    <a:outerShdw blurRad="38100" dist="38100" dir="2700000" algn="tl">
                      <a:srgbClr val="C0C0C0"/>
                    </a:outerShdw>
                  </a:effectLst>
                  <a:latin typeface="宋体"/>
                  <a:ea typeface="宋体" panose="02010600030101010101" pitchFamily="2" charset="-122"/>
                </a:rPr>
                <a:t>——</a:t>
              </a:r>
              <a:r>
                <a:rPr kumimoji="1" lang="zh-CN" altLang="en-US" sz="2400" b="1">
                  <a:solidFill>
                    <a:srgbClr val="FF3300"/>
                  </a:solidFill>
                  <a:latin typeface="Times New Roman" panose="02020603050405020304" pitchFamily="18" charset="0"/>
                  <a:ea typeface="宋体" panose="02010600030101010101" pitchFamily="2" charset="-122"/>
                </a:rPr>
                <a:t>两线一</a:t>
              </a:r>
              <a:r>
                <a:rPr kumimoji="1" lang="zh-CN" altLang="en-US" sz="2400" b="1">
                  <a:solidFill>
                    <a:srgbClr val="3333FF"/>
                  </a:solidFill>
                  <a:latin typeface="Times New Roman" panose="02020603050405020304" pitchFamily="18" charset="0"/>
                  <a:ea typeface="宋体" panose="02010600030101010101" pitchFamily="2" charset="-122"/>
                </a:rPr>
                <a:t>框</a:t>
              </a:r>
            </a:p>
          </p:txBody>
        </p:sp>
        <p:sp>
          <p:nvSpPr>
            <p:cNvPr id="5" name="Text Box 5">
              <a:extLst>
                <a:ext uri="{FF2B5EF4-FFF2-40B4-BE49-F238E27FC236}">
                  <a16:creationId xmlns:a16="http://schemas.microsoft.com/office/drawing/2014/main" id="{1FC4E550-95A6-3591-FAE8-EBF13616BB65}"/>
                </a:ext>
              </a:extLst>
            </p:cNvPr>
            <p:cNvSpPr txBox="1">
              <a:spLocks noChangeArrowheads="1"/>
            </p:cNvSpPr>
            <p:nvPr/>
          </p:nvSpPr>
          <p:spPr bwMode="auto">
            <a:xfrm>
              <a:off x="2744" y="2461"/>
              <a:ext cx="2585" cy="288"/>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en-US" altLang="zh-CN"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1</a:t>
              </a:r>
              <a:r>
                <a:rPr kumimoji="1" lang="zh-CN" altLang="en-US"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、一般位置平面</a:t>
              </a:r>
              <a:r>
                <a:rPr kumimoji="1" lang="en-US" altLang="zh-CN" sz="2400" b="1">
                  <a:solidFill>
                    <a:srgbClr val="993300"/>
                  </a:solidFill>
                  <a:effectLst>
                    <a:outerShdw blurRad="38100" dist="38100" dir="2700000" algn="tl">
                      <a:srgbClr val="C0C0C0"/>
                    </a:outerShdw>
                  </a:effectLst>
                  <a:latin typeface="宋体"/>
                  <a:ea typeface="宋体" panose="02010600030101010101" pitchFamily="2" charset="-122"/>
                </a:rPr>
                <a:t>——</a:t>
              </a:r>
              <a:r>
                <a:rPr kumimoji="1" lang="zh-CN" altLang="en-US" sz="2400" b="1">
                  <a:solidFill>
                    <a:srgbClr val="FF3300"/>
                  </a:solidFill>
                  <a:latin typeface="Times New Roman" panose="02020603050405020304" pitchFamily="18" charset="0"/>
                  <a:ea typeface="宋体" panose="02010600030101010101" pitchFamily="2" charset="-122"/>
                </a:rPr>
                <a:t>三线框</a:t>
              </a:r>
            </a:p>
          </p:txBody>
        </p:sp>
        <p:sp>
          <p:nvSpPr>
            <p:cNvPr id="6" name="Text Box 6">
              <a:extLst>
                <a:ext uri="{FF2B5EF4-FFF2-40B4-BE49-F238E27FC236}">
                  <a16:creationId xmlns:a16="http://schemas.microsoft.com/office/drawing/2014/main" id="{0B914BFE-035C-AB7F-0966-B33078F24CFA}"/>
                </a:ext>
              </a:extLst>
            </p:cNvPr>
            <p:cNvSpPr txBox="1">
              <a:spLocks noChangeArrowheads="1"/>
            </p:cNvSpPr>
            <p:nvPr/>
          </p:nvSpPr>
          <p:spPr bwMode="auto">
            <a:xfrm>
              <a:off x="2744" y="2915"/>
              <a:ext cx="2721" cy="288"/>
            </a:xfrm>
            <a:prstGeom prst="rect">
              <a:avLst/>
            </a:prstGeom>
            <a:noFill/>
            <a:ln w="12700">
              <a:noFill/>
              <a:miter lim="800000"/>
              <a:headEnd/>
              <a:tailEnd/>
            </a:ln>
            <a:effectLst/>
          </p:spPr>
          <p:txBody>
            <a:bodyPr>
              <a:spAutoFit/>
            </a:bodyPr>
            <a:lstStyle/>
            <a:p>
              <a:pPr fontAlgn="base">
                <a:spcBef>
                  <a:spcPct val="50000"/>
                </a:spcBef>
                <a:spcAft>
                  <a:spcPct val="0"/>
                </a:spcAft>
                <a:defRPr/>
              </a:pPr>
              <a:r>
                <a:rPr kumimoji="1" lang="en-US" altLang="zh-CN"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3</a:t>
              </a:r>
              <a:r>
                <a:rPr kumimoji="1" lang="zh-CN" altLang="en-US" sz="2400" b="1">
                  <a:solidFill>
                    <a:srgbClr val="993300"/>
                  </a:solidFill>
                  <a:effectLst>
                    <a:outerShdw blurRad="38100" dist="38100" dir="2700000" algn="tl">
                      <a:srgbClr val="C0C0C0"/>
                    </a:outerShdw>
                  </a:effectLst>
                  <a:latin typeface="Times New Roman" panose="02020603050405020304" pitchFamily="18" charset="0"/>
                  <a:ea typeface="宋体" panose="02010600030101010101" pitchFamily="2" charset="-122"/>
                </a:rPr>
                <a:t>、垂     直       面</a:t>
              </a:r>
              <a:r>
                <a:rPr kumimoji="1" lang="en-US" altLang="zh-CN" sz="2400" b="1">
                  <a:solidFill>
                    <a:srgbClr val="993300"/>
                  </a:solidFill>
                  <a:effectLst>
                    <a:outerShdw blurRad="38100" dist="38100" dir="2700000" algn="tl">
                      <a:srgbClr val="C0C0C0"/>
                    </a:outerShdw>
                  </a:effectLst>
                  <a:latin typeface="宋体"/>
                  <a:ea typeface="宋体" panose="02010600030101010101" pitchFamily="2" charset="-122"/>
                </a:rPr>
                <a:t>——</a:t>
              </a:r>
              <a:r>
                <a:rPr kumimoji="1" lang="zh-CN" altLang="en-US" sz="2400" b="1">
                  <a:solidFill>
                    <a:srgbClr val="FF3300"/>
                  </a:solidFill>
                  <a:latin typeface="Times New Roman" panose="02020603050405020304" pitchFamily="18" charset="0"/>
                  <a:ea typeface="宋体" panose="02010600030101010101" pitchFamily="2" charset="-122"/>
                </a:rPr>
                <a:t>两框一</a:t>
              </a:r>
              <a:r>
                <a:rPr kumimoji="1" lang="zh-CN" altLang="en-US" sz="2400" b="1">
                  <a:solidFill>
                    <a:srgbClr val="3333FF"/>
                  </a:solidFill>
                  <a:latin typeface="Times New Roman" panose="02020603050405020304" pitchFamily="18" charset="0"/>
                  <a:ea typeface="宋体" panose="02010600030101010101" pitchFamily="2" charset="-122"/>
                </a:rPr>
                <a:t>线</a:t>
              </a:r>
            </a:p>
          </p:txBody>
        </p:sp>
        <p:sp>
          <p:nvSpPr>
            <p:cNvPr id="7" name="AutoShape 7">
              <a:extLst>
                <a:ext uri="{FF2B5EF4-FFF2-40B4-BE49-F238E27FC236}">
                  <a16:creationId xmlns:a16="http://schemas.microsoft.com/office/drawing/2014/main" id="{8FB2709D-7934-5DC9-556C-FE01D1C985AF}"/>
                </a:ext>
              </a:extLst>
            </p:cNvPr>
            <p:cNvSpPr>
              <a:spLocks/>
            </p:cNvSpPr>
            <p:nvPr/>
          </p:nvSpPr>
          <p:spPr bwMode="auto">
            <a:xfrm>
              <a:off x="2653" y="2568"/>
              <a:ext cx="136" cy="544"/>
            </a:xfrm>
            <a:prstGeom prst="leftBrace">
              <a:avLst>
                <a:gd name="adj1" fmla="val 33333"/>
                <a:gd name="adj2" fmla="val 50079"/>
              </a:avLst>
            </a:prstGeom>
            <a:noFill/>
            <a:ln w="28575">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grpSp>
      <p:sp>
        <p:nvSpPr>
          <p:cNvPr id="8" name="Text Box 8">
            <a:extLst>
              <a:ext uri="{FF2B5EF4-FFF2-40B4-BE49-F238E27FC236}">
                <a16:creationId xmlns:a16="http://schemas.microsoft.com/office/drawing/2014/main" id="{D10C47F1-20DE-61C8-4E7F-5103809984DD}"/>
              </a:ext>
            </a:extLst>
          </p:cNvPr>
          <p:cNvSpPr txBox="1">
            <a:spLocks noChangeArrowheads="1"/>
          </p:cNvSpPr>
          <p:nvPr/>
        </p:nvSpPr>
        <p:spPr bwMode="auto">
          <a:xfrm>
            <a:off x="2730345" y="1425847"/>
            <a:ext cx="6335713" cy="785812"/>
          </a:xfrm>
          <a:prstGeom prst="rect">
            <a:avLst/>
          </a:prstGeom>
          <a:noFill/>
          <a:ln w="28575" algn="ctr">
            <a:noFill/>
            <a:miter lim="800000"/>
            <a:headEnd/>
            <a:tailEnd/>
          </a:ln>
          <a:effectLst/>
        </p:spPr>
        <p:txBody>
          <a:bodyPr>
            <a:spAutoFit/>
          </a:bodyPr>
          <a:lstStyle/>
          <a:p>
            <a:pPr fontAlgn="base">
              <a:lnSpc>
                <a:spcPct val="70000"/>
              </a:lnSpc>
              <a:spcBef>
                <a:spcPct val="50000"/>
              </a:spcBef>
              <a:spcAft>
                <a:spcPct val="0"/>
              </a:spcAft>
              <a:defRPr/>
            </a:pPr>
            <a:r>
              <a:rPr lang="zh-CN" altLang="en-US" sz="2400" b="1">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r>
              <a:rPr lang="zh-CN" altLang="en-US" sz="2400" b="1">
                <a:solidFill>
                  <a:srgbClr val="FF0000"/>
                </a:solidFill>
                <a:effectLst>
                  <a:outerShdw blurRad="38100" dist="38100" dir="2700000" algn="tl">
                    <a:srgbClr val="C0C0C0"/>
                  </a:outerShdw>
                </a:effectLst>
                <a:latin typeface="宋体" pitchFamily="2" charset="-122"/>
                <a:ea typeface="宋体" panose="02010600030101010101" pitchFamily="2" charset="-122"/>
              </a:rPr>
              <a:t>平面的表示法</a:t>
            </a:r>
            <a:r>
              <a:rPr lang="en-US" altLang="zh-CN" sz="2400" b="1">
                <a:solidFill>
                  <a:srgbClr val="3333FF"/>
                </a:solidFill>
                <a:effectLst>
                  <a:outerShdw blurRad="38100" dist="38100" dir="2700000" algn="tl">
                    <a:srgbClr val="C0C0C0"/>
                  </a:outerShdw>
                </a:effectLst>
                <a:latin typeface="宋体" pitchFamily="2" charset="-122"/>
                <a:ea typeface="宋体" panose="02010600030101010101" pitchFamily="2" charset="-122"/>
              </a:rPr>
              <a:t>——1</a:t>
            </a: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、几何元素；</a:t>
            </a:r>
          </a:p>
          <a:p>
            <a:pPr fontAlgn="base">
              <a:lnSpc>
                <a:spcPct val="70000"/>
              </a:lnSpc>
              <a:spcBef>
                <a:spcPct val="50000"/>
              </a:spcBef>
              <a:spcAft>
                <a:spcPct val="0"/>
              </a:spcAft>
              <a:defRPr/>
            </a:pP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                  </a:t>
            </a:r>
            <a:r>
              <a:rPr lang="en-US" altLang="zh-CN" sz="2400" b="1">
                <a:solidFill>
                  <a:srgbClr val="3333FF"/>
                </a:solidFill>
                <a:effectLst>
                  <a:outerShdw blurRad="38100" dist="38100" dir="2700000" algn="tl">
                    <a:srgbClr val="C0C0C0"/>
                  </a:outerShdw>
                </a:effectLst>
                <a:latin typeface="宋体" pitchFamily="2" charset="-122"/>
                <a:ea typeface="宋体" panose="02010600030101010101" pitchFamily="2" charset="-122"/>
              </a:rPr>
              <a:t>2</a:t>
            </a: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、迹线。</a:t>
            </a:r>
          </a:p>
        </p:txBody>
      </p:sp>
      <p:sp>
        <p:nvSpPr>
          <p:cNvPr id="9" name="Text Box 9">
            <a:extLst>
              <a:ext uri="{FF2B5EF4-FFF2-40B4-BE49-F238E27FC236}">
                <a16:creationId xmlns:a16="http://schemas.microsoft.com/office/drawing/2014/main" id="{E8E4AD44-B763-659A-B925-B3F8488B04A7}"/>
              </a:ext>
            </a:extLst>
          </p:cNvPr>
          <p:cNvSpPr txBox="1">
            <a:spLocks noChangeArrowheads="1"/>
          </p:cNvSpPr>
          <p:nvPr/>
        </p:nvSpPr>
        <p:spPr bwMode="auto">
          <a:xfrm>
            <a:off x="2946245" y="4129359"/>
            <a:ext cx="6335713" cy="457200"/>
          </a:xfrm>
          <a:prstGeom prst="rect">
            <a:avLst/>
          </a:prstGeom>
          <a:noFill/>
          <a:ln w="28575" algn="ctr">
            <a:noFill/>
            <a:miter lim="800000"/>
            <a:headEnd/>
            <a:tailEnd/>
          </a:ln>
          <a:effectLst/>
        </p:spPr>
        <p:txBody>
          <a:bodyPr>
            <a:spAutoFit/>
          </a:bodyPr>
          <a:lstStyle/>
          <a:p>
            <a:pPr fontAlgn="base">
              <a:spcBef>
                <a:spcPct val="50000"/>
              </a:spcBef>
              <a:spcAft>
                <a:spcPct val="0"/>
              </a:spcAft>
              <a:defRPr/>
            </a:pP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平面上的点和直线</a:t>
            </a:r>
            <a:r>
              <a:rPr lang="en-US" altLang="zh-CN" sz="2400" b="1">
                <a:solidFill>
                  <a:srgbClr val="3333FF"/>
                </a:solidFill>
                <a:effectLst>
                  <a:outerShdw blurRad="38100" dist="38100" dir="2700000" algn="tl">
                    <a:srgbClr val="C0C0C0"/>
                  </a:outerShdw>
                </a:effectLst>
                <a:latin typeface="宋体" pitchFamily="2" charset="-122"/>
                <a:ea typeface="宋体" panose="02010600030101010101" pitchFamily="2" charset="-122"/>
              </a:rPr>
              <a:t>——</a:t>
            </a:r>
            <a:r>
              <a:rPr lang="zh-CN" altLang="en-US" sz="2400" b="1">
                <a:solidFill>
                  <a:srgbClr val="3333FF"/>
                </a:solidFill>
                <a:effectLst>
                  <a:outerShdw blurRad="38100" dist="38100" dir="2700000" algn="tl">
                    <a:srgbClr val="C0C0C0"/>
                  </a:outerShdw>
                </a:effectLst>
                <a:latin typeface="宋体" pitchFamily="2" charset="-122"/>
                <a:ea typeface="宋体" panose="02010600030101010101" pitchFamily="2" charset="-122"/>
              </a:rPr>
              <a:t>条件。</a:t>
            </a:r>
          </a:p>
        </p:txBody>
      </p:sp>
      <p:sp>
        <p:nvSpPr>
          <p:cNvPr id="10" name="Text Box 10">
            <a:extLst>
              <a:ext uri="{FF2B5EF4-FFF2-40B4-BE49-F238E27FC236}">
                <a16:creationId xmlns:a16="http://schemas.microsoft.com/office/drawing/2014/main" id="{2DF3AA8D-52A5-E65E-DBB3-838F7420F7C4}"/>
              </a:ext>
            </a:extLst>
          </p:cNvPr>
          <p:cNvSpPr txBox="1">
            <a:spLocks noChangeArrowheads="1"/>
          </p:cNvSpPr>
          <p:nvPr/>
        </p:nvSpPr>
        <p:spPr bwMode="auto">
          <a:xfrm>
            <a:off x="2946245" y="5099322"/>
            <a:ext cx="7092950" cy="314325"/>
          </a:xfrm>
          <a:prstGeom prst="rect">
            <a:avLst/>
          </a:prstGeom>
          <a:noFill/>
          <a:ln w="28575" algn="ctr">
            <a:noFill/>
            <a:miter lim="800000"/>
            <a:headEnd/>
            <a:tailEnd/>
          </a:ln>
          <a:effectLst/>
        </p:spPr>
        <p:txBody>
          <a:bodyPr>
            <a:spAutoFit/>
          </a:bodyPr>
          <a:lstStyle/>
          <a:p>
            <a:pPr fontAlgn="base">
              <a:lnSpc>
                <a:spcPct val="60000"/>
              </a:lnSpc>
              <a:spcBef>
                <a:spcPct val="50000"/>
              </a:spcBef>
              <a:spcAft>
                <a:spcPct val="0"/>
              </a:spcAft>
              <a:defRPr/>
            </a:pPr>
            <a:r>
              <a:rPr lang="zh-CN" altLang="en-US" sz="2400" b="1" dirty="0">
                <a:solidFill>
                  <a:srgbClr val="3333FF"/>
                </a:solidFill>
                <a:effectLst>
                  <a:outerShdw blurRad="38100" dist="38100" dir="2700000" algn="tl">
                    <a:srgbClr val="C0C0C0"/>
                  </a:outerShdw>
                </a:effectLst>
                <a:latin typeface="宋体" pitchFamily="2" charset="-122"/>
                <a:ea typeface="宋体" panose="02010600030101010101" pitchFamily="2" charset="-122"/>
              </a:rPr>
              <a:t>平面上的投影面平行线                    </a:t>
            </a:r>
          </a:p>
        </p:txBody>
      </p:sp>
      <p:sp>
        <p:nvSpPr>
          <p:cNvPr id="11" name="AutoShape 11">
            <a:extLst>
              <a:ext uri="{FF2B5EF4-FFF2-40B4-BE49-F238E27FC236}">
                <a16:creationId xmlns:a16="http://schemas.microsoft.com/office/drawing/2014/main" id="{8B7C2E11-B686-EC06-50D6-675EE9FA7327}"/>
              </a:ext>
            </a:extLst>
          </p:cNvPr>
          <p:cNvSpPr>
            <a:spLocks/>
          </p:cNvSpPr>
          <p:nvPr/>
        </p:nvSpPr>
        <p:spPr bwMode="auto">
          <a:xfrm>
            <a:off x="2443008" y="1635397"/>
            <a:ext cx="360362" cy="3600450"/>
          </a:xfrm>
          <a:prstGeom prst="leftBrace">
            <a:avLst>
              <a:gd name="adj1" fmla="val 83260"/>
              <a:gd name="adj2" fmla="val 50000"/>
            </a:avLst>
          </a:prstGeom>
          <a:noFill/>
          <a:ln w="28575">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endParaRPr lang="zh-CN" altLang="en-US" sz="1800" b="0">
              <a:solidFill>
                <a:srgbClr val="000000"/>
              </a:solidFill>
              <a:latin typeface="Times New Roman" panose="02020603050405020304" pitchFamily="18" charset="0"/>
            </a:endParaRPr>
          </a:p>
        </p:txBody>
      </p:sp>
      <p:sp>
        <p:nvSpPr>
          <p:cNvPr id="12" name="Text Box 12">
            <a:extLst>
              <a:ext uri="{FF2B5EF4-FFF2-40B4-BE49-F238E27FC236}">
                <a16:creationId xmlns:a16="http://schemas.microsoft.com/office/drawing/2014/main" id="{859A65AA-D2F4-3B8E-19CA-05D192E69BC9}"/>
              </a:ext>
            </a:extLst>
          </p:cNvPr>
          <p:cNvSpPr txBox="1">
            <a:spLocks noChangeArrowheads="1"/>
          </p:cNvSpPr>
          <p:nvPr/>
        </p:nvSpPr>
        <p:spPr bwMode="auto">
          <a:xfrm>
            <a:off x="2587470" y="2786334"/>
            <a:ext cx="3240088"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★各种位置平面</a:t>
            </a:r>
            <a:r>
              <a:rPr lang="en-US" altLang="zh-CN" sz="2400" b="1" dirty="0">
                <a:solidFill>
                  <a:srgbClr val="FF0000"/>
                </a:solidFill>
                <a:effectLst>
                  <a:outerShdw blurRad="38100" dist="38100" dir="2700000" algn="tl">
                    <a:srgbClr val="C0C0C0"/>
                  </a:outerShdw>
                </a:effectLst>
                <a:latin typeface="宋体"/>
                <a:ea typeface="宋体" panose="02010600030101010101" pitchFamily="2" charset="-122"/>
              </a:rPr>
              <a:t>——</a:t>
            </a:r>
            <a:endParaRPr lang="en-US" altLang="zh-CN" sz="2400" b="1"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3" name="Text Box 13">
            <a:extLst>
              <a:ext uri="{FF2B5EF4-FFF2-40B4-BE49-F238E27FC236}">
                <a16:creationId xmlns:a16="http://schemas.microsoft.com/office/drawing/2014/main" id="{F850E55A-1FFB-439E-9D9F-CAF1E3073AF2}"/>
              </a:ext>
            </a:extLst>
          </p:cNvPr>
          <p:cNvSpPr txBox="1">
            <a:spLocks noChangeArrowheads="1"/>
          </p:cNvSpPr>
          <p:nvPr/>
        </p:nvSpPr>
        <p:spPr bwMode="auto">
          <a:xfrm>
            <a:off x="3162145" y="1609997"/>
            <a:ext cx="1728788"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a:solidFill>
                  <a:srgbClr val="000000"/>
                </a:solidFill>
                <a:effectLst>
                  <a:outerShdw blurRad="38100" dist="38100" dir="2700000" algn="tl">
                    <a:srgbClr val="C0C0C0"/>
                  </a:outerShdw>
                </a:effectLst>
                <a:latin typeface="Times New Roman" panose="02020603050405020304" pitchFamily="18" charset="0"/>
                <a:ea typeface="隶书" pitchFamily="49" charset="-122"/>
              </a:rPr>
              <a:t>（掌握）</a:t>
            </a:r>
          </a:p>
        </p:txBody>
      </p:sp>
      <p:sp>
        <p:nvSpPr>
          <p:cNvPr id="14" name="Text Box 14">
            <a:extLst>
              <a:ext uri="{FF2B5EF4-FFF2-40B4-BE49-F238E27FC236}">
                <a16:creationId xmlns:a16="http://schemas.microsoft.com/office/drawing/2014/main" id="{FCB55D4E-F00A-DC46-CF52-52ACF727C28B}"/>
              </a:ext>
            </a:extLst>
          </p:cNvPr>
          <p:cNvSpPr txBox="1">
            <a:spLocks noChangeArrowheads="1"/>
          </p:cNvSpPr>
          <p:nvPr/>
        </p:nvSpPr>
        <p:spPr bwMode="auto">
          <a:xfrm>
            <a:off x="2946245" y="3121297"/>
            <a:ext cx="2160588"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a:solidFill>
                  <a:srgbClr val="000000"/>
                </a:solidFill>
                <a:effectLst>
                  <a:outerShdw blurRad="38100" dist="38100" dir="2700000" algn="tl">
                    <a:srgbClr val="C0C0C0"/>
                  </a:outerShdw>
                </a:effectLst>
                <a:latin typeface="Times New Roman" panose="02020603050405020304" pitchFamily="18" charset="0"/>
                <a:ea typeface="隶书" pitchFamily="49" charset="-122"/>
              </a:rPr>
              <a:t>（准确识别）</a:t>
            </a:r>
          </a:p>
        </p:txBody>
      </p:sp>
    </p:spTree>
    <p:extLst>
      <p:ext uri="{BB962C8B-B14F-4D97-AF65-F5344CB8AC3E}">
        <p14:creationId xmlns:p14="http://schemas.microsoft.com/office/powerpoint/2010/main" val="1156601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2">
            <a:extLst>
              <a:ext uri="{FF2B5EF4-FFF2-40B4-BE49-F238E27FC236}">
                <a16:creationId xmlns:a16="http://schemas.microsoft.com/office/drawing/2014/main" id="{DED43D8B-755B-C7ED-A927-C3D94A2D9DFA}"/>
              </a:ext>
            </a:extLst>
          </p:cNvPr>
          <p:cNvGrpSpPr>
            <a:grpSpLocks/>
          </p:cNvGrpSpPr>
          <p:nvPr/>
        </p:nvGrpSpPr>
        <p:grpSpPr bwMode="auto">
          <a:xfrm>
            <a:off x="5348288" y="1933575"/>
            <a:ext cx="2079625" cy="1895475"/>
            <a:chOff x="2160" y="672"/>
            <a:chExt cx="1474" cy="1344"/>
          </a:xfrm>
        </p:grpSpPr>
        <p:sp>
          <p:nvSpPr>
            <p:cNvPr id="56" name="Line 3">
              <a:extLst>
                <a:ext uri="{FF2B5EF4-FFF2-40B4-BE49-F238E27FC236}">
                  <a16:creationId xmlns:a16="http://schemas.microsoft.com/office/drawing/2014/main" id="{8F99C5BF-DC0E-6C47-6BC5-2EB2D247B377}"/>
                </a:ext>
              </a:extLst>
            </p:cNvPr>
            <p:cNvSpPr>
              <a:spLocks noChangeShapeType="1"/>
            </p:cNvSpPr>
            <p:nvPr/>
          </p:nvSpPr>
          <p:spPr bwMode="auto">
            <a:xfrm>
              <a:off x="2160" y="1327"/>
              <a:ext cx="1474"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Line 4">
              <a:extLst>
                <a:ext uri="{FF2B5EF4-FFF2-40B4-BE49-F238E27FC236}">
                  <a16:creationId xmlns:a16="http://schemas.microsoft.com/office/drawing/2014/main" id="{D0085ADD-8B57-EC31-B2FD-126FF1C76BCF}"/>
                </a:ext>
              </a:extLst>
            </p:cNvPr>
            <p:cNvSpPr>
              <a:spLocks noChangeShapeType="1"/>
            </p:cNvSpPr>
            <p:nvPr/>
          </p:nvSpPr>
          <p:spPr bwMode="auto">
            <a:xfrm>
              <a:off x="2905" y="672"/>
              <a:ext cx="0" cy="1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Line 5">
              <a:extLst>
                <a:ext uri="{FF2B5EF4-FFF2-40B4-BE49-F238E27FC236}">
                  <a16:creationId xmlns:a16="http://schemas.microsoft.com/office/drawing/2014/main" id="{7208276B-8510-038E-E2FE-0D632C423D66}"/>
                </a:ext>
              </a:extLst>
            </p:cNvPr>
            <p:cNvSpPr>
              <a:spLocks noChangeShapeType="1"/>
            </p:cNvSpPr>
            <p:nvPr/>
          </p:nvSpPr>
          <p:spPr bwMode="auto">
            <a:xfrm>
              <a:off x="2897" y="1327"/>
              <a:ext cx="676" cy="6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9" name="Line 6">
              <a:extLst>
                <a:ext uri="{FF2B5EF4-FFF2-40B4-BE49-F238E27FC236}">
                  <a16:creationId xmlns:a16="http://schemas.microsoft.com/office/drawing/2014/main" id="{B2AC4B87-B1C2-8858-815E-750DCB604D01}"/>
                </a:ext>
              </a:extLst>
            </p:cNvPr>
            <p:cNvSpPr>
              <a:spLocks noChangeShapeType="1"/>
            </p:cNvSpPr>
            <p:nvPr/>
          </p:nvSpPr>
          <p:spPr bwMode="auto">
            <a:xfrm>
              <a:off x="2283" y="1511"/>
              <a:ext cx="430" cy="43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0" name="Line 7">
              <a:extLst>
                <a:ext uri="{FF2B5EF4-FFF2-40B4-BE49-F238E27FC236}">
                  <a16:creationId xmlns:a16="http://schemas.microsoft.com/office/drawing/2014/main" id="{A1069F70-E545-334D-FFEA-CC5D72BF898E}"/>
                </a:ext>
              </a:extLst>
            </p:cNvPr>
            <p:cNvSpPr>
              <a:spLocks noChangeShapeType="1"/>
            </p:cNvSpPr>
            <p:nvPr/>
          </p:nvSpPr>
          <p:spPr bwMode="auto">
            <a:xfrm flipV="1">
              <a:off x="2291" y="774"/>
              <a:ext cx="0" cy="73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1" name="Line 8">
              <a:extLst>
                <a:ext uri="{FF2B5EF4-FFF2-40B4-BE49-F238E27FC236}">
                  <a16:creationId xmlns:a16="http://schemas.microsoft.com/office/drawing/2014/main" id="{577F822B-8853-C3ED-2227-0D00A2DC53C6}"/>
                </a:ext>
              </a:extLst>
            </p:cNvPr>
            <p:cNvSpPr>
              <a:spLocks noChangeShapeType="1"/>
            </p:cNvSpPr>
            <p:nvPr/>
          </p:nvSpPr>
          <p:spPr bwMode="auto">
            <a:xfrm flipH="1" flipV="1">
              <a:off x="2720" y="774"/>
              <a:ext cx="0" cy="116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Line 9">
              <a:extLst>
                <a:ext uri="{FF2B5EF4-FFF2-40B4-BE49-F238E27FC236}">
                  <a16:creationId xmlns:a16="http://schemas.microsoft.com/office/drawing/2014/main" id="{473B80EE-21C4-65F2-695B-2E3A28FC7718}"/>
                </a:ext>
              </a:extLst>
            </p:cNvPr>
            <p:cNvSpPr>
              <a:spLocks noChangeShapeType="1"/>
            </p:cNvSpPr>
            <p:nvPr/>
          </p:nvSpPr>
          <p:spPr bwMode="auto">
            <a:xfrm>
              <a:off x="2298" y="774"/>
              <a:ext cx="430"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Line 10">
              <a:extLst>
                <a:ext uri="{FF2B5EF4-FFF2-40B4-BE49-F238E27FC236}">
                  <a16:creationId xmlns:a16="http://schemas.microsoft.com/office/drawing/2014/main" id="{E9100D2F-2969-BB20-98B7-49D429502E82}"/>
                </a:ext>
              </a:extLst>
            </p:cNvPr>
            <p:cNvSpPr>
              <a:spLocks noChangeShapeType="1"/>
            </p:cNvSpPr>
            <p:nvPr/>
          </p:nvSpPr>
          <p:spPr bwMode="auto">
            <a:xfrm>
              <a:off x="2713" y="1941"/>
              <a:ext cx="798"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4" name="Line 11">
              <a:extLst>
                <a:ext uri="{FF2B5EF4-FFF2-40B4-BE49-F238E27FC236}">
                  <a16:creationId xmlns:a16="http://schemas.microsoft.com/office/drawing/2014/main" id="{55D7F80C-A7CC-13C4-4E4B-A92F9D161723}"/>
                </a:ext>
              </a:extLst>
            </p:cNvPr>
            <p:cNvSpPr>
              <a:spLocks noChangeShapeType="1"/>
            </p:cNvSpPr>
            <p:nvPr/>
          </p:nvSpPr>
          <p:spPr bwMode="auto">
            <a:xfrm>
              <a:off x="2283" y="1511"/>
              <a:ext cx="798"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5" name="Line 12">
              <a:extLst>
                <a:ext uri="{FF2B5EF4-FFF2-40B4-BE49-F238E27FC236}">
                  <a16:creationId xmlns:a16="http://schemas.microsoft.com/office/drawing/2014/main" id="{A50DDFE1-8254-5964-C37F-BA84E829F59A}"/>
                </a:ext>
              </a:extLst>
            </p:cNvPr>
            <p:cNvSpPr>
              <a:spLocks noChangeShapeType="1"/>
            </p:cNvSpPr>
            <p:nvPr/>
          </p:nvSpPr>
          <p:spPr bwMode="auto">
            <a:xfrm flipH="1" flipV="1">
              <a:off x="3081" y="774"/>
              <a:ext cx="8" cy="73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6" name="Line 13">
              <a:extLst>
                <a:ext uri="{FF2B5EF4-FFF2-40B4-BE49-F238E27FC236}">
                  <a16:creationId xmlns:a16="http://schemas.microsoft.com/office/drawing/2014/main" id="{B2E83058-989E-3990-245A-7D90DBDB98B3}"/>
                </a:ext>
              </a:extLst>
            </p:cNvPr>
            <p:cNvSpPr>
              <a:spLocks noChangeShapeType="1"/>
            </p:cNvSpPr>
            <p:nvPr/>
          </p:nvSpPr>
          <p:spPr bwMode="auto">
            <a:xfrm flipV="1">
              <a:off x="3519" y="774"/>
              <a:ext cx="0" cy="1167"/>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7" name="Line 14">
              <a:extLst>
                <a:ext uri="{FF2B5EF4-FFF2-40B4-BE49-F238E27FC236}">
                  <a16:creationId xmlns:a16="http://schemas.microsoft.com/office/drawing/2014/main" id="{A742E07C-79FB-C49E-D1EF-7900C0369F4D}"/>
                </a:ext>
              </a:extLst>
            </p:cNvPr>
            <p:cNvSpPr>
              <a:spLocks noChangeShapeType="1"/>
            </p:cNvSpPr>
            <p:nvPr/>
          </p:nvSpPr>
          <p:spPr bwMode="auto">
            <a:xfrm>
              <a:off x="2713" y="774"/>
              <a:ext cx="368"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8" name="Line 15">
              <a:extLst>
                <a:ext uri="{FF2B5EF4-FFF2-40B4-BE49-F238E27FC236}">
                  <a16:creationId xmlns:a16="http://schemas.microsoft.com/office/drawing/2014/main" id="{3642A0E2-A35A-50B9-C5B0-1579CE9CF478}"/>
                </a:ext>
              </a:extLst>
            </p:cNvPr>
            <p:cNvSpPr>
              <a:spLocks noChangeShapeType="1"/>
            </p:cNvSpPr>
            <p:nvPr/>
          </p:nvSpPr>
          <p:spPr bwMode="auto">
            <a:xfrm>
              <a:off x="3097" y="774"/>
              <a:ext cx="430"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9" name="Line 16">
              <a:extLst>
                <a:ext uri="{FF2B5EF4-FFF2-40B4-BE49-F238E27FC236}">
                  <a16:creationId xmlns:a16="http://schemas.microsoft.com/office/drawing/2014/main" id="{60C0A237-7CE6-A3CF-15E4-4272A51F2287}"/>
                </a:ext>
              </a:extLst>
            </p:cNvPr>
            <p:cNvSpPr>
              <a:spLocks noChangeShapeType="1"/>
            </p:cNvSpPr>
            <p:nvPr/>
          </p:nvSpPr>
          <p:spPr bwMode="auto">
            <a:xfrm>
              <a:off x="2291" y="1511"/>
              <a:ext cx="0" cy="43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0" name="Line 17">
              <a:extLst>
                <a:ext uri="{FF2B5EF4-FFF2-40B4-BE49-F238E27FC236}">
                  <a16:creationId xmlns:a16="http://schemas.microsoft.com/office/drawing/2014/main" id="{FAE55510-8DF3-816A-D5BD-C1F747625370}"/>
                </a:ext>
              </a:extLst>
            </p:cNvPr>
            <p:cNvSpPr>
              <a:spLocks noChangeShapeType="1"/>
            </p:cNvSpPr>
            <p:nvPr/>
          </p:nvSpPr>
          <p:spPr bwMode="auto">
            <a:xfrm>
              <a:off x="2291" y="1941"/>
              <a:ext cx="429"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71" name="Group 18">
            <a:extLst>
              <a:ext uri="{FF2B5EF4-FFF2-40B4-BE49-F238E27FC236}">
                <a16:creationId xmlns:a16="http://schemas.microsoft.com/office/drawing/2014/main" id="{77D52CED-BE99-624E-152B-448169B01158}"/>
              </a:ext>
            </a:extLst>
          </p:cNvPr>
          <p:cNvGrpSpPr>
            <a:grpSpLocks/>
          </p:cNvGrpSpPr>
          <p:nvPr/>
        </p:nvGrpSpPr>
        <p:grpSpPr bwMode="auto">
          <a:xfrm>
            <a:off x="7788275" y="1868488"/>
            <a:ext cx="2303463" cy="2036762"/>
            <a:chOff x="4080" y="864"/>
            <a:chExt cx="1248" cy="1104"/>
          </a:xfrm>
        </p:grpSpPr>
        <p:sp>
          <p:nvSpPr>
            <p:cNvPr id="72" name="Line 19">
              <a:extLst>
                <a:ext uri="{FF2B5EF4-FFF2-40B4-BE49-F238E27FC236}">
                  <a16:creationId xmlns:a16="http://schemas.microsoft.com/office/drawing/2014/main" id="{03ECB01C-CA4D-F07D-653B-08777808141B}"/>
                </a:ext>
              </a:extLst>
            </p:cNvPr>
            <p:cNvSpPr>
              <a:spLocks noChangeShapeType="1"/>
            </p:cNvSpPr>
            <p:nvPr/>
          </p:nvSpPr>
          <p:spPr bwMode="auto">
            <a:xfrm>
              <a:off x="4080" y="1392"/>
              <a:ext cx="124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3" name="Line 20">
              <a:extLst>
                <a:ext uri="{FF2B5EF4-FFF2-40B4-BE49-F238E27FC236}">
                  <a16:creationId xmlns:a16="http://schemas.microsoft.com/office/drawing/2014/main" id="{8D553CBB-C8CC-FE58-EABF-A02D33C4D079}"/>
                </a:ext>
              </a:extLst>
            </p:cNvPr>
            <p:cNvSpPr>
              <a:spLocks noChangeShapeType="1"/>
            </p:cNvSpPr>
            <p:nvPr/>
          </p:nvSpPr>
          <p:spPr bwMode="auto">
            <a:xfrm flipH="1">
              <a:off x="4662" y="864"/>
              <a:ext cx="0" cy="110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4" name="Line 21">
              <a:extLst>
                <a:ext uri="{FF2B5EF4-FFF2-40B4-BE49-F238E27FC236}">
                  <a16:creationId xmlns:a16="http://schemas.microsoft.com/office/drawing/2014/main" id="{3D421797-FBDD-A2DD-737D-0501F5769FD9}"/>
                </a:ext>
              </a:extLst>
            </p:cNvPr>
            <p:cNvSpPr>
              <a:spLocks noChangeShapeType="1"/>
            </p:cNvSpPr>
            <p:nvPr/>
          </p:nvSpPr>
          <p:spPr bwMode="auto">
            <a:xfrm>
              <a:off x="4656" y="1392"/>
              <a:ext cx="576"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Line 22">
              <a:extLst>
                <a:ext uri="{FF2B5EF4-FFF2-40B4-BE49-F238E27FC236}">
                  <a16:creationId xmlns:a16="http://schemas.microsoft.com/office/drawing/2014/main" id="{BF5D840E-8FD1-4E60-FB7F-C451F191DD29}"/>
                </a:ext>
              </a:extLst>
            </p:cNvPr>
            <p:cNvSpPr>
              <a:spLocks noChangeShapeType="1"/>
            </p:cNvSpPr>
            <p:nvPr/>
          </p:nvSpPr>
          <p:spPr bwMode="auto">
            <a:xfrm>
              <a:off x="4800" y="960"/>
              <a:ext cx="336"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6" name="Line 23">
              <a:extLst>
                <a:ext uri="{FF2B5EF4-FFF2-40B4-BE49-F238E27FC236}">
                  <a16:creationId xmlns:a16="http://schemas.microsoft.com/office/drawing/2014/main" id="{3C6BF5AF-28EA-4C4B-ACD7-6F347F79B241}"/>
                </a:ext>
              </a:extLst>
            </p:cNvPr>
            <p:cNvSpPr>
              <a:spLocks noChangeShapeType="1"/>
            </p:cNvSpPr>
            <p:nvPr/>
          </p:nvSpPr>
          <p:spPr bwMode="auto">
            <a:xfrm flipH="1">
              <a:off x="4320" y="960"/>
              <a:ext cx="480"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7" name="Line 24">
              <a:extLst>
                <a:ext uri="{FF2B5EF4-FFF2-40B4-BE49-F238E27FC236}">
                  <a16:creationId xmlns:a16="http://schemas.microsoft.com/office/drawing/2014/main" id="{AE79590A-DB74-242D-E0CD-5B3901AF6D79}"/>
                </a:ext>
              </a:extLst>
            </p:cNvPr>
            <p:cNvSpPr>
              <a:spLocks noChangeShapeType="1"/>
            </p:cNvSpPr>
            <p:nvPr/>
          </p:nvSpPr>
          <p:spPr bwMode="auto">
            <a:xfrm flipH="1">
              <a:off x="4320" y="1296"/>
              <a:ext cx="816"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8" name="Line 25">
              <a:extLst>
                <a:ext uri="{FF2B5EF4-FFF2-40B4-BE49-F238E27FC236}">
                  <a16:creationId xmlns:a16="http://schemas.microsoft.com/office/drawing/2014/main" id="{B57C6D9F-0955-2EE4-7CDB-00399E2E67B1}"/>
                </a:ext>
              </a:extLst>
            </p:cNvPr>
            <p:cNvSpPr>
              <a:spLocks noChangeShapeType="1"/>
            </p:cNvSpPr>
            <p:nvPr/>
          </p:nvSpPr>
          <p:spPr bwMode="auto">
            <a:xfrm flipH="1">
              <a:off x="5142" y="1296"/>
              <a:ext cx="0" cy="576"/>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Line 26">
              <a:extLst>
                <a:ext uri="{FF2B5EF4-FFF2-40B4-BE49-F238E27FC236}">
                  <a16:creationId xmlns:a16="http://schemas.microsoft.com/office/drawing/2014/main" id="{E8A0E105-D915-3CA0-7CC0-DBBB9FBEEAC0}"/>
                </a:ext>
              </a:extLst>
            </p:cNvPr>
            <p:cNvSpPr>
              <a:spLocks noChangeShapeType="1"/>
            </p:cNvSpPr>
            <p:nvPr/>
          </p:nvSpPr>
          <p:spPr bwMode="auto">
            <a:xfrm flipH="1">
              <a:off x="4320" y="1872"/>
              <a:ext cx="816"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0" name="Line 27">
              <a:extLst>
                <a:ext uri="{FF2B5EF4-FFF2-40B4-BE49-F238E27FC236}">
                  <a16:creationId xmlns:a16="http://schemas.microsoft.com/office/drawing/2014/main" id="{1A3A5DDF-1348-CC6B-96C2-55319FBACE6E}"/>
                </a:ext>
              </a:extLst>
            </p:cNvPr>
            <p:cNvSpPr>
              <a:spLocks noChangeShapeType="1"/>
            </p:cNvSpPr>
            <p:nvPr/>
          </p:nvSpPr>
          <p:spPr bwMode="auto">
            <a:xfrm flipH="1">
              <a:off x="4806" y="960"/>
              <a:ext cx="0" cy="576"/>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Line 28">
              <a:extLst>
                <a:ext uri="{FF2B5EF4-FFF2-40B4-BE49-F238E27FC236}">
                  <a16:creationId xmlns:a16="http://schemas.microsoft.com/office/drawing/2014/main" id="{8688BE72-7B11-749B-CEE6-8322FE9C5202}"/>
                </a:ext>
              </a:extLst>
            </p:cNvPr>
            <p:cNvSpPr>
              <a:spLocks noChangeShapeType="1"/>
            </p:cNvSpPr>
            <p:nvPr/>
          </p:nvSpPr>
          <p:spPr bwMode="auto">
            <a:xfrm flipH="1">
              <a:off x="4320" y="1536"/>
              <a:ext cx="480" cy="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2" name="Line 29">
              <a:extLst>
                <a:ext uri="{FF2B5EF4-FFF2-40B4-BE49-F238E27FC236}">
                  <a16:creationId xmlns:a16="http://schemas.microsoft.com/office/drawing/2014/main" id="{70EE3C63-94D5-16A6-E6D5-26B851700C73}"/>
                </a:ext>
              </a:extLst>
            </p:cNvPr>
            <p:cNvSpPr>
              <a:spLocks noChangeShapeType="1"/>
            </p:cNvSpPr>
            <p:nvPr/>
          </p:nvSpPr>
          <p:spPr bwMode="auto">
            <a:xfrm flipH="1" flipV="1">
              <a:off x="4326" y="1296"/>
              <a:ext cx="0" cy="240"/>
            </a:xfrm>
            <a:prstGeom prst="line">
              <a:avLst/>
            </a:prstGeom>
            <a:noFill/>
            <a:ln w="12700">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3" name="Line 30">
              <a:extLst>
                <a:ext uri="{FF2B5EF4-FFF2-40B4-BE49-F238E27FC236}">
                  <a16:creationId xmlns:a16="http://schemas.microsoft.com/office/drawing/2014/main" id="{2E743CFA-6C7D-D998-2C3E-0CC51A89E7D0}"/>
                </a:ext>
              </a:extLst>
            </p:cNvPr>
            <p:cNvSpPr>
              <a:spLocks noChangeShapeType="1"/>
            </p:cNvSpPr>
            <p:nvPr/>
          </p:nvSpPr>
          <p:spPr bwMode="auto">
            <a:xfrm flipV="1">
              <a:off x="4326" y="960"/>
              <a:ext cx="0"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4" name="Line 31">
              <a:extLst>
                <a:ext uri="{FF2B5EF4-FFF2-40B4-BE49-F238E27FC236}">
                  <a16:creationId xmlns:a16="http://schemas.microsoft.com/office/drawing/2014/main" id="{A826EBD7-D7D5-812A-E61B-FF15EEFB9FDB}"/>
                </a:ext>
              </a:extLst>
            </p:cNvPr>
            <p:cNvSpPr>
              <a:spLocks noChangeShapeType="1"/>
            </p:cNvSpPr>
            <p:nvPr/>
          </p:nvSpPr>
          <p:spPr bwMode="auto">
            <a:xfrm flipH="1">
              <a:off x="4326" y="1536"/>
              <a:ext cx="0"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5" name="Line 32">
              <a:extLst>
                <a:ext uri="{FF2B5EF4-FFF2-40B4-BE49-F238E27FC236}">
                  <a16:creationId xmlns:a16="http://schemas.microsoft.com/office/drawing/2014/main" id="{0DEB8369-304F-E8A1-A61E-37AD33083429}"/>
                </a:ext>
              </a:extLst>
            </p:cNvPr>
            <p:cNvSpPr>
              <a:spLocks noChangeShapeType="1"/>
            </p:cNvSpPr>
            <p:nvPr/>
          </p:nvSpPr>
          <p:spPr bwMode="auto">
            <a:xfrm>
              <a:off x="4806" y="960"/>
              <a:ext cx="336"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6" name="Line 33">
              <a:extLst>
                <a:ext uri="{FF2B5EF4-FFF2-40B4-BE49-F238E27FC236}">
                  <a16:creationId xmlns:a16="http://schemas.microsoft.com/office/drawing/2014/main" id="{72B117DB-44AC-ECF6-4B61-42CD0C1AC698}"/>
                </a:ext>
              </a:extLst>
            </p:cNvPr>
            <p:cNvSpPr>
              <a:spLocks noChangeShapeType="1"/>
            </p:cNvSpPr>
            <p:nvPr/>
          </p:nvSpPr>
          <p:spPr bwMode="auto">
            <a:xfrm>
              <a:off x="5142" y="960"/>
              <a:ext cx="0" cy="336"/>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87" name="Text Box 34">
            <a:extLst>
              <a:ext uri="{FF2B5EF4-FFF2-40B4-BE49-F238E27FC236}">
                <a16:creationId xmlns:a16="http://schemas.microsoft.com/office/drawing/2014/main" id="{1431C8D3-7F65-702F-F4EF-F6B98F06E490}"/>
              </a:ext>
            </a:extLst>
          </p:cNvPr>
          <p:cNvSpPr txBox="1">
            <a:spLocks noChangeArrowheads="1"/>
          </p:cNvSpPr>
          <p:nvPr/>
        </p:nvSpPr>
        <p:spPr bwMode="auto">
          <a:xfrm>
            <a:off x="2243138" y="423863"/>
            <a:ext cx="6048375" cy="579437"/>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3200" b="1" dirty="0">
                <a:solidFill>
                  <a:srgbClr val="000000"/>
                </a:solidFill>
                <a:latin typeface="宋体"/>
                <a:ea typeface="宋体"/>
              </a:rPr>
              <a:t>              投影面平行面</a:t>
            </a:r>
          </a:p>
        </p:txBody>
      </p:sp>
      <p:sp>
        <p:nvSpPr>
          <p:cNvPr id="88" name="Text Box 35">
            <a:extLst>
              <a:ext uri="{FF2B5EF4-FFF2-40B4-BE49-F238E27FC236}">
                <a16:creationId xmlns:a16="http://schemas.microsoft.com/office/drawing/2014/main" id="{81848163-3197-10E4-4BBF-38AA24E3F8FE}"/>
              </a:ext>
            </a:extLst>
          </p:cNvPr>
          <p:cNvSpPr txBox="1">
            <a:spLocks noChangeArrowheads="1"/>
          </p:cNvSpPr>
          <p:nvPr/>
        </p:nvSpPr>
        <p:spPr bwMode="auto">
          <a:xfrm>
            <a:off x="2387600" y="1147763"/>
            <a:ext cx="88344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50000"/>
              </a:spcBef>
              <a:spcAft>
                <a:spcPct val="0"/>
              </a:spcAft>
              <a:buFontTx/>
              <a:buNone/>
            </a:pPr>
            <a:r>
              <a:rPr kumimoji="1" lang="zh-CN" altLang="en-US" sz="2800">
                <a:solidFill>
                  <a:srgbClr val="000000"/>
                </a:solidFill>
                <a:latin typeface="仿宋" panose="02010609060101010101" pitchFamily="49" charset="-122"/>
                <a:ea typeface="仿宋" panose="02010609060101010101" pitchFamily="49" charset="-122"/>
              </a:rPr>
              <a:t>只</a:t>
            </a:r>
            <a:r>
              <a:rPr kumimoji="1" lang="zh-CN" altLang="en-US" sz="2800">
                <a:solidFill>
                  <a:srgbClr val="0000FF"/>
                </a:solidFill>
                <a:latin typeface="仿宋" panose="02010609060101010101" pitchFamily="49" charset="-122"/>
                <a:ea typeface="仿宋" panose="02010609060101010101" pitchFamily="49" charset="-122"/>
              </a:rPr>
              <a:t>平行</a:t>
            </a:r>
            <a:r>
              <a:rPr kumimoji="1" lang="zh-CN" altLang="en-US" sz="2800">
                <a:solidFill>
                  <a:srgbClr val="000000"/>
                </a:solidFill>
                <a:latin typeface="仿宋" panose="02010609060101010101" pitchFamily="49" charset="-122"/>
                <a:ea typeface="仿宋" panose="02010609060101010101" pitchFamily="49" charset="-122"/>
              </a:rPr>
              <a:t>于一个投影面的平面。</a:t>
            </a:r>
            <a:r>
              <a:rPr kumimoji="1" lang="zh-CN" altLang="en-US" sz="2400">
                <a:solidFill>
                  <a:srgbClr val="000000"/>
                </a:solidFill>
                <a:latin typeface="仿宋" panose="02010609060101010101" pitchFamily="49" charset="-122"/>
                <a:ea typeface="仿宋" panose="02010609060101010101" pitchFamily="49" charset="-122"/>
              </a:rPr>
              <a:t>（必与另两投影面垂直）</a:t>
            </a:r>
          </a:p>
        </p:txBody>
      </p:sp>
      <p:sp>
        <p:nvSpPr>
          <p:cNvPr id="89" name="Text Box 36">
            <a:extLst>
              <a:ext uri="{FF2B5EF4-FFF2-40B4-BE49-F238E27FC236}">
                <a16:creationId xmlns:a16="http://schemas.microsoft.com/office/drawing/2014/main" id="{90C4236D-E8B5-38DC-0559-5A77EF173266}"/>
              </a:ext>
            </a:extLst>
          </p:cNvPr>
          <p:cNvSpPr txBox="1">
            <a:spLocks noChangeArrowheads="1"/>
          </p:cNvSpPr>
          <p:nvPr/>
        </p:nvSpPr>
        <p:spPr bwMode="auto">
          <a:xfrm>
            <a:off x="2214563" y="4244975"/>
            <a:ext cx="2981325" cy="701675"/>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4000" b="1">
                <a:solidFill>
                  <a:srgbClr val="000000"/>
                </a:solidFill>
                <a:effectLst>
                  <a:outerShdw blurRad="38100" dist="38100" dir="2700000" algn="tl">
                    <a:srgbClr val="C0C0C0"/>
                  </a:outerShdw>
                </a:effectLst>
                <a:latin typeface="Times New Roman" panose="02020603050405020304" pitchFamily="18" charset="0"/>
                <a:ea typeface="隶书" pitchFamily="49" charset="-122"/>
              </a:rPr>
              <a:t>投影特性：</a:t>
            </a:r>
          </a:p>
        </p:txBody>
      </p:sp>
      <p:sp>
        <p:nvSpPr>
          <p:cNvPr id="90" name="Text Box 37">
            <a:extLst>
              <a:ext uri="{FF2B5EF4-FFF2-40B4-BE49-F238E27FC236}">
                <a16:creationId xmlns:a16="http://schemas.microsoft.com/office/drawing/2014/main" id="{307E3B60-AE6C-E13A-68C9-1AAC4C029768}"/>
              </a:ext>
            </a:extLst>
          </p:cNvPr>
          <p:cNvSpPr txBox="1">
            <a:spLocks noChangeArrowheads="1"/>
          </p:cNvSpPr>
          <p:nvPr/>
        </p:nvSpPr>
        <p:spPr bwMode="auto">
          <a:xfrm>
            <a:off x="2243138" y="4819650"/>
            <a:ext cx="4968875" cy="1373188"/>
          </a:xfrm>
          <a:prstGeom prst="rect">
            <a:avLst/>
          </a:prstGeom>
          <a:noFill/>
          <a:ln w="12700">
            <a:noFill/>
            <a:miter lim="800000"/>
            <a:headEnd type="none" w="sm" len="sm"/>
            <a:tailEnd type="none" w="sm" len="sm"/>
          </a:ln>
          <a:effectLst/>
        </p:spPr>
        <p:txBody>
          <a:bodyPr>
            <a:spAutoFit/>
          </a:bodyPr>
          <a:lstStyle/>
          <a:p>
            <a:pPr fontAlgn="base">
              <a:spcBef>
                <a:spcPct val="0"/>
              </a:spcBef>
              <a:spcAft>
                <a:spcPct val="0"/>
              </a:spcAft>
              <a:defRPr/>
            </a:pP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    三个投影中有</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两个</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投影为平行于投影轴的</a:t>
            </a:r>
            <a:r>
              <a:rPr kumimoji="1" lang="zh-CN" altLang="en-US" sz="2800" b="1">
                <a:solidFill>
                  <a:srgbClr val="0000FF"/>
                </a:solidFill>
                <a:effectLst>
                  <a:outerShdw blurRad="38100" dist="38100" dir="2700000" algn="tl">
                    <a:srgbClr val="C0C0C0"/>
                  </a:outerShdw>
                </a:effectLst>
                <a:latin typeface="仿宋" pitchFamily="49" charset="-122"/>
                <a:ea typeface="仿宋" pitchFamily="49" charset="-122"/>
              </a:rPr>
              <a:t>直线</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一个</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投影为</a:t>
            </a:r>
            <a:r>
              <a:rPr kumimoji="1" lang="zh-CN" altLang="en-US" sz="2800" b="1">
                <a:solidFill>
                  <a:srgbClr val="FF0000"/>
                </a:solidFill>
                <a:effectLst>
                  <a:outerShdw blurRad="38100" dist="38100" dir="2700000" algn="tl">
                    <a:srgbClr val="C0C0C0"/>
                  </a:outerShdw>
                </a:effectLst>
                <a:latin typeface="仿宋" pitchFamily="49" charset="-122"/>
                <a:ea typeface="仿宋" pitchFamily="49" charset="-122"/>
              </a:rPr>
              <a:t>线框</a:t>
            </a:r>
            <a:r>
              <a:rPr kumimoji="1" lang="zh-CN" altLang="en-US" sz="2800" b="1">
                <a:solidFill>
                  <a:srgbClr val="000000"/>
                </a:solidFill>
                <a:effectLst>
                  <a:outerShdw blurRad="38100" dist="38100" dir="2700000" algn="tl">
                    <a:srgbClr val="C0C0C0"/>
                  </a:outerShdw>
                </a:effectLst>
                <a:latin typeface="仿宋" pitchFamily="49" charset="-122"/>
                <a:ea typeface="仿宋" pitchFamily="49" charset="-122"/>
              </a:rPr>
              <a:t>（全等性）。</a:t>
            </a:r>
            <a:endParaRPr kumimoji="1" lang="zh-CN" altLang="en-US" sz="2400" b="1" i="1">
              <a:solidFill>
                <a:srgbClr val="000000"/>
              </a:solidFill>
              <a:effectLst>
                <a:outerShdw blurRad="38100" dist="38100" dir="2700000" algn="tl">
                  <a:srgbClr val="C0C0C0"/>
                </a:outerShdw>
              </a:effectLst>
              <a:latin typeface="仿宋" pitchFamily="49" charset="-122"/>
              <a:ea typeface="仿宋" pitchFamily="49" charset="-122"/>
            </a:endParaRPr>
          </a:p>
        </p:txBody>
      </p:sp>
      <p:sp>
        <p:nvSpPr>
          <p:cNvPr id="91" name="Text Box 38">
            <a:extLst>
              <a:ext uri="{FF2B5EF4-FFF2-40B4-BE49-F238E27FC236}">
                <a16:creationId xmlns:a16="http://schemas.microsoft.com/office/drawing/2014/main" id="{36F5B931-FD3D-BEBC-F3F4-7A1A18A8F6DC}"/>
              </a:ext>
            </a:extLst>
          </p:cNvPr>
          <p:cNvSpPr txBox="1">
            <a:spLocks noChangeArrowheads="1"/>
          </p:cNvSpPr>
          <p:nvPr/>
        </p:nvSpPr>
        <p:spPr bwMode="auto">
          <a:xfrm>
            <a:off x="5734050" y="3797300"/>
            <a:ext cx="1600200" cy="519113"/>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a:solidFill>
                  <a:srgbClr val="FF3300"/>
                </a:solidFill>
                <a:effectLst>
                  <a:outerShdw blurRad="38100" dist="38100" dir="2700000" algn="tl">
                    <a:srgbClr val="C0C0C0"/>
                  </a:outerShdw>
                </a:effectLst>
                <a:latin typeface="Times New Roman" panose="02020603050405020304" pitchFamily="18" charset="0"/>
                <a:ea typeface="隶书" pitchFamily="49" charset="-122"/>
              </a:rPr>
              <a:t>水平面</a:t>
            </a:r>
          </a:p>
        </p:txBody>
      </p:sp>
      <p:sp>
        <p:nvSpPr>
          <p:cNvPr id="92" name="Text Box 39">
            <a:extLst>
              <a:ext uri="{FF2B5EF4-FFF2-40B4-BE49-F238E27FC236}">
                <a16:creationId xmlns:a16="http://schemas.microsoft.com/office/drawing/2014/main" id="{515ED9E0-EE0D-4FF8-118C-6213E489A929}"/>
              </a:ext>
            </a:extLst>
          </p:cNvPr>
          <p:cNvSpPr txBox="1">
            <a:spLocks noChangeArrowheads="1"/>
          </p:cNvSpPr>
          <p:nvPr/>
        </p:nvSpPr>
        <p:spPr bwMode="auto">
          <a:xfrm>
            <a:off x="8291513" y="3767138"/>
            <a:ext cx="1371600" cy="519112"/>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a:solidFill>
                  <a:srgbClr val="FF3300"/>
                </a:solidFill>
                <a:effectLst>
                  <a:outerShdw blurRad="38100" dist="38100" dir="2700000" algn="tl">
                    <a:srgbClr val="C0C0C0"/>
                  </a:outerShdw>
                </a:effectLst>
                <a:latin typeface="Times New Roman" panose="02020603050405020304" pitchFamily="18" charset="0"/>
                <a:ea typeface="隶书" pitchFamily="49" charset="-122"/>
              </a:rPr>
              <a:t>侧平面</a:t>
            </a:r>
          </a:p>
        </p:txBody>
      </p:sp>
      <p:sp>
        <p:nvSpPr>
          <p:cNvPr id="93" name="Text Box 40">
            <a:extLst>
              <a:ext uri="{FF2B5EF4-FFF2-40B4-BE49-F238E27FC236}">
                <a16:creationId xmlns:a16="http://schemas.microsoft.com/office/drawing/2014/main" id="{9F5E00F2-BCD4-032E-88AB-63FDC83BC4E8}"/>
              </a:ext>
            </a:extLst>
          </p:cNvPr>
          <p:cNvSpPr txBox="1">
            <a:spLocks noChangeArrowheads="1"/>
          </p:cNvSpPr>
          <p:nvPr/>
        </p:nvSpPr>
        <p:spPr bwMode="auto">
          <a:xfrm>
            <a:off x="3032125" y="3797300"/>
            <a:ext cx="1371600" cy="519113"/>
          </a:xfrm>
          <a:prstGeom prst="rect">
            <a:avLst/>
          </a:prstGeom>
          <a:noFill/>
          <a:ln w="12700">
            <a:noFill/>
            <a:miter lim="800000"/>
            <a:headEnd type="none" w="sm" len="sm"/>
            <a:tailEnd type="none" w="sm" len="sm"/>
          </a:ln>
          <a:effectLst/>
        </p:spPr>
        <p:txBody>
          <a:bodyPr>
            <a:spAutoFit/>
          </a:bodyPr>
          <a:lstStyle/>
          <a:p>
            <a:pPr fontAlgn="base">
              <a:spcBef>
                <a:spcPct val="50000"/>
              </a:spcBef>
              <a:spcAft>
                <a:spcPct val="0"/>
              </a:spcAft>
              <a:defRPr/>
            </a:pPr>
            <a:r>
              <a:rPr kumimoji="1" lang="zh-CN" altLang="en-US" sz="2800" b="1">
                <a:solidFill>
                  <a:srgbClr val="FF3300"/>
                </a:solidFill>
                <a:effectLst>
                  <a:outerShdw blurRad="38100" dist="38100" dir="2700000" algn="tl">
                    <a:srgbClr val="C0C0C0"/>
                  </a:outerShdw>
                </a:effectLst>
                <a:latin typeface="Times New Roman" panose="02020603050405020304" pitchFamily="18" charset="0"/>
                <a:ea typeface="隶书" pitchFamily="49" charset="-122"/>
              </a:rPr>
              <a:t>正平面</a:t>
            </a:r>
            <a:endParaRPr kumimoji="1" lang="zh-CN" altLang="en-US" sz="2800">
              <a:solidFill>
                <a:srgbClr val="FF3300"/>
              </a:solidFill>
              <a:effectLst>
                <a:outerShdw blurRad="38100" dist="38100" dir="2700000" algn="tl">
                  <a:srgbClr val="C0C0C0"/>
                </a:outerShdw>
              </a:effectLst>
              <a:latin typeface="Times New Roman" panose="02020603050405020304" pitchFamily="18" charset="0"/>
              <a:ea typeface="幼圆" pitchFamily="49" charset="-122"/>
            </a:endParaRPr>
          </a:p>
        </p:txBody>
      </p:sp>
      <p:grpSp>
        <p:nvGrpSpPr>
          <p:cNvPr id="94" name="Group 41">
            <a:extLst>
              <a:ext uri="{FF2B5EF4-FFF2-40B4-BE49-F238E27FC236}">
                <a16:creationId xmlns:a16="http://schemas.microsoft.com/office/drawing/2014/main" id="{E5237EFE-831A-C56E-36F5-017165B3C71F}"/>
              </a:ext>
            </a:extLst>
          </p:cNvPr>
          <p:cNvGrpSpPr>
            <a:grpSpLocks/>
          </p:cNvGrpSpPr>
          <p:nvPr/>
        </p:nvGrpSpPr>
        <p:grpSpPr bwMode="auto">
          <a:xfrm>
            <a:off x="2536825" y="1763713"/>
            <a:ext cx="2298700" cy="2120900"/>
            <a:chOff x="434" y="1008"/>
            <a:chExt cx="1448" cy="1336"/>
          </a:xfrm>
        </p:grpSpPr>
        <p:sp>
          <p:nvSpPr>
            <p:cNvPr id="95" name="Line 42">
              <a:extLst>
                <a:ext uri="{FF2B5EF4-FFF2-40B4-BE49-F238E27FC236}">
                  <a16:creationId xmlns:a16="http://schemas.microsoft.com/office/drawing/2014/main" id="{02E90F58-F551-5817-A45B-3878A03C3E7F}"/>
                </a:ext>
              </a:extLst>
            </p:cNvPr>
            <p:cNvSpPr>
              <a:spLocks noChangeShapeType="1"/>
            </p:cNvSpPr>
            <p:nvPr/>
          </p:nvSpPr>
          <p:spPr bwMode="auto">
            <a:xfrm>
              <a:off x="434" y="1732"/>
              <a:ext cx="144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6" name="Line 43">
              <a:extLst>
                <a:ext uri="{FF2B5EF4-FFF2-40B4-BE49-F238E27FC236}">
                  <a16:creationId xmlns:a16="http://schemas.microsoft.com/office/drawing/2014/main" id="{3CFE91DA-CB2E-CF01-B028-F026CD6F57D3}"/>
                </a:ext>
              </a:extLst>
            </p:cNvPr>
            <p:cNvSpPr>
              <a:spLocks noChangeShapeType="1"/>
            </p:cNvSpPr>
            <p:nvPr/>
          </p:nvSpPr>
          <p:spPr bwMode="auto">
            <a:xfrm>
              <a:off x="1158" y="1008"/>
              <a:ext cx="0" cy="133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7" name="Line 44">
              <a:extLst>
                <a:ext uri="{FF2B5EF4-FFF2-40B4-BE49-F238E27FC236}">
                  <a16:creationId xmlns:a16="http://schemas.microsoft.com/office/drawing/2014/main" id="{889C5B54-9B10-1FBC-6ECC-FEF40F627B27}"/>
                </a:ext>
              </a:extLst>
            </p:cNvPr>
            <p:cNvSpPr>
              <a:spLocks noChangeShapeType="1"/>
            </p:cNvSpPr>
            <p:nvPr/>
          </p:nvSpPr>
          <p:spPr bwMode="auto">
            <a:xfrm>
              <a:off x="1158" y="1732"/>
              <a:ext cx="557" cy="55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8" name="Line 45">
              <a:extLst>
                <a:ext uri="{FF2B5EF4-FFF2-40B4-BE49-F238E27FC236}">
                  <a16:creationId xmlns:a16="http://schemas.microsoft.com/office/drawing/2014/main" id="{D75B7BEC-8263-EC16-EAC8-FEF38E96D481}"/>
                </a:ext>
              </a:extLst>
            </p:cNvPr>
            <p:cNvSpPr>
              <a:spLocks noChangeShapeType="1"/>
            </p:cNvSpPr>
            <p:nvPr/>
          </p:nvSpPr>
          <p:spPr bwMode="auto">
            <a:xfrm>
              <a:off x="531" y="1565"/>
              <a:ext cx="0" cy="612"/>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9" name="Line 46">
              <a:extLst>
                <a:ext uri="{FF2B5EF4-FFF2-40B4-BE49-F238E27FC236}">
                  <a16:creationId xmlns:a16="http://schemas.microsoft.com/office/drawing/2014/main" id="{DF9F7A09-56AF-949A-4E59-E8A310A2C467}"/>
                </a:ext>
              </a:extLst>
            </p:cNvPr>
            <p:cNvSpPr>
              <a:spLocks noChangeShapeType="1"/>
            </p:cNvSpPr>
            <p:nvPr/>
          </p:nvSpPr>
          <p:spPr bwMode="auto">
            <a:xfrm>
              <a:off x="935" y="1175"/>
              <a:ext cx="0" cy="1002"/>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0" name="Line 47">
              <a:extLst>
                <a:ext uri="{FF2B5EF4-FFF2-40B4-BE49-F238E27FC236}">
                  <a16:creationId xmlns:a16="http://schemas.microsoft.com/office/drawing/2014/main" id="{90F92957-E264-2924-493F-6BCC1AC337F0}"/>
                </a:ext>
              </a:extLst>
            </p:cNvPr>
            <p:cNvSpPr>
              <a:spLocks noChangeShapeType="1"/>
            </p:cNvSpPr>
            <p:nvPr/>
          </p:nvSpPr>
          <p:spPr bwMode="auto">
            <a:xfrm>
              <a:off x="531" y="2177"/>
              <a:ext cx="401" cy="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1" name="Line 48">
              <a:extLst>
                <a:ext uri="{FF2B5EF4-FFF2-40B4-BE49-F238E27FC236}">
                  <a16:creationId xmlns:a16="http://schemas.microsoft.com/office/drawing/2014/main" id="{7D61C17C-1349-0737-3E55-5859CD9E2110}"/>
                </a:ext>
              </a:extLst>
            </p:cNvPr>
            <p:cNvSpPr>
              <a:spLocks noChangeShapeType="1"/>
            </p:cNvSpPr>
            <p:nvPr/>
          </p:nvSpPr>
          <p:spPr bwMode="auto">
            <a:xfrm>
              <a:off x="935" y="2177"/>
              <a:ext cx="669" cy="0"/>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2" name="Line 49">
              <a:extLst>
                <a:ext uri="{FF2B5EF4-FFF2-40B4-BE49-F238E27FC236}">
                  <a16:creationId xmlns:a16="http://schemas.microsoft.com/office/drawing/2014/main" id="{6C02B744-2C51-3366-D9AA-C9A7ABD5D8C1}"/>
                </a:ext>
              </a:extLst>
            </p:cNvPr>
            <p:cNvSpPr>
              <a:spLocks noChangeShapeType="1"/>
            </p:cNvSpPr>
            <p:nvPr/>
          </p:nvSpPr>
          <p:spPr bwMode="auto">
            <a:xfrm flipH="1" flipV="1">
              <a:off x="1604" y="1565"/>
              <a:ext cx="0" cy="612"/>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3" name="Line 50">
              <a:extLst>
                <a:ext uri="{FF2B5EF4-FFF2-40B4-BE49-F238E27FC236}">
                  <a16:creationId xmlns:a16="http://schemas.microsoft.com/office/drawing/2014/main" id="{F19E708F-0D0B-0A18-EDED-C6E21E72F12C}"/>
                </a:ext>
              </a:extLst>
            </p:cNvPr>
            <p:cNvSpPr>
              <a:spLocks noChangeShapeType="1"/>
            </p:cNvSpPr>
            <p:nvPr/>
          </p:nvSpPr>
          <p:spPr bwMode="auto">
            <a:xfrm>
              <a:off x="545" y="1565"/>
              <a:ext cx="1059" cy="0"/>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4" name="Line 51">
              <a:extLst>
                <a:ext uri="{FF2B5EF4-FFF2-40B4-BE49-F238E27FC236}">
                  <a16:creationId xmlns:a16="http://schemas.microsoft.com/office/drawing/2014/main" id="{0D5BAA8F-4836-248E-81ED-EC40F4E068D2}"/>
                </a:ext>
              </a:extLst>
            </p:cNvPr>
            <p:cNvSpPr>
              <a:spLocks noChangeShapeType="1"/>
            </p:cNvSpPr>
            <p:nvPr/>
          </p:nvSpPr>
          <p:spPr bwMode="auto">
            <a:xfrm>
              <a:off x="935" y="1175"/>
              <a:ext cx="669" cy="0"/>
            </a:xfrm>
            <a:prstGeom prst="line">
              <a:avLst/>
            </a:prstGeom>
            <a:noFill/>
            <a:ln w="9525">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5" name="Line 52">
              <a:extLst>
                <a:ext uri="{FF2B5EF4-FFF2-40B4-BE49-F238E27FC236}">
                  <a16:creationId xmlns:a16="http://schemas.microsoft.com/office/drawing/2014/main" id="{23C71620-B0F8-5A71-FE92-4F8FD48BA5CC}"/>
                </a:ext>
              </a:extLst>
            </p:cNvPr>
            <p:cNvSpPr>
              <a:spLocks noChangeShapeType="1"/>
            </p:cNvSpPr>
            <p:nvPr/>
          </p:nvSpPr>
          <p:spPr bwMode="auto">
            <a:xfrm>
              <a:off x="1604" y="1175"/>
              <a:ext cx="0" cy="390"/>
            </a:xfrm>
            <a:prstGeom prst="line">
              <a:avLst/>
            </a:prstGeom>
            <a:noFill/>
            <a:ln w="38100">
              <a:solidFill>
                <a:srgbClr val="FF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6" name="AutoShape 53">
              <a:extLst>
                <a:ext uri="{FF2B5EF4-FFF2-40B4-BE49-F238E27FC236}">
                  <a16:creationId xmlns:a16="http://schemas.microsoft.com/office/drawing/2014/main" id="{D7277E41-FAB5-B616-F8E9-B23D2C707C5D}"/>
                </a:ext>
              </a:extLst>
            </p:cNvPr>
            <p:cNvSpPr>
              <a:spLocks noChangeArrowheads="1"/>
            </p:cNvSpPr>
            <p:nvPr/>
          </p:nvSpPr>
          <p:spPr bwMode="auto">
            <a:xfrm flipV="1">
              <a:off x="521" y="1162"/>
              <a:ext cx="409" cy="408"/>
            </a:xfrm>
            <a:prstGeom prst="rtTriangle">
              <a:avLst/>
            </a:prstGeom>
            <a:noFill/>
            <a:ln w="28575" algn="ctr">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07" name="Rectangle 54">
            <a:extLst>
              <a:ext uri="{FF2B5EF4-FFF2-40B4-BE49-F238E27FC236}">
                <a16:creationId xmlns:a16="http://schemas.microsoft.com/office/drawing/2014/main" id="{09B4B6F0-E3B0-2CE8-B53E-D87AAEC552DA}"/>
              </a:ext>
            </a:extLst>
          </p:cNvPr>
          <p:cNvSpPr>
            <a:spLocks noChangeArrowheads="1"/>
          </p:cNvSpPr>
          <p:nvPr/>
        </p:nvSpPr>
        <p:spPr bwMode="auto">
          <a:xfrm>
            <a:off x="7788275" y="4316413"/>
            <a:ext cx="2519363" cy="1066800"/>
          </a:xfrm>
          <a:prstGeom prst="rect">
            <a:avLst/>
          </a:prstGeom>
          <a:noFill/>
          <a:ln w="28575" algn="ctr">
            <a:noFill/>
            <a:miter lim="800000"/>
            <a:headEnd/>
            <a:tailEnd/>
          </a:ln>
          <a:effectLst/>
        </p:spPr>
        <p:txBody>
          <a:bodyPr>
            <a:spAutoFit/>
          </a:bodyPr>
          <a:lstStyle/>
          <a:p>
            <a:pPr fontAlgn="base">
              <a:spcBef>
                <a:spcPct val="0"/>
              </a:spcBef>
              <a:spcAft>
                <a:spcPct val="0"/>
              </a:spcAft>
              <a:defRPr/>
            </a:pPr>
            <a:r>
              <a:rPr kumimoji="1" lang="zh-CN" altLang="en-US" sz="3200" b="1" dirty="0">
                <a:solidFill>
                  <a:srgbClr val="000000"/>
                </a:solidFill>
                <a:effectLst>
                  <a:outerShdw blurRad="38100" dist="38100" dir="2700000" algn="tl">
                    <a:srgbClr val="C0C0C0"/>
                  </a:outerShdw>
                </a:effectLst>
                <a:latin typeface="黑体" pitchFamily="49" charset="-122"/>
                <a:ea typeface="黑体" pitchFamily="49" charset="-122"/>
              </a:rPr>
              <a:t>判别：</a:t>
            </a:r>
          </a:p>
          <a:p>
            <a:pPr fontAlgn="base">
              <a:spcBef>
                <a:spcPct val="0"/>
              </a:spcBef>
              <a:spcAft>
                <a:spcPct val="0"/>
              </a:spcAft>
              <a:defRPr/>
            </a:pPr>
            <a:r>
              <a:rPr kumimoji="1" lang="zh-CN" altLang="en-US" sz="3200" b="1" dirty="0">
                <a:solidFill>
                  <a:srgbClr val="000000"/>
                </a:solidFill>
                <a:effectLst>
                  <a:outerShdw blurRad="38100" dist="38100" dir="2700000" algn="tl">
                    <a:srgbClr val="C0C0C0"/>
                  </a:outerShdw>
                </a:effectLst>
                <a:latin typeface="黑体" pitchFamily="49" charset="-122"/>
                <a:ea typeface="黑体" pitchFamily="49" charset="-122"/>
              </a:rPr>
              <a:t>“两线</a:t>
            </a:r>
            <a:r>
              <a:rPr kumimoji="1" lang="zh-CN" altLang="en-US" sz="3200" b="1" dirty="0">
                <a:solidFill>
                  <a:srgbClr val="FF0000"/>
                </a:solidFill>
                <a:effectLst>
                  <a:outerShdw blurRad="38100" dist="38100" dir="2700000" algn="tl">
                    <a:srgbClr val="C0C0C0"/>
                  </a:outerShdw>
                </a:effectLst>
                <a:latin typeface="黑体" pitchFamily="49" charset="-122"/>
                <a:ea typeface="黑体" pitchFamily="49" charset="-122"/>
              </a:rPr>
              <a:t>一框</a:t>
            </a:r>
            <a:r>
              <a:rPr kumimoji="1" lang="zh-CN" altLang="en-US" sz="3200" b="1" dirty="0">
                <a:solidFill>
                  <a:srgbClr val="000000"/>
                </a:solidFill>
                <a:effectLst>
                  <a:outerShdw blurRad="38100" dist="38100" dir="2700000" algn="tl">
                    <a:srgbClr val="C0C0C0"/>
                  </a:outerShdw>
                </a:effectLst>
                <a:latin typeface="黑体" pitchFamily="49" charset="-122"/>
                <a:ea typeface="黑体" pitchFamily="49" charset="-122"/>
              </a:rPr>
              <a:t>”</a:t>
            </a:r>
          </a:p>
        </p:txBody>
      </p:sp>
    </p:spTree>
    <p:extLst>
      <p:ext uri="{BB962C8B-B14F-4D97-AF65-F5344CB8AC3E}">
        <p14:creationId xmlns:p14="http://schemas.microsoft.com/office/powerpoint/2010/main" val="99232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left)">
                                      <p:cBhvr>
                                        <p:cTn id="7" dur="500"/>
                                        <p:tgtEl>
                                          <p:spTgt spid="8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4"/>
                                        </p:tgtEl>
                                        <p:attrNameLst>
                                          <p:attrName>style.visibility</p:attrName>
                                        </p:attrNameLst>
                                      </p:cBhvr>
                                      <p:to>
                                        <p:strVal val="visible"/>
                                      </p:to>
                                    </p:set>
                                    <p:animEffect transition="in" filter="wipe(up)">
                                      <p:cBhvr>
                                        <p:cTn id="11" dur="500"/>
                                        <p:tgtEl>
                                          <p:spTgt spid="9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3"/>
                                        </p:tgtEl>
                                        <p:attrNameLst>
                                          <p:attrName>style.visibility</p:attrName>
                                        </p:attrNameLst>
                                      </p:cBhvr>
                                      <p:to>
                                        <p:strVal val="visible"/>
                                      </p:to>
                                    </p:set>
                                    <p:animEffect transition="in" filter="wipe(left)">
                                      <p:cBhvr>
                                        <p:cTn id="15" dur="500"/>
                                        <p:tgtEl>
                                          <p:spTgt spid="9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wipe(up)">
                                      <p:cBhvr>
                                        <p:cTn id="20" dur="500"/>
                                        <p:tgtEl>
                                          <p:spTgt spid="55"/>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91"/>
                                        </p:tgtEl>
                                        <p:attrNameLst>
                                          <p:attrName>style.visibility</p:attrName>
                                        </p:attrNameLst>
                                      </p:cBhvr>
                                      <p:to>
                                        <p:strVal val="visible"/>
                                      </p:to>
                                    </p:set>
                                    <p:animEffect transition="in" filter="wipe(left)">
                                      <p:cBhvr>
                                        <p:cTn id="24" dur="500"/>
                                        <p:tgtEl>
                                          <p:spTgt spid="9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71"/>
                                        </p:tgtEl>
                                        <p:attrNameLst>
                                          <p:attrName>style.visibility</p:attrName>
                                        </p:attrNameLst>
                                      </p:cBhvr>
                                      <p:to>
                                        <p:strVal val="visible"/>
                                      </p:to>
                                    </p:set>
                                    <p:animEffect transition="in" filter="wipe(up)">
                                      <p:cBhvr>
                                        <p:cTn id="29" dur="500"/>
                                        <p:tgtEl>
                                          <p:spTgt spid="71"/>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92"/>
                                        </p:tgtEl>
                                        <p:attrNameLst>
                                          <p:attrName>style.visibility</p:attrName>
                                        </p:attrNameLst>
                                      </p:cBhvr>
                                      <p:to>
                                        <p:strVal val="visible"/>
                                      </p:to>
                                    </p:set>
                                    <p:animEffect transition="in" filter="wipe(left)">
                                      <p:cBhvr>
                                        <p:cTn id="33" dur="500"/>
                                        <p:tgtEl>
                                          <p:spTgt spid="9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9"/>
                                        </p:tgtEl>
                                        <p:attrNameLst>
                                          <p:attrName>style.visibility</p:attrName>
                                        </p:attrNameLst>
                                      </p:cBhvr>
                                      <p:to>
                                        <p:strVal val="visible"/>
                                      </p:to>
                                    </p:set>
                                    <p:animEffect transition="in" filter="wipe(left)">
                                      <p:cBhvr>
                                        <p:cTn id="38" dur="500"/>
                                        <p:tgtEl>
                                          <p:spTgt spid="89"/>
                                        </p:tgtEl>
                                      </p:cBhvr>
                                    </p:animEffect>
                                  </p:childTnLst>
                                </p:cTn>
                              </p:par>
                            </p:childTnLst>
                          </p:cTn>
                        </p:par>
                        <p:par>
                          <p:cTn id="39" fill="hold">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ipe(up)">
                                      <p:cBhvr>
                                        <p:cTn id="42" dur="500"/>
                                        <p:tgtEl>
                                          <p:spTgt spid="9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7"/>
                                        </p:tgtEl>
                                        <p:attrNameLst>
                                          <p:attrName>style.visibility</p:attrName>
                                        </p:attrNameLst>
                                      </p:cBhvr>
                                      <p:to>
                                        <p:strVal val="visible"/>
                                      </p:to>
                                    </p:set>
                                    <p:animEffect transition="in" filter="wipe(left)">
                                      <p:cBhvr>
                                        <p:cTn id="47"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utoUpdateAnimBg="0"/>
      <p:bldP spid="89" grpId="0" autoUpdateAnimBg="0"/>
      <p:bldP spid="90" grpId="0" autoUpdateAnimBg="0"/>
      <p:bldP spid="91" grpId="0" autoUpdateAnimBg="0"/>
      <p:bldP spid="92" grpId="0" autoUpdateAnimBg="0"/>
      <p:bldP spid="93" grpId="0" autoUpdateAnimBg="0"/>
      <p:bldP spid="10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11C03D-86A5-1824-0579-D974A50D8E50}"/>
              </a:ext>
            </a:extLst>
          </p:cNvPr>
          <p:cNvSpPr>
            <a:spLocks noGrp="1"/>
          </p:cNvSpPr>
          <p:nvPr>
            <p:ph type="title"/>
          </p:nvPr>
        </p:nvSpPr>
        <p:spPr/>
        <p:txBody>
          <a:bodyPr/>
          <a:lstStyle/>
          <a:p>
            <a:endParaRPr lang="zh-CN" altLang="en-US"/>
          </a:p>
        </p:txBody>
      </p:sp>
      <p:sp>
        <p:nvSpPr>
          <p:cNvPr id="3" name="Text Box 2">
            <a:extLst>
              <a:ext uri="{FF2B5EF4-FFF2-40B4-BE49-F238E27FC236}">
                <a16:creationId xmlns:a16="http://schemas.microsoft.com/office/drawing/2014/main" id="{9706FFE1-79A9-4B44-DDD8-C68F03F2802C}"/>
              </a:ext>
            </a:extLst>
          </p:cNvPr>
          <p:cNvSpPr txBox="1">
            <a:spLocks noChangeArrowheads="1"/>
          </p:cNvSpPr>
          <p:nvPr/>
        </p:nvSpPr>
        <p:spPr bwMode="auto">
          <a:xfrm>
            <a:off x="2135188" y="606890"/>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fontAlgn="base">
              <a:spcBef>
                <a:spcPct val="0"/>
              </a:spcBef>
              <a:spcAft>
                <a:spcPct val="0"/>
              </a:spcAft>
              <a:buFontTx/>
              <a:buNone/>
            </a:pPr>
            <a:r>
              <a:rPr kumimoji="1" lang="zh-CN" altLang="en-US" sz="2800">
                <a:solidFill>
                  <a:srgbClr val="000000"/>
                </a:solidFill>
                <a:latin typeface="宋体" panose="02010600030101010101" pitchFamily="2" charset="-122"/>
              </a:rPr>
              <a:t>例</a:t>
            </a:r>
            <a:r>
              <a:rPr kumimoji="1" lang="en-US" altLang="zh-CN" sz="2800">
                <a:solidFill>
                  <a:srgbClr val="000000"/>
                </a:solidFill>
                <a:latin typeface="宋体" panose="02010600030101010101" pitchFamily="2" charset="-122"/>
              </a:rPr>
              <a:t>1  </a:t>
            </a:r>
            <a:r>
              <a:rPr kumimoji="1" lang="zh-CN" altLang="en-US" sz="2800">
                <a:solidFill>
                  <a:srgbClr val="000000"/>
                </a:solidFill>
                <a:latin typeface="宋体" panose="02010600030101010101" pitchFamily="2" charset="-122"/>
              </a:rPr>
              <a:t>已知三棱锥</a:t>
            </a:r>
            <a:r>
              <a:rPr kumimoji="1" lang="en-US" altLang="zh-CN" sz="2800" i="1">
                <a:solidFill>
                  <a:srgbClr val="000000"/>
                </a:solidFill>
                <a:latin typeface="Times New Roman" panose="02020603050405020304" pitchFamily="18" charset="0"/>
              </a:rPr>
              <a:t>SAB</a:t>
            </a:r>
            <a:r>
              <a:rPr kumimoji="1" lang="zh-CN" altLang="en-US" sz="2800">
                <a:solidFill>
                  <a:srgbClr val="000000"/>
                </a:solidFill>
                <a:latin typeface="宋体" panose="02010600030101010101" pitchFamily="2" charset="-122"/>
              </a:rPr>
              <a:t>面上一点</a:t>
            </a:r>
            <a:r>
              <a:rPr kumimoji="1" lang="en-US" altLang="zh-CN" sz="2800" i="1">
                <a:solidFill>
                  <a:srgbClr val="000000"/>
                </a:solidFill>
                <a:latin typeface="Times New Roman" panose="02020603050405020304" pitchFamily="18" charset="0"/>
              </a:rPr>
              <a:t>K</a:t>
            </a:r>
            <a:r>
              <a:rPr kumimoji="1" lang="zh-CN" altLang="en-US" sz="2800">
                <a:solidFill>
                  <a:srgbClr val="000000"/>
                </a:solidFill>
                <a:latin typeface="宋体" panose="02010600030101010101" pitchFamily="2" charset="-122"/>
              </a:rPr>
              <a:t>的</a:t>
            </a:r>
            <a:r>
              <a:rPr kumimoji="1" lang="en-US" altLang="zh-CN" sz="2800" i="1">
                <a:solidFill>
                  <a:srgbClr val="000000"/>
                </a:solidFill>
                <a:latin typeface="Times New Roman" panose="02020603050405020304" pitchFamily="18" charset="0"/>
              </a:rPr>
              <a:t>V</a:t>
            </a:r>
            <a:r>
              <a:rPr kumimoji="1" lang="zh-CN" altLang="en-US" sz="2800">
                <a:solidFill>
                  <a:srgbClr val="000000"/>
                </a:solidFill>
                <a:latin typeface="宋体" panose="02010600030101010101" pitchFamily="2" charset="-122"/>
              </a:rPr>
              <a:t>投影</a:t>
            </a:r>
            <a:r>
              <a:rPr kumimoji="1" lang="en-US" altLang="zh-CN" sz="2800" i="1">
                <a:solidFill>
                  <a:srgbClr val="000000"/>
                </a:solidFill>
                <a:latin typeface="Times New Roman" panose="02020603050405020304" pitchFamily="18" charset="0"/>
              </a:rPr>
              <a:t>k′</a:t>
            </a:r>
            <a:r>
              <a:rPr kumimoji="1" lang="zh-CN" altLang="en-US" sz="2800">
                <a:solidFill>
                  <a:srgbClr val="000000"/>
                </a:solidFill>
                <a:latin typeface="宋体" panose="02010600030101010101" pitchFamily="2" charset="-122"/>
              </a:rPr>
              <a:t>，</a:t>
            </a:r>
          </a:p>
          <a:p>
            <a:pPr fontAlgn="base">
              <a:spcBef>
                <a:spcPct val="0"/>
              </a:spcBef>
              <a:spcAft>
                <a:spcPct val="0"/>
              </a:spcAft>
              <a:buFontTx/>
              <a:buNone/>
            </a:pPr>
            <a:r>
              <a:rPr kumimoji="1" lang="zh-CN" altLang="en-US" sz="2800">
                <a:solidFill>
                  <a:srgbClr val="000000"/>
                </a:solidFill>
                <a:latin typeface="宋体" panose="02010600030101010101" pitchFamily="2" charset="-122"/>
              </a:rPr>
              <a:t>     试求其</a:t>
            </a:r>
            <a:r>
              <a:rPr kumimoji="1" lang="en-US" altLang="zh-CN" sz="2800" i="1">
                <a:solidFill>
                  <a:srgbClr val="000000"/>
                </a:solidFill>
                <a:latin typeface="Times New Roman" panose="02020603050405020304" pitchFamily="18" charset="0"/>
              </a:rPr>
              <a:t>H</a:t>
            </a:r>
            <a:r>
              <a:rPr kumimoji="1" lang="zh-CN" altLang="en-US" sz="2800">
                <a:solidFill>
                  <a:srgbClr val="000000"/>
                </a:solidFill>
                <a:latin typeface="宋体" panose="02010600030101010101" pitchFamily="2" charset="-122"/>
              </a:rPr>
              <a:t>投影</a:t>
            </a:r>
            <a:r>
              <a:rPr kumimoji="1" lang="en-US" altLang="zh-CN" sz="2800" i="1">
                <a:solidFill>
                  <a:srgbClr val="000000"/>
                </a:solidFill>
                <a:latin typeface="Times New Roman" panose="02020603050405020304" pitchFamily="18" charset="0"/>
              </a:rPr>
              <a:t>k</a:t>
            </a:r>
            <a:r>
              <a:rPr kumimoji="1" lang="en-US" altLang="zh-CN" sz="2400" b="0">
                <a:solidFill>
                  <a:srgbClr val="000000"/>
                </a:solidFill>
                <a:latin typeface="宋体" panose="02010600030101010101" pitchFamily="2" charset="-122"/>
              </a:rPr>
              <a:t> </a:t>
            </a:r>
            <a:r>
              <a:rPr kumimoji="1" lang="zh-CN" altLang="en-US" sz="2400" b="0">
                <a:solidFill>
                  <a:srgbClr val="000000"/>
                </a:solidFill>
                <a:latin typeface="宋体" panose="02010600030101010101" pitchFamily="2" charset="-122"/>
              </a:rPr>
              <a:t>。</a:t>
            </a:r>
          </a:p>
        </p:txBody>
      </p:sp>
      <p:grpSp>
        <p:nvGrpSpPr>
          <p:cNvPr id="4" name="Group 3">
            <a:extLst>
              <a:ext uri="{FF2B5EF4-FFF2-40B4-BE49-F238E27FC236}">
                <a16:creationId xmlns:a16="http://schemas.microsoft.com/office/drawing/2014/main" id="{C418EF7B-0350-A364-1A5F-3C1E624AD7E2}"/>
              </a:ext>
            </a:extLst>
          </p:cNvPr>
          <p:cNvGrpSpPr>
            <a:grpSpLocks/>
          </p:cNvGrpSpPr>
          <p:nvPr/>
        </p:nvGrpSpPr>
        <p:grpSpPr bwMode="auto">
          <a:xfrm>
            <a:off x="7175500" y="1697503"/>
            <a:ext cx="2295525" cy="4194175"/>
            <a:chOff x="3793" y="1106"/>
            <a:chExt cx="1446" cy="2642"/>
          </a:xfrm>
        </p:grpSpPr>
        <p:sp>
          <p:nvSpPr>
            <p:cNvPr id="5" name="Rectangle 4">
              <a:extLst>
                <a:ext uri="{FF2B5EF4-FFF2-40B4-BE49-F238E27FC236}">
                  <a16:creationId xmlns:a16="http://schemas.microsoft.com/office/drawing/2014/main" id="{0EA79185-F578-0BB1-ABA6-18854FDA6ABF}"/>
                </a:ext>
              </a:extLst>
            </p:cNvPr>
            <p:cNvSpPr>
              <a:spLocks noChangeArrowheads="1"/>
            </p:cNvSpPr>
            <p:nvPr/>
          </p:nvSpPr>
          <p:spPr bwMode="auto">
            <a:xfrm>
              <a:off x="4511" y="2106"/>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6" name="Rectangle 5">
              <a:extLst>
                <a:ext uri="{FF2B5EF4-FFF2-40B4-BE49-F238E27FC236}">
                  <a16:creationId xmlns:a16="http://schemas.microsoft.com/office/drawing/2014/main" id="{AF5AB06D-D7CF-7E89-4E58-7AA19FF746E3}"/>
                </a:ext>
              </a:extLst>
            </p:cNvPr>
            <p:cNvSpPr>
              <a:spLocks noChangeArrowheads="1"/>
            </p:cNvSpPr>
            <p:nvPr/>
          </p:nvSpPr>
          <p:spPr bwMode="auto">
            <a:xfrm>
              <a:off x="4512" y="1106"/>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s'</a:t>
              </a:r>
            </a:p>
          </p:txBody>
        </p:sp>
        <p:sp>
          <p:nvSpPr>
            <p:cNvPr id="7" name="Rectangle 6">
              <a:extLst>
                <a:ext uri="{FF2B5EF4-FFF2-40B4-BE49-F238E27FC236}">
                  <a16:creationId xmlns:a16="http://schemas.microsoft.com/office/drawing/2014/main" id="{BC4B9702-7565-B930-3E38-963853CE962A}"/>
                </a:ext>
              </a:extLst>
            </p:cNvPr>
            <p:cNvSpPr>
              <a:spLocks noChangeArrowheads="1"/>
            </p:cNvSpPr>
            <p:nvPr/>
          </p:nvSpPr>
          <p:spPr bwMode="auto">
            <a:xfrm>
              <a:off x="3793" y="2190"/>
              <a:ext cx="26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8" name="Rectangle 7">
              <a:extLst>
                <a:ext uri="{FF2B5EF4-FFF2-40B4-BE49-F238E27FC236}">
                  <a16:creationId xmlns:a16="http://schemas.microsoft.com/office/drawing/2014/main" id="{BB05CBD1-E0CC-8ACC-53E8-6BD617D6D0A3}"/>
                </a:ext>
              </a:extLst>
            </p:cNvPr>
            <p:cNvSpPr>
              <a:spLocks noChangeArrowheads="1"/>
            </p:cNvSpPr>
            <p:nvPr/>
          </p:nvSpPr>
          <p:spPr bwMode="auto">
            <a:xfrm>
              <a:off x="4985" y="2190"/>
              <a:ext cx="2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9" name="Rectangle 8">
              <a:extLst>
                <a:ext uri="{FF2B5EF4-FFF2-40B4-BE49-F238E27FC236}">
                  <a16:creationId xmlns:a16="http://schemas.microsoft.com/office/drawing/2014/main" id="{33ABA611-89E0-7EEF-43AF-894A757630B8}"/>
                </a:ext>
              </a:extLst>
            </p:cNvPr>
            <p:cNvSpPr>
              <a:spLocks noChangeArrowheads="1"/>
            </p:cNvSpPr>
            <p:nvPr/>
          </p:nvSpPr>
          <p:spPr bwMode="auto">
            <a:xfrm>
              <a:off x="4301" y="3460"/>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0" name="Rectangle 9">
              <a:extLst>
                <a:ext uri="{FF2B5EF4-FFF2-40B4-BE49-F238E27FC236}">
                  <a16:creationId xmlns:a16="http://schemas.microsoft.com/office/drawing/2014/main" id="{687F7DCA-8243-2FDB-3F82-B4D107221C4B}"/>
                </a:ext>
              </a:extLst>
            </p:cNvPr>
            <p:cNvSpPr>
              <a:spLocks noChangeArrowheads="1"/>
            </p:cNvSpPr>
            <p:nvPr/>
          </p:nvSpPr>
          <p:spPr bwMode="auto">
            <a:xfrm>
              <a:off x="4457" y="2749"/>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s</a:t>
              </a:r>
            </a:p>
          </p:txBody>
        </p:sp>
        <p:sp>
          <p:nvSpPr>
            <p:cNvPr id="11" name="Rectangle 10">
              <a:extLst>
                <a:ext uri="{FF2B5EF4-FFF2-40B4-BE49-F238E27FC236}">
                  <a16:creationId xmlns:a16="http://schemas.microsoft.com/office/drawing/2014/main" id="{2E69C0C6-9BCC-7DBF-5596-696E5EA89C67}"/>
                </a:ext>
              </a:extLst>
            </p:cNvPr>
            <p:cNvSpPr>
              <a:spLocks noChangeArrowheads="1"/>
            </p:cNvSpPr>
            <p:nvPr/>
          </p:nvSpPr>
          <p:spPr bwMode="auto">
            <a:xfrm>
              <a:off x="3831" y="25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2" name="Rectangle 11">
              <a:extLst>
                <a:ext uri="{FF2B5EF4-FFF2-40B4-BE49-F238E27FC236}">
                  <a16:creationId xmlns:a16="http://schemas.microsoft.com/office/drawing/2014/main" id="{2D89AAAF-668D-E006-18B4-155B5312DB12}"/>
                </a:ext>
              </a:extLst>
            </p:cNvPr>
            <p:cNvSpPr>
              <a:spLocks noChangeArrowheads="1"/>
            </p:cNvSpPr>
            <p:nvPr/>
          </p:nvSpPr>
          <p:spPr bwMode="auto">
            <a:xfrm>
              <a:off x="4992" y="2643"/>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a:t>
              </a:r>
            </a:p>
          </p:txBody>
        </p:sp>
        <p:sp>
          <p:nvSpPr>
            <p:cNvPr id="13" name="AutoShape 12">
              <a:extLst>
                <a:ext uri="{FF2B5EF4-FFF2-40B4-BE49-F238E27FC236}">
                  <a16:creationId xmlns:a16="http://schemas.microsoft.com/office/drawing/2014/main" id="{0904B32C-ED00-A8B7-59C6-DD77A9F1B492}"/>
                </a:ext>
              </a:extLst>
            </p:cNvPr>
            <p:cNvSpPr>
              <a:spLocks noChangeArrowheads="1"/>
            </p:cNvSpPr>
            <p:nvPr/>
          </p:nvSpPr>
          <p:spPr bwMode="auto">
            <a:xfrm>
              <a:off x="4037" y="1319"/>
              <a:ext cx="970" cy="1060"/>
            </a:xfrm>
            <a:prstGeom prst="triangle">
              <a:avLst>
                <a:gd name="adj" fmla="val 50000"/>
              </a:avLst>
            </a:prstGeom>
            <a:noFill/>
            <a:ln w="2857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 name="AutoShape 13">
              <a:extLst>
                <a:ext uri="{FF2B5EF4-FFF2-40B4-BE49-F238E27FC236}">
                  <a16:creationId xmlns:a16="http://schemas.microsoft.com/office/drawing/2014/main" id="{B4EC5486-E58B-7CC2-F87B-9983F8D2BA2D}"/>
                </a:ext>
              </a:extLst>
            </p:cNvPr>
            <p:cNvSpPr>
              <a:spLocks noChangeArrowheads="1"/>
            </p:cNvSpPr>
            <p:nvPr/>
          </p:nvSpPr>
          <p:spPr bwMode="auto">
            <a:xfrm flipV="1">
              <a:off x="4037" y="2782"/>
              <a:ext cx="970" cy="805"/>
            </a:xfrm>
            <a:prstGeom prst="triangle">
              <a:avLst>
                <a:gd name="adj" fmla="val 50000"/>
              </a:avLst>
            </a:prstGeom>
            <a:noFill/>
            <a:ln w="28575"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Line 14">
              <a:extLst>
                <a:ext uri="{FF2B5EF4-FFF2-40B4-BE49-F238E27FC236}">
                  <a16:creationId xmlns:a16="http://schemas.microsoft.com/office/drawing/2014/main" id="{C29C0AC7-CC35-2996-771D-9919D88ACE16}"/>
                </a:ext>
              </a:extLst>
            </p:cNvPr>
            <p:cNvSpPr>
              <a:spLocks noChangeShapeType="1"/>
            </p:cNvSpPr>
            <p:nvPr/>
          </p:nvSpPr>
          <p:spPr bwMode="auto">
            <a:xfrm>
              <a:off x="4522" y="1319"/>
              <a:ext cx="0" cy="10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 name="Line 15">
              <a:extLst>
                <a:ext uri="{FF2B5EF4-FFF2-40B4-BE49-F238E27FC236}">
                  <a16:creationId xmlns:a16="http://schemas.microsoft.com/office/drawing/2014/main" id="{3473B8F2-BC3D-A2DA-35A8-D69F503B087F}"/>
                </a:ext>
              </a:extLst>
            </p:cNvPr>
            <p:cNvSpPr>
              <a:spLocks noChangeShapeType="1"/>
            </p:cNvSpPr>
            <p:nvPr/>
          </p:nvSpPr>
          <p:spPr bwMode="auto">
            <a:xfrm>
              <a:off x="4522" y="3021"/>
              <a:ext cx="0" cy="5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 name="Freeform 16">
              <a:extLst>
                <a:ext uri="{FF2B5EF4-FFF2-40B4-BE49-F238E27FC236}">
                  <a16:creationId xmlns:a16="http://schemas.microsoft.com/office/drawing/2014/main" id="{19E98361-E984-55DE-3D4C-01FB9A72EE01}"/>
                </a:ext>
              </a:extLst>
            </p:cNvPr>
            <p:cNvSpPr>
              <a:spLocks/>
            </p:cNvSpPr>
            <p:nvPr/>
          </p:nvSpPr>
          <p:spPr bwMode="auto">
            <a:xfrm>
              <a:off x="4523" y="2782"/>
              <a:ext cx="484" cy="239"/>
            </a:xfrm>
            <a:custGeom>
              <a:avLst/>
              <a:gdLst>
                <a:gd name="T0" fmla="*/ 484 w 484"/>
                <a:gd name="T1" fmla="*/ 0 h 239"/>
                <a:gd name="T2" fmla="*/ 0 w 484"/>
                <a:gd name="T3" fmla="*/ 239 h 239"/>
                <a:gd name="T4" fmla="*/ 0 60000 65536"/>
                <a:gd name="T5" fmla="*/ 0 60000 65536"/>
                <a:gd name="T6" fmla="*/ 0 w 484"/>
                <a:gd name="T7" fmla="*/ 0 h 239"/>
                <a:gd name="T8" fmla="*/ 484 w 484"/>
                <a:gd name="T9" fmla="*/ 239 h 239"/>
              </a:gdLst>
              <a:ahLst/>
              <a:cxnLst>
                <a:cxn ang="T4">
                  <a:pos x="T0" y="T1"/>
                </a:cxn>
                <a:cxn ang="T5">
                  <a:pos x="T2" y="T3"/>
                </a:cxn>
              </a:cxnLst>
              <a:rect l="T6" t="T7" r="T8" b="T9"/>
              <a:pathLst>
                <a:path w="484" h="239">
                  <a:moveTo>
                    <a:pt x="484" y="0"/>
                  </a:moveTo>
                  <a:lnTo>
                    <a:pt x="0" y="23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 name="Freeform 17">
              <a:extLst>
                <a:ext uri="{FF2B5EF4-FFF2-40B4-BE49-F238E27FC236}">
                  <a16:creationId xmlns:a16="http://schemas.microsoft.com/office/drawing/2014/main" id="{661D9E5D-AABD-24A9-8F1A-E7FD0AB09E44}"/>
                </a:ext>
              </a:extLst>
            </p:cNvPr>
            <p:cNvSpPr>
              <a:spLocks/>
            </p:cNvSpPr>
            <p:nvPr/>
          </p:nvSpPr>
          <p:spPr bwMode="auto">
            <a:xfrm>
              <a:off x="4041" y="2785"/>
              <a:ext cx="481" cy="236"/>
            </a:xfrm>
            <a:custGeom>
              <a:avLst/>
              <a:gdLst>
                <a:gd name="T0" fmla="*/ 481 w 481"/>
                <a:gd name="T1" fmla="*/ 236 h 236"/>
                <a:gd name="T2" fmla="*/ 0 w 481"/>
                <a:gd name="T3" fmla="*/ 0 h 236"/>
                <a:gd name="T4" fmla="*/ 0 60000 65536"/>
                <a:gd name="T5" fmla="*/ 0 60000 65536"/>
                <a:gd name="T6" fmla="*/ 0 w 481"/>
                <a:gd name="T7" fmla="*/ 0 h 236"/>
                <a:gd name="T8" fmla="*/ 481 w 481"/>
                <a:gd name="T9" fmla="*/ 236 h 236"/>
              </a:gdLst>
              <a:ahLst/>
              <a:cxnLst>
                <a:cxn ang="T4">
                  <a:pos x="T0" y="T1"/>
                </a:cxn>
                <a:cxn ang="T5">
                  <a:pos x="T2" y="T3"/>
                </a:cxn>
              </a:cxnLst>
              <a:rect l="T6" t="T7" r="T8" b="T9"/>
              <a:pathLst>
                <a:path w="481" h="236">
                  <a:moveTo>
                    <a:pt x="481" y="236"/>
                  </a:moveTo>
                  <a:lnTo>
                    <a:pt x="0"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19" name="Group 18">
            <a:extLst>
              <a:ext uri="{FF2B5EF4-FFF2-40B4-BE49-F238E27FC236}">
                <a16:creationId xmlns:a16="http://schemas.microsoft.com/office/drawing/2014/main" id="{16B75391-27B9-846C-10F8-1E8CCC6ACD88}"/>
              </a:ext>
            </a:extLst>
          </p:cNvPr>
          <p:cNvGrpSpPr>
            <a:grpSpLocks/>
          </p:cNvGrpSpPr>
          <p:nvPr/>
        </p:nvGrpSpPr>
        <p:grpSpPr bwMode="auto">
          <a:xfrm>
            <a:off x="7859713" y="2769065"/>
            <a:ext cx="603250" cy="457200"/>
            <a:chOff x="4224" y="1781"/>
            <a:chExt cx="380" cy="288"/>
          </a:xfrm>
        </p:grpSpPr>
        <p:sp>
          <p:nvSpPr>
            <p:cNvPr id="20" name="Oval 19">
              <a:extLst>
                <a:ext uri="{FF2B5EF4-FFF2-40B4-BE49-F238E27FC236}">
                  <a16:creationId xmlns:a16="http://schemas.microsoft.com/office/drawing/2014/main" id="{EBE86A6F-BB3D-A4BD-B95A-FAB50C3F0EB4}"/>
                </a:ext>
              </a:extLst>
            </p:cNvPr>
            <p:cNvSpPr>
              <a:spLocks noChangeArrowheads="1"/>
            </p:cNvSpPr>
            <p:nvPr/>
          </p:nvSpPr>
          <p:spPr bwMode="auto">
            <a:xfrm>
              <a:off x="4331" y="2023"/>
              <a:ext cx="46" cy="46"/>
            </a:xfrm>
            <a:prstGeom prst="ellipse">
              <a:avLst/>
            </a:prstGeom>
            <a:solidFill>
              <a:srgbClr val="000000"/>
            </a:solidFill>
            <a:ln w="28575" algn="ctr">
              <a:solidFill>
                <a:srgbClr val="0000FF"/>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1" name="Text Box 20">
              <a:extLst>
                <a:ext uri="{FF2B5EF4-FFF2-40B4-BE49-F238E27FC236}">
                  <a16:creationId xmlns:a16="http://schemas.microsoft.com/office/drawing/2014/main" id="{512C1071-0C5A-7EE2-DD2D-5B0944FBA32E}"/>
                </a:ext>
              </a:extLst>
            </p:cNvPr>
            <p:cNvSpPr txBox="1">
              <a:spLocks noChangeArrowheads="1"/>
            </p:cNvSpPr>
            <p:nvPr/>
          </p:nvSpPr>
          <p:spPr bwMode="auto">
            <a:xfrm>
              <a:off x="4224" y="1781"/>
              <a:ext cx="380" cy="288"/>
            </a:xfrm>
            <a:prstGeom prst="rect">
              <a:avLst/>
            </a:prstGeom>
            <a:noFill/>
            <a:ln w="12700">
              <a:noFill/>
              <a:miter lim="800000"/>
              <a:headEnd type="none" w="sm" len="sm"/>
              <a:tailEnd type="none" w="sm" len="sm"/>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黑体" pitchFamily="2" charset="-122"/>
                </a:rPr>
                <a:t>k'</a:t>
              </a:r>
            </a:p>
          </p:txBody>
        </p:sp>
      </p:grpSp>
      <p:sp>
        <p:nvSpPr>
          <p:cNvPr id="22" name="Freeform 21">
            <a:extLst>
              <a:ext uri="{FF2B5EF4-FFF2-40B4-BE49-F238E27FC236}">
                <a16:creationId xmlns:a16="http://schemas.microsoft.com/office/drawing/2014/main" id="{0039AA18-C42D-19BC-894A-511F8C3A007F}"/>
              </a:ext>
            </a:extLst>
          </p:cNvPr>
          <p:cNvSpPr>
            <a:spLocks/>
          </p:cNvSpPr>
          <p:nvPr/>
        </p:nvSpPr>
        <p:spPr bwMode="auto">
          <a:xfrm>
            <a:off x="7824788" y="2603965"/>
            <a:ext cx="500062" cy="1109663"/>
          </a:xfrm>
          <a:custGeom>
            <a:avLst/>
            <a:gdLst>
              <a:gd name="T0" fmla="*/ 2147483646 w 315"/>
              <a:gd name="T1" fmla="*/ 0 h 699"/>
              <a:gd name="T2" fmla="*/ 0 w 315"/>
              <a:gd name="T3" fmla="*/ 2147483646 h 699"/>
              <a:gd name="T4" fmla="*/ 0 60000 65536"/>
              <a:gd name="T5" fmla="*/ 0 60000 65536"/>
              <a:gd name="T6" fmla="*/ 0 w 315"/>
              <a:gd name="T7" fmla="*/ 0 h 699"/>
              <a:gd name="T8" fmla="*/ 315 w 315"/>
              <a:gd name="T9" fmla="*/ 699 h 699"/>
            </a:gdLst>
            <a:ahLst/>
            <a:cxnLst>
              <a:cxn ang="T4">
                <a:pos x="T0" y="T1"/>
              </a:cxn>
              <a:cxn ang="T5">
                <a:pos x="T2" y="T3"/>
              </a:cxn>
            </a:cxnLst>
            <a:rect l="T6" t="T7" r="T8" b="T9"/>
            <a:pathLst>
              <a:path w="315" h="699">
                <a:moveTo>
                  <a:pt x="315" y="0"/>
                </a:moveTo>
                <a:lnTo>
                  <a:pt x="0" y="699"/>
                </a:lnTo>
              </a:path>
            </a:pathLst>
          </a:custGeom>
          <a:noFill/>
          <a:ln w="19050">
            <a:solidFill>
              <a:srgbClr val="006600"/>
            </a:solidFill>
            <a:round/>
            <a:headEnd/>
            <a:tailEnd type="none" w="med" len="lg"/>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3" name="Line 22">
            <a:extLst>
              <a:ext uri="{FF2B5EF4-FFF2-40B4-BE49-F238E27FC236}">
                <a16:creationId xmlns:a16="http://schemas.microsoft.com/office/drawing/2014/main" id="{60F9551E-80B6-4380-760B-59A1A9C222AE}"/>
              </a:ext>
            </a:extLst>
          </p:cNvPr>
          <p:cNvSpPr>
            <a:spLocks noChangeShapeType="1"/>
          </p:cNvSpPr>
          <p:nvPr/>
        </p:nvSpPr>
        <p:spPr bwMode="auto">
          <a:xfrm>
            <a:off x="7824788" y="3731090"/>
            <a:ext cx="0" cy="1062038"/>
          </a:xfrm>
          <a:prstGeom prst="line">
            <a:avLst/>
          </a:prstGeom>
          <a:noFill/>
          <a:ln w="19050">
            <a:solidFill>
              <a:srgbClr val="006600"/>
            </a:solidFill>
            <a:round/>
            <a:headEnd/>
            <a:tailEnd type="triangle" w="med" len="lg"/>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4" name="Rectangle 23">
            <a:extLst>
              <a:ext uri="{FF2B5EF4-FFF2-40B4-BE49-F238E27FC236}">
                <a16:creationId xmlns:a16="http://schemas.microsoft.com/office/drawing/2014/main" id="{91B342F0-8E8D-10EA-F182-0B1C8FE50D9F}"/>
              </a:ext>
            </a:extLst>
          </p:cNvPr>
          <p:cNvSpPr>
            <a:spLocks noChangeArrowheads="1"/>
          </p:cNvSpPr>
          <p:nvPr/>
        </p:nvSpPr>
        <p:spPr bwMode="auto">
          <a:xfrm>
            <a:off x="7319963" y="3640603"/>
            <a:ext cx="504825" cy="457200"/>
          </a:xfrm>
          <a:prstGeom prst="rect">
            <a:avLst/>
          </a:prstGeom>
          <a:noFill/>
          <a:ln w="28575" algn="ctr">
            <a:noFill/>
            <a:miter lim="800000"/>
            <a:headEnd/>
            <a:tailEnd/>
          </a:ln>
          <a:effectLst/>
        </p:spPr>
        <p:txBody>
          <a:bodyPr wrap="none">
            <a:spAutoFit/>
          </a:bodyPr>
          <a:lstStyle/>
          <a:p>
            <a:pPr algn="ctr" fontAlgn="base">
              <a:spcBef>
                <a:spcPct val="50000"/>
              </a:spcBef>
              <a:spcAft>
                <a:spcPct val="0"/>
              </a:spcAft>
              <a:defRPr/>
            </a:pPr>
            <a:r>
              <a:rPr kumimoji="1" lang="en-US" altLang="zh-CN" sz="2400" b="1" i="1">
                <a:solidFill>
                  <a:srgbClr val="006600"/>
                </a:solidFill>
                <a:effectLst>
                  <a:outerShdw blurRad="38100" dist="38100" dir="2700000" algn="tl">
                    <a:srgbClr val="C0C0C0"/>
                  </a:outerShdw>
                </a:effectLst>
                <a:latin typeface="Times New Roman" panose="02020603050405020304" pitchFamily="18" charset="0"/>
                <a:ea typeface="宋体" panose="02010600030101010101" pitchFamily="2" charset="-122"/>
              </a:rPr>
              <a:t>m'</a:t>
            </a:r>
          </a:p>
        </p:txBody>
      </p:sp>
      <p:sp>
        <p:nvSpPr>
          <p:cNvPr id="25" name="Rectangle 24">
            <a:extLst>
              <a:ext uri="{FF2B5EF4-FFF2-40B4-BE49-F238E27FC236}">
                <a16:creationId xmlns:a16="http://schemas.microsoft.com/office/drawing/2014/main" id="{BBBFD960-723C-AB68-593C-684565741A12}"/>
              </a:ext>
            </a:extLst>
          </p:cNvPr>
          <p:cNvSpPr>
            <a:spLocks noChangeArrowheads="1"/>
          </p:cNvSpPr>
          <p:nvPr/>
        </p:nvSpPr>
        <p:spPr bwMode="auto">
          <a:xfrm>
            <a:off x="7535863" y="4648665"/>
            <a:ext cx="420687" cy="457200"/>
          </a:xfrm>
          <a:prstGeom prst="rect">
            <a:avLst/>
          </a:prstGeom>
          <a:noFill/>
          <a:ln w="28575" algn="ctr">
            <a:noFill/>
            <a:miter lim="800000"/>
            <a:headEnd/>
            <a:tailEnd/>
          </a:ln>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1" lang="en-US" altLang="zh-CN" sz="2400" b="1" i="1" u="none" strike="noStrike" kern="0" cap="none" spc="0" normalizeH="0" baseline="0" noProof="0">
                <a:ln>
                  <a:noFill/>
                </a:ln>
                <a:solidFill>
                  <a:srgbClr val="0066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rPr>
              <a:t>m</a:t>
            </a:r>
          </a:p>
        </p:txBody>
      </p:sp>
      <p:sp>
        <p:nvSpPr>
          <p:cNvPr id="26" name="Freeform 25">
            <a:extLst>
              <a:ext uri="{FF2B5EF4-FFF2-40B4-BE49-F238E27FC236}">
                <a16:creationId xmlns:a16="http://schemas.microsoft.com/office/drawing/2014/main" id="{774DC797-B307-1A05-00CE-3BC4A92E4569}"/>
              </a:ext>
            </a:extLst>
          </p:cNvPr>
          <p:cNvSpPr>
            <a:spLocks/>
          </p:cNvSpPr>
          <p:nvPr/>
        </p:nvSpPr>
        <p:spPr bwMode="auto">
          <a:xfrm>
            <a:off x="7829550" y="4793128"/>
            <a:ext cx="495300" cy="241300"/>
          </a:xfrm>
          <a:custGeom>
            <a:avLst/>
            <a:gdLst>
              <a:gd name="T0" fmla="*/ 0 w 312"/>
              <a:gd name="T1" fmla="*/ 0 h 152"/>
              <a:gd name="T2" fmla="*/ 2147483646 w 312"/>
              <a:gd name="T3" fmla="*/ 2147483646 h 152"/>
              <a:gd name="T4" fmla="*/ 0 60000 65536"/>
              <a:gd name="T5" fmla="*/ 0 60000 65536"/>
              <a:gd name="T6" fmla="*/ 0 w 312"/>
              <a:gd name="T7" fmla="*/ 0 h 152"/>
              <a:gd name="T8" fmla="*/ 312 w 312"/>
              <a:gd name="T9" fmla="*/ 152 h 152"/>
            </a:gdLst>
            <a:ahLst/>
            <a:cxnLst>
              <a:cxn ang="T4">
                <a:pos x="T0" y="T1"/>
              </a:cxn>
              <a:cxn ang="T5">
                <a:pos x="T2" y="T3"/>
              </a:cxn>
            </a:cxnLst>
            <a:rect l="T6" t="T7" r="T8" b="T9"/>
            <a:pathLst>
              <a:path w="312" h="152">
                <a:moveTo>
                  <a:pt x="0" y="0"/>
                </a:moveTo>
                <a:lnTo>
                  <a:pt x="312" y="152"/>
                </a:lnTo>
              </a:path>
            </a:pathLst>
          </a:custGeom>
          <a:noFill/>
          <a:ln w="19050">
            <a:solidFill>
              <a:srgbClr val="006600"/>
            </a:solidFill>
            <a:round/>
            <a:headEnd/>
            <a:tailEnd type="none" w="med" len="lg"/>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7" name="Line 26">
            <a:extLst>
              <a:ext uri="{FF2B5EF4-FFF2-40B4-BE49-F238E27FC236}">
                <a16:creationId xmlns:a16="http://schemas.microsoft.com/office/drawing/2014/main" id="{330E540F-BC9A-FB4D-2F77-6FC9D461FBDF}"/>
              </a:ext>
            </a:extLst>
          </p:cNvPr>
          <p:cNvSpPr>
            <a:spLocks noChangeShapeType="1"/>
          </p:cNvSpPr>
          <p:nvPr/>
        </p:nvSpPr>
        <p:spPr bwMode="auto">
          <a:xfrm>
            <a:off x="8102600" y="3227853"/>
            <a:ext cx="0" cy="1655762"/>
          </a:xfrm>
          <a:prstGeom prst="line">
            <a:avLst/>
          </a:prstGeom>
          <a:noFill/>
          <a:ln w="19050">
            <a:solidFill>
              <a:srgbClr val="006600"/>
            </a:solidFill>
            <a:round/>
            <a:headEnd/>
            <a:tailEnd type="triangle" w="med" len="lg"/>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Times New Roman" panose="02020603050405020304" pitchFamily="18" charset="0"/>
              <a:ea typeface="宋体" panose="02010600030101010101" pitchFamily="2" charset="-122"/>
            </a:endParaRPr>
          </a:p>
        </p:txBody>
      </p:sp>
      <p:sp>
        <p:nvSpPr>
          <p:cNvPr id="28" name="Oval 27">
            <a:extLst>
              <a:ext uri="{FF2B5EF4-FFF2-40B4-BE49-F238E27FC236}">
                <a16:creationId xmlns:a16="http://schemas.microsoft.com/office/drawing/2014/main" id="{C1F73BDE-99D5-64BA-6332-A276809C9105}"/>
              </a:ext>
            </a:extLst>
          </p:cNvPr>
          <p:cNvSpPr>
            <a:spLocks noChangeArrowheads="1"/>
          </p:cNvSpPr>
          <p:nvPr/>
        </p:nvSpPr>
        <p:spPr bwMode="auto">
          <a:xfrm>
            <a:off x="8062913" y="4901078"/>
            <a:ext cx="73025" cy="73025"/>
          </a:xfrm>
          <a:prstGeom prst="ellipse">
            <a:avLst/>
          </a:prstGeom>
          <a:solidFill>
            <a:srgbClr val="FFFFFF"/>
          </a:solidFill>
          <a:ln w="28575" algn="ctr">
            <a:solidFill>
              <a:srgbClr val="CC0000"/>
            </a:solidFill>
            <a:round/>
            <a:headEnd/>
            <a:tailEnd/>
          </a:ln>
        </p:spPr>
        <p:txBody>
          <a:bodyPr wrap="none" anchor="ct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9" name="Text Box 28">
            <a:extLst>
              <a:ext uri="{FF2B5EF4-FFF2-40B4-BE49-F238E27FC236}">
                <a16:creationId xmlns:a16="http://schemas.microsoft.com/office/drawing/2014/main" id="{DE0AC39F-E4AA-A6F9-4273-9D116C599EF6}"/>
              </a:ext>
            </a:extLst>
          </p:cNvPr>
          <p:cNvSpPr txBox="1">
            <a:spLocks noChangeArrowheads="1"/>
          </p:cNvSpPr>
          <p:nvPr/>
        </p:nvSpPr>
        <p:spPr bwMode="auto">
          <a:xfrm>
            <a:off x="7896225" y="4864565"/>
            <a:ext cx="603250" cy="457200"/>
          </a:xfrm>
          <a:prstGeom prst="rect">
            <a:avLst/>
          </a:prstGeom>
          <a:noFill/>
          <a:ln w="12700">
            <a:noFill/>
            <a:miter lim="800000"/>
            <a:headEnd type="none" w="sm" len="sm"/>
            <a:tailEnd type="none" w="sm" len="sm"/>
          </a:ln>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50000"/>
              </a:spcBef>
              <a:spcAft>
                <a:spcPct val="0"/>
              </a:spcAft>
              <a:defRPr/>
            </a:pPr>
            <a:r>
              <a:rPr kumimoji="1" lang="en-US" altLang="zh-CN" sz="2400" b="1" i="1">
                <a:solidFill>
                  <a:srgbClr val="CC0000"/>
                </a:solidFill>
                <a:effectLst>
                  <a:outerShdw blurRad="38100" dist="38100" dir="2700000" algn="tl">
                    <a:srgbClr val="C0C0C0"/>
                  </a:outerShdw>
                </a:effectLst>
                <a:ea typeface="黑体" panose="02010609060101010101" pitchFamily="49" charset="-122"/>
              </a:rPr>
              <a:t>k</a:t>
            </a:r>
          </a:p>
        </p:txBody>
      </p:sp>
      <p:sp>
        <p:nvSpPr>
          <p:cNvPr id="30" name="Rectangle 29">
            <a:extLst>
              <a:ext uri="{FF2B5EF4-FFF2-40B4-BE49-F238E27FC236}">
                <a16:creationId xmlns:a16="http://schemas.microsoft.com/office/drawing/2014/main" id="{B4F23B62-C10E-6CD7-2268-9C73DC56EF45}"/>
              </a:ext>
            </a:extLst>
          </p:cNvPr>
          <p:cNvSpPr>
            <a:spLocks noChangeArrowheads="1"/>
          </p:cNvSpPr>
          <p:nvPr/>
        </p:nvSpPr>
        <p:spPr bwMode="auto">
          <a:xfrm>
            <a:off x="2351088" y="3092915"/>
            <a:ext cx="3889375" cy="1844675"/>
          </a:xfrm>
          <a:prstGeom prst="rect">
            <a:avLst/>
          </a:prstGeom>
          <a:noFill/>
          <a:ln w="28575" algn="ctr">
            <a:noFill/>
            <a:miter lim="800000"/>
            <a:headEnd/>
            <a:tailEnd/>
          </a:ln>
          <a:effectLst/>
        </p:spPr>
        <p:txBody>
          <a:bodyPr>
            <a:spAutoFit/>
          </a:bodyPr>
          <a:lstStyle/>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1</a:t>
            </a:r>
            <a:r>
              <a:rPr kumimoji="1" lang="zh-CN" altLang="en-US" sz="2400" b="1">
                <a:solidFill>
                  <a:srgbClr val="000000"/>
                </a:solidFill>
                <a:latin typeface="Times New Roman" panose="02020603050405020304" pitchFamily="18" charset="0"/>
                <a:ea typeface="宋体" panose="02010600030101010101" pitchFamily="2" charset="-122"/>
              </a:rPr>
              <a:t>、过</a:t>
            </a:r>
            <a:r>
              <a:rPr kumimoji="1" lang="en-US" altLang="zh-CN" sz="2400" b="1" i="1">
                <a:solidFill>
                  <a:srgbClr val="000000"/>
                </a:solidFill>
                <a:latin typeface="Times New Roman" panose="02020603050405020304" pitchFamily="18" charset="0"/>
                <a:ea typeface="宋体" panose="02010600030101010101" pitchFamily="2" charset="-122"/>
              </a:rPr>
              <a:t>k'</a:t>
            </a:r>
            <a:r>
              <a:rPr kumimoji="1" lang="zh-CN" altLang="en-US" sz="2400" b="1">
                <a:solidFill>
                  <a:srgbClr val="000000"/>
                </a:solidFill>
                <a:latin typeface="Times New Roman" panose="02020603050405020304" pitchFamily="18" charset="0"/>
                <a:ea typeface="宋体" panose="02010600030101010101" pitchFamily="2" charset="-122"/>
              </a:rPr>
              <a:t>作</a:t>
            </a:r>
            <a:r>
              <a:rPr kumimoji="1" lang="en-US" altLang="zh-CN" sz="2400" b="1" i="1">
                <a:solidFill>
                  <a:srgbClr val="000000"/>
                </a:solidFill>
                <a:latin typeface="Times New Roman" panose="02020603050405020304" pitchFamily="18" charset="0"/>
                <a:ea typeface="宋体" panose="02010600030101010101" pitchFamily="2" charset="-122"/>
              </a:rPr>
              <a:t>k'</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400" b="1" i="1">
                <a:solidFill>
                  <a:srgbClr val="000000"/>
                </a:solidFill>
                <a:latin typeface="Times New Roman" panose="02020603050405020304" pitchFamily="18" charset="0"/>
                <a:ea typeface="宋体" panose="02010600030101010101" pitchFamily="2" charset="-122"/>
              </a:rPr>
              <a:t>m'</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400" b="1">
                <a:solidFill>
                  <a:srgbClr val="000000"/>
                </a:solidFill>
                <a:latin typeface="Times New Roman" panose="02020603050405020304" pitchFamily="18" charset="0"/>
                <a:ea typeface="宋体" panose="02010600030101010101" pitchFamily="2" charset="-122"/>
              </a:rPr>
              <a:t>∥ </a:t>
            </a:r>
            <a:r>
              <a:rPr kumimoji="1" lang="en-US" altLang="zh-CN" sz="2400" b="1" i="1">
                <a:solidFill>
                  <a:srgbClr val="000000"/>
                </a:solidFill>
                <a:latin typeface="Times New Roman" panose="02020603050405020304" pitchFamily="18" charset="0"/>
                <a:ea typeface="宋体" panose="02010600030101010101" pitchFamily="2" charset="-122"/>
              </a:rPr>
              <a:t>s'</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en-US" altLang="zh-CN" sz="2400" b="1" i="1">
                <a:solidFill>
                  <a:srgbClr val="000000"/>
                </a:solidFill>
                <a:latin typeface="Times New Roman" panose="02020603050405020304" pitchFamily="18" charset="0"/>
                <a:ea typeface="宋体" panose="02010600030101010101" pitchFamily="2" charset="-122"/>
              </a:rPr>
              <a:t>a'</a:t>
            </a:r>
            <a:r>
              <a:rPr kumimoji="1" lang="en-US" altLang="zh-CN"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kumimoji="1" lang="zh-CN" altLang="en-US" sz="2400" b="1">
                <a:solidFill>
                  <a:srgbClr val="000000"/>
                </a:solidFill>
                <a:latin typeface="Times New Roman" panose="02020603050405020304" pitchFamily="18" charset="0"/>
                <a:ea typeface="宋体" panose="02010600030101010101" pitchFamily="2" charset="-122"/>
              </a:rPr>
              <a:t>；</a:t>
            </a:r>
          </a:p>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2</a:t>
            </a:r>
            <a:r>
              <a:rPr kumimoji="1" lang="zh-CN" altLang="en-US" sz="2400" b="1">
                <a:solidFill>
                  <a:srgbClr val="000000"/>
                </a:solidFill>
                <a:latin typeface="Times New Roman" panose="02020603050405020304" pitchFamily="18" charset="0"/>
                <a:ea typeface="宋体" panose="02010600030101010101" pitchFamily="2" charset="-122"/>
              </a:rPr>
              <a:t>、由</a:t>
            </a:r>
            <a:r>
              <a:rPr kumimoji="1" lang="en-US" altLang="zh-CN" sz="2400" b="1" i="1">
                <a:solidFill>
                  <a:srgbClr val="000000"/>
                </a:solidFill>
                <a:latin typeface="Times New Roman" panose="02020603050405020304" pitchFamily="18" charset="0"/>
                <a:ea typeface="宋体" panose="02010600030101010101" pitchFamily="2" charset="-122"/>
              </a:rPr>
              <a:t>m'</a:t>
            </a:r>
            <a:r>
              <a:rPr kumimoji="1" lang="zh-CN" altLang="en-US" sz="2400" b="1">
                <a:solidFill>
                  <a:srgbClr val="000000"/>
                </a:solidFill>
                <a:latin typeface="Times New Roman" panose="02020603050405020304" pitchFamily="18" charset="0"/>
                <a:ea typeface="宋体" panose="02010600030101010101" pitchFamily="2" charset="-122"/>
              </a:rPr>
              <a:t>求出</a:t>
            </a:r>
            <a:r>
              <a:rPr kumimoji="1" lang="en-US" altLang="zh-CN" sz="2400" b="1" i="1">
                <a:solidFill>
                  <a:srgbClr val="000000"/>
                </a:solidFill>
                <a:latin typeface="Times New Roman" panose="02020603050405020304" pitchFamily="18" charset="0"/>
                <a:ea typeface="宋体" panose="02010600030101010101" pitchFamily="2" charset="-122"/>
              </a:rPr>
              <a:t>m </a:t>
            </a:r>
            <a:r>
              <a:rPr kumimoji="1" lang="zh-CN" altLang="en-US" sz="2400" b="1">
                <a:solidFill>
                  <a:srgbClr val="000000"/>
                </a:solidFill>
                <a:latin typeface="Times New Roman" panose="02020603050405020304" pitchFamily="18" charset="0"/>
                <a:ea typeface="宋体" panose="02010600030101010101" pitchFamily="2" charset="-122"/>
              </a:rPr>
              <a:t>；</a:t>
            </a:r>
          </a:p>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3</a:t>
            </a:r>
            <a:r>
              <a:rPr kumimoji="1" lang="zh-CN" altLang="en-US" sz="2400" b="1">
                <a:solidFill>
                  <a:srgbClr val="000000"/>
                </a:solidFill>
                <a:latin typeface="Times New Roman" panose="02020603050405020304" pitchFamily="18" charset="0"/>
                <a:ea typeface="宋体" panose="02010600030101010101" pitchFamily="2" charset="-122"/>
              </a:rPr>
              <a:t>、过</a:t>
            </a:r>
            <a:r>
              <a:rPr kumimoji="1" lang="en-US" altLang="zh-CN" sz="2400" b="1" i="1">
                <a:solidFill>
                  <a:srgbClr val="000000"/>
                </a:solidFill>
                <a:latin typeface="Times New Roman" panose="02020603050405020304" pitchFamily="18" charset="0"/>
                <a:ea typeface="宋体" panose="02010600030101010101" pitchFamily="2" charset="-122"/>
              </a:rPr>
              <a:t>m </a:t>
            </a:r>
            <a:r>
              <a:rPr kumimoji="1" lang="zh-CN" altLang="en-US" sz="2400" b="1">
                <a:solidFill>
                  <a:srgbClr val="000000"/>
                </a:solidFill>
                <a:latin typeface="Times New Roman" panose="02020603050405020304" pitchFamily="18" charset="0"/>
                <a:ea typeface="宋体" panose="02010600030101010101" pitchFamily="2" charset="-122"/>
              </a:rPr>
              <a:t>作直线平行于</a:t>
            </a:r>
            <a:r>
              <a:rPr kumimoji="1" lang="en-US" altLang="zh-CN" sz="2400" b="1" i="1">
                <a:solidFill>
                  <a:srgbClr val="000000"/>
                </a:solidFill>
                <a:latin typeface="Times New Roman" panose="02020603050405020304" pitchFamily="18" charset="0"/>
                <a:ea typeface="宋体" panose="02010600030101010101" pitchFamily="2" charset="-122"/>
              </a:rPr>
              <a:t>sa  </a:t>
            </a:r>
            <a:r>
              <a:rPr kumimoji="1" lang="zh-CN" altLang="en-US" sz="2400" b="1">
                <a:solidFill>
                  <a:srgbClr val="000000"/>
                </a:solidFill>
                <a:latin typeface="Times New Roman" panose="02020603050405020304" pitchFamily="18" charset="0"/>
                <a:ea typeface="宋体" panose="02010600030101010101" pitchFamily="2" charset="-122"/>
              </a:rPr>
              <a:t>；</a:t>
            </a:r>
          </a:p>
          <a:p>
            <a:pPr fontAlgn="base">
              <a:lnSpc>
                <a:spcPct val="120000"/>
              </a:lnSpc>
              <a:spcBef>
                <a:spcPct val="0"/>
              </a:spcBef>
              <a:spcAft>
                <a:spcPct val="0"/>
              </a:spcAft>
              <a:defRPr/>
            </a:pPr>
            <a:r>
              <a:rPr kumimoji="1" lang="en-US" altLang="zh-CN" sz="2400" b="1">
                <a:solidFill>
                  <a:srgbClr val="000000"/>
                </a:solidFill>
                <a:latin typeface="Times New Roman" panose="02020603050405020304" pitchFamily="18" charset="0"/>
                <a:ea typeface="宋体" panose="02010600030101010101" pitchFamily="2" charset="-122"/>
              </a:rPr>
              <a:t>4</a:t>
            </a:r>
            <a:r>
              <a:rPr kumimoji="1" lang="zh-CN" altLang="en-US" sz="2400" b="1">
                <a:solidFill>
                  <a:srgbClr val="000000"/>
                </a:solidFill>
                <a:latin typeface="Times New Roman" panose="02020603050405020304" pitchFamily="18" charset="0"/>
                <a:ea typeface="宋体" panose="02010600030101010101" pitchFamily="2" charset="-122"/>
              </a:rPr>
              <a:t>、在该直线上求出</a:t>
            </a:r>
            <a:r>
              <a:rPr kumimoji="1" lang="en-US" altLang="zh-CN" sz="2400" b="1" i="1">
                <a:solidFill>
                  <a:srgbClr val="000000"/>
                </a:solidFill>
                <a:latin typeface="Times New Roman" panose="02020603050405020304" pitchFamily="18" charset="0"/>
                <a:ea typeface="宋体" panose="02010600030101010101" pitchFamily="2" charset="-122"/>
              </a:rPr>
              <a:t>k </a:t>
            </a:r>
            <a:r>
              <a:rPr kumimoji="1" lang="zh-CN" altLang="en-US" sz="2400" b="1">
                <a:solidFill>
                  <a:srgbClr val="000000"/>
                </a:solidFill>
                <a:latin typeface="Times New Roman" panose="02020603050405020304" pitchFamily="18" charset="0"/>
                <a:ea typeface="宋体" panose="02010600030101010101" pitchFamily="2" charset="-122"/>
              </a:rPr>
              <a:t>。</a:t>
            </a:r>
            <a:r>
              <a:rPr kumimoji="1" lang="zh-CN" altLang="en-US" sz="2400">
                <a:solidFill>
                  <a:srgbClr val="000000"/>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p>
        </p:txBody>
      </p:sp>
      <p:sp>
        <p:nvSpPr>
          <p:cNvPr id="31" name="Text Box 30">
            <a:extLst>
              <a:ext uri="{FF2B5EF4-FFF2-40B4-BE49-F238E27FC236}">
                <a16:creationId xmlns:a16="http://schemas.microsoft.com/office/drawing/2014/main" id="{660675CE-13EB-AB35-B418-14DEC6622587}"/>
              </a:ext>
            </a:extLst>
          </p:cNvPr>
          <p:cNvSpPr txBox="1">
            <a:spLocks noChangeArrowheads="1"/>
          </p:cNvSpPr>
          <p:nvPr/>
        </p:nvSpPr>
        <p:spPr bwMode="auto">
          <a:xfrm>
            <a:off x="2063750" y="2273765"/>
            <a:ext cx="1871663" cy="457200"/>
          </a:xfrm>
          <a:prstGeom prst="rect">
            <a:avLst/>
          </a:prstGeom>
          <a:noFill/>
          <a:ln w="28575" algn="ctr">
            <a:noFill/>
            <a:miter lim="800000"/>
            <a:headEnd/>
            <a:tailEnd/>
          </a:ln>
          <a:effectLst/>
        </p:spPr>
        <p:txBody>
          <a:bodyPr>
            <a:spAutoFit/>
          </a:bodyPr>
          <a:lstStyle/>
          <a:p>
            <a:pPr algn="ctr" fontAlgn="base">
              <a:spcBef>
                <a:spcPct val="50000"/>
              </a:spcBef>
              <a:spcAft>
                <a:spcPct val="0"/>
              </a:spcAft>
              <a:defRPr/>
            </a:pPr>
            <a:r>
              <a:rPr lang="zh-CN" altLang="en-US" sz="2400" b="1">
                <a:solidFill>
                  <a:srgbClr val="000000"/>
                </a:solidFill>
                <a:effectLst>
                  <a:outerShdw blurRad="38100" dist="38100" dir="2700000" algn="tl">
                    <a:srgbClr val="C0C0C0"/>
                  </a:outerShdw>
                </a:effectLst>
                <a:latin typeface="隶书" pitchFamily="49" charset="-122"/>
                <a:ea typeface="隶书" pitchFamily="49" charset="-122"/>
              </a:rPr>
              <a:t>方法</a:t>
            </a:r>
            <a:r>
              <a:rPr lang="en-US" altLang="zh-CN" sz="2400" b="1">
                <a:solidFill>
                  <a:srgbClr val="000000"/>
                </a:solidFill>
                <a:effectLst>
                  <a:outerShdw blurRad="38100" dist="38100" dir="2700000" algn="tl">
                    <a:srgbClr val="C0C0C0"/>
                  </a:outerShdw>
                </a:effectLst>
                <a:latin typeface="隶书" pitchFamily="49" charset="-122"/>
                <a:ea typeface="隶书" pitchFamily="49" charset="-122"/>
              </a:rPr>
              <a:t>2</a:t>
            </a:r>
            <a:r>
              <a:rPr lang="zh-CN" altLang="en-US" sz="2400" b="1">
                <a:solidFill>
                  <a:srgbClr val="000000"/>
                </a:solidFill>
                <a:effectLst>
                  <a:outerShdw blurRad="38100" dist="38100" dir="2700000" algn="tl">
                    <a:srgbClr val="C0C0C0"/>
                  </a:outerShdw>
                </a:effectLst>
                <a:latin typeface="隶书" pitchFamily="49" charset="-122"/>
                <a:ea typeface="隶书" pitchFamily="49" charset="-122"/>
              </a:rPr>
              <a:t>：</a:t>
            </a:r>
          </a:p>
        </p:txBody>
      </p:sp>
    </p:spTree>
    <p:extLst>
      <p:ext uri="{BB962C8B-B14F-4D97-AF65-F5344CB8AC3E}">
        <p14:creationId xmlns:p14="http://schemas.microsoft.com/office/powerpoint/2010/main" val="55377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wipe(left)">
                                      <p:cBhvr>
                                        <p:cTn id="12" dur="500"/>
                                        <p:tgtEl>
                                          <p:spTgt spid="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strips(downLeft)">
                                      <p:cBhvr>
                                        <p:cTn id="17" dur="500"/>
                                        <p:tgtEl>
                                          <p:spTgt spid="22"/>
                                        </p:tgtEl>
                                      </p:cBhvr>
                                    </p:animEffect>
                                  </p:childTnLst>
                                </p:cTn>
                              </p:par>
                            </p:childTnLst>
                          </p:cTn>
                        </p:par>
                        <p:par>
                          <p:cTn id="18" fill="hold">
                            <p:stCondLst>
                              <p:cond delay="500"/>
                            </p:stCondLst>
                            <p:childTnLst>
                              <p:par>
                                <p:cTn id="19" presetID="2" presetClass="entr" presetSubtype="1"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
                                            <p:txEl>
                                              <p:pRg st="1" end="1"/>
                                            </p:txEl>
                                          </p:spTgt>
                                        </p:tgtEl>
                                        <p:attrNameLst>
                                          <p:attrName>style.visibility</p:attrName>
                                        </p:attrNameLst>
                                      </p:cBhvr>
                                      <p:to>
                                        <p:strVal val="visible"/>
                                      </p:to>
                                    </p:set>
                                    <p:animEffect transition="in" filter="wipe(left)">
                                      <p:cBhvr>
                                        <p:cTn id="27" dur="500"/>
                                        <p:tgtEl>
                                          <p:spTgt spid="3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strips(downLeft)">
                                      <p:cBhvr>
                                        <p:cTn id="32" dur="500"/>
                                        <p:tgtEl>
                                          <p:spTgt spid="23"/>
                                        </p:tgtEl>
                                      </p:cBhvr>
                                    </p:animEffect>
                                  </p:childTnLst>
                                </p:cTn>
                              </p:par>
                            </p:childTnLst>
                          </p:cTn>
                        </p:par>
                        <p:par>
                          <p:cTn id="33" fill="hold">
                            <p:stCondLst>
                              <p:cond delay="500"/>
                            </p:stCondLst>
                            <p:childTnLst>
                              <p:par>
                                <p:cTn id="34" presetID="12" presetClass="entr" presetSubtype="1" fill="hold" grpId="0"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slide(fromTop)">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0">
                                            <p:txEl>
                                              <p:pRg st="2" end="2"/>
                                            </p:txEl>
                                          </p:spTgt>
                                        </p:tgtEl>
                                        <p:attrNameLst>
                                          <p:attrName>style.visibility</p:attrName>
                                        </p:attrNameLst>
                                      </p:cBhvr>
                                      <p:to>
                                        <p:strVal val="visible"/>
                                      </p:to>
                                    </p:set>
                                    <p:animEffect transition="in" filter="wipe(left)">
                                      <p:cBhvr>
                                        <p:cTn id="41" dur="500"/>
                                        <p:tgtEl>
                                          <p:spTgt spid="30">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strips(downRight)">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0">
                                            <p:txEl>
                                              <p:pRg st="3" end="3"/>
                                            </p:txEl>
                                          </p:spTgt>
                                        </p:tgtEl>
                                        <p:attrNameLst>
                                          <p:attrName>style.visibility</p:attrName>
                                        </p:attrNameLst>
                                      </p:cBhvr>
                                      <p:to>
                                        <p:strVal val="visible"/>
                                      </p:to>
                                    </p:set>
                                    <p:animEffect transition="in" filter="wipe(left)">
                                      <p:cBhvr>
                                        <p:cTn id="51" dur="500"/>
                                        <p:tgtEl>
                                          <p:spTgt spid="30">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strips(downLeft)">
                                      <p:cBhvr>
                                        <p:cTn id="56" dur="500"/>
                                        <p:tgtEl>
                                          <p:spTgt spid="27"/>
                                        </p:tgtEl>
                                      </p:cBhvr>
                                    </p:animEffect>
                                  </p:childTnLst>
                                </p:cTn>
                              </p:par>
                            </p:childTnLst>
                          </p:cTn>
                        </p:par>
                        <p:par>
                          <p:cTn id="57" fill="hold">
                            <p:stCondLst>
                              <p:cond delay="500"/>
                            </p:stCondLst>
                            <p:childTnLst>
                              <p:par>
                                <p:cTn id="58" presetID="26" presetClass="entr" presetSubtype="0"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wipe(down)">
                                      <p:cBhvr>
                                        <p:cTn id="60" dur="290">
                                          <p:stCondLst>
                                            <p:cond delay="0"/>
                                          </p:stCondLst>
                                        </p:cTn>
                                        <p:tgtEl>
                                          <p:spTgt spid="28"/>
                                        </p:tgtEl>
                                      </p:cBhvr>
                                    </p:animEffect>
                                    <p:anim calcmode="lin" valueType="num">
                                      <p:cBhvr>
                                        <p:cTn id="61" dur="911"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62" dur="332"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63" dur="332" tmFilter="0, 0; 0.125,0.2665; 0.25,0.4; 0.375,0.465; 0.5,0.5;  0.625,0.535; 0.75,0.6; 0.875,0.7335; 1,1">
                                          <p:stCondLst>
                                            <p:cond delay="332"/>
                                          </p:stCondLst>
                                        </p:cTn>
                                        <p:tgtEl>
                                          <p:spTgt spid="28"/>
                                        </p:tgtEl>
                                        <p:attrNameLst>
                                          <p:attrName>ppt_y</p:attrName>
                                        </p:attrNameLst>
                                      </p:cBhvr>
                                      <p:tavLst>
                                        <p:tav tm="0" fmla="#ppt_y-sin(pi*$)/9">
                                          <p:val>
                                            <p:fltVal val="0"/>
                                          </p:val>
                                        </p:tav>
                                        <p:tav tm="100000">
                                          <p:val>
                                            <p:fltVal val="1"/>
                                          </p:val>
                                        </p:tav>
                                      </p:tavLst>
                                    </p:anim>
                                    <p:anim calcmode="lin" valueType="num">
                                      <p:cBhvr>
                                        <p:cTn id="64" dur="166" tmFilter="0, 0; 0.125,0.2665; 0.25,0.4; 0.375,0.465; 0.5,0.5;  0.625,0.535; 0.75,0.6; 0.875,0.7335; 1,1">
                                          <p:stCondLst>
                                            <p:cond delay="662"/>
                                          </p:stCondLst>
                                        </p:cTn>
                                        <p:tgtEl>
                                          <p:spTgt spid="28"/>
                                        </p:tgtEl>
                                        <p:attrNameLst>
                                          <p:attrName>ppt_y</p:attrName>
                                        </p:attrNameLst>
                                      </p:cBhvr>
                                      <p:tavLst>
                                        <p:tav tm="0" fmla="#ppt_y-sin(pi*$)/27">
                                          <p:val>
                                            <p:fltVal val="0"/>
                                          </p:val>
                                        </p:tav>
                                        <p:tav tm="100000">
                                          <p:val>
                                            <p:fltVal val="1"/>
                                          </p:val>
                                        </p:tav>
                                      </p:tavLst>
                                    </p:anim>
                                    <p:anim calcmode="lin" valueType="num">
                                      <p:cBhvr>
                                        <p:cTn id="65" dur="82" tmFilter="0, 0; 0.125,0.2665; 0.25,0.4; 0.375,0.465; 0.5,0.5;  0.625,0.535; 0.75,0.6; 0.875,0.7335; 1,1">
                                          <p:stCondLst>
                                            <p:cond delay="828"/>
                                          </p:stCondLst>
                                        </p:cTn>
                                        <p:tgtEl>
                                          <p:spTgt spid="28"/>
                                        </p:tgtEl>
                                        <p:attrNameLst>
                                          <p:attrName>ppt_y</p:attrName>
                                        </p:attrNameLst>
                                      </p:cBhvr>
                                      <p:tavLst>
                                        <p:tav tm="0" fmla="#ppt_y-sin(pi*$)/81">
                                          <p:val>
                                            <p:fltVal val="0"/>
                                          </p:val>
                                        </p:tav>
                                        <p:tav tm="100000">
                                          <p:val>
                                            <p:fltVal val="1"/>
                                          </p:val>
                                        </p:tav>
                                      </p:tavLst>
                                    </p:anim>
                                    <p:animScale>
                                      <p:cBhvr>
                                        <p:cTn id="66" dur="13">
                                          <p:stCondLst>
                                            <p:cond delay="325"/>
                                          </p:stCondLst>
                                        </p:cTn>
                                        <p:tgtEl>
                                          <p:spTgt spid="28"/>
                                        </p:tgtEl>
                                      </p:cBhvr>
                                      <p:to x="100000" y="60000"/>
                                    </p:animScale>
                                    <p:animScale>
                                      <p:cBhvr>
                                        <p:cTn id="67" dur="83" decel="50000">
                                          <p:stCondLst>
                                            <p:cond delay="338"/>
                                          </p:stCondLst>
                                        </p:cTn>
                                        <p:tgtEl>
                                          <p:spTgt spid="28"/>
                                        </p:tgtEl>
                                      </p:cBhvr>
                                      <p:to x="100000" y="100000"/>
                                    </p:animScale>
                                    <p:animScale>
                                      <p:cBhvr>
                                        <p:cTn id="68" dur="13">
                                          <p:stCondLst>
                                            <p:cond delay="656"/>
                                          </p:stCondLst>
                                        </p:cTn>
                                        <p:tgtEl>
                                          <p:spTgt spid="28"/>
                                        </p:tgtEl>
                                      </p:cBhvr>
                                      <p:to x="100000" y="80000"/>
                                    </p:animScale>
                                    <p:animScale>
                                      <p:cBhvr>
                                        <p:cTn id="69" dur="83" decel="50000">
                                          <p:stCondLst>
                                            <p:cond delay="669"/>
                                          </p:stCondLst>
                                        </p:cTn>
                                        <p:tgtEl>
                                          <p:spTgt spid="28"/>
                                        </p:tgtEl>
                                      </p:cBhvr>
                                      <p:to x="100000" y="100000"/>
                                    </p:animScale>
                                    <p:animScale>
                                      <p:cBhvr>
                                        <p:cTn id="70" dur="13">
                                          <p:stCondLst>
                                            <p:cond delay="821"/>
                                          </p:stCondLst>
                                        </p:cTn>
                                        <p:tgtEl>
                                          <p:spTgt spid="28"/>
                                        </p:tgtEl>
                                      </p:cBhvr>
                                      <p:to x="100000" y="90000"/>
                                    </p:animScale>
                                    <p:animScale>
                                      <p:cBhvr>
                                        <p:cTn id="71" dur="83" decel="50000">
                                          <p:stCondLst>
                                            <p:cond delay="834"/>
                                          </p:stCondLst>
                                        </p:cTn>
                                        <p:tgtEl>
                                          <p:spTgt spid="28"/>
                                        </p:tgtEl>
                                      </p:cBhvr>
                                      <p:to x="100000" y="100000"/>
                                    </p:animScale>
                                    <p:animScale>
                                      <p:cBhvr>
                                        <p:cTn id="72" dur="13">
                                          <p:stCondLst>
                                            <p:cond delay="904"/>
                                          </p:stCondLst>
                                        </p:cTn>
                                        <p:tgtEl>
                                          <p:spTgt spid="28"/>
                                        </p:tgtEl>
                                      </p:cBhvr>
                                      <p:to x="100000" y="95000"/>
                                    </p:animScale>
                                    <p:animScale>
                                      <p:cBhvr>
                                        <p:cTn id="73" dur="83" decel="50000">
                                          <p:stCondLst>
                                            <p:cond delay="917"/>
                                          </p:stCondLst>
                                        </p:cTn>
                                        <p:tgtEl>
                                          <p:spTgt spid="28"/>
                                        </p:tgtEl>
                                      </p:cBhvr>
                                      <p:to x="100000" y="100000"/>
                                    </p:animScale>
                                  </p:childTnLst>
                                </p:cTn>
                              </p:par>
                            </p:childTnLst>
                          </p:cTn>
                        </p:par>
                        <p:par>
                          <p:cTn id="74" fill="hold">
                            <p:stCondLst>
                              <p:cond delay="1500"/>
                            </p:stCondLst>
                            <p:childTnLst>
                              <p:par>
                                <p:cTn id="75" presetID="12" presetClass="entr" presetSubtype="1"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slide(fromTop)">
                                      <p:cBhvr>
                                        <p:cTn id="7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8" grpId="0" animBg="1"/>
      <p:bldP spid="29" grpId="0"/>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CF7BBCE3-9EBE-684B-26DB-D186863F86AE}"/>
              </a:ext>
            </a:extLst>
          </p:cNvPr>
          <p:cNvSpPr txBox="1">
            <a:spLocks noChangeArrowheads="1"/>
          </p:cNvSpPr>
          <p:nvPr/>
        </p:nvSpPr>
        <p:spPr bwMode="auto">
          <a:xfrm>
            <a:off x="6121400" y="1429215"/>
            <a:ext cx="4176712" cy="968375"/>
          </a:xfrm>
          <a:prstGeom prst="rect">
            <a:avLst/>
          </a:prstGeom>
          <a:noFill/>
          <a:ln w="9525">
            <a:noFill/>
            <a:miter lim="800000"/>
            <a:headEnd/>
            <a:tailEnd/>
          </a:ln>
          <a:effectLst/>
        </p:spPr>
        <p:txBody>
          <a:bodyPr>
            <a:spAutoFit/>
          </a:bodyPr>
          <a:lstStyle/>
          <a:p>
            <a:pPr eaLnBrk="1" hangingPunct="1">
              <a:lnSpc>
                <a:spcPct val="120000"/>
              </a:lnSpc>
              <a:defRPr/>
            </a:pPr>
            <a:r>
              <a:rPr kumimoji="1" lang="zh-CN" altLang="en-US" sz="2400" b="1">
                <a:latin typeface="宋体" pitchFamily="2" charset="-122"/>
              </a:rPr>
              <a:t> </a:t>
            </a:r>
            <a:r>
              <a:rPr kumimoji="1" lang="en-US" altLang="zh-CN" sz="2400" b="1">
                <a:latin typeface="宋体" pitchFamily="2" charset="-122"/>
              </a:rPr>
              <a:t>1</a:t>
            </a:r>
            <a:r>
              <a:rPr kumimoji="1" lang="zh-CN" altLang="en-US" sz="2400" b="1">
                <a:latin typeface="宋体" pitchFamily="2" charset="-122"/>
              </a:rPr>
              <a:t>、连接</a:t>
            </a:r>
            <a:r>
              <a:rPr kumimoji="1" lang="en-US" altLang="zh-CN" sz="2400" b="1" i="1"/>
              <a:t>a</a:t>
            </a:r>
            <a:r>
              <a:rPr kumimoji="1" lang="zh-CN" altLang="en-US" sz="2400" b="1" i="1">
                <a:latin typeface="宋体" pitchFamily="2" charset="-122"/>
              </a:rPr>
              <a:t>、</a:t>
            </a:r>
            <a:r>
              <a:rPr kumimoji="1" lang="en-US" altLang="zh-CN" sz="2400" b="1" i="1"/>
              <a:t>c</a:t>
            </a:r>
            <a:r>
              <a:rPr kumimoji="1" lang="en-US" altLang="zh-CN" sz="2400" b="1" i="1">
                <a:latin typeface="宋体" pitchFamily="2" charset="-122"/>
              </a:rPr>
              <a:t> </a:t>
            </a:r>
            <a:r>
              <a:rPr kumimoji="1" lang="zh-CN" altLang="en-US" sz="2400" b="1">
                <a:latin typeface="宋体" pitchFamily="2" charset="-122"/>
              </a:rPr>
              <a:t>和</a:t>
            </a:r>
            <a:r>
              <a:rPr kumimoji="1" lang="en-US" altLang="zh-CN" sz="2400" b="1" i="1"/>
              <a:t>a' </a:t>
            </a:r>
            <a:r>
              <a:rPr kumimoji="1" lang="zh-CN" altLang="en-US" sz="2400" b="1" i="1"/>
              <a:t>、</a:t>
            </a:r>
            <a:r>
              <a:rPr kumimoji="1" lang="zh-CN" altLang="en-US" sz="2400">
                <a:effectLst>
                  <a:outerShdw blurRad="38100" dist="38100" dir="2700000" algn="tl">
                    <a:srgbClr val="C0C0C0"/>
                  </a:outerShdw>
                </a:effectLst>
              </a:rPr>
              <a:t> </a:t>
            </a:r>
            <a:r>
              <a:rPr kumimoji="1" lang="en-US" altLang="zh-CN" sz="2400" b="1" i="1"/>
              <a:t>c' </a:t>
            </a:r>
            <a:r>
              <a:rPr kumimoji="1" lang="en-US" altLang="zh-CN" sz="2400" b="1">
                <a:latin typeface="宋体" pitchFamily="2" charset="-122"/>
              </a:rPr>
              <a:t>,</a:t>
            </a:r>
          </a:p>
          <a:p>
            <a:pPr eaLnBrk="1" hangingPunct="1">
              <a:lnSpc>
                <a:spcPct val="120000"/>
              </a:lnSpc>
              <a:defRPr/>
            </a:pPr>
            <a:r>
              <a:rPr kumimoji="1" lang="en-US" altLang="zh-CN" sz="2400" b="1">
                <a:latin typeface="宋体" pitchFamily="2" charset="-122"/>
              </a:rPr>
              <a:t>    </a:t>
            </a:r>
            <a:r>
              <a:rPr kumimoji="1" lang="zh-CN" altLang="en-US" sz="2400" b="1">
                <a:latin typeface="宋体" pitchFamily="2" charset="-122"/>
              </a:rPr>
              <a:t>得辅助线</a:t>
            </a:r>
            <a:r>
              <a:rPr kumimoji="1" lang="en-US" altLang="zh-CN" sz="2400" b="1" i="1"/>
              <a:t>AC </a:t>
            </a:r>
            <a:r>
              <a:rPr kumimoji="1" lang="zh-CN" altLang="en-US" sz="2400" b="1">
                <a:latin typeface="宋体" pitchFamily="2" charset="-122"/>
              </a:rPr>
              <a:t>的两投影；</a:t>
            </a:r>
          </a:p>
        </p:txBody>
      </p:sp>
      <p:sp>
        <p:nvSpPr>
          <p:cNvPr id="4" name="Line 3">
            <a:extLst>
              <a:ext uri="{FF2B5EF4-FFF2-40B4-BE49-F238E27FC236}">
                <a16:creationId xmlns:a16="http://schemas.microsoft.com/office/drawing/2014/main" id="{A474E9D2-28A3-CCFA-96AC-109386F0E7E9}"/>
              </a:ext>
            </a:extLst>
          </p:cNvPr>
          <p:cNvSpPr>
            <a:spLocks noChangeShapeType="1"/>
          </p:cNvSpPr>
          <p:nvPr/>
        </p:nvSpPr>
        <p:spPr bwMode="auto">
          <a:xfrm flipV="1">
            <a:off x="2867025" y="4093040"/>
            <a:ext cx="2590800" cy="11430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 name="Line 4">
            <a:extLst>
              <a:ext uri="{FF2B5EF4-FFF2-40B4-BE49-F238E27FC236}">
                <a16:creationId xmlns:a16="http://schemas.microsoft.com/office/drawing/2014/main" id="{CEA13DC8-620A-962E-9B03-76417DF8F23F}"/>
              </a:ext>
            </a:extLst>
          </p:cNvPr>
          <p:cNvSpPr>
            <a:spLocks noChangeShapeType="1"/>
          </p:cNvSpPr>
          <p:nvPr/>
        </p:nvSpPr>
        <p:spPr bwMode="auto">
          <a:xfrm>
            <a:off x="3857625" y="4093040"/>
            <a:ext cx="1066800" cy="19812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 name="Line 5">
            <a:extLst>
              <a:ext uri="{FF2B5EF4-FFF2-40B4-BE49-F238E27FC236}">
                <a16:creationId xmlns:a16="http://schemas.microsoft.com/office/drawing/2014/main" id="{D36DE014-DD88-7FCE-75D8-358FE4AE8C96}"/>
              </a:ext>
            </a:extLst>
          </p:cNvPr>
          <p:cNvSpPr>
            <a:spLocks noChangeShapeType="1"/>
          </p:cNvSpPr>
          <p:nvPr/>
        </p:nvSpPr>
        <p:spPr bwMode="auto">
          <a:xfrm>
            <a:off x="3857625" y="1883240"/>
            <a:ext cx="1066800" cy="17526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 name="Line 6">
            <a:extLst>
              <a:ext uri="{FF2B5EF4-FFF2-40B4-BE49-F238E27FC236}">
                <a16:creationId xmlns:a16="http://schemas.microsoft.com/office/drawing/2014/main" id="{6D47D5D2-F3F0-3AF3-EACF-727B537EBC08}"/>
              </a:ext>
            </a:extLst>
          </p:cNvPr>
          <p:cNvSpPr>
            <a:spLocks noChangeShapeType="1"/>
          </p:cNvSpPr>
          <p:nvPr/>
        </p:nvSpPr>
        <p:spPr bwMode="auto">
          <a:xfrm flipV="1">
            <a:off x="4178300" y="2430927"/>
            <a:ext cx="0" cy="2225675"/>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8" name="Line 7">
            <a:extLst>
              <a:ext uri="{FF2B5EF4-FFF2-40B4-BE49-F238E27FC236}">
                <a16:creationId xmlns:a16="http://schemas.microsoft.com/office/drawing/2014/main" id="{1044AA44-4E1E-2B80-8009-8CB64E1589CF}"/>
              </a:ext>
            </a:extLst>
          </p:cNvPr>
          <p:cNvSpPr>
            <a:spLocks noChangeShapeType="1"/>
          </p:cNvSpPr>
          <p:nvPr/>
        </p:nvSpPr>
        <p:spPr bwMode="auto">
          <a:xfrm flipV="1">
            <a:off x="2867025" y="1807040"/>
            <a:ext cx="2590800" cy="121920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 name="Line 8">
            <a:extLst>
              <a:ext uri="{FF2B5EF4-FFF2-40B4-BE49-F238E27FC236}">
                <a16:creationId xmlns:a16="http://schemas.microsoft.com/office/drawing/2014/main" id="{4715510B-8896-2305-BDF2-096F8142B0C6}"/>
              </a:ext>
            </a:extLst>
          </p:cNvPr>
          <p:cNvSpPr>
            <a:spLocks noChangeShapeType="1"/>
          </p:cNvSpPr>
          <p:nvPr/>
        </p:nvSpPr>
        <p:spPr bwMode="auto">
          <a:xfrm flipV="1">
            <a:off x="5457825" y="1776877"/>
            <a:ext cx="0" cy="2305050"/>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0" name="Line 9">
            <a:extLst>
              <a:ext uri="{FF2B5EF4-FFF2-40B4-BE49-F238E27FC236}">
                <a16:creationId xmlns:a16="http://schemas.microsoft.com/office/drawing/2014/main" id="{F0ECBB7B-A73D-9245-47BC-737A3C8D0E33}"/>
              </a:ext>
            </a:extLst>
          </p:cNvPr>
          <p:cNvSpPr>
            <a:spLocks noChangeShapeType="1"/>
          </p:cNvSpPr>
          <p:nvPr/>
        </p:nvSpPr>
        <p:spPr bwMode="auto">
          <a:xfrm flipV="1">
            <a:off x="4930711" y="1795927"/>
            <a:ext cx="533400" cy="182880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Line 10">
            <a:extLst>
              <a:ext uri="{FF2B5EF4-FFF2-40B4-BE49-F238E27FC236}">
                <a16:creationId xmlns:a16="http://schemas.microsoft.com/office/drawing/2014/main" id="{857DDE9E-7CE9-373A-152A-0EB8013A85A8}"/>
              </a:ext>
            </a:extLst>
          </p:cNvPr>
          <p:cNvSpPr>
            <a:spLocks noChangeShapeType="1"/>
          </p:cNvSpPr>
          <p:nvPr/>
        </p:nvSpPr>
        <p:spPr bwMode="auto">
          <a:xfrm flipV="1">
            <a:off x="3857625" y="1807040"/>
            <a:ext cx="1600200" cy="7620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2" name="Rectangle 11">
            <a:extLst>
              <a:ext uri="{FF2B5EF4-FFF2-40B4-BE49-F238E27FC236}">
                <a16:creationId xmlns:a16="http://schemas.microsoft.com/office/drawing/2014/main" id="{1B2CA1D4-5093-3E02-E4BB-129A9696EAB9}"/>
              </a:ext>
            </a:extLst>
          </p:cNvPr>
          <p:cNvSpPr>
            <a:spLocks noChangeArrowheads="1"/>
          </p:cNvSpPr>
          <p:nvPr/>
        </p:nvSpPr>
        <p:spPr bwMode="auto">
          <a:xfrm>
            <a:off x="5381625" y="1502240"/>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rgbClr val="CC0000"/>
                </a:solidFill>
                <a:latin typeface="Times New Roman" panose="02020603050405020304" pitchFamily="18" charset="0"/>
              </a:rPr>
              <a:t>d'                               </a:t>
            </a:r>
          </a:p>
        </p:txBody>
      </p:sp>
      <p:sp>
        <p:nvSpPr>
          <p:cNvPr id="13" name="Line 12">
            <a:extLst>
              <a:ext uri="{FF2B5EF4-FFF2-40B4-BE49-F238E27FC236}">
                <a16:creationId xmlns:a16="http://schemas.microsoft.com/office/drawing/2014/main" id="{CBFD4724-A750-D327-C011-381514B56865}"/>
              </a:ext>
            </a:extLst>
          </p:cNvPr>
          <p:cNvSpPr>
            <a:spLocks noChangeShapeType="1"/>
          </p:cNvSpPr>
          <p:nvPr/>
        </p:nvSpPr>
        <p:spPr bwMode="auto">
          <a:xfrm>
            <a:off x="2867025" y="5236040"/>
            <a:ext cx="205740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3">
            <a:extLst>
              <a:ext uri="{FF2B5EF4-FFF2-40B4-BE49-F238E27FC236}">
                <a16:creationId xmlns:a16="http://schemas.microsoft.com/office/drawing/2014/main" id="{53099732-8390-53D8-5796-10C1AB10AD37}"/>
              </a:ext>
            </a:extLst>
          </p:cNvPr>
          <p:cNvSpPr>
            <a:spLocks noChangeShapeType="1"/>
          </p:cNvSpPr>
          <p:nvPr/>
        </p:nvSpPr>
        <p:spPr bwMode="auto">
          <a:xfrm flipH="1">
            <a:off x="2867025" y="4093040"/>
            <a:ext cx="990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4">
            <a:extLst>
              <a:ext uri="{FF2B5EF4-FFF2-40B4-BE49-F238E27FC236}">
                <a16:creationId xmlns:a16="http://schemas.microsoft.com/office/drawing/2014/main" id="{FF3D33B0-46FA-0312-51A9-BE141D77A299}"/>
              </a:ext>
            </a:extLst>
          </p:cNvPr>
          <p:cNvSpPr>
            <a:spLocks noChangeShapeType="1"/>
          </p:cNvSpPr>
          <p:nvPr/>
        </p:nvSpPr>
        <p:spPr bwMode="auto">
          <a:xfrm>
            <a:off x="3857625" y="4093040"/>
            <a:ext cx="1600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5">
            <a:extLst>
              <a:ext uri="{FF2B5EF4-FFF2-40B4-BE49-F238E27FC236}">
                <a16:creationId xmlns:a16="http://schemas.microsoft.com/office/drawing/2014/main" id="{1E4996F8-4D32-3105-388E-B50EBFA9A08F}"/>
              </a:ext>
            </a:extLst>
          </p:cNvPr>
          <p:cNvSpPr>
            <a:spLocks noChangeShapeType="1"/>
          </p:cNvSpPr>
          <p:nvPr/>
        </p:nvSpPr>
        <p:spPr bwMode="auto">
          <a:xfrm flipH="1">
            <a:off x="4924425" y="4093040"/>
            <a:ext cx="533400" cy="1981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Rectangle 16">
            <a:extLst>
              <a:ext uri="{FF2B5EF4-FFF2-40B4-BE49-F238E27FC236}">
                <a16:creationId xmlns:a16="http://schemas.microsoft.com/office/drawing/2014/main" id="{F319D7EC-1FB5-6222-47EE-0BDAE95A5AA1}"/>
              </a:ext>
            </a:extLst>
          </p:cNvPr>
          <p:cNvSpPr>
            <a:spLocks noChangeArrowheads="1"/>
          </p:cNvSpPr>
          <p:nvPr/>
        </p:nvSpPr>
        <p:spPr bwMode="auto">
          <a:xfrm>
            <a:off x="2867025" y="5418602"/>
            <a:ext cx="1981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endParaRPr lang="zh-CN" altLang="en-US" sz="1800" b="0">
              <a:latin typeface="Times New Roman" panose="02020603050405020304" pitchFamily="18" charset="0"/>
            </a:endParaRPr>
          </a:p>
        </p:txBody>
      </p:sp>
      <p:sp>
        <p:nvSpPr>
          <p:cNvPr id="18" name="Line 17">
            <a:extLst>
              <a:ext uri="{FF2B5EF4-FFF2-40B4-BE49-F238E27FC236}">
                <a16:creationId xmlns:a16="http://schemas.microsoft.com/office/drawing/2014/main" id="{BD38B25E-991F-62B2-6275-461FB94651E7}"/>
              </a:ext>
            </a:extLst>
          </p:cNvPr>
          <p:cNvSpPr>
            <a:spLocks noChangeShapeType="1"/>
          </p:cNvSpPr>
          <p:nvPr/>
        </p:nvSpPr>
        <p:spPr bwMode="auto">
          <a:xfrm>
            <a:off x="2867025" y="3026240"/>
            <a:ext cx="20574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9" name="Line 18">
            <a:extLst>
              <a:ext uri="{FF2B5EF4-FFF2-40B4-BE49-F238E27FC236}">
                <a16:creationId xmlns:a16="http://schemas.microsoft.com/office/drawing/2014/main" id="{0CCFBA8D-E03E-5FCD-35C7-A40F1BF57734}"/>
              </a:ext>
            </a:extLst>
          </p:cNvPr>
          <p:cNvSpPr>
            <a:spLocks noChangeShapeType="1"/>
          </p:cNvSpPr>
          <p:nvPr/>
        </p:nvSpPr>
        <p:spPr bwMode="auto">
          <a:xfrm flipH="1">
            <a:off x="2867025" y="1883240"/>
            <a:ext cx="990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 name="Line 19">
            <a:extLst>
              <a:ext uri="{FF2B5EF4-FFF2-40B4-BE49-F238E27FC236}">
                <a16:creationId xmlns:a16="http://schemas.microsoft.com/office/drawing/2014/main" id="{E66D2AAE-609F-3CDC-066A-FA7C5973F66D}"/>
              </a:ext>
            </a:extLst>
          </p:cNvPr>
          <p:cNvSpPr>
            <a:spLocks noChangeShapeType="1"/>
          </p:cNvSpPr>
          <p:nvPr/>
        </p:nvSpPr>
        <p:spPr bwMode="auto">
          <a:xfrm>
            <a:off x="2867025" y="3007190"/>
            <a:ext cx="0" cy="2225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 name="Line 20">
            <a:extLst>
              <a:ext uri="{FF2B5EF4-FFF2-40B4-BE49-F238E27FC236}">
                <a16:creationId xmlns:a16="http://schemas.microsoft.com/office/drawing/2014/main" id="{28AE1216-5E30-5248-04BA-8336BC85A012}"/>
              </a:ext>
            </a:extLst>
          </p:cNvPr>
          <p:cNvSpPr>
            <a:spLocks noChangeShapeType="1"/>
          </p:cNvSpPr>
          <p:nvPr/>
        </p:nvSpPr>
        <p:spPr bwMode="auto">
          <a:xfrm>
            <a:off x="3857625" y="1926102"/>
            <a:ext cx="0" cy="2155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2" name="Line 21">
            <a:extLst>
              <a:ext uri="{FF2B5EF4-FFF2-40B4-BE49-F238E27FC236}">
                <a16:creationId xmlns:a16="http://schemas.microsoft.com/office/drawing/2014/main" id="{77309824-6A57-C23B-1FA8-36C756C7AFC5}"/>
              </a:ext>
            </a:extLst>
          </p:cNvPr>
          <p:cNvSpPr>
            <a:spLocks noChangeShapeType="1"/>
          </p:cNvSpPr>
          <p:nvPr/>
        </p:nvSpPr>
        <p:spPr bwMode="auto">
          <a:xfrm>
            <a:off x="4924425" y="3642190"/>
            <a:ext cx="0" cy="2455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3" name="Rectangle 22">
            <a:extLst>
              <a:ext uri="{FF2B5EF4-FFF2-40B4-BE49-F238E27FC236}">
                <a16:creationId xmlns:a16="http://schemas.microsoft.com/office/drawing/2014/main" id="{962DE2A5-B9E9-5CA7-5057-4660BDD5538E}"/>
              </a:ext>
            </a:extLst>
          </p:cNvPr>
          <p:cNvSpPr>
            <a:spLocks noChangeArrowheads="1"/>
          </p:cNvSpPr>
          <p:nvPr/>
        </p:nvSpPr>
        <p:spPr bwMode="auto">
          <a:xfrm>
            <a:off x="3457575" y="1551452"/>
            <a:ext cx="42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a'</a:t>
            </a:r>
          </a:p>
        </p:txBody>
      </p:sp>
      <p:sp>
        <p:nvSpPr>
          <p:cNvPr id="24" name="Rectangle 23">
            <a:extLst>
              <a:ext uri="{FF2B5EF4-FFF2-40B4-BE49-F238E27FC236}">
                <a16:creationId xmlns:a16="http://schemas.microsoft.com/office/drawing/2014/main" id="{231D558A-E0A5-C434-6F6D-BFC4660D187D}"/>
              </a:ext>
            </a:extLst>
          </p:cNvPr>
          <p:cNvSpPr>
            <a:spLocks noChangeArrowheads="1"/>
          </p:cNvSpPr>
          <p:nvPr/>
        </p:nvSpPr>
        <p:spPr bwMode="auto">
          <a:xfrm>
            <a:off x="4848225" y="3407240"/>
            <a:ext cx="644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c'</a:t>
            </a:r>
          </a:p>
        </p:txBody>
      </p:sp>
      <p:sp>
        <p:nvSpPr>
          <p:cNvPr id="25" name="Rectangle 24">
            <a:extLst>
              <a:ext uri="{FF2B5EF4-FFF2-40B4-BE49-F238E27FC236}">
                <a16:creationId xmlns:a16="http://schemas.microsoft.com/office/drawing/2014/main" id="{BBB16BF5-EF9D-1CF6-52DA-0F6214760D23}"/>
              </a:ext>
            </a:extLst>
          </p:cNvPr>
          <p:cNvSpPr>
            <a:spLocks noChangeArrowheads="1"/>
          </p:cNvSpPr>
          <p:nvPr/>
        </p:nvSpPr>
        <p:spPr bwMode="auto">
          <a:xfrm>
            <a:off x="2617787" y="5104277"/>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b</a:t>
            </a:r>
          </a:p>
        </p:txBody>
      </p:sp>
      <p:sp>
        <p:nvSpPr>
          <p:cNvPr id="26" name="Rectangle 25">
            <a:extLst>
              <a:ext uri="{FF2B5EF4-FFF2-40B4-BE49-F238E27FC236}">
                <a16:creationId xmlns:a16="http://schemas.microsoft.com/office/drawing/2014/main" id="{17E28110-D75F-E636-46C3-CDEF7E390D3B}"/>
              </a:ext>
            </a:extLst>
          </p:cNvPr>
          <p:cNvSpPr>
            <a:spLocks noChangeArrowheads="1"/>
          </p:cNvSpPr>
          <p:nvPr/>
        </p:nvSpPr>
        <p:spPr bwMode="auto">
          <a:xfrm>
            <a:off x="5402262" y="386444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d</a:t>
            </a:r>
          </a:p>
        </p:txBody>
      </p:sp>
      <p:sp>
        <p:nvSpPr>
          <p:cNvPr id="27" name="Rectangle 26">
            <a:extLst>
              <a:ext uri="{FF2B5EF4-FFF2-40B4-BE49-F238E27FC236}">
                <a16:creationId xmlns:a16="http://schemas.microsoft.com/office/drawing/2014/main" id="{018E8ADD-278D-D210-4484-B016B9D9C2E2}"/>
              </a:ext>
            </a:extLst>
          </p:cNvPr>
          <p:cNvSpPr>
            <a:spLocks noChangeArrowheads="1"/>
          </p:cNvSpPr>
          <p:nvPr/>
        </p:nvSpPr>
        <p:spPr bwMode="auto">
          <a:xfrm>
            <a:off x="2486025" y="2665877"/>
            <a:ext cx="42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b'</a:t>
            </a:r>
          </a:p>
        </p:txBody>
      </p:sp>
      <p:sp>
        <p:nvSpPr>
          <p:cNvPr id="28" name="Rectangle 27">
            <a:extLst>
              <a:ext uri="{FF2B5EF4-FFF2-40B4-BE49-F238E27FC236}">
                <a16:creationId xmlns:a16="http://schemas.microsoft.com/office/drawing/2014/main" id="{EA773240-A70D-70AA-BC76-2BF3C03D7132}"/>
              </a:ext>
            </a:extLst>
          </p:cNvPr>
          <p:cNvSpPr>
            <a:spLocks noChangeArrowheads="1"/>
          </p:cNvSpPr>
          <p:nvPr/>
        </p:nvSpPr>
        <p:spPr bwMode="auto">
          <a:xfrm>
            <a:off x="3552825" y="378030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a</a:t>
            </a:r>
          </a:p>
        </p:txBody>
      </p:sp>
      <p:sp>
        <p:nvSpPr>
          <p:cNvPr id="29" name="Rectangle 28">
            <a:extLst>
              <a:ext uri="{FF2B5EF4-FFF2-40B4-BE49-F238E27FC236}">
                <a16:creationId xmlns:a16="http://schemas.microsoft.com/office/drawing/2014/main" id="{7B15E1BD-61A8-86DA-CB37-5EEC723823FC}"/>
              </a:ext>
            </a:extLst>
          </p:cNvPr>
          <p:cNvSpPr>
            <a:spLocks noChangeArrowheads="1"/>
          </p:cNvSpPr>
          <p:nvPr/>
        </p:nvSpPr>
        <p:spPr bwMode="auto">
          <a:xfrm>
            <a:off x="4897437" y="5737690"/>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c</a:t>
            </a:r>
          </a:p>
        </p:txBody>
      </p:sp>
      <p:sp>
        <p:nvSpPr>
          <p:cNvPr id="30" name="Line 29">
            <a:extLst>
              <a:ext uri="{FF2B5EF4-FFF2-40B4-BE49-F238E27FC236}">
                <a16:creationId xmlns:a16="http://schemas.microsoft.com/office/drawing/2014/main" id="{61BA10BB-4932-2589-86AD-7BFD4F018A21}"/>
              </a:ext>
            </a:extLst>
          </p:cNvPr>
          <p:cNvSpPr>
            <a:spLocks noChangeShapeType="1"/>
          </p:cNvSpPr>
          <p:nvPr/>
        </p:nvSpPr>
        <p:spPr bwMode="auto">
          <a:xfrm>
            <a:off x="2511425" y="3864440"/>
            <a:ext cx="3322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1" name="Rectangle 30">
            <a:extLst>
              <a:ext uri="{FF2B5EF4-FFF2-40B4-BE49-F238E27FC236}">
                <a16:creationId xmlns:a16="http://schemas.microsoft.com/office/drawing/2014/main" id="{2D2CF462-C89D-C820-175E-8340BE71730E}"/>
              </a:ext>
            </a:extLst>
          </p:cNvPr>
          <p:cNvSpPr>
            <a:spLocks noChangeArrowheads="1"/>
          </p:cNvSpPr>
          <p:nvPr/>
        </p:nvSpPr>
        <p:spPr bwMode="auto">
          <a:xfrm>
            <a:off x="2135187" y="3624727"/>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X</a:t>
            </a:r>
          </a:p>
        </p:txBody>
      </p:sp>
      <p:sp>
        <p:nvSpPr>
          <p:cNvPr id="32" name="Rectangle 31">
            <a:extLst>
              <a:ext uri="{FF2B5EF4-FFF2-40B4-BE49-F238E27FC236}">
                <a16:creationId xmlns:a16="http://schemas.microsoft.com/office/drawing/2014/main" id="{DBE0562D-6101-1B00-B85F-9B2D716B4934}"/>
              </a:ext>
            </a:extLst>
          </p:cNvPr>
          <p:cNvSpPr>
            <a:spLocks noChangeArrowheads="1"/>
          </p:cNvSpPr>
          <p:nvPr/>
        </p:nvSpPr>
        <p:spPr bwMode="auto">
          <a:xfrm>
            <a:off x="6337300" y="255634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en-US" altLang="zh-CN" sz="2400">
                <a:latin typeface="宋体" panose="02010600030101010101" pitchFamily="2" charset="-122"/>
              </a:rPr>
              <a:t>2</a:t>
            </a:r>
            <a:r>
              <a:rPr kumimoji="1" lang="zh-CN" altLang="en-US" sz="2400">
                <a:latin typeface="宋体" panose="02010600030101010101" pitchFamily="2" charset="-122"/>
              </a:rPr>
              <a:t>、连接</a:t>
            </a:r>
            <a:r>
              <a:rPr kumimoji="1" lang="en-US" altLang="zh-CN" sz="2400" i="1">
                <a:latin typeface="Times New Roman" panose="02020603050405020304" pitchFamily="18" charset="0"/>
              </a:rPr>
              <a:t>b</a:t>
            </a:r>
            <a:r>
              <a:rPr kumimoji="1" lang="zh-CN" altLang="en-US" sz="2400" i="1">
                <a:latin typeface="宋体" panose="02010600030101010101" pitchFamily="2" charset="-122"/>
              </a:rPr>
              <a:t>、</a:t>
            </a:r>
            <a:r>
              <a:rPr kumimoji="1" lang="en-US" altLang="zh-CN" sz="2400" b="0" i="1">
                <a:latin typeface="Times New Roman" panose="02020603050405020304" pitchFamily="18" charset="0"/>
              </a:rPr>
              <a:t>d</a:t>
            </a:r>
            <a:r>
              <a:rPr kumimoji="1" lang="zh-CN" altLang="en-US" sz="2400" i="1">
                <a:latin typeface="宋体" panose="02010600030101010101" pitchFamily="2" charset="-122"/>
              </a:rPr>
              <a:t>，</a:t>
            </a:r>
            <a:r>
              <a:rPr kumimoji="1" lang="en-US" altLang="zh-CN" sz="2400" i="1">
                <a:latin typeface="Times New Roman" panose="02020603050405020304" pitchFamily="18" charset="0"/>
              </a:rPr>
              <a:t>b </a:t>
            </a:r>
            <a:r>
              <a:rPr kumimoji="1" lang="en-US" altLang="zh-CN" sz="2400" b="0" i="1">
                <a:latin typeface="Times New Roman" panose="02020603050405020304" pitchFamily="18" charset="0"/>
              </a:rPr>
              <a:t>d</a:t>
            </a:r>
            <a:r>
              <a:rPr kumimoji="1" lang="zh-CN" altLang="en-US" sz="2400">
                <a:latin typeface="宋体" panose="02010600030101010101" pitchFamily="2" charset="-122"/>
              </a:rPr>
              <a:t>交</a:t>
            </a:r>
            <a:r>
              <a:rPr kumimoji="1" lang="en-US" altLang="zh-CN" sz="2400" i="1">
                <a:latin typeface="Times New Roman" panose="02020603050405020304" pitchFamily="18" charset="0"/>
              </a:rPr>
              <a:t>ac</a:t>
            </a:r>
            <a:r>
              <a:rPr kumimoji="1" lang="zh-CN" altLang="en-US" sz="2400">
                <a:latin typeface="宋体" panose="02010600030101010101" pitchFamily="2" charset="-122"/>
              </a:rPr>
              <a:t>于</a:t>
            </a:r>
            <a:r>
              <a:rPr kumimoji="1" lang="en-US" altLang="zh-CN" sz="2400" i="1">
                <a:latin typeface="Times New Roman" panose="02020603050405020304" pitchFamily="18" charset="0"/>
              </a:rPr>
              <a:t>e</a:t>
            </a:r>
            <a:r>
              <a:rPr kumimoji="1" lang="zh-CN" altLang="en-US" sz="2400">
                <a:latin typeface="宋体" panose="02010600030101010101" pitchFamily="2" charset="-122"/>
              </a:rPr>
              <a:t>；</a:t>
            </a:r>
          </a:p>
        </p:txBody>
      </p:sp>
      <p:sp>
        <p:nvSpPr>
          <p:cNvPr id="33" name="Rectangle 32">
            <a:extLst>
              <a:ext uri="{FF2B5EF4-FFF2-40B4-BE49-F238E27FC236}">
                <a16:creationId xmlns:a16="http://schemas.microsoft.com/office/drawing/2014/main" id="{BD6A7994-1117-7CD0-32B0-B5DC55CD1499}"/>
              </a:ext>
            </a:extLst>
          </p:cNvPr>
          <p:cNvSpPr>
            <a:spLocks noChangeArrowheads="1"/>
          </p:cNvSpPr>
          <p:nvPr/>
        </p:nvSpPr>
        <p:spPr bwMode="auto">
          <a:xfrm>
            <a:off x="6348412" y="320404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50000"/>
              </a:spcBef>
              <a:buFontTx/>
              <a:buNone/>
            </a:pPr>
            <a:r>
              <a:rPr kumimoji="1" lang="en-US" altLang="zh-CN" sz="2400">
                <a:latin typeface="宋体" panose="02010600030101010101" pitchFamily="2" charset="-122"/>
              </a:rPr>
              <a:t>3</a:t>
            </a:r>
            <a:r>
              <a:rPr kumimoji="1" lang="zh-CN" altLang="en-US" sz="2400">
                <a:latin typeface="宋体" panose="02010600030101010101" pitchFamily="2" charset="-122"/>
              </a:rPr>
              <a:t>、由</a:t>
            </a:r>
            <a:r>
              <a:rPr kumimoji="1" lang="en-US" altLang="zh-CN" sz="2400" i="1">
                <a:latin typeface="Times New Roman" panose="02020603050405020304" pitchFamily="18" charset="0"/>
              </a:rPr>
              <a:t>e</a:t>
            </a:r>
            <a:r>
              <a:rPr kumimoji="1" lang="zh-CN" altLang="en-US" sz="2400">
                <a:latin typeface="宋体" panose="02010600030101010101" pitchFamily="2" charset="-122"/>
              </a:rPr>
              <a:t>在</a:t>
            </a:r>
            <a:r>
              <a:rPr kumimoji="1" lang="en-US" altLang="zh-CN" sz="2400" i="1">
                <a:latin typeface="Times New Roman" panose="02020603050405020304" pitchFamily="18" charset="0"/>
              </a:rPr>
              <a:t>a'c'</a:t>
            </a:r>
            <a:r>
              <a:rPr kumimoji="1" lang="zh-CN" altLang="en-US" sz="2400">
                <a:latin typeface="宋体" panose="02010600030101010101" pitchFamily="2" charset="-122"/>
              </a:rPr>
              <a:t>上求出</a:t>
            </a:r>
            <a:r>
              <a:rPr kumimoji="1" lang="en-US" altLang="zh-CN" sz="2400" i="1">
                <a:latin typeface="Times New Roman" panose="02020603050405020304" pitchFamily="18" charset="0"/>
              </a:rPr>
              <a:t>e'</a:t>
            </a:r>
            <a:r>
              <a:rPr kumimoji="1" lang="zh-CN" altLang="en-US" sz="2400">
                <a:latin typeface="宋体" panose="02010600030101010101" pitchFamily="2" charset="-122"/>
              </a:rPr>
              <a:t>；</a:t>
            </a:r>
          </a:p>
        </p:txBody>
      </p:sp>
      <p:sp>
        <p:nvSpPr>
          <p:cNvPr id="34" name="Rectangle 33">
            <a:extLst>
              <a:ext uri="{FF2B5EF4-FFF2-40B4-BE49-F238E27FC236}">
                <a16:creationId xmlns:a16="http://schemas.microsoft.com/office/drawing/2014/main" id="{F8B2FCE7-B6C1-DBE2-3ED3-36FFBB56E936}"/>
              </a:ext>
            </a:extLst>
          </p:cNvPr>
          <p:cNvSpPr>
            <a:spLocks noChangeArrowheads="1"/>
          </p:cNvSpPr>
          <p:nvPr/>
        </p:nvSpPr>
        <p:spPr bwMode="auto">
          <a:xfrm>
            <a:off x="6337300" y="3950165"/>
            <a:ext cx="3657600" cy="1004887"/>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b="1">
                <a:latin typeface="宋体" pitchFamily="2" charset="-122"/>
              </a:rPr>
              <a:t>4</a:t>
            </a:r>
            <a:r>
              <a:rPr kumimoji="1" lang="zh-CN" altLang="en-US" sz="2400" b="1">
                <a:latin typeface="宋体" pitchFamily="2" charset="-122"/>
              </a:rPr>
              <a:t>、连接</a:t>
            </a:r>
            <a:r>
              <a:rPr kumimoji="1" lang="en-US" altLang="zh-CN" sz="2400" b="1" i="1"/>
              <a:t>b'</a:t>
            </a:r>
            <a:r>
              <a:rPr kumimoji="1" lang="en-US" altLang="zh-CN" sz="2400">
                <a:effectLst>
                  <a:outerShdw blurRad="38100" dist="38100" dir="2700000" algn="tl">
                    <a:srgbClr val="C0C0C0"/>
                  </a:outerShdw>
                </a:effectLst>
              </a:rPr>
              <a:t> </a:t>
            </a:r>
            <a:r>
              <a:rPr kumimoji="1" lang="en-US" altLang="zh-CN" sz="2400" b="1" i="1"/>
              <a:t>e’</a:t>
            </a:r>
            <a:r>
              <a:rPr kumimoji="1" lang="en-US" altLang="zh-CN" sz="2400">
                <a:effectLst>
                  <a:outerShdw blurRad="38100" dist="38100" dir="2700000" algn="tl">
                    <a:srgbClr val="C0C0C0"/>
                  </a:outerShdw>
                </a:effectLst>
              </a:rPr>
              <a:t> </a:t>
            </a:r>
            <a:r>
              <a:rPr kumimoji="1" lang="zh-CN" altLang="en-US" sz="2400" b="1">
                <a:latin typeface="宋体" pitchFamily="2" charset="-122"/>
              </a:rPr>
              <a:t>，</a:t>
            </a:r>
          </a:p>
          <a:p>
            <a:pPr eaLnBrk="1" hangingPunct="1">
              <a:spcBef>
                <a:spcPct val="50000"/>
              </a:spcBef>
              <a:defRPr/>
            </a:pPr>
            <a:r>
              <a:rPr kumimoji="1" lang="zh-CN" altLang="en-US" sz="2400" b="1">
                <a:latin typeface="宋体" pitchFamily="2" charset="-122"/>
              </a:rPr>
              <a:t>   在</a:t>
            </a:r>
            <a:r>
              <a:rPr kumimoji="1" lang="en-US" altLang="zh-CN" sz="2400" b="1" i="1"/>
              <a:t>b'e'</a:t>
            </a:r>
            <a:r>
              <a:rPr kumimoji="1" lang="zh-CN" altLang="en-US" sz="2400" b="1">
                <a:latin typeface="宋体" pitchFamily="2" charset="-122"/>
              </a:rPr>
              <a:t>上求出</a:t>
            </a:r>
            <a:r>
              <a:rPr kumimoji="1" lang="en-US" altLang="zh-CN" sz="2400" b="1" i="1"/>
              <a:t>d'</a:t>
            </a:r>
            <a:r>
              <a:rPr kumimoji="1" lang="en-US" altLang="zh-CN" sz="2400">
                <a:effectLst>
                  <a:outerShdw blurRad="38100" dist="38100" dir="2700000" algn="tl">
                    <a:srgbClr val="C0C0C0"/>
                  </a:outerShdw>
                </a:effectLst>
              </a:rPr>
              <a:t> </a:t>
            </a:r>
            <a:r>
              <a:rPr kumimoji="1" lang="zh-CN" altLang="en-US" sz="2400" b="1">
                <a:latin typeface="宋体" pitchFamily="2" charset="-122"/>
              </a:rPr>
              <a:t>；</a:t>
            </a:r>
          </a:p>
        </p:txBody>
      </p:sp>
      <p:sp>
        <p:nvSpPr>
          <p:cNvPr id="35" name="Rectangle 34">
            <a:extLst>
              <a:ext uri="{FF2B5EF4-FFF2-40B4-BE49-F238E27FC236}">
                <a16:creationId xmlns:a16="http://schemas.microsoft.com/office/drawing/2014/main" id="{F7250754-B9C4-20BD-6F8F-9C2087FDB1CF}"/>
              </a:ext>
            </a:extLst>
          </p:cNvPr>
          <p:cNvSpPr>
            <a:spLocks noChangeArrowheads="1"/>
          </p:cNvSpPr>
          <p:nvPr/>
        </p:nvSpPr>
        <p:spPr bwMode="auto">
          <a:xfrm>
            <a:off x="6337300" y="5190002"/>
            <a:ext cx="3552825"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lnSpc>
                <a:spcPct val="80000"/>
              </a:lnSpc>
              <a:spcBef>
                <a:spcPct val="50000"/>
              </a:spcBef>
              <a:buFontTx/>
              <a:buNone/>
            </a:pPr>
            <a:r>
              <a:rPr kumimoji="1" lang="en-US" altLang="zh-CN" sz="2400">
                <a:latin typeface="宋体" panose="02010600030101010101" pitchFamily="2" charset="-122"/>
              </a:rPr>
              <a:t>5</a:t>
            </a:r>
            <a:r>
              <a:rPr kumimoji="1" lang="zh-CN" altLang="en-US" sz="2400">
                <a:latin typeface="宋体" panose="02010600030101010101" pitchFamily="2" charset="-122"/>
              </a:rPr>
              <a:t>、分别连接</a:t>
            </a:r>
            <a:r>
              <a:rPr kumimoji="1" lang="en-US" altLang="zh-CN" sz="2400" i="1">
                <a:solidFill>
                  <a:srgbClr val="FF0000"/>
                </a:solidFill>
                <a:latin typeface="Times New Roman" panose="02020603050405020304" pitchFamily="18" charset="0"/>
              </a:rPr>
              <a:t>a'd'</a:t>
            </a:r>
          </a:p>
          <a:p>
            <a:pPr eaLnBrk="1" hangingPunct="1">
              <a:lnSpc>
                <a:spcPct val="80000"/>
              </a:lnSpc>
              <a:spcBef>
                <a:spcPct val="50000"/>
              </a:spcBef>
              <a:buFontTx/>
              <a:buNone/>
            </a:pPr>
            <a:r>
              <a:rPr kumimoji="1" lang="en-US" altLang="zh-CN" sz="2400">
                <a:latin typeface="宋体" panose="02010600030101010101" pitchFamily="2" charset="-122"/>
              </a:rPr>
              <a:t>   </a:t>
            </a:r>
            <a:r>
              <a:rPr kumimoji="1" lang="zh-CN" altLang="en-US" sz="2400">
                <a:latin typeface="宋体" panose="02010600030101010101" pitchFamily="2" charset="-122"/>
              </a:rPr>
              <a:t>及</a:t>
            </a:r>
            <a:r>
              <a:rPr kumimoji="1" lang="en-US" altLang="zh-CN" sz="2400" i="1">
                <a:solidFill>
                  <a:srgbClr val="FF0000"/>
                </a:solidFill>
                <a:latin typeface="Times New Roman" panose="02020603050405020304" pitchFamily="18" charset="0"/>
              </a:rPr>
              <a:t>c'd'</a:t>
            </a:r>
            <a:r>
              <a:rPr kumimoji="1" lang="zh-CN" altLang="en-US" sz="2400">
                <a:latin typeface="宋体" panose="02010600030101010101" pitchFamily="2" charset="-122"/>
              </a:rPr>
              <a:t>，即为所求。</a:t>
            </a:r>
            <a:r>
              <a:rPr kumimoji="1" lang="zh-CN" altLang="en-US" sz="2400" b="0">
                <a:latin typeface="宋体" panose="02010600030101010101" pitchFamily="2" charset="-122"/>
              </a:rPr>
              <a:t> </a:t>
            </a:r>
          </a:p>
        </p:txBody>
      </p:sp>
      <p:sp>
        <p:nvSpPr>
          <p:cNvPr id="36" name="Rectangle 35">
            <a:extLst>
              <a:ext uri="{FF2B5EF4-FFF2-40B4-BE49-F238E27FC236}">
                <a16:creationId xmlns:a16="http://schemas.microsoft.com/office/drawing/2014/main" id="{7B3DA61B-55C6-63F9-0AF1-1FDC3E480DBA}"/>
              </a:ext>
            </a:extLst>
          </p:cNvPr>
          <p:cNvSpPr>
            <a:spLocks noChangeArrowheads="1"/>
          </p:cNvSpPr>
          <p:nvPr/>
        </p:nvSpPr>
        <p:spPr bwMode="auto">
          <a:xfrm>
            <a:off x="3933825" y="4585165"/>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e</a:t>
            </a:r>
          </a:p>
        </p:txBody>
      </p:sp>
      <p:sp>
        <p:nvSpPr>
          <p:cNvPr id="37" name="Rectangle 36">
            <a:extLst>
              <a:ext uri="{FF2B5EF4-FFF2-40B4-BE49-F238E27FC236}">
                <a16:creationId xmlns:a16="http://schemas.microsoft.com/office/drawing/2014/main" id="{0EE6E701-FB30-58E5-B607-D206FB82EB72}"/>
              </a:ext>
            </a:extLst>
          </p:cNvPr>
          <p:cNvSpPr>
            <a:spLocks noChangeArrowheads="1"/>
          </p:cNvSpPr>
          <p:nvPr/>
        </p:nvSpPr>
        <p:spPr bwMode="auto">
          <a:xfrm>
            <a:off x="4178300" y="2208677"/>
            <a:ext cx="40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e'</a:t>
            </a:r>
          </a:p>
        </p:txBody>
      </p:sp>
      <p:sp>
        <p:nvSpPr>
          <p:cNvPr id="38" name="Text Box 37">
            <a:extLst>
              <a:ext uri="{FF2B5EF4-FFF2-40B4-BE49-F238E27FC236}">
                <a16:creationId xmlns:a16="http://schemas.microsoft.com/office/drawing/2014/main" id="{A30CE60A-BAB8-E6A4-702B-C2BBD3F202EA}"/>
              </a:ext>
            </a:extLst>
          </p:cNvPr>
          <p:cNvSpPr txBox="1">
            <a:spLocks noChangeArrowheads="1"/>
          </p:cNvSpPr>
          <p:nvPr/>
        </p:nvSpPr>
        <p:spPr bwMode="auto">
          <a:xfrm>
            <a:off x="2011362" y="606890"/>
            <a:ext cx="8169275" cy="830262"/>
          </a:xfrm>
          <a:prstGeom prst="rect">
            <a:avLst/>
          </a:prstGeom>
          <a:noFill/>
          <a:ln w="9525">
            <a:noFill/>
            <a:miter lim="800000"/>
            <a:headEnd/>
            <a:tailEnd/>
          </a:ln>
          <a:effectLst/>
        </p:spPr>
        <p:txBody>
          <a:bodyPr>
            <a:spAutoFit/>
          </a:bodyPr>
          <a:lstStyle/>
          <a:p>
            <a:pPr eaLnBrk="1" hangingPunct="1">
              <a:defRPr/>
            </a:pPr>
            <a:r>
              <a:rPr kumimoji="1" lang="zh-CN" altLang="en-US" sz="2400" b="1" dirty="0">
                <a:latin typeface="宋体" pitchFamily="2" charset="-122"/>
              </a:rPr>
              <a:t>例</a:t>
            </a:r>
            <a:r>
              <a:rPr kumimoji="1" lang="en-US" altLang="zh-CN" sz="2400" b="1" dirty="0">
                <a:latin typeface="宋体" pitchFamily="2" charset="-122"/>
              </a:rPr>
              <a:t>2  </a:t>
            </a:r>
            <a:r>
              <a:rPr kumimoji="1" lang="zh-CN" altLang="en-US" sz="2400" b="1" dirty="0">
                <a:latin typeface="宋体" pitchFamily="2" charset="-122"/>
              </a:rPr>
              <a:t>已知四边形平面</a:t>
            </a:r>
            <a:r>
              <a:rPr kumimoji="1" lang="en-US" altLang="zh-CN" sz="2400" b="1" i="1" dirty="0"/>
              <a:t>ABCD</a:t>
            </a:r>
            <a:r>
              <a:rPr kumimoji="1" lang="zh-CN" altLang="en-US" sz="2400" b="1" dirty="0">
                <a:latin typeface="宋体" pitchFamily="2" charset="-122"/>
              </a:rPr>
              <a:t>的</a:t>
            </a:r>
            <a:r>
              <a:rPr kumimoji="1" lang="en-US" altLang="zh-CN" sz="2400" b="1" i="1" dirty="0"/>
              <a:t>H</a:t>
            </a:r>
            <a:r>
              <a:rPr kumimoji="1" lang="zh-CN" altLang="en-US" sz="2400" b="1" dirty="0">
                <a:latin typeface="宋体" pitchFamily="2" charset="-122"/>
              </a:rPr>
              <a:t>投影</a:t>
            </a:r>
            <a:r>
              <a:rPr kumimoji="1" lang="en-US" altLang="zh-CN" sz="2400" b="1" i="1" dirty="0" err="1"/>
              <a:t>abc</a:t>
            </a:r>
            <a:r>
              <a:rPr kumimoji="1" lang="en-US" altLang="zh-CN" sz="2400" b="1" i="1" dirty="0" err="1">
                <a:latin typeface="宋体" pitchFamily="2" charset="-122"/>
              </a:rPr>
              <a:t>d</a:t>
            </a:r>
            <a:r>
              <a:rPr kumimoji="1" lang="zh-CN" altLang="en-US" sz="2400" b="1" dirty="0">
                <a:latin typeface="宋体" pitchFamily="2" charset="-122"/>
              </a:rPr>
              <a:t>和</a:t>
            </a:r>
            <a:r>
              <a:rPr kumimoji="1" lang="en-US" altLang="zh-CN" sz="2400" b="1" i="1" dirty="0"/>
              <a:t>ABC</a:t>
            </a:r>
            <a:r>
              <a:rPr kumimoji="1" lang="zh-CN" altLang="en-US" sz="2400" b="1" dirty="0">
                <a:latin typeface="宋体" pitchFamily="2" charset="-122"/>
              </a:rPr>
              <a:t>的</a:t>
            </a:r>
            <a:r>
              <a:rPr kumimoji="1" lang="en-US" altLang="zh-CN" sz="2400" b="1" i="1" dirty="0"/>
              <a:t>V </a:t>
            </a:r>
            <a:r>
              <a:rPr kumimoji="1" lang="zh-CN" altLang="en-US" sz="2400" b="1" dirty="0">
                <a:latin typeface="宋体" pitchFamily="2" charset="-122"/>
              </a:rPr>
              <a:t>投影</a:t>
            </a:r>
            <a:r>
              <a:rPr kumimoji="1" lang="en-US" altLang="zh-CN" sz="2400" b="1" i="1" dirty="0"/>
              <a:t>a'</a:t>
            </a:r>
            <a:r>
              <a:rPr kumimoji="1" lang="en-US" altLang="zh-CN" sz="2400" dirty="0">
                <a:effectLst>
                  <a:outerShdw blurRad="38100" dist="38100" dir="2700000" algn="tl">
                    <a:srgbClr val="C0C0C0"/>
                  </a:outerShdw>
                </a:effectLst>
              </a:rPr>
              <a:t> </a:t>
            </a:r>
            <a:r>
              <a:rPr kumimoji="1" lang="en-US" altLang="zh-CN" sz="2400" b="1" i="1" dirty="0"/>
              <a:t>b'</a:t>
            </a:r>
            <a:r>
              <a:rPr kumimoji="1" lang="en-US" altLang="zh-CN" sz="2400" dirty="0">
                <a:effectLst>
                  <a:outerShdw blurRad="38100" dist="38100" dir="2700000" algn="tl">
                    <a:srgbClr val="C0C0C0"/>
                  </a:outerShdw>
                </a:effectLst>
              </a:rPr>
              <a:t> </a:t>
            </a:r>
            <a:r>
              <a:rPr kumimoji="1" lang="en-US" altLang="zh-CN" sz="2400" b="1" i="1" dirty="0"/>
              <a:t>c'</a:t>
            </a:r>
            <a:r>
              <a:rPr kumimoji="1" lang="en-US" altLang="zh-CN" sz="2400" dirty="0">
                <a:effectLst>
                  <a:outerShdw blurRad="38100" dist="38100" dir="2700000" algn="tl">
                    <a:srgbClr val="C0C0C0"/>
                  </a:outerShdw>
                </a:effectLst>
              </a:rPr>
              <a:t> </a:t>
            </a:r>
            <a:r>
              <a:rPr kumimoji="1" lang="zh-CN" altLang="en-US" sz="2400" b="1" dirty="0">
                <a:latin typeface="宋体" pitchFamily="2" charset="-122"/>
              </a:rPr>
              <a:t>，试完成其</a:t>
            </a:r>
            <a:r>
              <a:rPr kumimoji="1" lang="en-US" altLang="zh-CN" sz="2400" b="1" i="1" dirty="0"/>
              <a:t>V</a:t>
            </a:r>
            <a:r>
              <a:rPr kumimoji="1" lang="zh-CN" altLang="en-US" sz="2400" b="1" dirty="0">
                <a:latin typeface="宋体" pitchFamily="2" charset="-122"/>
              </a:rPr>
              <a:t>投影</a:t>
            </a:r>
            <a:r>
              <a:rPr kumimoji="1" lang="zh-CN" altLang="en-US" sz="2400" b="1" dirty="0"/>
              <a:t> 。</a:t>
            </a:r>
          </a:p>
        </p:txBody>
      </p:sp>
      <p:sp>
        <p:nvSpPr>
          <p:cNvPr id="39" name="Rectangle 38">
            <a:extLst>
              <a:ext uri="{FF2B5EF4-FFF2-40B4-BE49-F238E27FC236}">
                <a16:creationId xmlns:a16="http://schemas.microsoft.com/office/drawing/2014/main" id="{489632BD-6E44-4D3A-8697-8EC49524B8FF}"/>
              </a:ext>
            </a:extLst>
          </p:cNvPr>
          <p:cNvSpPr>
            <a:spLocks noChangeArrowheads="1"/>
          </p:cNvSpPr>
          <p:nvPr/>
        </p:nvSpPr>
        <p:spPr bwMode="auto">
          <a:xfrm>
            <a:off x="5789612" y="3577102"/>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32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400">
                <a:solidFill>
                  <a:schemeClr val="tx1"/>
                </a:solidFill>
                <a:latin typeface="Arial" panose="020B0604020202020204" pitchFamily="34" charset="0"/>
                <a:ea typeface="华文隶书" panose="020108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隶书" panose="020108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隶书" panose="02010800040101010101" pitchFamily="2" charset="-122"/>
              </a:defRPr>
            </a:lvl9pPr>
          </a:lstStyle>
          <a:p>
            <a:pPr eaLnBrk="1" hangingPunct="1">
              <a:spcBef>
                <a:spcPct val="0"/>
              </a:spcBef>
              <a:buFontTx/>
              <a:buNone/>
            </a:pPr>
            <a:r>
              <a:rPr kumimoji="1" lang="en-US" altLang="zh-CN" sz="2400" i="1">
                <a:solidFill>
                  <a:schemeClr val="accent2"/>
                </a:solidFill>
                <a:latin typeface="Times New Roman" panose="02020603050405020304" pitchFamily="18" charset="0"/>
              </a:rPr>
              <a:t>O</a:t>
            </a:r>
          </a:p>
        </p:txBody>
      </p:sp>
    </p:spTree>
    <p:extLst>
      <p:ext uri="{BB962C8B-B14F-4D97-AF65-F5344CB8AC3E}">
        <p14:creationId xmlns:p14="http://schemas.microsoft.com/office/powerpoint/2010/main" val="1256066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2">
                                            <p:txEl>
                                              <p:pRg st="0" end="0"/>
                                            </p:txEl>
                                          </p:spTgt>
                                        </p:tgtEl>
                                        <p:attrNameLst>
                                          <p:attrName>style.visibility</p:attrName>
                                        </p:attrNameLst>
                                      </p:cBhvr>
                                      <p:to>
                                        <p:strVal val="visible"/>
                                      </p:to>
                                    </p:set>
                                    <p:animEffect transition="in" filter="wipe(left)">
                                      <p:cBhvr>
                                        <p:cTn id="24" dur="500"/>
                                        <p:tgtEl>
                                          <p:spTgt spid="32">
                                            <p:txEl>
                                              <p:pRg st="0" end="0"/>
                                            </p:txEl>
                                          </p:spTgt>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36">
                                            <p:txEl>
                                              <p:pRg st="0" end="0"/>
                                            </p:txEl>
                                          </p:spTgt>
                                        </p:tgtEl>
                                        <p:attrNameLst>
                                          <p:attrName>style.visibility</p:attrName>
                                        </p:attrNameLst>
                                      </p:cBhvr>
                                      <p:to>
                                        <p:strVal val="visible"/>
                                      </p:to>
                                    </p:set>
                                    <p:animEffect transition="in" filter="wipe(left)">
                                      <p:cBhvr>
                                        <p:cTn id="32" dur="500"/>
                                        <p:tgtEl>
                                          <p:spTgt spid="3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
                                            <p:txEl>
                                              <p:pRg st="0" end="0"/>
                                            </p:txEl>
                                          </p:spTgt>
                                        </p:tgtEl>
                                        <p:attrNameLst>
                                          <p:attrName>style.visibility</p:attrName>
                                        </p:attrNameLst>
                                      </p:cBhvr>
                                      <p:to>
                                        <p:strVal val="visible"/>
                                      </p:to>
                                    </p:set>
                                    <p:animEffect transition="in" filter="wipe(left)">
                                      <p:cBhvr>
                                        <p:cTn id="37" dur="500"/>
                                        <p:tgtEl>
                                          <p:spTgt spid="33">
                                            <p:txEl>
                                              <p:pRg st="0" end="0"/>
                                            </p:txEl>
                                          </p:spTgt>
                                        </p:tgtEl>
                                      </p:cBhvr>
                                    </p:animEffect>
                                  </p:childTnLst>
                                </p:cTn>
                              </p:par>
                            </p:childTnLst>
                          </p:cTn>
                        </p:par>
                        <p:par>
                          <p:cTn id="38" fill="hold">
                            <p:stCondLst>
                              <p:cond delay="500"/>
                            </p:stCondLst>
                            <p:childTnLst>
                              <p:par>
                                <p:cTn id="39" presetID="22" presetClass="entr" presetSubtype="4"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37">
                                            <p:txEl>
                                              <p:pRg st="0" end="0"/>
                                            </p:txEl>
                                          </p:spTgt>
                                        </p:tgtEl>
                                        <p:attrNameLst>
                                          <p:attrName>style.visibility</p:attrName>
                                        </p:attrNameLst>
                                      </p:cBhvr>
                                      <p:to>
                                        <p:strVal val="visible"/>
                                      </p:to>
                                    </p:set>
                                    <p:animEffect transition="in" filter="wipe(left)">
                                      <p:cBhvr>
                                        <p:cTn id="45" dur="500"/>
                                        <p:tgtEl>
                                          <p:spTgt spid="37">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4">
                                            <p:txEl>
                                              <p:pRg st="0" end="0"/>
                                            </p:txEl>
                                          </p:spTgt>
                                        </p:tgtEl>
                                        <p:attrNameLst>
                                          <p:attrName>style.visibility</p:attrName>
                                        </p:attrNameLst>
                                      </p:cBhvr>
                                      <p:to>
                                        <p:strVal val="visible"/>
                                      </p:to>
                                    </p:set>
                                    <p:animEffect transition="in" filter="wipe(left)">
                                      <p:cBhvr>
                                        <p:cTn id="50" dur="500"/>
                                        <p:tgtEl>
                                          <p:spTgt spid="34">
                                            <p:txEl>
                                              <p:pRg st="0" end="0"/>
                                            </p:txEl>
                                          </p:spTgt>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34">
                                            <p:txEl>
                                              <p:pRg st="1" end="1"/>
                                            </p:txEl>
                                          </p:spTgt>
                                        </p:tgtEl>
                                        <p:attrNameLst>
                                          <p:attrName>style.visibility</p:attrName>
                                        </p:attrNameLst>
                                      </p:cBhvr>
                                      <p:to>
                                        <p:strVal val="visible"/>
                                      </p:to>
                                    </p:set>
                                    <p:animEffect transition="in" filter="wipe(left)">
                                      <p:cBhvr>
                                        <p:cTn id="54" dur="500"/>
                                        <p:tgtEl>
                                          <p:spTgt spid="34">
                                            <p:txEl>
                                              <p:pRg st="1" end="1"/>
                                            </p:txEl>
                                          </p:spTgt>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par>
                          <p:cTn id="59" fill="hold">
                            <p:stCondLst>
                              <p:cond delay="1500"/>
                            </p:stCondLst>
                            <p:childTnLst>
                              <p:par>
                                <p:cTn id="60" presetID="22" presetClass="entr" presetSubtype="4"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down)">
                                      <p:cBhvr>
                                        <p:cTn id="62" dur="500"/>
                                        <p:tgtEl>
                                          <p:spTgt spid="9"/>
                                        </p:tgtEl>
                                      </p:cBhvr>
                                    </p:animEffect>
                                  </p:childTnLst>
                                </p:cTn>
                              </p:par>
                            </p:childTnLst>
                          </p:cTn>
                        </p:par>
                        <p:par>
                          <p:cTn id="63" fill="hold">
                            <p:stCondLst>
                              <p:cond delay="2000"/>
                            </p:stCondLst>
                            <p:childTnLst>
                              <p:par>
                                <p:cTn id="64" presetID="26" presetClass="entr" presetSubtype="0" fill="hold" grpId="0" nodeType="afterEffect">
                                  <p:stCondLst>
                                    <p:cond delay="0"/>
                                  </p:stCondLst>
                                  <p:childTnLst>
                                    <p:set>
                                      <p:cBhvr>
                                        <p:cTn id="65" dur="1" fill="hold">
                                          <p:stCondLst>
                                            <p:cond delay="0"/>
                                          </p:stCondLst>
                                        </p:cTn>
                                        <p:tgtEl>
                                          <p:spTgt spid="12">
                                            <p:txEl>
                                              <p:pRg st="0" end="0"/>
                                            </p:txEl>
                                          </p:spTgt>
                                        </p:tgtEl>
                                        <p:attrNameLst>
                                          <p:attrName>style.visibility</p:attrName>
                                        </p:attrNameLst>
                                      </p:cBhvr>
                                      <p:to>
                                        <p:strVal val="visible"/>
                                      </p:to>
                                    </p:set>
                                    <p:animEffect transition="in" filter="wipe(down)">
                                      <p:cBhvr>
                                        <p:cTn id="66" dur="290">
                                          <p:stCondLst>
                                            <p:cond delay="0"/>
                                          </p:stCondLst>
                                        </p:cTn>
                                        <p:tgtEl>
                                          <p:spTgt spid="12">
                                            <p:txEl>
                                              <p:pRg st="0" end="0"/>
                                            </p:txEl>
                                          </p:spTgt>
                                        </p:tgtEl>
                                      </p:cBhvr>
                                    </p:animEffect>
                                    <p:anim calcmode="lin" valueType="num">
                                      <p:cBhvr>
                                        <p:cTn id="67" dur="911" tmFilter="0,0; 0.14,0.36; 0.43,0.73; 0.71,0.91; 1.0,1.0">
                                          <p:stCondLst>
                                            <p:cond delay="0"/>
                                          </p:stCondLst>
                                        </p:cTn>
                                        <p:tgtEl>
                                          <p:spTgt spid="12">
                                            <p:txEl>
                                              <p:pRg st="0" end="0"/>
                                            </p:txEl>
                                          </p:spTgt>
                                        </p:tgtEl>
                                        <p:attrNameLst>
                                          <p:attrName>ppt_x</p:attrName>
                                        </p:attrNameLst>
                                      </p:cBhvr>
                                      <p:tavLst>
                                        <p:tav tm="0">
                                          <p:val>
                                            <p:strVal val="#ppt_x-0.25"/>
                                          </p:val>
                                        </p:tav>
                                        <p:tav tm="100000">
                                          <p:val>
                                            <p:strVal val="#ppt_x"/>
                                          </p:val>
                                        </p:tav>
                                      </p:tavLst>
                                    </p:anim>
                                    <p:anim calcmode="lin" valueType="num">
                                      <p:cBhvr>
                                        <p:cTn id="68" dur="332" tmFilter="0.0,0.0; 0.25,0.07; 0.50,0.2; 0.75,0.467; 1.0,1.0">
                                          <p:stCondLst>
                                            <p:cond delay="0"/>
                                          </p:stCondLst>
                                        </p:cTn>
                                        <p:tgtEl>
                                          <p:spTgt spid="12">
                                            <p:txEl>
                                              <p:pRg st="0" end="0"/>
                                            </p:txEl>
                                          </p:spTgt>
                                        </p:tgtEl>
                                        <p:attrNameLst>
                                          <p:attrName>ppt_y</p:attrName>
                                        </p:attrNameLst>
                                      </p:cBhvr>
                                      <p:tavLst>
                                        <p:tav tm="0" fmla="#ppt_y-sin(pi*$)/3">
                                          <p:val>
                                            <p:fltVal val="0.5"/>
                                          </p:val>
                                        </p:tav>
                                        <p:tav tm="100000">
                                          <p:val>
                                            <p:fltVal val="1"/>
                                          </p:val>
                                        </p:tav>
                                      </p:tavLst>
                                    </p:anim>
                                    <p:anim calcmode="lin" valueType="num">
                                      <p:cBhvr>
                                        <p:cTn id="69" dur="332" tmFilter="0, 0; 0.125,0.2665; 0.25,0.4; 0.375,0.465; 0.5,0.5;  0.625,0.535; 0.75,0.6; 0.875,0.7335; 1,1">
                                          <p:stCondLst>
                                            <p:cond delay="332"/>
                                          </p:stCondLst>
                                        </p:cTn>
                                        <p:tgtEl>
                                          <p:spTgt spid="12">
                                            <p:txEl>
                                              <p:pRg st="0" end="0"/>
                                            </p:txEl>
                                          </p:spTgt>
                                        </p:tgtEl>
                                        <p:attrNameLst>
                                          <p:attrName>ppt_y</p:attrName>
                                        </p:attrNameLst>
                                      </p:cBhvr>
                                      <p:tavLst>
                                        <p:tav tm="0" fmla="#ppt_y-sin(pi*$)/9">
                                          <p:val>
                                            <p:fltVal val="0"/>
                                          </p:val>
                                        </p:tav>
                                        <p:tav tm="100000">
                                          <p:val>
                                            <p:fltVal val="1"/>
                                          </p:val>
                                        </p:tav>
                                      </p:tavLst>
                                    </p:anim>
                                    <p:anim calcmode="lin" valueType="num">
                                      <p:cBhvr>
                                        <p:cTn id="70" dur="166" tmFilter="0, 0; 0.125,0.2665; 0.25,0.4; 0.375,0.465; 0.5,0.5;  0.625,0.535; 0.75,0.6; 0.875,0.7335; 1,1">
                                          <p:stCondLst>
                                            <p:cond delay="662"/>
                                          </p:stCondLst>
                                        </p:cTn>
                                        <p:tgtEl>
                                          <p:spTgt spid="12">
                                            <p:txEl>
                                              <p:pRg st="0" end="0"/>
                                            </p:txEl>
                                          </p:spTgt>
                                        </p:tgtEl>
                                        <p:attrNameLst>
                                          <p:attrName>ppt_y</p:attrName>
                                        </p:attrNameLst>
                                      </p:cBhvr>
                                      <p:tavLst>
                                        <p:tav tm="0" fmla="#ppt_y-sin(pi*$)/27">
                                          <p:val>
                                            <p:fltVal val="0"/>
                                          </p:val>
                                        </p:tav>
                                        <p:tav tm="100000">
                                          <p:val>
                                            <p:fltVal val="1"/>
                                          </p:val>
                                        </p:tav>
                                      </p:tavLst>
                                    </p:anim>
                                    <p:anim calcmode="lin" valueType="num">
                                      <p:cBhvr>
                                        <p:cTn id="71" dur="82" tmFilter="0, 0; 0.125,0.2665; 0.25,0.4; 0.375,0.465; 0.5,0.5;  0.625,0.535; 0.75,0.6; 0.875,0.7335; 1,1">
                                          <p:stCondLst>
                                            <p:cond delay="828"/>
                                          </p:stCondLst>
                                        </p:cTn>
                                        <p:tgtEl>
                                          <p:spTgt spid="12">
                                            <p:txEl>
                                              <p:pRg st="0" end="0"/>
                                            </p:txEl>
                                          </p:spTgt>
                                        </p:tgtEl>
                                        <p:attrNameLst>
                                          <p:attrName>ppt_y</p:attrName>
                                        </p:attrNameLst>
                                      </p:cBhvr>
                                      <p:tavLst>
                                        <p:tav tm="0" fmla="#ppt_y-sin(pi*$)/81">
                                          <p:val>
                                            <p:fltVal val="0"/>
                                          </p:val>
                                        </p:tav>
                                        <p:tav tm="100000">
                                          <p:val>
                                            <p:fltVal val="1"/>
                                          </p:val>
                                        </p:tav>
                                      </p:tavLst>
                                    </p:anim>
                                    <p:animScale>
                                      <p:cBhvr>
                                        <p:cTn id="72" dur="13">
                                          <p:stCondLst>
                                            <p:cond delay="325"/>
                                          </p:stCondLst>
                                        </p:cTn>
                                        <p:tgtEl>
                                          <p:spTgt spid="12">
                                            <p:txEl>
                                              <p:pRg st="0" end="0"/>
                                            </p:txEl>
                                          </p:spTgt>
                                        </p:tgtEl>
                                      </p:cBhvr>
                                      <p:to x="100000" y="60000"/>
                                    </p:animScale>
                                    <p:animScale>
                                      <p:cBhvr>
                                        <p:cTn id="73" dur="83" decel="50000">
                                          <p:stCondLst>
                                            <p:cond delay="338"/>
                                          </p:stCondLst>
                                        </p:cTn>
                                        <p:tgtEl>
                                          <p:spTgt spid="12">
                                            <p:txEl>
                                              <p:pRg st="0" end="0"/>
                                            </p:txEl>
                                          </p:spTgt>
                                        </p:tgtEl>
                                      </p:cBhvr>
                                      <p:to x="100000" y="100000"/>
                                    </p:animScale>
                                    <p:animScale>
                                      <p:cBhvr>
                                        <p:cTn id="74" dur="13">
                                          <p:stCondLst>
                                            <p:cond delay="656"/>
                                          </p:stCondLst>
                                        </p:cTn>
                                        <p:tgtEl>
                                          <p:spTgt spid="12">
                                            <p:txEl>
                                              <p:pRg st="0" end="0"/>
                                            </p:txEl>
                                          </p:spTgt>
                                        </p:tgtEl>
                                      </p:cBhvr>
                                      <p:to x="100000" y="80000"/>
                                    </p:animScale>
                                    <p:animScale>
                                      <p:cBhvr>
                                        <p:cTn id="75" dur="83" decel="50000">
                                          <p:stCondLst>
                                            <p:cond delay="669"/>
                                          </p:stCondLst>
                                        </p:cTn>
                                        <p:tgtEl>
                                          <p:spTgt spid="12">
                                            <p:txEl>
                                              <p:pRg st="0" end="0"/>
                                            </p:txEl>
                                          </p:spTgt>
                                        </p:tgtEl>
                                      </p:cBhvr>
                                      <p:to x="100000" y="100000"/>
                                    </p:animScale>
                                    <p:animScale>
                                      <p:cBhvr>
                                        <p:cTn id="76" dur="13">
                                          <p:stCondLst>
                                            <p:cond delay="821"/>
                                          </p:stCondLst>
                                        </p:cTn>
                                        <p:tgtEl>
                                          <p:spTgt spid="12">
                                            <p:txEl>
                                              <p:pRg st="0" end="0"/>
                                            </p:txEl>
                                          </p:spTgt>
                                        </p:tgtEl>
                                      </p:cBhvr>
                                      <p:to x="100000" y="90000"/>
                                    </p:animScale>
                                    <p:animScale>
                                      <p:cBhvr>
                                        <p:cTn id="77" dur="83" decel="50000">
                                          <p:stCondLst>
                                            <p:cond delay="834"/>
                                          </p:stCondLst>
                                        </p:cTn>
                                        <p:tgtEl>
                                          <p:spTgt spid="12">
                                            <p:txEl>
                                              <p:pRg st="0" end="0"/>
                                            </p:txEl>
                                          </p:spTgt>
                                        </p:tgtEl>
                                      </p:cBhvr>
                                      <p:to x="100000" y="100000"/>
                                    </p:animScale>
                                    <p:animScale>
                                      <p:cBhvr>
                                        <p:cTn id="78" dur="13">
                                          <p:stCondLst>
                                            <p:cond delay="904"/>
                                          </p:stCondLst>
                                        </p:cTn>
                                        <p:tgtEl>
                                          <p:spTgt spid="12">
                                            <p:txEl>
                                              <p:pRg st="0" end="0"/>
                                            </p:txEl>
                                          </p:spTgt>
                                        </p:tgtEl>
                                      </p:cBhvr>
                                      <p:to x="100000" y="95000"/>
                                    </p:animScale>
                                    <p:animScale>
                                      <p:cBhvr>
                                        <p:cTn id="79" dur="83" decel="50000">
                                          <p:stCondLst>
                                            <p:cond delay="917"/>
                                          </p:stCondLst>
                                        </p:cTn>
                                        <p:tgtEl>
                                          <p:spTgt spid="12">
                                            <p:txEl>
                                              <p:pRg st="0" end="0"/>
                                            </p:txEl>
                                          </p:spTgt>
                                        </p:tgtEl>
                                      </p:cBhvr>
                                      <p:to x="100000" y="100000"/>
                                    </p:animScale>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35">
                                            <p:txEl>
                                              <p:pRg st="0" end="0"/>
                                            </p:txEl>
                                          </p:spTgt>
                                        </p:tgtEl>
                                        <p:attrNameLst>
                                          <p:attrName>style.visibility</p:attrName>
                                        </p:attrNameLst>
                                      </p:cBhvr>
                                      <p:to>
                                        <p:strVal val="visible"/>
                                      </p:to>
                                    </p:set>
                                    <p:animEffect transition="in" filter="wipe(left)">
                                      <p:cBhvr>
                                        <p:cTn id="84" dur="500"/>
                                        <p:tgtEl>
                                          <p:spTgt spid="35">
                                            <p:txEl>
                                              <p:pRg st="0" end="0"/>
                                            </p:txEl>
                                          </p:spTgt>
                                        </p:tgtEl>
                                      </p:cBhvr>
                                    </p:animEffect>
                                  </p:childTnLst>
                                </p:cTn>
                              </p:par>
                            </p:childTnLst>
                          </p:cTn>
                        </p:par>
                        <p:par>
                          <p:cTn id="85" fill="hold">
                            <p:stCondLst>
                              <p:cond delay="500"/>
                            </p:stCondLst>
                            <p:childTnLst>
                              <p:par>
                                <p:cTn id="86" presetID="22" presetClass="entr" presetSubtype="8" fill="hold" grpId="0" nodeType="afterEffect">
                                  <p:stCondLst>
                                    <p:cond delay="0"/>
                                  </p:stCondLst>
                                  <p:childTnLst>
                                    <p:set>
                                      <p:cBhvr>
                                        <p:cTn id="87" dur="1" fill="hold">
                                          <p:stCondLst>
                                            <p:cond delay="0"/>
                                          </p:stCondLst>
                                        </p:cTn>
                                        <p:tgtEl>
                                          <p:spTgt spid="35">
                                            <p:txEl>
                                              <p:pRg st="1" end="1"/>
                                            </p:txEl>
                                          </p:spTgt>
                                        </p:tgtEl>
                                        <p:attrNameLst>
                                          <p:attrName>style.visibility</p:attrName>
                                        </p:attrNameLst>
                                      </p:cBhvr>
                                      <p:to>
                                        <p:strVal val="visible"/>
                                      </p:to>
                                    </p:set>
                                    <p:animEffect transition="in" filter="wipe(left)">
                                      <p:cBhvr>
                                        <p:cTn id="88" dur="500"/>
                                        <p:tgtEl>
                                          <p:spTgt spid="35">
                                            <p:txEl>
                                              <p:pRg st="1" end="1"/>
                                            </p:txEl>
                                          </p:spTgt>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wipe(left)">
                                      <p:cBhvr>
                                        <p:cTn id="92" dur="500"/>
                                        <p:tgtEl>
                                          <p:spTgt spid="10"/>
                                        </p:tgtEl>
                                      </p:cBhvr>
                                    </p:animEffect>
                                  </p:childTnLst>
                                </p:cTn>
                              </p:par>
                            </p:childTnLst>
                          </p:cTn>
                        </p:par>
                        <p:par>
                          <p:cTn id="93" fill="hold">
                            <p:stCondLst>
                              <p:cond delay="1500"/>
                            </p:stCondLst>
                            <p:childTnLst>
                              <p:par>
                                <p:cTn id="94" presetID="22" presetClass="entr" presetSubtype="8" fill="hold" nodeType="after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wipe(left)">
                                      <p:cBhvr>
                                        <p:cTn id="9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12" grpId="0" build="p" autoUpdateAnimBg="0"/>
      <p:bldP spid="32" grpId="0" build="p" autoUpdateAnimBg="0"/>
      <p:bldP spid="33" grpId="0" build="p" autoUpdateAnimBg="0"/>
      <p:bldP spid="34" grpId="0" build="p" autoUpdateAnimBg="0"/>
      <p:bldP spid="35" grpId="0" build="p" autoUpdateAnimBg="0"/>
      <p:bldP spid="36" grpId="0" build="p" autoUpdateAnimBg="0"/>
      <p:bldP spid="37"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747926" y="2121588"/>
            <a:ext cx="3407984" cy="3677930"/>
          </a:xfrm>
          <a:prstGeom prst="rect">
            <a:avLst/>
          </a:prstGeom>
          <a:noFill/>
        </p:spPr>
        <p:txBody>
          <a:bodyPr wrap="none" lIns="0" tIns="0" rIns="0" bIns="0" rtlCol="0" anchor="t">
            <a:spAutoFit/>
          </a:bodyPr>
          <a:lstStyle/>
          <a:p>
            <a:pPr algn="l"/>
            <a:r>
              <a:rPr lang="en-US" altLang="zh-CN" sz="23900" dirty="0">
                <a:solidFill>
                  <a:schemeClr val="bg1"/>
                </a:solidFill>
                <a:latin typeface="Arial" panose="020B0604020202020204" pitchFamily="34" charset="0"/>
                <a:ea typeface="微软雅黑" panose="020B0503020204020204" pitchFamily="34" charset="-122"/>
              </a:rPr>
              <a:t>03</a:t>
            </a:r>
            <a:endParaRPr lang="zh-CN" altLang="en-US" sz="23900" dirty="0">
              <a:solidFill>
                <a:schemeClr val="bg1"/>
              </a:solidFill>
              <a:latin typeface="Arial" panose="020B0604020202020204" pitchFamily="34" charset="0"/>
              <a:ea typeface="微软雅黑" panose="020B0503020204020204" pitchFamily="34" charset="-122"/>
            </a:endParaRPr>
          </a:p>
        </p:txBody>
      </p:sp>
      <p:sp>
        <p:nvSpPr>
          <p:cNvPr id="8" name="矩形: 圆角 7"/>
          <p:cNvSpPr/>
          <p:nvPr/>
        </p:nvSpPr>
        <p:spPr>
          <a:xfrm>
            <a:off x="108974" y="3426553"/>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192980" y="3596199"/>
            <a:ext cx="1909690" cy="369332"/>
          </a:xfrm>
          <a:prstGeom prst="rect">
            <a:avLst/>
          </a:prstGeom>
          <a:noFill/>
        </p:spPr>
        <p:txBody>
          <a:bodyPr wrap="none" lIns="0" tIns="0" rIns="0" bIns="0" rtlCol="0" anchor="t">
            <a:spAutoFit/>
          </a:bodyPr>
          <a:lstStyle/>
          <a:p>
            <a:pPr algn="l"/>
            <a:r>
              <a:rPr lang="en-US" altLang="zh-CN" sz="2400" dirty="0">
                <a:solidFill>
                  <a:schemeClr val="bg1"/>
                </a:solidFill>
                <a:latin typeface="Arial" panose="020B0604020202020204" pitchFamily="34" charset="0"/>
                <a:ea typeface="微软雅黑" panose="020B0503020204020204" pitchFamily="34" charset="-122"/>
              </a:rPr>
              <a:t>PART THREE</a:t>
            </a:r>
            <a:endParaRPr lang="zh-CN" altLang="en-US" sz="2400" dirty="0">
              <a:solidFill>
                <a:schemeClr val="bg1"/>
              </a:solidFill>
              <a:latin typeface="Arial" panose="020B0604020202020204" pitchFamily="34" charset="0"/>
              <a:ea typeface="微软雅黑" panose="020B0503020204020204" pitchFamily="34" charset="-122"/>
            </a:endParaRPr>
          </a:p>
        </p:txBody>
      </p:sp>
      <p:grpSp>
        <p:nvGrpSpPr>
          <p:cNvPr id="9" name="组合 8"/>
          <p:cNvGrpSpPr/>
          <p:nvPr/>
        </p:nvGrpSpPr>
        <p:grpSpPr>
          <a:xfrm>
            <a:off x="4370879" y="1878716"/>
            <a:ext cx="6796732" cy="2242722"/>
            <a:chOff x="372951" y="1114186"/>
            <a:chExt cx="6796732" cy="2242722"/>
          </a:xfrm>
        </p:grpSpPr>
        <p:sp>
          <p:nvSpPr>
            <p:cNvPr id="10" name="文本框 9"/>
            <p:cNvSpPr txBox="1"/>
            <p:nvPr/>
          </p:nvSpPr>
          <p:spPr>
            <a:xfrm>
              <a:off x="372951" y="1114186"/>
              <a:ext cx="6796732" cy="2031325"/>
            </a:xfrm>
            <a:prstGeom prst="rect">
              <a:avLst/>
            </a:prstGeom>
            <a:noFill/>
          </p:spPr>
          <p:txBody>
            <a:bodyPr wrap="none" lIns="0" tIns="0" rIns="0" bIns="0" rtlCol="0" anchor="t">
              <a:spAutoFit/>
            </a:bodyPr>
            <a:lstStyle/>
            <a:p>
              <a:pPr algn="ctr"/>
              <a:r>
                <a:rPr lang="zh-CN" altLang="en-US" sz="6600" b="1" dirty="0">
                  <a:solidFill>
                    <a:schemeClr val="bg1"/>
                  </a:solidFill>
                  <a:latin typeface="黑体" pitchFamily="2" charset="-122"/>
                  <a:ea typeface="黑体" pitchFamily="2" charset="-122"/>
                </a:rPr>
                <a:t>基本立体及其表面</a:t>
              </a:r>
              <a:endParaRPr lang="en-US" altLang="zh-CN" sz="6600" b="1" dirty="0">
                <a:solidFill>
                  <a:schemeClr val="bg1"/>
                </a:solidFill>
                <a:latin typeface="黑体" pitchFamily="2" charset="-122"/>
                <a:ea typeface="黑体" pitchFamily="2" charset="-122"/>
              </a:endParaRPr>
            </a:p>
            <a:p>
              <a:pPr algn="ctr"/>
              <a:r>
                <a:rPr lang="zh-CN" altLang="en-US" sz="6600" b="1" dirty="0">
                  <a:solidFill>
                    <a:schemeClr val="bg1"/>
                  </a:solidFill>
                  <a:latin typeface="黑体" pitchFamily="2" charset="-122"/>
                  <a:ea typeface="黑体" pitchFamily="2" charset="-122"/>
                </a:rPr>
                <a:t>交线的投影</a:t>
              </a:r>
              <a:endParaRPr kumimoji="1" lang="zh-CN" altLang="en-US" sz="6600" dirty="0">
                <a:solidFill>
                  <a:schemeClr val="bg1"/>
                </a:solidFill>
                <a:latin typeface="Arial" panose="020B0604020202020204" pitchFamily="34" charset="0"/>
                <a:ea typeface="微软雅黑" panose="020B0503020204020204" pitchFamily="34" charset="-122"/>
                <a:sym typeface="+mn-ea"/>
              </a:endParaRPr>
            </a:p>
          </p:txBody>
        </p:sp>
        <p:sp>
          <p:nvSpPr>
            <p:cNvPr id="11" name="文本框 10"/>
            <p:cNvSpPr txBox="1"/>
            <p:nvPr/>
          </p:nvSpPr>
          <p:spPr>
            <a:xfrm>
              <a:off x="1905370" y="3080048"/>
              <a:ext cx="4874895"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1608119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25D1C9-FADB-83C4-AA05-A6B8D7AEB702}"/>
              </a:ext>
            </a:extLst>
          </p:cNvPr>
          <p:cNvSpPr>
            <a:spLocks noGrp="1"/>
          </p:cNvSpPr>
          <p:nvPr>
            <p:ph type="title"/>
          </p:nvPr>
        </p:nvSpPr>
        <p:spPr>
          <a:xfrm>
            <a:off x="718871" y="473540"/>
            <a:ext cx="4813123" cy="441964"/>
          </a:xfrm>
        </p:spPr>
        <p:txBody>
          <a:bodyPr/>
          <a:lstStyle/>
          <a:p>
            <a:endParaRPr lang="zh-CN" altLang="en-US"/>
          </a:p>
        </p:txBody>
      </p:sp>
      <p:sp>
        <p:nvSpPr>
          <p:cNvPr id="3" name="Rectangle 2">
            <a:extLst>
              <a:ext uri="{FF2B5EF4-FFF2-40B4-BE49-F238E27FC236}">
                <a16:creationId xmlns:a16="http://schemas.microsoft.com/office/drawing/2014/main" id="{9AD7E70F-BF45-0FFF-E4E0-671AEC31C473}"/>
              </a:ext>
            </a:extLst>
          </p:cNvPr>
          <p:cNvSpPr txBox="1">
            <a:spLocks noChangeArrowheads="1"/>
          </p:cNvSpPr>
          <p:nvPr/>
        </p:nvSpPr>
        <p:spPr bwMode="auto">
          <a:xfrm>
            <a:off x="4618304" y="-133350"/>
            <a:ext cx="3390900" cy="885826"/>
          </a:xfrm>
          <a:prstGeom prst="rect">
            <a:avLst/>
          </a:prstGeom>
          <a:noFill/>
          <a:ln w="9525">
            <a:noFill/>
            <a:miter lim="800000"/>
            <a:headEnd/>
            <a:tailEnd/>
          </a:ln>
          <a:effectLst>
            <a:outerShdw dist="35921" dir="2700000" algn="ctr" rotWithShape="0">
              <a:srgbClr val="808080"/>
            </a:outerShdw>
          </a:effec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marL="0" marR="0" lvl="0" indent="0" algn="dist" defTabSz="914400" rtl="0" eaLnBrk="1" fontAlgn="base" latinLnBrk="0" hangingPunct="1">
              <a:lnSpc>
                <a:spcPct val="100000"/>
              </a:lnSpc>
              <a:spcBef>
                <a:spcPct val="0"/>
              </a:spcBef>
              <a:spcAft>
                <a:spcPct val="0"/>
              </a:spcAft>
              <a:buClrTx/>
              <a:buSzTx/>
              <a:buFontTx/>
              <a:buNone/>
              <a:tabLst/>
              <a:defRPr/>
            </a:pPr>
            <a:endParaRPr kumimoji="0" lang="zh-CN" altLang="en-US" sz="4400" b="0" i="0" u="none" strike="noStrike" kern="0" cap="none" spc="0" normalizeH="0" baseline="0" noProof="0" dirty="0">
              <a:ln>
                <a:noFill/>
              </a:ln>
              <a:solidFill>
                <a:srgbClr val="FF0000"/>
              </a:solidFill>
              <a:effectLst/>
              <a:uLnTx/>
              <a:uFillTx/>
              <a:latin typeface="Arial"/>
              <a:ea typeface="隶书" pitchFamily="49" charset="-122"/>
              <a:cs typeface="+mj-cs"/>
            </a:endParaRPr>
          </a:p>
        </p:txBody>
      </p:sp>
      <p:sp>
        <p:nvSpPr>
          <p:cNvPr id="4" name="Rectangle 3">
            <a:extLst>
              <a:ext uri="{FF2B5EF4-FFF2-40B4-BE49-F238E27FC236}">
                <a16:creationId xmlns:a16="http://schemas.microsoft.com/office/drawing/2014/main" id="{42C71905-2224-7435-9FBF-932B368A1E83}"/>
              </a:ext>
            </a:extLst>
          </p:cNvPr>
          <p:cNvSpPr>
            <a:spLocks noChangeArrowheads="1"/>
          </p:cNvSpPr>
          <p:nvPr/>
        </p:nvSpPr>
        <p:spPr bwMode="auto">
          <a:xfrm>
            <a:off x="3538804" y="5041901"/>
            <a:ext cx="6858000"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990000"/>
                </a:solidFill>
                <a:effectLst>
                  <a:outerShdw blurRad="38100" dist="38100" dir="2700000" algn="tl">
                    <a:srgbClr val="C0C0C0"/>
                  </a:outerShdw>
                </a:effectLst>
                <a:latin typeface="RomanD" pitchFamily="2" charset="0"/>
                <a:ea typeface="宋体" pitchFamily="2" charset="-122"/>
              </a:rPr>
              <a:t>辅助面的选择：必须使辅助交线的投影是简单的直线或圆。</a:t>
            </a:r>
          </a:p>
        </p:txBody>
      </p:sp>
      <p:sp>
        <p:nvSpPr>
          <p:cNvPr id="5" name="Rectangle 4">
            <a:extLst>
              <a:ext uri="{FF2B5EF4-FFF2-40B4-BE49-F238E27FC236}">
                <a16:creationId xmlns:a16="http://schemas.microsoft.com/office/drawing/2014/main" id="{4318311A-FD1B-6504-AF44-8F1D4EED876C}"/>
              </a:ext>
            </a:extLst>
          </p:cNvPr>
          <p:cNvSpPr>
            <a:spLocks noChangeArrowheads="1"/>
          </p:cNvSpPr>
          <p:nvPr/>
        </p:nvSpPr>
        <p:spPr bwMode="auto">
          <a:xfrm>
            <a:off x="1832241" y="2359026"/>
            <a:ext cx="671513" cy="2817812"/>
          </a:xfrm>
          <a:prstGeom prst="rect">
            <a:avLst/>
          </a:prstGeom>
          <a:noFill/>
          <a:ln w="19050" algn="ctr">
            <a:noFill/>
            <a:miter lim="800000"/>
            <a:headEnd/>
            <a:tailEnd/>
          </a:ln>
        </p:spPr>
        <p:txBody>
          <a:bodyPr vert="eaVert">
            <a:spAutoFit/>
          </a:bodyPr>
          <a:lstStyle/>
          <a:p>
            <a:pPr algn="ctr" fontAlgn="base">
              <a:spcBef>
                <a:spcPct val="0"/>
              </a:spcBef>
              <a:spcAft>
                <a:spcPct val="0"/>
              </a:spcAft>
            </a:pPr>
            <a:r>
              <a:rPr lang="zh-CN" altLang="en-US" sz="3200" b="1">
                <a:solidFill>
                  <a:srgbClr val="FF0000"/>
                </a:solidFill>
                <a:latin typeface="RomanD" pitchFamily="2" charset="0"/>
                <a:ea typeface="隶书" pitchFamily="49" charset="-122"/>
              </a:rPr>
              <a:t>主要内容</a:t>
            </a:r>
          </a:p>
        </p:txBody>
      </p:sp>
      <p:sp>
        <p:nvSpPr>
          <p:cNvPr id="6" name="Rectangle 5">
            <a:extLst>
              <a:ext uri="{FF2B5EF4-FFF2-40B4-BE49-F238E27FC236}">
                <a16:creationId xmlns:a16="http://schemas.microsoft.com/office/drawing/2014/main" id="{BEDF6361-8ABB-7826-135E-05208A6D6437}"/>
              </a:ext>
            </a:extLst>
          </p:cNvPr>
          <p:cNvSpPr>
            <a:spLocks noChangeArrowheads="1"/>
          </p:cNvSpPr>
          <p:nvPr/>
        </p:nvSpPr>
        <p:spPr bwMode="auto">
          <a:xfrm>
            <a:off x="2584716" y="990601"/>
            <a:ext cx="458788" cy="1492250"/>
          </a:xfrm>
          <a:prstGeom prst="rect">
            <a:avLst/>
          </a:prstGeom>
          <a:noFill/>
          <a:ln w="19050" algn="ctr">
            <a:noFill/>
            <a:miter lim="800000"/>
            <a:headEnd/>
            <a:tailEnd/>
          </a:ln>
        </p:spPr>
        <p:txBody>
          <a:bodyPr vert="eaVert">
            <a:spAutoFit/>
          </a:bodyPr>
          <a:lstStyle/>
          <a:p>
            <a:pPr algn="ctr" fontAlgn="base">
              <a:lnSpc>
                <a:spcPct val="90000"/>
              </a:lnSpc>
              <a:spcBef>
                <a:spcPct val="0"/>
              </a:spcBef>
              <a:spcAft>
                <a:spcPct val="0"/>
              </a:spcAft>
            </a:pPr>
            <a:r>
              <a:rPr lang="zh-CN" altLang="en-US" sz="2000" b="1">
                <a:solidFill>
                  <a:srgbClr val="CC0000"/>
                </a:solidFill>
                <a:latin typeface="RomanD" pitchFamily="2" charset="0"/>
                <a:ea typeface="华文新魏" pitchFamily="2" charset="-122"/>
              </a:rPr>
              <a:t>立体的投影</a:t>
            </a:r>
          </a:p>
        </p:txBody>
      </p:sp>
      <p:sp>
        <p:nvSpPr>
          <p:cNvPr id="7" name="Rectangle 6">
            <a:extLst>
              <a:ext uri="{FF2B5EF4-FFF2-40B4-BE49-F238E27FC236}">
                <a16:creationId xmlns:a16="http://schemas.microsoft.com/office/drawing/2014/main" id="{07FA1384-6E9B-0792-25DD-B7304B54791D}"/>
              </a:ext>
            </a:extLst>
          </p:cNvPr>
          <p:cNvSpPr>
            <a:spLocks noChangeArrowheads="1"/>
          </p:cNvSpPr>
          <p:nvPr/>
        </p:nvSpPr>
        <p:spPr bwMode="auto">
          <a:xfrm>
            <a:off x="2565666" y="3249613"/>
            <a:ext cx="793750" cy="1522413"/>
          </a:xfrm>
          <a:prstGeom prst="rect">
            <a:avLst/>
          </a:prstGeom>
          <a:noFill/>
          <a:ln w="19050" algn="ctr">
            <a:noFill/>
            <a:miter lim="800000"/>
            <a:headEnd/>
            <a:tailEnd/>
          </a:ln>
        </p:spPr>
        <p:txBody>
          <a:bodyPr vert="eaVert">
            <a:spAutoFit/>
          </a:bodyPr>
          <a:lstStyle/>
          <a:p>
            <a:pPr algn="ctr" fontAlgn="base">
              <a:spcBef>
                <a:spcPct val="0"/>
              </a:spcBef>
              <a:spcAft>
                <a:spcPct val="0"/>
              </a:spcAft>
            </a:pPr>
            <a:r>
              <a:rPr lang="zh-CN" altLang="en-US" sz="2000" b="1">
                <a:solidFill>
                  <a:srgbClr val="CC0000"/>
                </a:solidFill>
                <a:latin typeface="RomanD" pitchFamily="2" charset="0"/>
                <a:ea typeface="华文新魏" pitchFamily="2" charset="-122"/>
              </a:rPr>
              <a:t>平面与立体的截交线</a:t>
            </a:r>
          </a:p>
        </p:txBody>
      </p:sp>
      <p:sp>
        <p:nvSpPr>
          <p:cNvPr id="8" name="Rectangle 7">
            <a:extLst>
              <a:ext uri="{FF2B5EF4-FFF2-40B4-BE49-F238E27FC236}">
                <a16:creationId xmlns:a16="http://schemas.microsoft.com/office/drawing/2014/main" id="{D4F6EB1E-0245-2352-E3DF-64A1A49650F4}"/>
              </a:ext>
            </a:extLst>
          </p:cNvPr>
          <p:cNvSpPr>
            <a:spLocks noChangeArrowheads="1"/>
          </p:cNvSpPr>
          <p:nvPr/>
        </p:nvSpPr>
        <p:spPr bwMode="auto">
          <a:xfrm>
            <a:off x="2594241" y="4840288"/>
            <a:ext cx="793750" cy="1641475"/>
          </a:xfrm>
          <a:prstGeom prst="rect">
            <a:avLst/>
          </a:prstGeom>
          <a:noFill/>
          <a:ln w="19050" algn="ctr">
            <a:noFill/>
            <a:miter lim="800000"/>
            <a:headEnd/>
            <a:tailEnd/>
          </a:ln>
        </p:spPr>
        <p:txBody>
          <a:bodyPr vert="eaVert">
            <a:spAutoFit/>
          </a:bodyPr>
          <a:lstStyle/>
          <a:p>
            <a:pPr algn="ctr" fontAlgn="base">
              <a:spcBef>
                <a:spcPct val="0"/>
              </a:spcBef>
              <a:spcAft>
                <a:spcPct val="0"/>
              </a:spcAft>
            </a:pPr>
            <a:r>
              <a:rPr lang="zh-CN" altLang="en-US" sz="2000" b="1">
                <a:solidFill>
                  <a:srgbClr val="CC0000"/>
                </a:solidFill>
                <a:latin typeface="RomanD" pitchFamily="2" charset="0"/>
                <a:ea typeface="华文新魏" pitchFamily="2" charset="-122"/>
              </a:rPr>
              <a:t>立体与立体的相贯线</a:t>
            </a:r>
          </a:p>
        </p:txBody>
      </p:sp>
      <p:grpSp>
        <p:nvGrpSpPr>
          <p:cNvPr id="9" name="Group 60">
            <a:extLst>
              <a:ext uri="{FF2B5EF4-FFF2-40B4-BE49-F238E27FC236}">
                <a16:creationId xmlns:a16="http://schemas.microsoft.com/office/drawing/2014/main" id="{7C563812-7AFF-9DD5-E061-DFEBCFE0A3EA}"/>
              </a:ext>
            </a:extLst>
          </p:cNvPr>
          <p:cNvGrpSpPr>
            <a:grpSpLocks/>
          </p:cNvGrpSpPr>
          <p:nvPr/>
        </p:nvGrpSpPr>
        <p:grpSpPr bwMode="auto">
          <a:xfrm>
            <a:off x="2375166" y="1711326"/>
            <a:ext cx="307975" cy="3951287"/>
            <a:chOff x="446" y="1111"/>
            <a:chExt cx="194" cy="2489"/>
          </a:xfrm>
        </p:grpSpPr>
        <p:sp>
          <p:nvSpPr>
            <p:cNvPr id="10" name="Freeform 8">
              <a:extLst>
                <a:ext uri="{FF2B5EF4-FFF2-40B4-BE49-F238E27FC236}">
                  <a16:creationId xmlns:a16="http://schemas.microsoft.com/office/drawing/2014/main" id="{2BB13951-85E5-9096-0F13-5EC7615A424A}"/>
                </a:ext>
              </a:extLst>
            </p:cNvPr>
            <p:cNvSpPr>
              <a:spLocks/>
            </p:cNvSpPr>
            <p:nvPr/>
          </p:nvSpPr>
          <p:spPr bwMode="auto">
            <a:xfrm>
              <a:off x="501" y="1111"/>
              <a:ext cx="139" cy="2489"/>
            </a:xfrm>
            <a:custGeom>
              <a:avLst/>
              <a:gdLst>
                <a:gd name="T0" fmla="*/ 125 w 283"/>
                <a:gd name="T1" fmla="*/ 0 h 1815"/>
                <a:gd name="T2" fmla="*/ 0 w 283"/>
                <a:gd name="T3" fmla="*/ 0 h 1815"/>
                <a:gd name="T4" fmla="*/ 0 w 283"/>
                <a:gd name="T5" fmla="*/ 2489 h 1815"/>
                <a:gd name="T6" fmla="*/ 139 w 283"/>
                <a:gd name="T7" fmla="*/ 2489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 name="Line 9">
              <a:extLst>
                <a:ext uri="{FF2B5EF4-FFF2-40B4-BE49-F238E27FC236}">
                  <a16:creationId xmlns:a16="http://schemas.microsoft.com/office/drawing/2014/main" id="{4AAED277-6572-8444-E671-CB052F6EC4C7}"/>
                </a:ext>
              </a:extLst>
            </p:cNvPr>
            <p:cNvSpPr>
              <a:spLocks noChangeShapeType="1"/>
            </p:cNvSpPr>
            <p:nvPr/>
          </p:nvSpPr>
          <p:spPr bwMode="auto">
            <a:xfrm>
              <a:off x="446" y="2557"/>
              <a:ext cx="17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12" name="Rectangle 11">
            <a:extLst>
              <a:ext uri="{FF2B5EF4-FFF2-40B4-BE49-F238E27FC236}">
                <a16:creationId xmlns:a16="http://schemas.microsoft.com/office/drawing/2014/main" id="{9828C228-D6E6-85C5-6DC6-4A6E199FDA77}"/>
              </a:ext>
            </a:extLst>
          </p:cNvPr>
          <p:cNvSpPr>
            <a:spLocks noChangeArrowheads="1"/>
          </p:cNvSpPr>
          <p:nvPr/>
        </p:nvSpPr>
        <p:spPr bwMode="auto">
          <a:xfrm>
            <a:off x="3127641" y="811213"/>
            <a:ext cx="906463" cy="581025"/>
          </a:xfrm>
          <a:prstGeom prst="rect">
            <a:avLst/>
          </a:prstGeom>
          <a:noFill/>
          <a:ln w="19050" algn="ctr">
            <a:noFill/>
            <a:miter lim="800000"/>
            <a:headEnd/>
            <a:tailEnd/>
          </a:ln>
        </p:spPr>
        <p:txBody>
          <a:bodyPr>
            <a:spAutoFit/>
          </a:bodyPr>
          <a:lstStyle/>
          <a:p>
            <a:pPr fontAlgn="base">
              <a:lnSpc>
                <a:spcPct val="80000"/>
              </a:lnSpc>
              <a:spcBef>
                <a:spcPct val="0"/>
              </a:spcBef>
              <a:spcAft>
                <a:spcPct val="0"/>
              </a:spcAft>
            </a:pPr>
            <a:r>
              <a:rPr lang="zh-CN" altLang="en-US" sz="2000" b="1">
                <a:solidFill>
                  <a:srgbClr val="000000"/>
                </a:solidFill>
                <a:latin typeface="RomanD" pitchFamily="2" charset="0"/>
                <a:ea typeface="华文新魏" pitchFamily="2" charset="-122"/>
              </a:rPr>
              <a:t>平面</a:t>
            </a:r>
          </a:p>
          <a:p>
            <a:pPr fontAlgn="base">
              <a:lnSpc>
                <a:spcPct val="80000"/>
              </a:lnSpc>
              <a:spcBef>
                <a:spcPct val="0"/>
              </a:spcBef>
              <a:spcAft>
                <a:spcPct val="0"/>
              </a:spcAft>
            </a:pPr>
            <a:r>
              <a:rPr lang="zh-CN" altLang="en-US" sz="2000" b="1">
                <a:solidFill>
                  <a:srgbClr val="000000"/>
                </a:solidFill>
                <a:latin typeface="RomanD" pitchFamily="2" charset="0"/>
                <a:ea typeface="华文新魏" pitchFamily="2" charset="-122"/>
              </a:rPr>
              <a:t>立体</a:t>
            </a:r>
          </a:p>
        </p:txBody>
      </p:sp>
      <p:sp>
        <p:nvSpPr>
          <p:cNvPr id="13" name="Rectangle 12">
            <a:extLst>
              <a:ext uri="{FF2B5EF4-FFF2-40B4-BE49-F238E27FC236}">
                <a16:creationId xmlns:a16="http://schemas.microsoft.com/office/drawing/2014/main" id="{3275F3A0-1089-E568-28C1-621A3D681577}"/>
              </a:ext>
            </a:extLst>
          </p:cNvPr>
          <p:cNvSpPr>
            <a:spLocks noChangeArrowheads="1"/>
          </p:cNvSpPr>
          <p:nvPr/>
        </p:nvSpPr>
        <p:spPr bwMode="auto">
          <a:xfrm>
            <a:off x="3984891" y="541338"/>
            <a:ext cx="4459288"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表面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平面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棱线</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两端点</a:t>
            </a:r>
          </a:p>
        </p:txBody>
      </p:sp>
      <p:sp>
        <p:nvSpPr>
          <p:cNvPr id="14" name="Rectangle 15">
            <a:extLst>
              <a:ext uri="{FF2B5EF4-FFF2-40B4-BE49-F238E27FC236}">
                <a16:creationId xmlns:a16="http://schemas.microsoft.com/office/drawing/2014/main" id="{C3FB6B03-4384-171D-E320-549E2279089E}"/>
              </a:ext>
            </a:extLst>
          </p:cNvPr>
          <p:cNvSpPr>
            <a:spLocks noChangeArrowheads="1"/>
          </p:cNvSpPr>
          <p:nvPr/>
        </p:nvSpPr>
        <p:spPr bwMode="auto">
          <a:xfrm>
            <a:off x="3984891" y="901701"/>
            <a:ext cx="5403850"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投影</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各表面的交线及各顶点的投影</a:t>
            </a:r>
          </a:p>
        </p:txBody>
      </p:sp>
      <p:grpSp>
        <p:nvGrpSpPr>
          <p:cNvPr id="15" name="Group 18">
            <a:extLst>
              <a:ext uri="{FF2B5EF4-FFF2-40B4-BE49-F238E27FC236}">
                <a16:creationId xmlns:a16="http://schemas.microsoft.com/office/drawing/2014/main" id="{5399484D-5AFA-94D7-D064-E91056CDFE94}"/>
              </a:ext>
            </a:extLst>
          </p:cNvPr>
          <p:cNvGrpSpPr>
            <a:grpSpLocks/>
          </p:cNvGrpSpPr>
          <p:nvPr/>
        </p:nvGrpSpPr>
        <p:grpSpPr bwMode="auto">
          <a:xfrm>
            <a:off x="3003816" y="1081088"/>
            <a:ext cx="257175" cy="1485900"/>
            <a:chOff x="1258" y="799"/>
            <a:chExt cx="403" cy="738"/>
          </a:xfrm>
        </p:grpSpPr>
        <p:sp>
          <p:nvSpPr>
            <p:cNvPr id="16" name="Freeform 16">
              <a:extLst>
                <a:ext uri="{FF2B5EF4-FFF2-40B4-BE49-F238E27FC236}">
                  <a16:creationId xmlns:a16="http://schemas.microsoft.com/office/drawing/2014/main" id="{793A445A-CF53-0B8F-8BEA-DBECA7A03E53}"/>
                </a:ext>
              </a:extLst>
            </p:cNvPr>
            <p:cNvSpPr>
              <a:spLocks/>
            </p:cNvSpPr>
            <p:nvPr/>
          </p:nvSpPr>
          <p:spPr bwMode="auto">
            <a:xfrm>
              <a:off x="1463" y="799"/>
              <a:ext cx="198" cy="738"/>
            </a:xfrm>
            <a:custGeom>
              <a:avLst/>
              <a:gdLst>
                <a:gd name="T0" fmla="*/ 178 w 283"/>
                <a:gd name="T1" fmla="*/ 0 h 1815"/>
                <a:gd name="T2" fmla="*/ 0 w 283"/>
                <a:gd name="T3" fmla="*/ 0 h 1815"/>
                <a:gd name="T4" fmla="*/ 0 w 283"/>
                <a:gd name="T5" fmla="*/ 738 h 1815"/>
                <a:gd name="T6" fmla="*/ 198 w 283"/>
                <a:gd name="T7" fmla="*/ 738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7" name="Line 17">
              <a:extLst>
                <a:ext uri="{FF2B5EF4-FFF2-40B4-BE49-F238E27FC236}">
                  <a16:creationId xmlns:a16="http://schemas.microsoft.com/office/drawing/2014/main" id="{BE37B651-E33D-739B-7E9C-86F7C230DD78}"/>
                </a:ext>
              </a:extLst>
            </p:cNvPr>
            <p:cNvSpPr>
              <a:spLocks noChangeShapeType="1"/>
            </p:cNvSpPr>
            <p:nvPr/>
          </p:nvSpPr>
          <p:spPr bwMode="auto">
            <a:xfrm>
              <a:off x="1258" y="1186"/>
              <a:ext cx="205"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18" name="Rectangle 19">
            <a:extLst>
              <a:ext uri="{FF2B5EF4-FFF2-40B4-BE49-F238E27FC236}">
                <a16:creationId xmlns:a16="http://schemas.microsoft.com/office/drawing/2014/main" id="{97E0F58A-1774-F876-098D-4C0C13F5E517}"/>
              </a:ext>
            </a:extLst>
          </p:cNvPr>
          <p:cNvSpPr>
            <a:spLocks noChangeArrowheads="1"/>
          </p:cNvSpPr>
          <p:nvPr/>
        </p:nvSpPr>
        <p:spPr bwMode="auto">
          <a:xfrm>
            <a:off x="3943616" y="1262063"/>
            <a:ext cx="5975350"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表面上取点、取线</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平面上取点、取线；</a:t>
            </a:r>
          </a:p>
          <a:p>
            <a:pPr fontAlgn="base">
              <a:spcBef>
                <a:spcPct val="0"/>
              </a:spcBef>
              <a:spcAft>
                <a:spcPct val="0"/>
              </a:spcAft>
              <a:defRPr/>
            </a:pP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需分清它们位于哪一个表面上，然后再求解。</a:t>
            </a:r>
          </a:p>
        </p:txBody>
      </p:sp>
      <p:sp>
        <p:nvSpPr>
          <p:cNvPr id="19" name="Rectangle 24">
            <a:extLst>
              <a:ext uri="{FF2B5EF4-FFF2-40B4-BE49-F238E27FC236}">
                <a16:creationId xmlns:a16="http://schemas.microsoft.com/office/drawing/2014/main" id="{20DC21ED-F180-0F4C-DCB1-D23F56044476}"/>
              </a:ext>
            </a:extLst>
          </p:cNvPr>
          <p:cNvSpPr>
            <a:spLocks noChangeArrowheads="1"/>
          </p:cNvSpPr>
          <p:nvPr/>
        </p:nvSpPr>
        <p:spPr bwMode="auto">
          <a:xfrm>
            <a:off x="3541979" y="3294063"/>
            <a:ext cx="4467225"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dirty="0">
                <a:solidFill>
                  <a:srgbClr val="990000"/>
                </a:solidFill>
                <a:effectLst>
                  <a:outerShdw blurRad="38100" dist="38100" dir="2700000" algn="tl">
                    <a:srgbClr val="C0C0C0"/>
                  </a:outerShdw>
                </a:effectLst>
                <a:latin typeface="RomanD" pitchFamily="2" charset="0"/>
                <a:ea typeface="宋体" pitchFamily="2" charset="-122"/>
              </a:rPr>
              <a:t>相交元素的共有线→求共有点</a:t>
            </a:r>
          </a:p>
        </p:txBody>
      </p:sp>
      <p:sp>
        <p:nvSpPr>
          <p:cNvPr id="20" name="Rectangle 26">
            <a:extLst>
              <a:ext uri="{FF2B5EF4-FFF2-40B4-BE49-F238E27FC236}">
                <a16:creationId xmlns:a16="http://schemas.microsoft.com/office/drawing/2014/main" id="{C5005E72-CE7C-BA88-6908-A57B27084E7C}"/>
              </a:ext>
            </a:extLst>
          </p:cNvPr>
          <p:cNvSpPr>
            <a:spLocks noChangeArrowheads="1"/>
          </p:cNvSpPr>
          <p:nvPr/>
        </p:nvSpPr>
        <p:spPr bwMode="auto">
          <a:xfrm>
            <a:off x="3494354" y="3900488"/>
            <a:ext cx="825500" cy="1006475"/>
          </a:xfrm>
          <a:prstGeom prst="rect">
            <a:avLst/>
          </a:prstGeom>
          <a:noFill/>
          <a:ln w="19050" algn="ctr">
            <a:noFill/>
            <a:miter lim="800000"/>
            <a:headEnd/>
            <a:tailEnd/>
          </a:ln>
          <a:effectLst/>
        </p:spPr>
        <p:txBody>
          <a:bodyPr>
            <a:spAutoFit/>
          </a:bodyPr>
          <a:lstStyle/>
          <a:p>
            <a:pPr algn="ct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求交线的方法</a:t>
            </a:r>
          </a:p>
        </p:txBody>
      </p:sp>
      <p:sp>
        <p:nvSpPr>
          <p:cNvPr id="21" name="Rectangle 27">
            <a:extLst>
              <a:ext uri="{FF2B5EF4-FFF2-40B4-BE49-F238E27FC236}">
                <a16:creationId xmlns:a16="http://schemas.microsoft.com/office/drawing/2014/main" id="{EFAD118D-3EE8-B18D-CBE9-45C8050F322F}"/>
              </a:ext>
            </a:extLst>
          </p:cNvPr>
          <p:cNvSpPr>
            <a:spLocks noChangeArrowheads="1"/>
          </p:cNvSpPr>
          <p:nvPr/>
        </p:nvSpPr>
        <p:spPr bwMode="auto">
          <a:xfrm>
            <a:off x="4416691" y="3714751"/>
            <a:ext cx="6143625" cy="1371600"/>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RomanD" pitchFamily="2" charset="0"/>
                <a:ea typeface="宋体" pitchFamily="2" charset="-122"/>
              </a:rPr>
              <a:t>1.</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交线的两个投影有积聚性</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直接求得第三个投影。</a:t>
            </a:r>
          </a:p>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RomanD" pitchFamily="2" charset="0"/>
                <a:ea typeface="宋体" pitchFamily="2" charset="-122"/>
              </a:rPr>
              <a:t>2.</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交线的一个投影有积聚性</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在表面上取点</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求出其</a:t>
            </a:r>
          </a:p>
          <a:p>
            <a:pPr fontAlgn="base">
              <a:spcBef>
                <a:spcPct val="0"/>
              </a:spcBef>
              <a:spcAft>
                <a:spcPct val="0"/>
              </a:spcAft>
              <a:defRPr/>
            </a:pP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  它投影</a:t>
            </a:r>
            <a:r>
              <a:rPr lang="zh-CN" altLang="en-US" sz="24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相贯线</a:t>
            </a:r>
            <a:r>
              <a:rPr lang="zh-CN" altLang="en-US" sz="24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辅助面法求其它投影；</a:t>
            </a:r>
          </a:p>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RomanD" pitchFamily="2" charset="0"/>
                <a:ea typeface="宋体" pitchFamily="2" charset="-122"/>
              </a:rPr>
              <a:t>3.</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交线的投影均无积聚性</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0000"/>
                </a:solidFill>
                <a:effectLst>
                  <a:outerShdw blurRad="38100" dist="38100" dir="2700000" algn="tl">
                    <a:srgbClr val="C0C0C0"/>
                  </a:outerShdw>
                </a:effectLst>
                <a:latin typeface="RomanD" pitchFamily="2" charset="0"/>
                <a:ea typeface="宋体" pitchFamily="2" charset="-122"/>
              </a:rPr>
              <a:t>用三面共点辅助面法。</a:t>
            </a:r>
          </a:p>
        </p:txBody>
      </p:sp>
      <p:sp>
        <p:nvSpPr>
          <p:cNvPr id="22" name="Rectangle 28">
            <a:extLst>
              <a:ext uri="{FF2B5EF4-FFF2-40B4-BE49-F238E27FC236}">
                <a16:creationId xmlns:a16="http://schemas.microsoft.com/office/drawing/2014/main" id="{3F873BE5-36D8-067E-82FE-F186E7DF8A6D}"/>
              </a:ext>
            </a:extLst>
          </p:cNvPr>
          <p:cNvSpPr>
            <a:spLocks noChangeArrowheads="1"/>
          </p:cNvSpPr>
          <p:nvPr/>
        </p:nvSpPr>
        <p:spPr bwMode="auto">
          <a:xfrm>
            <a:off x="3448316" y="5662613"/>
            <a:ext cx="871538" cy="396875"/>
          </a:xfrm>
          <a:prstGeom prst="rect">
            <a:avLst/>
          </a:prstGeom>
          <a:noFill/>
          <a:ln w="19050" algn="ctr">
            <a:noFill/>
            <a:miter lim="800000"/>
            <a:headEnd/>
            <a:tailEnd/>
          </a:ln>
          <a:effectLst/>
        </p:spPr>
        <p:txBody>
          <a:bodyPr>
            <a:spAutoFit/>
          </a:bodyPr>
          <a:lstStyle/>
          <a:p>
            <a:pPr algn="ctr" fontAlgn="base">
              <a:spcBef>
                <a:spcPct val="0"/>
              </a:spcBef>
              <a:spcAft>
                <a:spcPct val="0"/>
              </a:spcAft>
              <a:defRPr/>
            </a:pP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步骤</a:t>
            </a:r>
          </a:p>
        </p:txBody>
      </p:sp>
      <p:sp>
        <p:nvSpPr>
          <p:cNvPr id="23" name="Rectangle 29">
            <a:extLst>
              <a:ext uri="{FF2B5EF4-FFF2-40B4-BE49-F238E27FC236}">
                <a16:creationId xmlns:a16="http://schemas.microsoft.com/office/drawing/2014/main" id="{37FEA9E3-B527-C041-83FE-D3D828E52C0C}"/>
              </a:ext>
            </a:extLst>
          </p:cNvPr>
          <p:cNvSpPr>
            <a:spLocks noChangeArrowheads="1"/>
          </p:cNvSpPr>
          <p:nvPr/>
        </p:nvSpPr>
        <p:spPr bwMode="auto">
          <a:xfrm>
            <a:off x="4451616" y="5384801"/>
            <a:ext cx="6243638" cy="10064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a:solidFill>
                  <a:srgbClr val="FF00FF"/>
                </a:solidFill>
                <a:effectLst>
                  <a:outerShdw blurRad="38100" dist="38100" dir="2700000" algn="tl">
                    <a:srgbClr val="C0C0C0"/>
                  </a:outerShdw>
                </a:effectLst>
                <a:latin typeface="RomanD" pitchFamily="2" charset="0"/>
                <a:ea typeface="宋体" pitchFamily="2" charset="-122"/>
              </a:rPr>
              <a:t>1.</a:t>
            </a: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先对题目进行空间分析和投影分析，搞清楚已知的  </a:t>
            </a:r>
          </a:p>
          <a:p>
            <a:pPr fontAlgn="base">
              <a:spcBef>
                <a:spcPct val="0"/>
              </a:spcBef>
              <a:spcAft>
                <a:spcPct val="0"/>
              </a:spcAft>
              <a:defRPr/>
            </a:pP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  是什么，要求的是什么；</a:t>
            </a:r>
          </a:p>
          <a:p>
            <a:pPr fontAlgn="base">
              <a:spcBef>
                <a:spcPct val="0"/>
              </a:spcBef>
              <a:spcAft>
                <a:spcPct val="0"/>
              </a:spcAft>
              <a:defRPr/>
            </a:pPr>
            <a:r>
              <a:rPr lang="en-US" altLang="zh-CN" sz="2000" b="1">
                <a:solidFill>
                  <a:srgbClr val="FF00FF"/>
                </a:solidFill>
                <a:effectLst>
                  <a:outerShdw blurRad="38100" dist="38100" dir="2700000" algn="tl">
                    <a:srgbClr val="C0C0C0"/>
                  </a:outerShdw>
                </a:effectLst>
                <a:latin typeface="RomanD" pitchFamily="2" charset="0"/>
                <a:ea typeface="宋体" pitchFamily="2" charset="-122"/>
              </a:rPr>
              <a:t>2.</a:t>
            </a:r>
            <a:r>
              <a:rPr lang="zh-CN" altLang="en-US" sz="2000" b="1">
                <a:solidFill>
                  <a:srgbClr val="FF00FF"/>
                </a:solidFill>
                <a:effectLst>
                  <a:outerShdw blurRad="38100" dist="38100" dir="2700000" algn="tl">
                    <a:srgbClr val="C0C0C0"/>
                  </a:outerShdw>
                </a:effectLst>
                <a:latin typeface="RomanD" pitchFamily="2" charset="0"/>
                <a:ea typeface="宋体" pitchFamily="2" charset="-122"/>
              </a:rPr>
              <a:t>明确需用什么方法来解题，然后再进行作图。</a:t>
            </a:r>
          </a:p>
        </p:txBody>
      </p:sp>
      <p:grpSp>
        <p:nvGrpSpPr>
          <p:cNvPr id="24" name="Group 62">
            <a:extLst>
              <a:ext uri="{FF2B5EF4-FFF2-40B4-BE49-F238E27FC236}">
                <a16:creationId xmlns:a16="http://schemas.microsoft.com/office/drawing/2014/main" id="{956E6BFC-94B0-5117-FE5F-C15EFF4DE1FA}"/>
              </a:ext>
            </a:extLst>
          </p:cNvPr>
          <p:cNvGrpSpPr>
            <a:grpSpLocks/>
          </p:cNvGrpSpPr>
          <p:nvPr/>
        </p:nvGrpSpPr>
        <p:grpSpPr bwMode="auto">
          <a:xfrm>
            <a:off x="3243529" y="3511551"/>
            <a:ext cx="323850" cy="2368550"/>
            <a:chOff x="993" y="2245"/>
            <a:chExt cx="204" cy="1492"/>
          </a:xfrm>
        </p:grpSpPr>
        <p:sp>
          <p:nvSpPr>
            <p:cNvPr id="25" name="Line 23">
              <a:extLst>
                <a:ext uri="{FF2B5EF4-FFF2-40B4-BE49-F238E27FC236}">
                  <a16:creationId xmlns:a16="http://schemas.microsoft.com/office/drawing/2014/main" id="{C093172E-C574-0411-125C-B103128360C1}"/>
                </a:ext>
              </a:extLst>
            </p:cNvPr>
            <p:cNvSpPr>
              <a:spLocks noChangeShapeType="1"/>
            </p:cNvSpPr>
            <p:nvPr/>
          </p:nvSpPr>
          <p:spPr bwMode="auto">
            <a:xfrm>
              <a:off x="993" y="2557"/>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6" name="Line 31">
              <a:extLst>
                <a:ext uri="{FF2B5EF4-FFF2-40B4-BE49-F238E27FC236}">
                  <a16:creationId xmlns:a16="http://schemas.microsoft.com/office/drawing/2014/main" id="{1B60A779-DAAB-4CFD-9912-34119F7DDD2D}"/>
                </a:ext>
              </a:extLst>
            </p:cNvPr>
            <p:cNvSpPr>
              <a:spLocks noChangeShapeType="1"/>
            </p:cNvSpPr>
            <p:nvPr/>
          </p:nvSpPr>
          <p:spPr bwMode="auto">
            <a:xfrm>
              <a:off x="1094" y="2245"/>
              <a:ext cx="0" cy="1492"/>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7" name="Line 32">
              <a:extLst>
                <a:ext uri="{FF2B5EF4-FFF2-40B4-BE49-F238E27FC236}">
                  <a16:creationId xmlns:a16="http://schemas.microsoft.com/office/drawing/2014/main" id="{AD53927C-73BD-FB10-8C5B-56DFE9DD821E}"/>
                </a:ext>
              </a:extLst>
            </p:cNvPr>
            <p:cNvSpPr>
              <a:spLocks noChangeShapeType="1"/>
            </p:cNvSpPr>
            <p:nvPr/>
          </p:nvSpPr>
          <p:spPr bwMode="auto">
            <a:xfrm>
              <a:off x="1003" y="3606"/>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8" name="Line 33">
              <a:extLst>
                <a:ext uri="{FF2B5EF4-FFF2-40B4-BE49-F238E27FC236}">
                  <a16:creationId xmlns:a16="http://schemas.microsoft.com/office/drawing/2014/main" id="{E8A5C824-49DB-E15E-60E7-263D5006D337}"/>
                </a:ext>
              </a:extLst>
            </p:cNvPr>
            <p:cNvSpPr>
              <a:spLocks noChangeShapeType="1"/>
            </p:cNvSpPr>
            <p:nvPr/>
          </p:nvSpPr>
          <p:spPr bwMode="auto">
            <a:xfrm>
              <a:off x="1106" y="2245"/>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9" name="Line 34">
              <a:extLst>
                <a:ext uri="{FF2B5EF4-FFF2-40B4-BE49-F238E27FC236}">
                  <a16:creationId xmlns:a16="http://schemas.microsoft.com/office/drawing/2014/main" id="{B6DB0A65-5BEC-C43B-000F-9B0DD191E249}"/>
                </a:ext>
              </a:extLst>
            </p:cNvPr>
            <p:cNvSpPr>
              <a:spLocks noChangeShapeType="1"/>
            </p:cNvSpPr>
            <p:nvPr/>
          </p:nvSpPr>
          <p:spPr bwMode="auto">
            <a:xfrm>
              <a:off x="1106" y="2812"/>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0" name="Line 38">
              <a:extLst>
                <a:ext uri="{FF2B5EF4-FFF2-40B4-BE49-F238E27FC236}">
                  <a16:creationId xmlns:a16="http://schemas.microsoft.com/office/drawing/2014/main" id="{00FD23C2-3846-2E74-8293-3A203A69168C}"/>
                </a:ext>
              </a:extLst>
            </p:cNvPr>
            <p:cNvSpPr>
              <a:spLocks noChangeShapeType="1"/>
            </p:cNvSpPr>
            <p:nvPr/>
          </p:nvSpPr>
          <p:spPr bwMode="auto">
            <a:xfrm>
              <a:off x="1094" y="3344"/>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1" name="Line 39">
              <a:extLst>
                <a:ext uri="{FF2B5EF4-FFF2-40B4-BE49-F238E27FC236}">
                  <a16:creationId xmlns:a16="http://schemas.microsoft.com/office/drawing/2014/main" id="{8FB3C583-A1DF-F6D8-7763-DE56DC0EA61E}"/>
                </a:ext>
              </a:extLst>
            </p:cNvPr>
            <p:cNvSpPr>
              <a:spLocks noChangeShapeType="1"/>
            </p:cNvSpPr>
            <p:nvPr/>
          </p:nvSpPr>
          <p:spPr bwMode="auto">
            <a:xfrm>
              <a:off x="1094" y="3737"/>
              <a:ext cx="91"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32" name="Group 40">
            <a:extLst>
              <a:ext uri="{FF2B5EF4-FFF2-40B4-BE49-F238E27FC236}">
                <a16:creationId xmlns:a16="http://schemas.microsoft.com/office/drawing/2014/main" id="{6E4E7DBA-9B2A-7D2E-75D2-381186743A98}"/>
              </a:ext>
            </a:extLst>
          </p:cNvPr>
          <p:cNvGrpSpPr>
            <a:grpSpLocks/>
          </p:cNvGrpSpPr>
          <p:nvPr/>
        </p:nvGrpSpPr>
        <p:grpSpPr bwMode="auto">
          <a:xfrm>
            <a:off x="4232541" y="5519738"/>
            <a:ext cx="250825" cy="674688"/>
            <a:chOff x="1258" y="799"/>
            <a:chExt cx="403" cy="738"/>
          </a:xfrm>
        </p:grpSpPr>
        <p:sp>
          <p:nvSpPr>
            <p:cNvPr id="33" name="Freeform 41">
              <a:extLst>
                <a:ext uri="{FF2B5EF4-FFF2-40B4-BE49-F238E27FC236}">
                  <a16:creationId xmlns:a16="http://schemas.microsoft.com/office/drawing/2014/main" id="{02CC2345-6A39-1923-8343-2EEC4977E1CD}"/>
                </a:ext>
              </a:extLst>
            </p:cNvPr>
            <p:cNvSpPr>
              <a:spLocks/>
            </p:cNvSpPr>
            <p:nvPr/>
          </p:nvSpPr>
          <p:spPr bwMode="auto">
            <a:xfrm>
              <a:off x="1463" y="799"/>
              <a:ext cx="198" cy="738"/>
            </a:xfrm>
            <a:custGeom>
              <a:avLst/>
              <a:gdLst>
                <a:gd name="T0" fmla="*/ 178 w 283"/>
                <a:gd name="T1" fmla="*/ 0 h 1815"/>
                <a:gd name="T2" fmla="*/ 0 w 283"/>
                <a:gd name="T3" fmla="*/ 0 h 1815"/>
                <a:gd name="T4" fmla="*/ 0 w 283"/>
                <a:gd name="T5" fmla="*/ 738 h 1815"/>
                <a:gd name="T6" fmla="*/ 198 w 283"/>
                <a:gd name="T7" fmla="*/ 738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4" name="Line 42">
              <a:extLst>
                <a:ext uri="{FF2B5EF4-FFF2-40B4-BE49-F238E27FC236}">
                  <a16:creationId xmlns:a16="http://schemas.microsoft.com/office/drawing/2014/main" id="{935B8622-63A7-4A28-C0EC-DEF48B26F1BE}"/>
                </a:ext>
              </a:extLst>
            </p:cNvPr>
            <p:cNvSpPr>
              <a:spLocks noChangeShapeType="1"/>
            </p:cNvSpPr>
            <p:nvPr/>
          </p:nvSpPr>
          <p:spPr bwMode="auto">
            <a:xfrm>
              <a:off x="1258" y="1186"/>
              <a:ext cx="205"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35" name="Group 63">
            <a:extLst>
              <a:ext uri="{FF2B5EF4-FFF2-40B4-BE49-F238E27FC236}">
                <a16:creationId xmlns:a16="http://schemas.microsoft.com/office/drawing/2014/main" id="{CFA3ED94-CF70-74E8-D49D-D6FC25CB1411}"/>
              </a:ext>
            </a:extLst>
          </p:cNvPr>
          <p:cNvGrpSpPr>
            <a:grpSpLocks/>
          </p:cNvGrpSpPr>
          <p:nvPr/>
        </p:nvGrpSpPr>
        <p:grpSpPr bwMode="auto">
          <a:xfrm>
            <a:off x="4272229" y="3927476"/>
            <a:ext cx="257175" cy="1023937"/>
            <a:chOff x="1641" y="2507"/>
            <a:chExt cx="162" cy="645"/>
          </a:xfrm>
        </p:grpSpPr>
        <p:grpSp>
          <p:nvGrpSpPr>
            <p:cNvPr id="36" name="Group 35">
              <a:extLst>
                <a:ext uri="{FF2B5EF4-FFF2-40B4-BE49-F238E27FC236}">
                  <a16:creationId xmlns:a16="http://schemas.microsoft.com/office/drawing/2014/main" id="{E156C64F-4301-A181-D8BB-B46BB74A5DE2}"/>
                </a:ext>
              </a:extLst>
            </p:cNvPr>
            <p:cNvGrpSpPr>
              <a:grpSpLocks/>
            </p:cNvGrpSpPr>
            <p:nvPr/>
          </p:nvGrpSpPr>
          <p:grpSpPr bwMode="auto">
            <a:xfrm>
              <a:off x="1641" y="2507"/>
              <a:ext cx="162" cy="645"/>
              <a:chOff x="1258" y="799"/>
              <a:chExt cx="403" cy="738"/>
            </a:xfrm>
          </p:grpSpPr>
          <p:sp>
            <p:nvSpPr>
              <p:cNvPr id="38" name="Freeform 36">
                <a:extLst>
                  <a:ext uri="{FF2B5EF4-FFF2-40B4-BE49-F238E27FC236}">
                    <a16:creationId xmlns:a16="http://schemas.microsoft.com/office/drawing/2014/main" id="{97955430-3065-A61A-68DE-7AF8FBEE630D}"/>
                  </a:ext>
                </a:extLst>
              </p:cNvPr>
              <p:cNvSpPr>
                <a:spLocks/>
              </p:cNvSpPr>
              <p:nvPr/>
            </p:nvSpPr>
            <p:spPr bwMode="auto">
              <a:xfrm>
                <a:off x="1463" y="799"/>
                <a:ext cx="198" cy="738"/>
              </a:xfrm>
              <a:custGeom>
                <a:avLst/>
                <a:gdLst>
                  <a:gd name="T0" fmla="*/ 178 w 283"/>
                  <a:gd name="T1" fmla="*/ 0 h 1815"/>
                  <a:gd name="T2" fmla="*/ 0 w 283"/>
                  <a:gd name="T3" fmla="*/ 0 h 1815"/>
                  <a:gd name="T4" fmla="*/ 0 w 283"/>
                  <a:gd name="T5" fmla="*/ 738 h 1815"/>
                  <a:gd name="T6" fmla="*/ 198 w 283"/>
                  <a:gd name="T7" fmla="*/ 738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9" name="Line 37">
                <a:extLst>
                  <a:ext uri="{FF2B5EF4-FFF2-40B4-BE49-F238E27FC236}">
                    <a16:creationId xmlns:a16="http://schemas.microsoft.com/office/drawing/2014/main" id="{C553278C-1219-9901-1C3A-88538B5C50CC}"/>
                  </a:ext>
                </a:extLst>
              </p:cNvPr>
              <p:cNvSpPr>
                <a:spLocks noChangeShapeType="1"/>
              </p:cNvSpPr>
              <p:nvPr/>
            </p:nvSpPr>
            <p:spPr bwMode="auto">
              <a:xfrm>
                <a:off x="1258" y="1186"/>
                <a:ext cx="205"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37" name="Line 43">
              <a:extLst>
                <a:ext uri="{FF2B5EF4-FFF2-40B4-BE49-F238E27FC236}">
                  <a16:creationId xmlns:a16="http://schemas.microsoft.com/office/drawing/2014/main" id="{AA2E9270-A304-78A3-62B0-7F87FFB70A5A}"/>
                </a:ext>
              </a:extLst>
            </p:cNvPr>
            <p:cNvSpPr>
              <a:spLocks noChangeShapeType="1"/>
            </p:cNvSpPr>
            <p:nvPr/>
          </p:nvSpPr>
          <p:spPr bwMode="auto">
            <a:xfrm>
              <a:off x="1715" y="2670"/>
              <a:ext cx="59"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40" name="Group 59">
            <a:extLst>
              <a:ext uri="{FF2B5EF4-FFF2-40B4-BE49-F238E27FC236}">
                <a16:creationId xmlns:a16="http://schemas.microsoft.com/office/drawing/2014/main" id="{D893D95C-D6BC-5ACB-9784-301C021C5A9E}"/>
              </a:ext>
            </a:extLst>
          </p:cNvPr>
          <p:cNvGrpSpPr>
            <a:grpSpLocks/>
          </p:cNvGrpSpPr>
          <p:nvPr/>
        </p:nvGrpSpPr>
        <p:grpSpPr bwMode="auto">
          <a:xfrm>
            <a:off x="3734066" y="752476"/>
            <a:ext cx="250825" cy="733425"/>
            <a:chOff x="1302" y="507"/>
            <a:chExt cx="158" cy="462"/>
          </a:xfrm>
        </p:grpSpPr>
        <p:sp>
          <p:nvSpPr>
            <p:cNvPr id="41" name="Freeform 45">
              <a:extLst>
                <a:ext uri="{FF2B5EF4-FFF2-40B4-BE49-F238E27FC236}">
                  <a16:creationId xmlns:a16="http://schemas.microsoft.com/office/drawing/2014/main" id="{8AA9FDA4-839A-51D5-A5AD-E8CB9E49D43A}"/>
                </a:ext>
              </a:extLst>
            </p:cNvPr>
            <p:cNvSpPr>
              <a:spLocks/>
            </p:cNvSpPr>
            <p:nvPr/>
          </p:nvSpPr>
          <p:spPr bwMode="auto">
            <a:xfrm>
              <a:off x="1381" y="507"/>
              <a:ext cx="79" cy="462"/>
            </a:xfrm>
            <a:custGeom>
              <a:avLst/>
              <a:gdLst>
                <a:gd name="T0" fmla="*/ 71 w 283"/>
                <a:gd name="T1" fmla="*/ 0 h 1815"/>
                <a:gd name="T2" fmla="*/ 0 w 283"/>
                <a:gd name="T3" fmla="*/ 0 h 1815"/>
                <a:gd name="T4" fmla="*/ 0 w 283"/>
                <a:gd name="T5" fmla="*/ 462 h 1815"/>
                <a:gd name="T6" fmla="*/ 79 w 283"/>
                <a:gd name="T7" fmla="*/ 462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2" name="Line 46">
              <a:extLst>
                <a:ext uri="{FF2B5EF4-FFF2-40B4-BE49-F238E27FC236}">
                  <a16:creationId xmlns:a16="http://schemas.microsoft.com/office/drawing/2014/main" id="{122113FC-84A9-39A2-DE43-13362754F4DA}"/>
                </a:ext>
              </a:extLst>
            </p:cNvPr>
            <p:cNvSpPr>
              <a:spLocks noChangeShapeType="1"/>
            </p:cNvSpPr>
            <p:nvPr/>
          </p:nvSpPr>
          <p:spPr bwMode="auto">
            <a:xfrm>
              <a:off x="1302" y="743"/>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3" name="Line 47">
              <a:extLst>
                <a:ext uri="{FF2B5EF4-FFF2-40B4-BE49-F238E27FC236}">
                  <a16:creationId xmlns:a16="http://schemas.microsoft.com/office/drawing/2014/main" id="{35281751-B367-C958-B30C-B92154DA5615}"/>
                </a:ext>
              </a:extLst>
            </p:cNvPr>
            <p:cNvSpPr>
              <a:spLocks noChangeShapeType="1"/>
            </p:cNvSpPr>
            <p:nvPr/>
          </p:nvSpPr>
          <p:spPr bwMode="auto">
            <a:xfrm>
              <a:off x="1377" y="743"/>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44" name="Rectangle 49">
            <a:extLst>
              <a:ext uri="{FF2B5EF4-FFF2-40B4-BE49-F238E27FC236}">
                <a16:creationId xmlns:a16="http://schemas.microsoft.com/office/drawing/2014/main" id="{75B01797-599F-0876-5576-E25627E629D7}"/>
              </a:ext>
            </a:extLst>
          </p:cNvPr>
          <p:cNvSpPr>
            <a:spLocks noChangeArrowheads="1"/>
          </p:cNvSpPr>
          <p:nvPr/>
        </p:nvSpPr>
        <p:spPr bwMode="auto">
          <a:xfrm>
            <a:off x="3146691" y="2255838"/>
            <a:ext cx="1382713" cy="581025"/>
          </a:xfrm>
          <a:prstGeom prst="rect">
            <a:avLst/>
          </a:prstGeom>
          <a:noFill/>
          <a:ln w="19050" algn="ctr">
            <a:noFill/>
            <a:miter lim="800000"/>
            <a:headEnd/>
            <a:tailEnd/>
          </a:ln>
        </p:spPr>
        <p:txBody>
          <a:bodyPr>
            <a:spAutoFit/>
          </a:bodyPr>
          <a:lstStyle/>
          <a:p>
            <a:pPr fontAlgn="base">
              <a:lnSpc>
                <a:spcPct val="80000"/>
              </a:lnSpc>
              <a:spcBef>
                <a:spcPct val="0"/>
              </a:spcBef>
              <a:spcAft>
                <a:spcPct val="0"/>
              </a:spcAft>
            </a:pPr>
            <a:r>
              <a:rPr lang="zh-CN" altLang="en-US" sz="2000" b="1">
                <a:solidFill>
                  <a:srgbClr val="006600"/>
                </a:solidFill>
                <a:latin typeface="华文新魏" pitchFamily="2" charset="-122"/>
                <a:ea typeface="华文新魏" pitchFamily="2" charset="-122"/>
              </a:rPr>
              <a:t>曲面立体</a:t>
            </a:r>
          </a:p>
          <a:p>
            <a:pPr fontAlgn="base">
              <a:lnSpc>
                <a:spcPct val="80000"/>
              </a:lnSpc>
              <a:spcBef>
                <a:spcPct val="0"/>
              </a:spcBef>
              <a:spcAft>
                <a:spcPct val="0"/>
              </a:spcAft>
            </a:pPr>
            <a:r>
              <a:rPr lang="en-US" altLang="zh-CN" sz="2000" b="1">
                <a:solidFill>
                  <a:srgbClr val="006600"/>
                </a:solidFill>
                <a:latin typeface="华文新魏" pitchFamily="2" charset="-122"/>
                <a:ea typeface="华文新魏" pitchFamily="2" charset="-122"/>
              </a:rPr>
              <a:t>(</a:t>
            </a:r>
            <a:r>
              <a:rPr lang="zh-CN" altLang="en-US" sz="2000" b="1">
                <a:solidFill>
                  <a:srgbClr val="006600"/>
                </a:solidFill>
                <a:latin typeface="华文新魏" pitchFamily="2" charset="-122"/>
                <a:ea typeface="华文新魏" pitchFamily="2" charset="-122"/>
              </a:rPr>
              <a:t>回转体</a:t>
            </a:r>
            <a:r>
              <a:rPr lang="en-US" altLang="zh-CN" sz="2000" b="1">
                <a:solidFill>
                  <a:srgbClr val="006600"/>
                </a:solidFill>
                <a:latin typeface="华文新魏" pitchFamily="2" charset="-122"/>
                <a:ea typeface="华文新魏" pitchFamily="2" charset="-122"/>
              </a:rPr>
              <a:t>)</a:t>
            </a:r>
          </a:p>
        </p:txBody>
      </p:sp>
      <p:sp>
        <p:nvSpPr>
          <p:cNvPr id="45" name="Rectangle 50">
            <a:extLst>
              <a:ext uri="{FF2B5EF4-FFF2-40B4-BE49-F238E27FC236}">
                <a16:creationId xmlns:a16="http://schemas.microsoft.com/office/drawing/2014/main" id="{647DC591-4CF3-63E4-DEB8-DEF46F4F2718}"/>
              </a:ext>
            </a:extLst>
          </p:cNvPr>
          <p:cNvSpPr>
            <a:spLocks noChangeArrowheads="1"/>
          </p:cNvSpPr>
          <p:nvPr/>
        </p:nvSpPr>
        <p:spPr bwMode="auto">
          <a:xfrm>
            <a:off x="4483366" y="1989138"/>
            <a:ext cx="5913438"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表面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回转面（</a:t>
            </a:r>
            <a:r>
              <a:rPr lang="en-US" altLang="zh-CN" sz="2000" b="1">
                <a:solidFill>
                  <a:srgbClr val="0066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底平面）</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棱线</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两端点</a:t>
            </a:r>
          </a:p>
        </p:txBody>
      </p:sp>
      <p:sp>
        <p:nvSpPr>
          <p:cNvPr id="46" name="Rectangle 51">
            <a:extLst>
              <a:ext uri="{FF2B5EF4-FFF2-40B4-BE49-F238E27FC236}">
                <a16:creationId xmlns:a16="http://schemas.microsoft.com/office/drawing/2014/main" id="{0BDC956F-7924-D9E3-AE19-34E6E450B8B1}"/>
              </a:ext>
            </a:extLst>
          </p:cNvPr>
          <p:cNvSpPr>
            <a:spLocks noChangeArrowheads="1"/>
          </p:cNvSpPr>
          <p:nvPr/>
        </p:nvSpPr>
        <p:spPr bwMode="auto">
          <a:xfrm>
            <a:off x="4483366" y="2370138"/>
            <a:ext cx="7065963"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投影</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回转面（</a:t>
            </a:r>
            <a:r>
              <a:rPr lang="en-US" altLang="zh-CN" sz="2000" b="1">
                <a:solidFill>
                  <a:srgbClr val="0066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底平面）投影</a:t>
            </a:r>
            <a:r>
              <a:rPr lang="zh-CN" altLang="en-US" sz="2000" b="1">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必画轴线</a:t>
            </a:r>
            <a:r>
              <a:rPr lang="en-US" altLang="zh-CN" sz="2000" b="1">
                <a:solidFill>
                  <a:srgbClr val="006600"/>
                </a:solidFill>
                <a:effectLst>
                  <a:outerShdw blurRad="38100" dist="38100" dir="2700000" algn="tl">
                    <a:srgbClr val="C0C0C0"/>
                  </a:outerShdw>
                </a:effectLst>
                <a:latin typeface="RomanD" pitchFamily="2" charset="0"/>
                <a:ea typeface="宋体" pitchFamily="2" charset="-122"/>
              </a:rPr>
              <a:t>+</a:t>
            </a:r>
            <a:r>
              <a:rPr lang="zh-CN" altLang="en-US" sz="2000" b="1">
                <a:solidFill>
                  <a:srgbClr val="006600"/>
                </a:solidFill>
                <a:effectLst>
                  <a:outerShdw blurRad="38100" dist="38100" dir="2700000" algn="tl">
                    <a:srgbClr val="C0C0C0"/>
                  </a:outerShdw>
                </a:effectLst>
                <a:latin typeface="RomanD" pitchFamily="2" charset="0"/>
                <a:ea typeface="宋体" pitchFamily="2" charset="-122"/>
              </a:rPr>
              <a:t>中心线</a:t>
            </a:r>
          </a:p>
        </p:txBody>
      </p:sp>
      <p:grpSp>
        <p:nvGrpSpPr>
          <p:cNvPr id="47" name="Group 61">
            <a:extLst>
              <a:ext uri="{FF2B5EF4-FFF2-40B4-BE49-F238E27FC236}">
                <a16:creationId xmlns:a16="http://schemas.microsoft.com/office/drawing/2014/main" id="{E19C20EF-A89D-F76B-6F3F-8A65CDC9E202}"/>
              </a:ext>
            </a:extLst>
          </p:cNvPr>
          <p:cNvGrpSpPr>
            <a:grpSpLocks/>
          </p:cNvGrpSpPr>
          <p:nvPr/>
        </p:nvGrpSpPr>
        <p:grpSpPr bwMode="auto">
          <a:xfrm>
            <a:off x="4259529" y="2147888"/>
            <a:ext cx="250825" cy="733425"/>
            <a:chOff x="1633" y="1386"/>
            <a:chExt cx="158" cy="462"/>
          </a:xfrm>
        </p:grpSpPr>
        <p:sp>
          <p:nvSpPr>
            <p:cNvPr id="48" name="Freeform 52">
              <a:extLst>
                <a:ext uri="{FF2B5EF4-FFF2-40B4-BE49-F238E27FC236}">
                  <a16:creationId xmlns:a16="http://schemas.microsoft.com/office/drawing/2014/main" id="{52965E69-D718-F7C1-5C42-CF0FB657A994}"/>
                </a:ext>
              </a:extLst>
            </p:cNvPr>
            <p:cNvSpPr>
              <a:spLocks/>
            </p:cNvSpPr>
            <p:nvPr/>
          </p:nvSpPr>
          <p:spPr bwMode="auto">
            <a:xfrm>
              <a:off x="1712" y="1386"/>
              <a:ext cx="79" cy="462"/>
            </a:xfrm>
            <a:custGeom>
              <a:avLst/>
              <a:gdLst>
                <a:gd name="T0" fmla="*/ 71 w 283"/>
                <a:gd name="T1" fmla="*/ 0 h 1815"/>
                <a:gd name="T2" fmla="*/ 0 w 283"/>
                <a:gd name="T3" fmla="*/ 0 h 1815"/>
                <a:gd name="T4" fmla="*/ 0 w 283"/>
                <a:gd name="T5" fmla="*/ 462 h 1815"/>
                <a:gd name="T6" fmla="*/ 79 w 283"/>
                <a:gd name="T7" fmla="*/ 462 h 1815"/>
                <a:gd name="T8" fmla="*/ 0 60000 65536"/>
                <a:gd name="T9" fmla="*/ 0 60000 65536"/>
                <a:gd name="T10" fmla="*/ 0 60000 65536"/>
                <a:gd name="T11" fmla="*/ 0 60000 65536"/>
                <a:gd name="T12" fmla="*/ 0 w 283"/>
                <a:gd name="T13" fmla="*/ 0 h 1815"/>
                <a:gd name="T14" fmla="*/ 283 w 283"/>
                <a:gd name="T15" fmla="*/ 1815 h 1815"/>
              </a:gdLst>
              <a:ahLst/>
              <a:cxnLst>
                <a:cxn ang="T8">
                  <a:pos x="T0" y="T1"/>
                </a:cxn>
                <a:cxn ang="T9">
                  <a:pos x="T2" y="T3"/>
                </a:cxn>
                <a:cxn ang="T10">
                  <a:pos x="T4" y="T5"/>
                </a:cxn>
                <a:cxn ang="T11">
                  <a:pos x="T6" y="T7"/>
                </a:cxn>
              </a:cxnLst>
              <a:rect l="T12" t="T13" r="T14" b="T15"/>
              <a:pathLst>
                <a:path w="283" h="1815">
                  <a:moveTo>
                    <a:pt x="255" y="0"/>
                  </a:moveTo>
                  <a:lnTo>
                    <a:pt x="0" y="0"/>
                  </a:lnTo>
                  <a:lnTo>
                    <a:pt x="0" y="1815"/>
                  </a:lnTo>
                  <a:lnTo>
                    <a:pt x="283" y="1815"/>
                  </a:lnTo>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9" name="Line 53">
              <a:extLst>
                <a:ext uri="{FF2B5EF4-FFF2-40B4-BE49-F238E27FC236}">
                  <a16:creationId xmlns:a16="http://schemas.microsoft.com/office/drawing/2014/main" id="{7926B8EA-D6B1-AAC7-B52F-2C08EDF33443}"/>
                </a:ext>
              </a:extLst>
            </p:cNvPr>
            <p:cNvSpPr>
              <a:spLocks noChangeShapeType="1"/>
            </p:cNvSpPr>
            <p:nvPr/>
          </p:nvSpPr>
          <p:spPr bwMode="auto">
            <a:xfrm>
              <a:off x="1633" y="1650"/>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0" name="Line 54">
              <a:extLst>
                <a:ext uri="{FF2B5EF4-FFF2-40B4-BE49-F238E27FC236}">
                  <a16:creationId xmlns:a16="http://schemas.microsoft.com/office/drawing/2014/main" id="{576202FD-054A-0C1C-E7B9-94A76F6B4414}"/>
                </a:ext>
              </a:extLst>
            </p:cNvPr>
            <p:cNvSpPr>
              <a:spLocks noChangeShapeType="1"/>
            </p:cNvSpPr>
            <p:nvPr/>
          </p:nvSpPr>
          <p:spPr bwMode="auto">
            <a:xfrm>
              <a:off x="1708" y="1650"/>
              <a:ext cx="80" cy="0"/>
            </a:xfrm>
            <a:prstGeom prst="line">
              <a:avLst/>
            </a:prstGeom>
            <a:noFill/>
            <a:ln w="28575">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51" name="Rectangle 57">
            <a:extLst>
              <a:ext uri="{FF2B5EF4-FFF2-40B4-BE49-F238E27FC236}">
                <a16:creationId xmlns:a16="http://schemas.microsoft.com/office/drawing/2014/main" id="{A51F46F4-3F1F-2789-CB0D-B79ECF98EBDC}"/>
              </a:ext>
            </a:extLst>
          </p:cNvPr>
          <p:cNvSpPr>
            <a:spLocks noChangeArrowheads="1"/>
          </p:cNvSpPr>
          <p:nvPr/>
        </p:nvSpPr>
        <p:spPr bwMode="auto">
          <a:xfrm>
            <a:off x="4450029" y="2655888"/>
            <a:ext cx="5975350"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有积聚的表面上取点、取线</a:t>
            </a:r>
            <a:r>
              <a:rPr lang="zh-CN" altLang="en-US" sz="2000" b="1" dirty="0">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平面上取点、取线；</a:t>
            </a:r>
          </a:p>
          <a:p>
            <a:pPr fontAlgn="base">
              <a:spcBef>
                <a:spcPct val="0"/>
              </a:spcBef>
              <a:spcAft>
                <a:spcPct val="0"/>
              </a:spcAft>
              <a:defRPr/>
            </a:pPr>
            <a:r>
              <a:rPr lang="zh-CN" altLang="en-US" sz="2000" b="1" dirty="0">
                <a:solidFill>
                  <a:srgbClr val="FF0000"/>
                </a:solidFill>
                <a:effectLst>
                  <a:outerShdw blurRad="38100" dist="38100" dir="2700000" algn="tl">
                    <a:srgbClr val="C0C0C0"/>
                  </a:outerShdw>
                </a:effectLst>
                <a:latin typeface="RomanD" pitchFamily="2" charset="0"/>
                <a:ea typeface="宋体" pitchFamily="2" charset="-122"/>
              </a:rPr>
              <a:t>无</a:t>
            </a: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积聚的表面上取点、取线</a:t>
            </a:r>
            <a:r>
              <a:rPr lang="zh-CN" altLang="en-US" sz="2000" b="1" dirty="0">
                <a:solidFill>
                  <a:srgbClr val="FF0000"/>
                </a:solidFill>
                <a:effectLst>
                  <a:outerShdw blurRad="38100" dist="38100" dir="2700000" algn="tl">
                    <a:srgbClr val="C0C0C0"/>
                  </a:outerShdw>
                </a:effectLst>
                <a:latin typeface="RomanD" pitchFamily="2" charset="0"/>
                <a:ea typeface="宋体" pitchFamily="2" charset="-122"/>
              </a:rPr>
              <a:t>→</a:t>
            </a:r>
            <a:r>
              <a:rPr lang="zh-CN" altLang="en-US" sz="2000" b="1" dirty="0">
                <a:solidFill>
                  <a:srgbClr val="006600"/>
                </a:solidFill>
                <a:effectLst>
                  <a:outerShdw blurRad="38100" dist="38100" dir="2700000" algn="tl">
                    <a:srgbClr val="C0C0C0"/>
                  </a:outerShdw>
                </a:effectLst>
                <a:latin typeface="RomanD" pitchFamily="2" charset="0"/>
                <a:ea typeface="宋体" pitchFamily="2" charset="-122"/>
              </a:rPr>
              <a:t>辅助线（面）。</a:t>
            </a:r>
          </a:p>
        </p:txBody>
      </p:sp>
    </p:spTree>
    <p:extLst>
      <p:ext uri="{BB962C8B-B14F-4D97-AF65-F5344CB8AC3E}">
        <p14:creationId xmlns:p14="http://schemas.microsoft.com/office/powerpoint/2010/main" val="21690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blinds(horizontal)">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wipe(left)">
                                      <p:cBhvr>
                                        <p:cTn id="45" dur="500"/>
                                        <p:tgtEl>
                                          <p:spTgt spid="40"/>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left)">
                                      <p:cBhvr>
                                        <p:cTn id="64" dur="500"/>
                                        <p:tgtEl>
                                          <p:spTgt spid="47"/>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left)">
                                      <p:cBhvr>
                                        <p:cTn id="68" dur="5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6"/>
                                        </p:tgtEl>
                                        <p:attrNameLst>
                                          <p:attrName>style.visibility</p:attrName>
                                        </p:attrNameLst>
                                      </p:cBhvr>
                                      <p:to>
                                        <p:strVal val="visible"/>
                                      </p:to>
                                    </p:set>
                                    <p:animEffect transition="in" filter="wipe(left)">
                                      <p:cBhvr>
                                        <p:cTn id="73" dur="500"/>
                                        <p:tgtEl>
                                          <p:spTgt spid="4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51"/>
                                        </p:tgtEl>
                                        <p:attrNameLst>
                                          <p:attrName>style.visibility</p:attrName>
                                        </p:attrNameLst>
                                      </p:cBhvr>
                                      <p:to>
                                        <p:strVal val="visible"/>
                                      </p:to>
                                    </p:set>
                                    <p:animEffect transition="in" filter="wipe(left)">
                                      <p:cBhvr>
                                        <p:cTn id="78" dur="500"/>
                                        <p:tgtEl>
                                          <p:spTgt spid="5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wipe(left)">
                                      <p:cBhvr>
                                        <p:cTn id="83" dur="500"/>
                                        <p:tgtEl>
                                          <p:spTgt spid="2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ipe(left)">
                                      <p:cBhvr>
                                        <p:cTn id="88" dur="500"/>
                                        <p:tgtEl>
                                          <p:spTgt spid="1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wipe(left)">
                                      <p:cBhvr>
                                        <p:cTn id="93" dur="500"/>
                                        <p:tgtEl>
                                          <p:spTgt spid="2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wipe(left)">
                                      <p:cBhvr>
                                        <p:cTn id="98" dur="500"/>
                                        <p:tgtEl>
                                          <p:spTgt spid="35"/>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1">
                                            <p:txEl>
                                              <p:pRg st="0" end="0"/>
                                            </p:txEl>
                                          </p:spTgt>
                                        </p:tgtEl>
                                        <p:attrNameLst>
                                          <p:attrName>style.visibility</p:attrName>
                                        </p:attrNameLst>
                                      </p:cBhvr>
                                      <p:to>
                                        <p:strVal val="visible"/>
                                      </p:to>
                                    </p:set>
                                    <p:animEffect transition="in" filter="wipe(left)">
                                      <p:cBhvr>
                                        <p:cTn id="103" dur="500"/>
                                        <p:tgtEl>
                                          <p:spTgt spid="21">
                                            <p:txEl>
                                              <p:pRg st="0" end="0"/>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1">
                                            <p:txEl>
                                              <p:pRg st="1" end="1"/>
                                            </p:txEl>
                                          </p:spTgt>
                                        </p:tgtEl>
                                        <p:attrNameLst>
                                          <p:attrName>style.visibility</p:attrName>
                                        </p:attrNameLst>
                                      </p:cBhvr>
                                      <p:to>
                                        <p:strVal val="visible"/>
                                      </p:to>
                                    </p:set>
                                    <p:animEffect transition="in" filter="wipe(left)">
                                      <p:cBhvr>
                                        <p:cTn id="108" dur="500"/>
                                        <p:tgtEl>
                                          <p:spTgt spid="21">
                                            <p:txEl>
                                              <p:pRg st="1" end="1"/>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1">
                                            <p:txEl>
                                              <p:pRg st="2" end="2"/>
                                            </p:txEl>
                                          </p:spTgt>
                                        </p:tgtEl>
                                        <p:attrNameLst>
                                          <p:attrName>style.visibility</p:attrName>
                                        </p:attrNameLst>
                                      </p:cBhvr>
                                      <p:to>
                                        <p:strVal val="visible"/>
                                      </p:to>
                                    </p:set>
                                    <p:animEffect transition="in" filter="wipe(left)">
                                      <p:cBhvr>
                                        <p:cTn id="113" dur="500"/>
                                        <p:tgtEl>
                                          <p:spTgt spid="21">
                                            <p:txEl>
                                              <p:pRg st="2" end="2"/>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1">
                                            <p:txEl>
                                              <p:pRg st="3" end="3"/>
                                            </p:txEl>
                                          </p:spTgt>
                                        </p:tgtEl>
                                        <p:attrNameLst>
                                          <p:attrName>style.visibility</p:attrName>
                                        </p:attrNameLst>
                                      </p:cBhvr>
                                      <p:to>
                                        <p:strVal val="visible"/>
                                      </p:to>
                                    </p:set>
                                    <p:animEffect transition="in" filter="wipe(left)">
                                      <p:cBhvr>
                                        <p:cTn id="118" dur="500"/>
                                        <p:tgtEl>
                                          <p:spTgt spid="21">
                                            <p:txEl>
                                              <p:pRg st="3" end="3"/>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4"/>
                                        </p:tgtEl>
                                        <p:attrNameLst>
                                          <p:attrName>style.visibility</p:attrName>
                                        </p:attrNameLst>
                                      </p:cBhvr>
                                      <p:to>
                                        <p:strVal val="visible"/>
                                      </p:to>
                                    </p:set>
                                    <p:animEffect transition="in" filter="wipe(left)">
                                      <p:cBhvr>
                                        <p:cTn id="123" dur="500"/>
                                        <p:tgtEl>
                                          <p:spTgt spid="4"/>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22"/>
                                        </p:tgtEl>
                                        <p:attrNameLst>
                                          <p:attrName>style.visibility</p:attrName>
                                        </p:attrNameLst>
                                      </p:cBhvr>
                                      <p:to>
                                        <p:strVal val="visible"/>
                                      </p:to>
                                    </p:set>
                                    <p:animEffect transition="in" filter="wipe(left)">
                                      <p:cBhvr>
                                        <p:cTn id="128" dur="500"/>
                                        <p:tgtEl>
                                          <p:spTgt spid="22"/>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nodeType="clickEffect">
                                  <p:stCondLst>
                                    <p:cond delay="0"/>
                                  </p:stCondLst>
                                  <p:childTnLst>
                                    <p:set>
                                      <p:cBhvr>
                                        <p:cTn id="132" dur="1" fill="hold">
                                          <p:stCondLst>
                                            <p:cond delay="0"/>
                                          </p:stCondLst>
                                        </p:cTn>
                                        <p:tgtEl>
                                          <p:spTgt spid="32"/>
                                        </p:tgtEl>
                                        <p:attrNameLst>
                                          <p:attrName>style.visibility</p:attrName>
                                        </p:attrNameLst>
                                      </p:cBhvr>
                                      <p:to>
                                        <p:strVal val="visible"/>
                                      </p:to>
                                    </p:set>
                                    <p:animEffect transition="in" filter="wipe(left)">
                                      <p:cBhvr>
                                        <p:cTn id="133" dur="500"/>
                                        <p:tgtEl>
                                          <p:spTgt spid="32"/>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23">
                                            <p:txEl>
                                              <p:pRg st="0" end="0"/>
                                            </p:txEl>
                                          </p:spTgt>
                                        </p:tgtEl>
                                        <p:attrNameLst>
                                          <p:attrName>style.visibility</p:attrName>
                                        </p:attrNameLst>
                                      </p:cBhvr>
                                      <p:to>
                                        <p:strVal val="visible"/>
                                      </p:to>
                                    </p:set>
                                    <p:animEffect transition="in" filter="wipe(left)">
                                      <p:cBhvr>
                                        <p:cTn id="138" dur="500"/>
                                        <p:tgtEl>
                                          <p:spTgt spid="23">
                                            <p:txEl>
                                              <p:pRg st="0" end="0"/>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23">
                                            <p:txEl>
                                              <p:pRg st="1" end="1"/>
                                            </p:txEl>
                                          </p:spTgt>
                                        </p:tgtEl>
                                        <p:attrNameLst>
                                          <p:attrName>style.visibility</p:attrName>
                                        </p:attrNameLst>
                                      </p:cBhvr>
                                      <p:to>
                                        <p:strVal val="visible"/>
                                      </p:to>
                                    </p:set>
                                    <p:animEffect transition="in" filter="wipe(left)">
                                      <p:cBhvr>
                                        <p:cTn id="143" dur="500"/>
                                        <p:tgtEl>
                                          <p:spTgt spid="23">
                                            <p:txEl>
                                              <p:pRg st="1" end="1"/>
                                            </p:txEl>
                                          </p:spTgt>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23">
                                            <p:txEl>
                                              <p:pRg st="2" end="2"/>
                                            </p:txEl>
                                          </p:spTgt>
                                        </p:tgtEl>
                                        <p:attrNameLst>
                                          <p:attrName>style.visibility</p:attrName>
                                        </p:attrNameLst>
                                      </p:cBhvr>
                                      <p:to>
                                        <p:strVal val="visible"/>
                                      </p:to>
                                    </p:set>
                                    <p:animEffect transition="in" filter="wipe(left)">
                                      <p:cBhvr>
                                        <p:cTn id="148"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2" grpId="0"/>
      <p:bldP spid="13" grpId="0"/>
      <p:bldP spid="14" grpId="0"/>
      <p:bldP spid="18" grpId="0"/>
      <p:bldP spid="19" grpId="0"/>
      <p:bldP spid="20" grpId="0"/>
      <p:bldP spid="21" grpId="0" build="p"/>
      <p:bldP spid="22" grpId="0"/>
      <p:bldP spid="23" grpId="0" build="p"/>
      <p:bldP spid="44" grpId="0"/>
      <p:bldP spid="45" grpId="0"/>
      <p:bldP spid="46" grpId="0"/>
      <p:bldP spid="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611416-008F-A9A9-C44B-4DA74A8CE24A}"/>
              </a:ext>
            </a:extLst>
          </p:cNvPr>
          <p:cNvSpPr>
            <a:spLocks noGrp="1"/>
          </p:cNvSpPr>
          <p:nvPr>
            <p:ph type="title"/>
          </p:nvPr>
        </p:nvSpPr>
        <p:spPr>
          <a:xfrm>
            <a:off x="1633271" y="473540"/>
            <a:ext cx="4813123" cy="441964"/>
          </a:xfrm>
        </p:spPr>
        <p:txBody>
          <a:bodyPr/>
          <a:lstStyle/>
          <a:p>
            <a:endParaRPr lang="zh-CN" altLang="en-US"/>
          </a:p>
        </p:txBody>
      </p:sp>
      <p:sp>
        <p:nvSpPr>
          <p:cNvPr id="4" name="Text Box 3">
            <a:extLst>
              <a:ext uri="{FF2B5EF4-FFF2-40B4-BE49-F238E27FC236}">
                <a16:creationId xmlns:a16="http://schemas.microsoft.com/office/drawing/2014/main" id="{AE3ED877-81FF-F644-5D85-F59EC79A9FF6}"/>
              </a:ext>
            </a:extLst>
          </p:cNvPr>
          <p:cNvSpPr txBox="1">
            <a:spLocks noChangeArrowheads="1"/>
          </p:cNvSpPr>
          <p:nvPr/>
        </p:nvSpPr>
        <p:spPr bwMode="auto">
          <a:xfrm>
            <a:off x="2915000" y="488467"/>
            <a:ext cx="7062787" cy="427037"/>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   1) </a:t>
            </a:r>
            <a:r>
              <a:rPr kumimoji="1" lang="zh-CN" altLang="en-US" sz="2000" b="1">
                <a:solidFill>
                  <a:srgbClr val="000000"/>
                </a:solidFill>
                <a:latin typeface="Times New Roman" pitchFamily="18" charset="0"/>
                <a:ea typeface="宋体" charset="-122"/>
              </a:rPr>
              <a:t>外形轮廓线都是可见的。   </a:t>
            </a:r>
          </a:p>
        </p:txBody>
      </p:sp>
      <p:sp>
        <p:nvSpPr>
          <p:cNvPr id="5" name="Line 4">
            <a:extLst>
              <a:ext uri="{FF2B5EF4-FFF2-40B4-BE49-F238E27FC236}">
                <a16:creationId xmlns:a16="http://schemas.microsoft.com/office/drawing/2014/main" id="{D99E62FE-AE1C-A9FE-7AD4-4F9DDC607660}"/>
              </a:ext>
            </a:extLst>
          </p:cNvPr>
          <p:cNvSpPr>
            <a:spLocks noChangeShapeType="1"/>
          </p:cNvSpPr>
          <p:nvPr/>
        </p:nvSpPr>
        <p:spPr bwMode="auto">
          <a:xfrm>
            <a:off x="7286975" y="4544529"/>
            <a:ext cx="3573462" cy="0"/>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 name="Line 5">
            <a:extLst>
              <a:ext uri="{FF2B5EF4-FFF2-40B4-BE49-F238E27FC236}">
                <a16:creationId xmlns:a16="http://schemas.microsoft.com/office/drawing/2014/main" id="{43AC7FD3-045E-D287-A60F-E0E4A53A81B6}"/>
              </a:ext>
            </a:extLst>
          </p:cNvPr>
          <p:cNvSpPr>
            <a:spLocks noChangeShapeType="1"/>
          </p:cNvSpPr>
          <p:nvPr/>
        </p:nvSpPr>
        <p:spPr bwMode="auto">
          <a:xfrm>
            <a:off x="9087200" y="2923692"/>
            <a:ext cx="0" cy="3168650"/>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 name="Text Box 6">
            <a:extLst>
              <a:ext uri="{FF2B5EF4-FFF2-40B4-BE49-F238E27FC236}">
                <a16:creationId xmlns:a16="http://schemas.microsoft.com/office/drawing/2014/main" id="{CF5CE707-6F84-6EEF-8A8C-17161D5A9534}"/>
              </a:ext>
            </a:extLst>
          </p:cNvPr>
          <p:cNvSpPr txBox="1">
            <a:spLocks noChangeArrowheads="1"/>
          </p:cNvSpPr>
          <p:nvPr/>
        </p:nvSpPr>
        <p:spPr bwMode="auto">
          <a:xfrm>
            <a:off x="6947250" y="4328629"/>
            <a:ext cx="3841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X</a:t>
            </a:r>
          </a:p>
        </p:txBody>
      </p:sp>
      <p:sp>
        <p:nvSpPr>
          <p:cNvPr id="8" name="Text Box 7">
            <a:extLst>
              <a:ext uri="{FF2B5EF4-FFF2-40B4-BE49-F238E27FC236}">
                <a16:creationId xmlns:a16="http://schemas.microsoft.com/office/drawing/2014/main" id="{5381F780-D6B3-1F38-FCFD-B6117511FB70}"/>
              </a:ext>
            </a:extLst>
          </p:cNvPr>
          <p:cNvSpPr txBox="1">
            <a:spLocks noChangeArrowheads="1"/>
          </p:cNvSpPr>
          <p:nvPr/>
        </p:nvSpPr>
        <p:spPr bwMode="auto">
          <a:xfrm>
            <a:off x="9087200" y="2787167"/>
            <a:ext cx="3841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Z</a:t>
            </a:r>
          </a:p>
        </p:txBody>
      </p:sp>
      <p:sp>
        <p:nvSpPr>
          <p:cNvPr id="9" name="Text Box 8">
            <a:extLst>
              <a:ext uri="{FF2B5EF4-FFF2-40B4-BE49-F238E27FC236}">
                <a16:creationId xmlns:a16="http://schemas.microsoft.com/office/drawing/2014/main" id="{6F10C227-0498-E9C2-827C-07A0E033FE4D}"/>
              </a:ext>
            </a:extLst>
          </p:cNvPr>
          <p:cNvSpPr txBox="1">
            <a:spLocks noChangeArrowheads="1"/>
          </p:cNvSpPr>
          <p:nvPr/>
        </p:nvSpPr>
        <p:spPr bwMode="auto">
          <a:xfrm>
            <a:off x="8771287" y="4239729"/>
            <a:ext cx="3841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O</a:t>
            </a:r>
          </a:p>
        </p:txBody>
      </p:sp>
      <p:sp>
        <p:nvSpPr>
          <p:cNvPr id="10" name="Text Box 9">
            <a:extLst>
              <a:ext uri="{FF2B5EF4-FFF2-40B4-BE49-F238E27FC236}">
                <a16:creationId xmlns:a16="http://schemas.microsoft.com/office/drawing/2014/main" id="{D9F9FC8E-5283-2867-E160-93047CB16F68}"/>
              </a:ext>
            </a:extLst>
          </p:cNvPr>
          <p:cNvSpPr txBox="1">
            <a:spLocks noChangeArrowheads="1"/>
          </p:cNvSpPr>
          <p:nvPr/>
        </p:nvSpPr>
        <p:spPr bwMode="auto">
          <a:xfrm>
            <a:off x="10641362" y="4217504"/>
            <a:ext cx="6508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W</a:t>
            </a:r>
          </a:p>
        </p:txBody>
      </p:sp>
      <p:sp>
        <p:nvSpPr>
          <p:cNvPr id="11" name="Text Box 10">
            <a:extLst>
              <a:ext uri="{FF2B5EF4-FFF2-40B4-BE49-F238E27FC236}">
                <a16:creationId xmlns:a16="http://schemas.microsoft.com/office/drawing/2014/main" id="{A985FDA4-B76B-C7A2-A690-B7BD928CDC89}"/>
              </a:ext>
            </a:extLst>
          </p:cNvPr>
          <p:cNvSpPr txBox="1">
            <a:spLocks noChangeArrowheads="1"/>
          </p:cNvSpPr>
          <p:nvPr/>
        </p:nvSpPr>
        <p:spPr bwMode="auto">
          <a:xfrm>
            <a:off x="8996712" y="5993917"/>
            <a:ext cx="650875"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H</a:t>
            </a:r>
          </a:p>
        </p:txBody>
      </p:sp>
      <p:sp>
        <p:nvSpPr>
          <p:cNvPr id="12" name="Freeform 11">
            <a:extLst>
              <a:ext uri="{FF2B5EF4-FFF2-40B4-BE49-F238E27FC236}">
                <a16:creationId xmlns:a16="http://schemas.microsoft.com/office/drawing/2014/main" id="{3FBE0676-47BA-F491-0878-6A8A99755E6A}"/>
              </a:ext>
            </a:extLst>
          </p:cNvPr>
          <p:cNvSpPr>
            <a:spLocks/>
          </p:cNvSpPr>
          <p:nvPr/>
        </p:nvSpPr>
        <p:spPr bwMode="auto">
          <a:xfrm>
            <a:off x="7621937" y="3045929"/>
            <a:ext cx="1081088" cy="1079500"/>
          </a:xfrm>
          <a:custGeom>
            <a:avLst/>
            <a:gdLst>
              <a:gd name="T0" fmla="*/ 0 w 681"/>
              <a:gd name="T1" fmla="*/ 0 h 652"/>
              <a:gd name="T2" fmla="*/ 0 w 681"/>
              <a:gd name="T3" fmla="*/ 1079500 h 652"/>
              <a:gd name="T4" fmla="*/ 1081088 w 681"/>
              <a:gd name="T5" fmla="*/ 1079500 h 652"/>
              <a:gd name="T6" fmla="*/ 1081088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00FFFF">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 name="Freeform 12">
            <a:extLst>
              <a:ext uri="{FF2B5EF4-FFF2-40B4-BE49-F238E27FC236}">
                <a16:creationId xmlns:a16="http://schemas.microsoft.com/office/drawing/2014/main" id="{7701F6B9-75DC-C924-E988-7787A69E817C}"/>
              </a:ext>
            </a:extLst>
          </p:cNvPr>
          <p:cNvSpPr>
            <a:spLocks/>
          </p:cNvSpPr>
          <p:nvPr/>
        </p:nvSpPr>
        <p:spPr bwMode="auto">
          <a:xfrm>
            <a:off x="9557100" y="3045929"/>
            <a:ext cx="766762" cy="1079500"/>
          </a:xfrm>
          <a:custGeom>
            <a:avLst/>
            <a:gdLst>
              <a:gd name="T0" fmla="*/ 0 w 681"/>
              <a:gd name="T1" fmla="*/ 0 h 652"/>
              <a:gd name="T2" fmla="*/ 0 w 681"/>
              <a:gd name="T3" fmla="*/ 1079500 h 652"/>
              <a:gd name="T4" fmla="*/ 766762 w 681"/>
              <a:gd name="T5" fmla="*/ 1079500 h 652"/>
              <a:gd name="T6" fmla="*/ 766762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FF99CC">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Freeform 13">
            <a:extLst>
              <a:ext uri="{FF2B5EF4-FFF2-40B4-BE49-F238E27FC236}">
                <a16:creationId xmlns:a16="http://schemas.microsoft.com/office/drawing/2014/main" id="{D88548AA-CDDA-A10F-98B6-5BBE60516E6F}"/>
              </a:ext>
            </a:extLst>
          </p:cNvPr>
          <p:cNvSpPr>
            <a:spLocks/>
          </p:cNvSpPr>
          <p:nvPr/>
        </p:nvSpPr>
        <p:spPr bwMode="auto">
          <a:xfrm>
            <a:off x="7620350" y="4979504"/>
            <a:ext cx="1081087" cy="766763"/>
          </a:xfrm>
          <a:custGeom>
            <a:avLst/>
            <a:gdLst>
              <a:gd name="T0" fmla="*/ 719137 w 681"/>
              <a:gd name="T1" fmla="*/ 0 h 483"/>
              <a:gd name="T2" fmla="*/ 0 w 681"/>
              <a:gd name="T3" fmla="*/ 361950 h 483"/>
              <a:gd name="T4" fmla="*/ 1081087 w 681"/>
              <a:gd name="T5" fmla="*/ 766763 h 483"/>
              <a:gd name="T6" fmla="*/ 719137 w 681"/>
              <a:gd name="T7" fmla="*/ 0 h 483"/>
              <a:gd name="T8" fmla="*/ 0 60000 65536"/>
              <a:gd name="T9" fmla="*/ 0 60000 65536"/>
              <a:gd name="T10" fmla="*/ 0 60000 65536"/>
              <a:gd name="T11" fmla="*/ 0 60000 65536"/>
              <a:gd name="T12" fmla="*/ 0 w 681"/>
              <a:gd name="T13" fmla="*/ 0 h 483"/>
              <a:gd name="T14" fmla="*/ 681 w 681"/>
              <a:gd name="T15" fmla="*/ 483 h 483"/>
            </a:gdLst>
            <a:ahLst/>
            <a:cxnLst>
              <a:cxn ang="T8">
                <a:pos x="T0" y="T1"/>
              </a:cxn>
              <a:cxn ang="T9">
                <a:pos x="T2" y="T3"/>
              </a:cxn>
              <a:cxn ang="T10">
                <a:pos x="T4" y="T5"/>
              </a:cxn>
              <a:cxn ang="T11">
                <a:pos x="T6" y="T7"/>
              </a:cxn>
            </a:cxnLst>
            <a:rect l="T12" t="T13" r="T14" b="T15"/>
            <a:pathLst>
              <a:path w="681" h="483">
                <a:moveTo>
                  <a:pt x="453" y="0"/>
                </a:moveTo>
                <a:lnTo>
                  <a:pt x="0" y="228"/>
                </a:lnTo>
                <a:lnTo>
                  <a:pt x="681" y="483"/>
                </a:lnTo>
                <a:lnTo>
                  <a:pt x="453" y="0"/>
                </a:lnTo>
                <a:close/>
              </a:path>
            </a:pathLst>
          </a:custGeom>
          <a:solidFill>
            <a:srgbClr val="FFCC00">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Text Box 14">
            <a:extLst>
              <a:ext uri="{FF2B5EF4-FFF2-40B4-BE49-F238E27FC236}">
                <a16:creationId xmlns:a16="http://schemas.microsoft.com/office/drawing/2014/main" id="{23DBC71D-7AA8-A5B6-8E67-4EE375156078}"/>
              </a:ext>
            </a:extLst>
          </p:cNvPr>
          <p:cNvSpPr txBox="1">
            <a:spLocks noChangeArrowheads="1"/>
          </p:cNvSpPr>
          <p:nvPr/>
        </p:nvSpPr>
        <p:spPr bwMode="auto">
          <a:xfrm>
            <a:off x="7352062" y="2774467"/>
            <a:ext cx="5857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p>
        </p:txBody>
      </p:sp>
      <p:sp>
        <p:nvSpPr>
          <p:cNvPr id="16" name="Text Box 15">
            <a:extLst>
              <a:ext uri="{FF2B5EF4-FFF2-40B4-BE49-F238E27FC236}">
                <a16:creationId xmlns:a16="http://schemas.microsoft.com/office/drawing/2014/main" id="{7D2F750C-A413-A2C1-5B20-2295E6D88E3E}"/>
              </a:ext>
            </a:extLst>
          </p:cNvPr>
          <p:cNvSpPr txBox="1">
            <a:spLocks noChangeArrowheads="1"/>
          </p:cNvSpPr>
          <p:nvPr/>
        </p:nvSpPr>
        <p:spPr bwMode="auto">
          <a:xfrm>
            <a:off x="8117237" y="2774467"/>
            <a:ext cx="5857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p>
        </p:txBody>
      </p:sp>
      <p:sp>
        <p:nvSpPr>
          <p:cNvPr id="17" name="Text Box 16">
            <a:extLst>
              <a:ext uri="{FF2B5EF4-FFF2-40B4-BE49-F238E27FC236}">
                <a16:creationId xmlns:a16="http://schemas.microsoft.com/office/drawing/2014/main" id="{7C29CCE5-EAC8-F376-1B04-76171E5E475D}"/>
              </a:ext>
            </a:extLst>
          </p:cNvPr>
          <p:cNvSpPr txBox="1">
            <a:spLocks noChangeArrowheads="1"/>
          </p:cNvSpPr>
          <p:nvPr/>
        </p:nvSpPr>
        <p:spPr bwMode="auto">
          <a:xfrm>
            <a:off x="8610950" y="2774467"/>
            <a:ext cx="585787"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p>
        </p:txBody>
      </p:sp>
      <p:grpSp>
        <p:nvGrpSpPr>
          <p:cNvPr id="18" name="Group 17">
            <a:extLst>
              <a:ext uri="{FF2B5EF4-FFF2-40B4-BE49-F238E27FC236}">
                <a16:creationId xmlns:a16="http://schemas.microsoft.com/office/drawing/2014/main" id="{927C53BF-4BB4-A860-C8C8-1F4B7AA8A861}"/>
              </a:ext>
            </a:extLst>
          </p:cNvPr>
          <p:cNvGrpSpPr>
            <a:grpSpLocks/>
          </p:cNvGrpSpPr>
          <p:nvPr/>
        </p:nvGrpSpPr>
        <p:grpSpPr bwMode="auto">
          <a:xfrm>
            <a:off x="7217125" y="3990492"/>
            <a:ext cx="900112" cy="336550"/>
            <a:chOff x="2313" y="3691"/>
            <a:chExt cx="567" cy="212"/>
          </a:xfrm>
        </p:grpSpPr>
        <p:sp>
          <p:nvSpPr>
            <p:cNvPr id="19" name="Text Box 18">
              <a:extLst>
                <a:ext uri="{FF2B5EF4-FFF2-40B4-BE49-F238E27FC236}">
                  <a16:creationId xmlns:a16="http://schemas.microsoft.com/office/drawing/2014/main" id="{F7D1F96B-D905-2097-1953-4E857C117E33}"/>
                </a:ext>
              </a:extLst>
            </p:cNvPr>
            <p:cNvSpPr txBox="1">
              <a:spLocks noChangeArrowheads="1"/>
            </p:cNvSpPr>
            <p:nvPr/>
          </p:nvSpPr>
          <p:spPr bwMode="auto">
            <a:xfrm>
              <a:off x="2313"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20" name="Text Box 19">
              <a:extLst>
                <a:ext uri="{FF2B5EF4-FFF2-40B4-BE49-F238E27FC236}">
                  <a16:creationId xmlns:a16="http://schemas.microsoft.com/office/drawing/2014/main" id="{6947E9C2-B4AB-60B6-6B41-88F97AEBBB1C}"/>
                </a:ext>
              </a:extLst>
            </p:cNvPr>
            <p:cNvSpPr txBox="1">
              <a:spLocks noChangeArrowheads="1"/>
            </p:cNvSpPr>
            <p:nvPr/>
          </p:nvSpPr>
          <p:spPr bwMode="auto">
            <a:xfrm>
              <a:off x="2398"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t>
              </a:r>
            </a:p>
          </p:txBody>
        </p:sp>
      </p:grpSp>
      <p:grpSp>
        <p:nvGrpSpPr>
          <p:cNvPr id="21" name="Group 20">
            <a:extLst>
              <a:ext uri="{FF2B5EF4-FFF2-40B4-BE49-F238E27FC236}">
                <a16:creationId xmlns:a16="http://schemas.microsoft.com/office/drawing/2014/main" id="{CDD5183B-AB3C-D3B3-1CE7-86930E0BD5D7}"/>
              </a:ext>
            </a:extLst>
          </p:cNvPr>
          <p:cNvGrpSpPr>
            <a:grpSpLocks/>
          </p:cNvGrpSpPr>
          <p:nvPr/>
        </p:nvGrpSpPr>
        <p:grpSpPr bwMode="auto">
          <a:xfrm>
            <a:off x="8612537" y="3923817"/>
            <a:ext cx="900113" cy="336550"/>
            <a:chOff x="2313" y="3691"/>
            <a:chExt cx="567" cy="212"/>
          </a:xfrm>
        </p:grpSpPr>
        <p:sp>
          <p:nvSpPr>
            <p:cNvPr id="22" name="Text Box 21">
              <a:extLst>
                <a:ext uri="{FF2B5EF4-FFF2-40B4-BE49-F238E27FC236}">
                  <a16:creationId xmlns:a16="http://schemas.microsoft.com/office/drawing/2014/main" id="{C2C9C629-A991-7C2B-55A7-D94E8188C4DD}"/>
                </a:ext>
              </a:extLst>
            </p:cNvPr>
            <p:cNvSpPr txBox="1">
              <a:spLocks noChangeArrowheads="1"/>
            </p:cNvSpPr>
            <p:nvPr/>
          </p:nvSpPr>
          <p:spPr bwMode="auto">
            <a:xfrm>
              <a:off x="2313"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23" name="Text Box 22">
              <a:extLst>
                <a:ext uri="{FF2B5EF4-FFF2-40B4-BE49-F238E27FC236}">
                  <a16:creationId xmlns:a16="http://schemas.microsoft.com/office/drawing/2014/main" id="{F7A1B592-A21E-84AF-C562-38046710222A}"/>
                </a:ext>
              </a:extLst>
            </p:cNvPr>
            <p:cNvSpPr txBox="1">
              <a:spLocks noChangeArrowheads="1"/>
            </p:cNvSpPr>
            <p:nvPr/>
          </p:nvSpPr>
          <p:spPr bwMode="auto">
            <a:xfrm>
              <a:off x="2398"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t>
              </a:r>
            </a:p>
          </p:txBody>
        </p:sp>
      </p:grpSp>
      <p:grpSp>
        <p:nvGrpSpPr>
          <p:cNvPr id="24" name="Group 23">
            <a:extLst>
              <a:ext uri="{FF2B5EF4-FFF2-40B4-BE49-F238E27FC236}">
                <a16:creationId xmlns:a16="http://schemas.microsoft.com/office/drawing/2014/main" id="{5F8C386B-B939-1468-AFD2-C64067BAE2A5}"/>
              </a:ext>
            </a:extLst>
          </p:cNvPr>
          <p:cNvGrpSpPr>
            <a:grpSpLocks/>
          </p:cNvGrpSpPr>
          <p:nvPr/>
        </p:nvGrpSpPr>
        <p:grpSpPr bwMode="auto">
          <a:xfrm>
            <a:off x="7847362" y="4034942"/>
            <a:ext cx="946150" cy="358775"/>
            <a:chOff x="2256" y="3734"/>
            <a:chExt cx="596" cy="226"/>
          </a:xfrm>
        </p:grpSpPr>
        <p:sp>
          <p:nvSpPr>
            <p:cNvPr id="25" name="Text Box 24">
              <a:extLst>
                <a:ext uri="{FF2B5EF4-FFF2-40B4-BE49-F238E27FC236}">
                  <a16:creationId xmlns:a16="http://schemas.microsoft.com/office/drawing/2014/main" id="{3E0AF02C-550C-8160-3D73-8FBA315E5FE2}"/>
                </a:ext>
              </a:extLst>
            </p:cNvPr>
            <p:cNvSpPr txBox="1">
              <a:spLocks noChangeArrowheads="1"/>
            </p:cNvSpPr>
            <p:nvPr/>
          </p:nvSpPr>
          <p:spPr bwMode="auto">
            <a:xfrm>
              <a:off x="2285" y="3748"/>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26" name="Text Box 25">
              <a:extLst>
                <a:ext uri="{FF2B5EF4-FFF2-40B4-BE49-F238E27FC236}">
                  <a16:creationId xmlns:a16="http://schemas.microsoft.com/office/drawing/2014/main" id="{45C85F90-6DB9-5A43-495D-9638FF72EC03}"/>
                </a:ext>
              </a:extLst>
            </p:cNvPr>
            <p:cNvSpPr txBox="1">
              <a:spLocks noChangeArrowheads="1"/>
            </p:cNvSpPr>
            <p:nvPr/>
          </p:nvSpPr>
          <p:spPr bwMode="auto">
            <a:xfrm>
              <a:off x="2370" y="3748"/>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t>
              </a:r>
            </a:p>
          </p:txBody>
        </p:sp>
        <p:sp>
          <p:nvSpPr>
            <p:cNvPr id="27" name="Text Box 26">
              <a:extLst>
                <a:ext uri="{FF2B5EF4-FFF2-40B4-BE49-F238E27FC236}">
                  <a16:creationId xmlns:a16="http://schemas.microsoft.com/office/drawing/2014/main" id="{94C2E2AF-6FAC-5412-F7D0-14B76596B620}"/>
                </a:ext>
              </a:extLst>
            </p:cNvPr>
            <p:cNvSpPr txBox="1">
              <a:spLocks noChangeArrowheads="1"/>
            </p:cNvSpPr>
            <p:nvPr/>
          </p:nvSpPr>
          <p:spPr bwMode="auto">
            <a:xfrm>
              <a:off x="2256" y="373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dirty="0">
                  <a:solidFill>
                    <a:srgbClr val="000000"/>
                  </a:solidFill>
                  <a:latin typeface="Times New Roman" pitchFamily="18" charset="0"/>
                  <a:ea typeface="宋体" charset="-122"/>
                </a:rPr>
                <a:t>    </a:t>
              </a:r>
              <a:endParaRPr lang="en-US" altLang="zh-CN" sz="1600" i="1" dirty="0">
                <a:solidFill>
                  <a:srgbClr val="000000"/>
                </a:solidFill>
                <a:latin typeface="Times New Roman" pitchFamily="18" charset="0"/>
                <a:ea typeface="宋体" charset="-122"/>
              </a:endParaRPr>
            </a:p>
          </p:txBody>
        </p:sp>
      </p:grpSp>
      <p:sp>
        <p:nvSpPr>
          <p:cNvPr id="28" name="Line 27">
            <a:extLst>
              <a:ext uri="{FF2B5EF4-FFF2-40B4-BE49-F238E27FC236}">
                <a16:creationId xmlns:a16="http://schemas.microsoft.com/office/drawing/2014/main" id="{93CA1EE2-E156-849B-5D65-5CCF2F90136A}"/>
              </a:ext>
            </a:extLst>
          </p:cNvPr>
          <p:cNvSpPr>
            <a:spLocks noChangeShapeType="1"/>
          </p:cNvSpPr>
          <p:nvPr/>
        </p:nvSpPr>
        <p:spPr bwMode="auto">
          <a:xfrm flipV="1">
            <a:off x="8342662" y="3045929"/>
            <a:ext cx="0" cy="1079500"/>
          </a:xfrm>
          <a:prstGeom prst="line">
            <a:avLst/>
          </a:prstGeom>
          <a:noFill/>
          <a:ln w="9525">
            <a:solidFill>
              <a:srgbClr val="000000"/>
            </a:solidFill>
            <a:prstDash val="lgDash"/>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9" name="Line 28">
            <a:extLst>
              <a:ext uri="{FF2B5EF4-FFF2-40B4-BE49-F238E27FC236}">
                <a16:creationId xmlns:a16="http://schemas.microsoft.com/office/drawing/2014/main" id="{BC1696DD-3C76-DB48-6418-4E7714200CAF}"/>
              </a:ext>
            </a:extLst>
          </p:cNvPr>
          <p:cNvSpPr>
            <a:spLocks noChangeShapeType="1"/>
          </p:cNvSpPr>
          <p:nvPr/>
        </p:nvSpPr>
        <p:spPr bwMode="auto">
          <a:xfrm flipV="1">
            <a:off x="9917462" y="3053867"/>
            <a:ext cx="0" cy="1079500"/>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0" name="Text Box 29">
            <a:extLst>
              <a:ext uri="{FF2B5EF4-FFF2-40B4-BE49-F238E27FC236}">
                <a16:creationId xmlns:a16="http://schemas.microsoft.com/office/drawing/2014/main" id="{89D9B510-B4DC-1877-C85B-C002BEDEDEA0}"/>
              </a:ext>
            </a:extLst>
          </p:cNvPr>
          <p:cNvSpPr txBox="1">
            <a:spLocks noChangeArrowheads="1"/>
          </p:cNvSpPr>
          <p:nvPr/>
        </p:nvSpPr>
        <p:spPr bwMode="auto">
          <a:xfrm>
            <a:off x="9738075" y="2768117"/>
            <a:ext cx="58578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b="1" i="1">
                <a:solidFill>
                  <a:srgbClr val="000000"/>
                </a:solidFill>
                <a:latin typeface="Times New Roman" pitchFamily="18" charset="0"/>
                <a:ea typeface="宋体" charset="-122"/>
              </a:rPr>
              <a:t>〞</a:t>
            </a:r>
          </a:p>
        </p:txBody>
      </p:sp>
      <p:sp>
        <p:nvSpPr>
          <p:cNvPr id="31" name="Text Box 30">
            <a:extLst>
              <a:ext uri="{FF2B5EF4-FFF2-40B4-BE49-F238E27FC236}">
                <a16:creationId xmlns:a16="http://schemas.microsoft.com/office/drawing/2014/main" id="{C04B4440-BD81-63A3-C054-CB93BA49BD86}"/>
              </a:ext>
            </a:extLst>
          </p:cNvPr>
          <p:cNvSpPr txBox="1">
            <a:spLocks noChangeArrowheads="1"/>
          </p:cNvSpPr>
          <p:nvPr/>
        </p:nvSpPr>
        <p:spPr bwMode="auto">
          <a:xfrm>
            <a:off x="9331675" y="2774467"/>
            <a:ext cx="58578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r>
              <a:rPr lang="en-US" altLang="zh-CN" b="1" i="1">
                <a:solidFill>
                  <a:srgbClr val="000000"/>
                </a:solidFill>
                <a:latin typeface="Times New Roman" pitchFamily="18" charset="0"/>
                <a:ea typeface="宋体" charset="-122"/>
              </a:rPr>
              <a:t>〞</a:t>
            </a:r>
          </a:p>
        </p:txBody>
      </p:sp>
      <p:sp>
        <p:nvSpPr>
          <p:cNvPr id="32" name="Text Box 31">
            <a:extLst>
              <a:ext uri="{FF2B5EF4-FFF2-40B4-BE49-F238E27FC236}">
                <a16:creationId xmlns:a16="http://schemas.microsoft.com/office/drawing/2014/main" id="{4B9CF102-6F4B-9DAE-4E2A-093C84480722}"/>
              </a:ext>
            </a:extLst>
          </p:cNvPr>
          <p:cNvSpPr txBox="1">
            <a:spLocks noChangeArrowheads="1"/>
          </p:cNvSpPr>
          <p:nvPr/>
        </p:nvSpPr>
        <p:spPr bwMode="auto">
          <a:xfrm>
            <a:off x="10163525" y="2774467"/>
            <a:ext cx="58578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b="1" i="1">
                <a:solidFill>
                  <a:srgbClr val="000000"/>
                </a:solidFill>
                <a:latin typeface="Times New Roman" pitchFamily="18" charset="0"/>
                <a:ea typeface="宋体" charset="-122"/>
              </a:rPr>
              <a:t>〞</a:t>
            </a:r>
          </a:p>
        </p:txBody>
      </p:sp>
      <p:grpSp>
        <p:nvGrpSpPr>
          <p:cNvPr id="33" name="Group 32">
            <a:extLst>
              <a:ext uri="{FF2B5EF4-FFF2-40B4-BE49-F238E27FC236}">
                <a16:creationId xmlns:a16="http://schemas.microsoft.com/office/drawing/2014/main" id="{023A4877-B5D0-0710-E9BC-A874DF269F0C}"/>
              </a:ext>
            </a:extLst>
          </p:cNvPr>
          <p:cNvGrpSpPr>
            <a:grpSpLocks/>
          </p:cNvGrpSpPr>
          <p:nvPr/>
        </p:nvGrpSpPr>
        <p:grpSpPr bwMode="auto">
          <a:xfrm>
            <a:off x="9534875" y="4034942"/>
            <a:ext cx="900112" cy="366712"/>
            <a:chOff x="2313" y="3691"/>
            <a:chExt cx="567" cy="231"/>
          </a:xfrm>
        </p:grpSpPr>
        <p:sp>
          <p:nvSpPr>
            <p:cNvPr id="34" name="Text Box 33">
              <a:extLst>
                <a:ext uri="{FF2B5EF4-FFF2-40B4-BE49-F238E27FC236}">
                  <a16:creationId xmlns:a16="http://schemas.microsoft.com/office/drawing/2014/main" id="{3F72D549-3407-F89A-33DC-2967D2807F75}"/>
                </a:ext>
              </a:extLst>
            </p:cNvPr>
            <p:cNvSpPr txBox="1">
              <a:spLocks noChangeArrowheads="1"/>
            </p:cNvSpPr>
            <p:nvPr/>
          </p:nvSpPr>
          <p:spPr bwMode="auto">
            <a:xfrm>
              <a:off x="2313" y="3691"/>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35" name="Text Box 34">
              <a:extLst>
                <a:ext uri="{FF2B5EF4-FFF2-40B4-BE49-F238E27FC236}">
                  <a16:creationId xmlns:a16="http://schemas.microsoft.com/office/drawing/2014/main" id="{F9FF04C8-A9F2-A50F-496E-41ECDB7CD377}"/>
                </a:ext>
              </a:extLst>
            </p:cNvPr>
            <p:cNvSpPr txBox="1">
              <a:spLocks noChangeArrowheads="1"/>
            </p:cNvSpPr>
            <p:nvPr/>
          </p:nvSpPr>
          <p:spPr bwMode="auto">
            <a:xfrm>
              <a:off x="2398" y="3691"/>
              <a:ext cx="48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a:solidFill>
                    <a:srgbClr val="000000"/>
                  </a:solidFill>
                  <a:latin typeface="Times New Roman" pitchFamily="18" charset="0"/>
                  <a:ea typeface="宋体" charset="-122"/>
                </a:rPr>
                <a:t>〞</a:t>
              </a:r>
            </a:p>
          </p:txBody>
        </p:sp>
      </p:grpSp>
      <p:grpSp>
        <p:nvGrpSpPr>
          <p:cNvPr id="36" name="Group 35">
            <a:extLst>
              <a:ext uri="{FF2B5EF4-FFF2-40B4-BE49-F238E27FC236}">
                <a16:creationId xmlns:a16="http://schemas.microsoft.com/office/drawing/2014/main" id="{42416C0A-ADC3-EA0A-22BA-5CBAFED68062}"/>
              </a:ext>
            </a:extLst>
          </p:cNvPr>
          <p:cNvGrpSpPr>
            <a:grpSpLocks/>
          </p:cNvGrpSpPr>
          <p:nvPr/>
        </p:nvGrpSpPr>
        <p:grpSpPr bwMode="auto">
          <a:xfrm>
            <a:off x="10277825" y="3900004"/>
            <a:ext cx="900112" cy="387350"/>
            <a:chOff x="4906" y="2557"/>
            <a:chExt cx="567" cy="244"/>
          </a:xfrm>
        </p:grpSpPr>
        <p:sp>
          <p:nvSpPr>
            <p:cNvPr id="37" name="Text Box 36">
              <a:extLst>
                <a:ext uri="{FF2B5EF4-FFF2-40B4-BE49-F238E27FC236}">
                  <a16:creationId xmlns:a16="http://schemas.microsoft.com/office/drawing/2014/main" id="{F10EC761-AE47-7F9C-0CA3-88EA9B68FCA8}"/>
                </a:ext>
              </a:extLst>
            </p:cNvPr>
            <p:cNvSpPr txBox="1">
              <a:spLocks noChangeArrowheads="1"/>
            </p:cNvSpPr>
            <p:nvPr/>
          </p:nvSpPr>
          <p:spPr bwMode="auto">
            <a:xfrm>
              <a:off x="4906" y="2589"/>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38" name="Text Box 37">
              <a:extLst>
                <a:ext uri="{FF2B5EF4-FFF2-40B4-BE49-F238E27FC236}">
                  <a16:creationId xmlns:a16="http://schemas.microsoft.com/office/drawing/2014/main" id="{436A66A9-1D3E-8818-4538-FF254F531B95}"/>
                </a:ext>
              </a:extLst>
            </p:cNvPr>
            <p:cNvSpPr txBox="1">
              <a:spLocks noChangeArrowheads="1"/>
            </p:cNvSpPr>
            <p:nvPr/>
          </p:nvSpPr>
          <p:spPr bwMode="auto">
            <a:xfrm>
              <a:off x="4991" y="2557"/>
              <a:ext cx="48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a:solidFill>
                    <a:srgbClr val="000000"/>
                  </a:solidFill>
                  <a:latin typeface="Times New Roman" pitchFamily="18" charset="0"/>
                  <a:ea typeface="宋体" charset="-122"/>
                </a:rPr>
                <a:t>〞</a:t>
              </a:r>
            </a:p>
          </p:txBody>
        </p:sp>
      </p:grpSp>
      <p:grpSp>
        <p:nvGrpSpPr>
          <p:cNvPr id="39" name="Group 38">
            <a:extLst>
              <a:ext uri="{FF2B5EF4-FFF2-40B4-BE49-F238E27FC236}">
                <a16:creationId xmlns:a16="http://schemas.microsoft.com/office/drawing/2014/main" id="{19C4DA72-3CB0-6EE6-2830-D33AF64AFF28}"/>
              </a:ext>
            </a:extLst>
          </p:cNvPr>
          <p:cNvGrpSpPr>
            <a:grpSpLocks/>
          </p:cNvGrpSpPr>
          <p:nvPr/>
        </p:nvGrpSpPr>
        <p:grpSpPr bwMode="auto">
          <a:xfrm>
            <a:off x="9130062" y="3923817"/>
            <a:ext cx="900113" cy="366712"/>
            <a:chOff x="4170" y="2515"/>
            <a:chExt cx="567" cy="231"/>
          </a:xfrm>
        </p:grpSpPr>
        <p:sp>
          <p:nvSpPr>
            <p:cNvPr id="40" name="Text Box 39">
              <a:extLst>
                <a:ext uri="{FF2B5EF4-FFF2-40B4-BE49-F238E27FC236}">
                  <a16:creationId xmlns:a16="http://schemas.microsoft.com/office/drawing/2014/main" id="{590C26A9-76C6-50A8-146D-08C70519448C}"/>
                </a:ext>
              </a:extLst>
            </p:cNvPr>
            <p:cNvSpPr txBox="1">
              <a:spLocks noChangeArrowheads="1"/>
            </p:cNvSpPr>
            <p:nvPr/>
          </p:nvSpPr>
          <p:spPr bwMode="auto">
            <a:xfrm>
              <a:off x="4170" y="2515"/>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41" name="Text Box 40">
              <a:extLst>
                <a:ext uri="{FF2B5EF4-FFF2-40B4-BE49-F238E27FC236}">
                  <a16:creationId xmlns:a16="http://schemas.microsoft.com/office/drawing/2014/main" id="{74BA07CD-BCB0-E5B8-F6AE-1AF491DABC0C}"/>
                </a:ext>
              </a:extLst>
            </p:cNvPr>
            <p:cNvSpPr txBox="1">
              <a:spLocks noChangeArrowheads="1"/>
            </p:cNvSpPr>
            <p:nvPr/>
          </p:nvSpPr>
          <p:spPr bwMode="auto">
            <a:xfrm>
              <a:off x="4255" y="2515"/>
              <a:ext cx="48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a:solidFill>
                    <a:srgbClr val="000000"/>
                  </a:solidFill>
                  <a:latin typeface="Times New Roman" pitchFamily="18" charset="0"/>
                  <a:ea typeface="宋体" charset="-122"/>
                </a:rPr>
                <a:t>〞</a:t>
              </a:r>
            </a:p>
          </p:txBody>
        </p:sp>
      </p:grpSp>
      <p:grpSp>
        <p:nvGrpSpPr>
          <p:cNvPr id="42" name="Group 41">
            <a:extLst>
              <a:ext uri="{FF2B5EF4-FFF2-40B4-BE49-F238E27FC236}">
                <a16:creationId xmlns:a16="http://schemas.microsoft.com/office/drawing/2014/main" id="{FAC7B8E4-2EAF-00DF-94CF-FD9F62DD5212}"/>
              </a:ext>
            </a:extLst>
          </p:cNvPr>
          <p:cNvGrpSpPr>
            <a:grpSpLocks/>
          </p:cNvGrpSpPr>
          <p:nvPr/>
        </p:nvGrpSpPr>
        <p:grpSpPr bwMode="auto">
          <a:xfrm>
            <a:off x="7802912" y="4709629"/>
            <a:ext cx="900113" cy="336550"/>
            <a:chOff x="3078" y="3514"/>
            <a:chExt cx="567" cy="212"/>
          </a:xfrm>
        </p:grpSpPr>
        <p:sp>
          <p:nvSpPr>
            <p:cNvPr id="43" name="Text Box 42">
              <a:extLst>
                <a:ext uri="{FF2B5EF4-FFF2-40B4-BE49-F238E27FC236}">
                  <a16:creationId xmlns:a16="http://schemas.microsoft.com/office/drawing/2014/main" id="{9819DB93-8DE0-A8AF-4F0F-89BB8E16C81F}"/>
                </a:ext>
              </a:extLst>
            </p:cNvPr>
            <p:cNvSpPr txBox="1">
              <a:spLocks noChangeArrowheads="1"/>
            </p:cNvSpPr>
            <p:nvPr/>
          </p:nvSpPr>
          <p:spPr bwMode="auto">
            <a:xfrm>
              <a:off x="3078"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  c</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44" name="Text Box 43">
              <a:extLst>
                <a:ext uri="{FF2B5EF4-FFF2-40B4-BE49-F238E27FC236}">
                  <a16:creationId xmlns:a16="http://schemas.microsoft.com/office/drawing/2014/main" id="{C8F250EB-008B-3802-FAEE-9313D19758AE}"/>
                </a:ext>
              </a:extLst>
            </p:cNvPr>
            <p:cNvSpPr txBox="1">
              <a:spLocks noChangeArrowheads="1"/>
            </p:cNvSpPr>
            <p:nvPr/>
          </p:nvSpPr>
          <p:spPr bwMode="auto">
            <a:xfrm>
              <a:off x="3163"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a:solidFill>
                    <a:srgbClr val="000000"/>
                  </a:solidFill>
                  <a:latin typeface="Times New Roman" pitchFamily="18" charset="0"/>
                  <a:ea typeface="宋体" charset="-122"/>
                </a:rPr>
                <a:t>(</a:t>
              </a:r>
              <a:r>
                <a:rPr lang="en-US" altLang="zh-CN" sz="1600" b="1">
                  <a:solidFill>
                    <a:srgbClr val="000000"/>
                  </a:solidFill>
                  <a:latin typeface="Times New Roman" pitchFamily="18" charset="0"/>
                  <a:ea typeface="宋体" charset="-122"/>
                </a:rPr>
                <a:t>   </a:t>
              </a:r>
              <a:r>
                <a:rPr lang="en-US" altLang="zh-CN" sz="1600">
                  <a:solidFill>
                    <a:srgbClr val="000000"/>
                  </a:solidFill>
                  <a:latin typeface="Times New Roman" pitchFamily="18" charset="0"/>
                  <a:ea typeface="宋体" charset="-122"/>
                </a:rPr>
                <a:t>)</a:t>
              </a:r>
              <a:endParaRPr lang="en-US" altLang="zh-CN" sz="1600" i="1">
                <a:solidFill>
                  <a:srgbClr val="000000"/>
                </a:solidFill>
                <a:latin typeface="Times New Roman" pitchFamily="18" charset="0"/>
                <a:ea typeface="宋体" charset="-122"/>
              </a:endParaRPr>
            </a:p>
          </p:txBody>
        </p:sp>
      </p:grpSp>
      <p:grpSp>
        <p:nvGrpSpPr>
          <p:cNvPr id="45" name="Group 44">
            <a:extLst>
              <a:ext uri="{FF2B5EF4-FFF2-40B4-BE49-F238E27FC236}">
                <a16:creationId xmlns:a16="http://schemas.microsoft.com/office/drawing/2014/main" id="{35B8B95B-599F-1481-2064-FEE148E18F9A}"/>
              </a:ext>
            </a:extLst>
          </p:cNvPr>
          <p:cNvGrpSpPr>
            <a:grpSpLocks/>
          </p:cNvGrpSpPr>
          <p:nvPr/>
        </p:nvGrpSpPr>
        <p:grpSpPr bwMode="auto">
          <a:xfrm>
            <a:off x="7307612" y="5341454"/>
            <a:ext cx="871538" cy="346075"/>
            <a:chOff x="3092" y="3426"/>
            <a:chExt cx="549" cy="218"/>
          </a:xfrm>
        </p:grpSpPr>
        <p:sp>
          <p:nvSpPr>
            <p:cNvPr id="46" name="Text Box 45">
              <a:extLst>
                <a:ext uri="{FF2B5EF4-FFF2-40B4-BE49-F238E27FC236}">
                  <a16:creationId xmlns:a16="http://schemas.microsoft.com/office/drawing/2014/main" id="{C217B2DE-D26B-EB45-1B5F-2CAE81E75C88}"/>
                </a:ext>
              </a:extLst>
            </p:cNvPr>
            <p:cNvSpPr txBox="1">
              <a:spLocks noChangeArrowheads="1"/>
            </p:cNvSpPr>
            <p:nvPr/>
          </p:nvSpPr>
          <p:spPr bwMode="auto">
            <a:xfrm>
              <a:off x="3092" y="3426"/>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 a</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47" name="Text Box 46">
              <a:extLst>
                <a:ext uri="{FF2B5EF4-FFF2-40B4-BE49-F238E27FC236}">
                  <a16:creationId xmlns:a16="http://schemas.microsoft.com/office/drawing/2014/main" id="{22037322-B0D1-D9E6-07C9-B71A661E2278}"/>
                </a:ext>
              </a:extLst>
            </p:cNvPr>
            <p:cNvSpPr txBox="1">
              <a:spLocks noChangeArrowheads="1"/>
            </p:cNvSpPr>
            <p:nvPr/>
          </p:nvSpPr>
          <p:spPr bwMode="auto">
            <a:xfrm>
              <a:off x="3159" y="3432"/>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a:solidFill>
                    <a:srgbClr val="000000"/>
                  </a:solidFill>
                  <a:latin typeface="Times New Roman" pitchFamily="18" charset="0"/>
                  <a:ea typeface="宋体" charset="-122"/>
                </a:rPr>
                <a:t>(</a:t>
              </a:r>
              <a:r>
                <a:rPr lang="en-US" altLang="zh-CN" sz="1600" b="1">
                  <a:solidFill>
                    <a:srgbClr val="000000"/>
                  </a:solidFill>
                  <a:latin typeface="Times New Roman" pitchFamily="18" charset="0"/>
                  <a:ea typeface="宋体" charset="-122"/>
                </a:rPr>
                <a:t>   </a:t>
              </a:r>
              <a:r>
                <a:rPr lang="en-US" altLang="zh-CN" sz="1600">
                  <a:solidFill>
                    <a:srgbClr val="000000"/>
                  </a:solidFill>
                  <a:latin typeface="Times New Roman" pitchFamily="18" charset="0"/>
                  <a:ea typeface="宋体" charset="-122"/>
                </a:rPr>
                <a:t>)</a:t>
              </a:r>
              <a:endParaRPr lang="en-US" altLang="zh-CN" sz="1600" i="1">
                <a:solidFill>
                  <a:srgbClr val="000000"/>
                </a:solidFill>
                <a:latin typeface="Times New Roman" pitchFamily="18" charset="0"/>
                <a:ea typeface="宋体" charset="-122"/>
              </a:endParaRPr>
            </a:p>
          </p:txBody>
        </p:sp>
      </p:grpSp>
      <p:grpSp>
        <p:nvGrpSpPr>
          <p:cNvPr id="48" name="Group 47">
            <a:extLst>
              <a:ext uri="{FF2B5EF4-FFF2-40B4-BE49-F238E27FC236}">
                <a16:creationId xmlns:a16="http://schemas.microsoft.com/office/drawing/2014/main" id="{0505F536-AF8F-521B-4139-6C419F183A99}"/>
              </a:ext>
            </a:extLst>
          </p:cNvPr>
          <p:cNvGrpSpPr>
            <a:grpSpLocks/>
          </p:cNvGrpSpPr>
          <p:nvPr/>
        </p:nvGrpSpPr>
        <p:grpSpPr bwMode="auto">
          <a:xfrm>
            <a:off x="8387112" y="5724042"/>
            <a:ext cx="900113" cy="336550"/>
            <a:chOff x="3078" y="3514"/>
            <a:chExt cx="567" cy="212"/>
          </a:xfrm>
        </p:grpSpPr>
        <p:sp>
          <p:nvSpPr>
            <p:cNvPr id="49" name="Text Box 48">
              <a:extLst>
                <a:ext uri="{FF2B5EF4-FFF2-40B4-BE49-F238E27FC236}">
                  <a16:creationId xmlns:a16="http://schemas.microsoft.com/office/drawing/2014/main" id="{DD41AC73-FB59-9AFB-DC35-BD9A8094E180}"/>
                </a:ext>
              </a:extLst>
            </p:cNvPr>
            <p:cNvSpPr txBox="1">
              <a:spLocks noChangeArrowheads="1"/>
            </p:cNvSpPr>
            <p:nvPr/>
          </p:nvSpPr>
          <p:spPr bwMode="auto">
            <a:xfrm>
              <a:off x="3078"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  b</a:t>
              </a:r>
              <a:r>
                <a:rPr lang="en-US" altLang="zh-CN" sz="1400" b="1" i="1" baseline="-25000">
                  <a:solidFill>
                    <a:srgbClr val="000000"/>
                  </a:solidFill>
                  <a:latin typeface="Times New Roman" pitchFamily="18" charset="0"/>
                  <a:ea typeface="宋体" charset="-122"/>
                </a:rPr>
                <a:t>1</a:t>
              </a:r>
              <a:endParaRPr lang="en-US" altLang="zh-CN" sz="1400" b="1" i="1">
                <a:solidFill>
                  <a:srgbClr val="000000"/>
                </a:solidFill>
                <a:latin typeface="Times New Roman" pitchFamily="18" charset="0"/>
                <a:ea typeface="宋体" charset="-122"/>
              </a:endParaRPr>
            </a:p>
          </p:txBody>
        </p:sp>
        <p:sp>
          <p:nvSpPr>
            <p:cNvPr id="50" name="Text Box 49">
              <a:extLst>
                <a:ext uri="{FF2B5EF4-FFF2-40B4-BE49-F238E27FC236}">
                  <a16:creationId xmlns:a16="http://schemas.microsoft.com/office/drawing/2014/main" id="{4C345F8B-1EA6-6B53-D88B-DE79FA7AAC9A}"/>
                </a:ext>
              </a:extLst>
            </p:cNvPr>
            <p:cNvSpPr txBox="1">
              <a:spLocks noChangeArrowheads="1"/>
            </p:cNvSpPr>
            <p:nvPr/>
          </p:nvSpPr>
          <p:spPr bwMode="auto">
            <a:xfrm>
              <a:off x="3163" y="3514"/>
              <a:ext cx="4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a:solidFill>
                    <a:srgbClr val="000000"/>
                  </a:solidFill>
                  <a:latin typeface="Times New Roman" pitchFamily="18" charset="0"/>
                  <a:ea typeface="宋体" charset="-122"/>
                </a:rPr>
                <a:t>(</a:t>
              </a:r>
              <a:r>
                <a:rPr lang="en-US" altLang="zh-CN" sz="1600" b="1">
                  <a:solidFill>
                    <a:srgbClr val="000000"/>
                  </a:solidFill>
                  <a:latin typeface="Times New Roman" pitchFamily="18" charset="0"/>
                  <a:ea typeface="宋体" charset="-122"/>
                </a:rPr>
                <a:t>   </a:t>
              </a:r>
              <a:r>
                <a:rPr lang="en-US" altLang="zh-CN" sz="1600">
                  <a:solidFill>
                    <a:srgbClr val="000000"/>
                  </a:solidFill>
                  <a:latin typeface="Times New Roman" pitchFamily="18" charset="0"/>
                  <a:ea typeface="宋体" charset="-122"/>
                </a:rPr>
                <a:t>)</a:t>
              </a:r>
              <a:endParaRPr lang="en-US" altLang="zh-CN" sz="1600" i="1">
                <a:solidFill>
                  <a:srgbClr val="000000"/>
                </a:solidFill>
                <a:latin typeface="Times New Roman" pitchFamily="18" charset="0"/>
                <a:ea typeface="宋体" charset="-122"/>
              </a:endParaRPr>
            </a:p>
          </p:txBody>
        </p:sp>
      </p:grpSp>
      <p:sp>
        <p:nvSpPr>
          <p:cNvPr id="51" name="Line 50">
            <a:extLst>
              <a:ext uri="{FF2B5EF4-FFF2-40B4-BE49-F238E27FC236}">
                <a16:creationId xmlns:a16="http://schemas.microsoft.com/office/drawing/2014/main" id="{3FD5ADE3-DC09-F388-D225-BE954C972C94}"/>
              </a:ext>
            </a:extLst>
          </p:cNvPr>
          <p:cNvSpPr>
            <a:spLocks noChangeShapeType="1"/>
          </p:cNvSpPr>
          <p:nvPr/>
        </p:nvSpPr>
        <p:spPr bwMode="auto">
          <a:xfrm>
            <a:off x="9087200" y="4520717"/>
            <a:ext cx="1773237" cy="1773237"/>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2" name="Line 51">
            <a:extLst>
              <a:ext uri="{FF2B5EF4-FFF2-40B4-BE49-F238E27FC236}">
                <a16:creationId xmlns:a16="http://schemas.microsoft.com/office/drawing/2014/main" id="{C5700024-38FB-04D9-4B1F-E77093182BDA}"/>
              </a:ext>
            </a:extLst>
          </p:cNvPr>
          <p:cNvSpPr>
            <a:spLocks noChangeShapeType="1"/>
          </p:cNvSpPr>
          <p:nvPr/>
        </p:nvSpPr>
        <p:spPr bwMode="auto">
          <a:xfrm>
            <a:off x="9917462" y="4125429"/>
            <a:ext cx="0" cy="1216025"/>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3" name="Line 52">
            <a:extLst>
              <a:ext uri="{FF2B5EF4-FFF2-40B4-BE49-F238E27FC236}">
                <a16:creationId xmlns:a16="http://schemas.microsoft.com/office/drawing/2014/main" id="{EAD5F2A9-FCBA-8DB4-65B8-565D9F2E1EB3}"/>
              </a:ext>
            </a:extLst>
          </p:cNvPr>
          <p:cNvSpPr>
            <a:spLocks noChangeShapeType="1"/>
          </p:cNvSpPr>
          <p:nvPr/>
        </p:nvSpPr>
        <p:spPr bwMode="auto">
          <a:xfrm flipH="1">
            <a:off x="7621937" y="5339867"/>
            <a:ext cx="2295525" cy="0"/>
          </a:xfrm>
          <a:prstGeom prst="line">
            <a:avLst/>
          </a:prstGeom>
          <a:noFill/>
          <a:ln w="9525">
            <a:solidFill>
              <a:srgbClr val="0066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4" name="Freeform 53">
            <a:extLst>
              <a:ext uri="{FF2B5EF4-FFF2-40B4-BE49-F238E27FC236}">
                <a16:creationId xmlns:a16="http://schemas.microsoft.com/office/drawing/2014/main" id="{AB35A91E-E724-6F85-1104-B224252B343B}"/>
              </a:ext>
            </a:extLst>
          </p:cNvPr>
          <p:cNvSpPr>
            <a:spLocks/>
          </p:cNvSpPr>
          <p:nvPr/>
        </p:nvSpPr>
        <p:spPr bwMode="auto">
          <a:xfrm>
            <a:off x="8334725" y="4979504"/>
            <a:ext cx="1214437" cy="1588"/>
          </a:xfrm>
          <a:custGeom>
            <a:avLst/>
            <a:gdLst>
              <a:gd name="T0" fmla="*/ 1214437 w 765"/>
              <a:gd name="T1" fmla="*/ 0 h 1"/>
              <a:gd name="T2" fmla="*/ 0 w 765"/>
              <a:gd name="T3" fmla="*/ 0 h 1"/>
              <a:gd name="T4" fmla="*/ 0 60000 65536"/>
              <a:gd name="T5" fmla="*/ 0 60000 65536"/>
              <a:gd name="T6" fmla="*/ 0 w 765"/>
              <a:gd name="T7" fmla="*/ 0 h 1"/>
              <a:gd name="T8" fmla="*/ 765 w 765"/>
              <a:gd name="T9" fmla="*/ 1 h 1"/>
            </a:gdLst>
            <a:ahLst/>
            <a:cxnLst>
              <a:cxn ang="T4">
                <a:pos x="T0" y="T1"/>
              </a:cxn>
              <a:cxn ang="T5">
                <a:pos x="T2" y="T3"/>
              </a:cxn>
            </a:cxnLst>
            <a:rect l="T6" t="T7" r="T8" b="T9"/>
            <a:pathLst>
              <a:path w="765" h="1">
                <a:moveTo>
                  <a:pt x="765" y="0"/>
                </a:moveTo>
                <a:lnTo>
                  <a:pt x="0" y="0"/>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5" name="Freeform 54">
            <a:extLst>
              <a:ext uri="{FF2B5EF4-FFF2-40B4-BE49-F238E27FC236}">
                <a16:creationId xmlns:a16="http://schemas.microsoft.com/office/drawing/2014/main" id="{864E766A-F3DA-0BE4-7986-DC933DBF3280}"/>
              </a:ext>
            </a:extLst>
          </p:cNvPr>
          <p:cNvSpPr>
            <a:spLocks/>
          </p:cNvSpPr>
          <p:nvPr/>
        </p:nvSpPr>
        <p:spPr bwMode="auto">
          <a:xfrm>
            <a:off x="8696675" y="5746267"/>
            <a:ext cx="1627187" cy="1587"/>
          </a:xfrm>
          <a:custGeom>
            <a:avLst/>
            <a:gdLst>
              <a:gd name="T0" fmla="*/ 1627187 w 1025"/>
              <a:gd name="T1" fmla="*/ 0 h 1"/>
              <a:gd name="T2" fmla="*/ 0 w 1025"/>
              <a:gd name="T3" fmla="*/ 0 h 1"/>
              <a:gd name="T4" fmla="*/ 0 60000 65536"/>
              <a:gd name="T5" fmla="*/ 0 60000 65536"/>
              <a:gd name="T6" fmla="*/ 0 w 1025"/>
              <a:gd name="T7" fmla="*/ 0 h 1"/>
              <a:gd name="T8" fmla="*/ 1025 w 1025"/>
              <a:gd name="T9" fmla="*/ 1 h 1"/>
            </a:gdLst>
            <a:ahLst/>
            <a:cxnLst>
              <a:cxn ang="T4">
                <a:pos x="T0" y="T1"/>
              </a:cxn>
              <a:cxn ang="T5">
                <a:pos x="T2" y="T3"/>
              </a:cxn>
            </a:cxnLst>
            <a:rect l="T6" t="T7" r="T8" b="T9"/>
            <a:pathLst>
              <a:path w="1025" h="1">
                <a:moveTo>
                  <a:pt x="1025" y="0"/>
                </a:moveTo>
                <a:lnTo>
                  <a:pt x="0" y="0"/>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6" name="Freeform 55">
            <a:extLst>
              <a:ext uri="{FF2B5EF4-FFF2-40B4-BE49-F238E27FC236}">
                <a16:creationId xmlns:a16="http://schemas.microsoft.com/office/drawing/2014/main" id="{CD9499DD-95F8-DDDE-8314-A6EF4501727C}"/>
              </a:ext>
            </a:extLst>
          </p:cNvPr>
          <p:cNvSpPr>
            <a:spLocks/>
          </p:cNvSpPr>
          <p:nvPr/>
        </p:nvSpPr>
        <p:spPr bwMode="auto">
          <a:xfrm>
            <a:off x="10323862" y="4125429"/>
            <a:ext cx="1588" cy="1635125"/>
          </a:xfrm>
          <a:custGeom>
            <a:avLst/>
            <a:gdLst>
              <a:gd name="T0" fmla="*/ 0 w 1"/>
              <a:gd name="T1" fmla="*/ 0 h 1030"/>
              <a:gd name="T2" fmla="*/ 1588 w 1"/>
              <a:gd name="T3" fmla="*/ 1635125 h 1030"/>
              <a:gd name="T4" fmla="*/ 0 60000 65536"/>
              <a:gd name="T5" fmla="*/ 0 60000 65536"/>
              <a:gd name="T6" fmla="*/ 0 w 1"/>
              <a:gd name="T7" fmla="*/ 0 h 1030"/>
              <a:gd name="T8" fmla="*/ 1 w 1"/>
              <a:gd name="T9" fmla="*/ 1030 h 1030"/>
            </a:gdLst>
            <a:ahLst/>
            <a:cxnLst>
              <a:cxn ang="T4">
                <a:pos x="T0" y="T1"/>
              </a:cxn>
              <a:cxn ang="T5">
                <a:pos x="T2" y="T3"/>
              </a:cxn>
            </a:cxnLst>
            <a:rect l="T6" t="T7" r="T8" b="T9"/>
            <a:pathLst>
              <a:path w="1" h="1030">
                <a:moveTo>
                  <a:pt x="0" y="0"/>
                </a:moveTo>
                <a:lnTo>
                  <a:pt x="1" y="1030"/>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7" name="Freeform 56">
            <a:extLst>
              <a:ext uri="{FF2B5EF4-FFF2-40B4-BE49-F238E27FC236}">
                <a16:creationId xmlns:a16="http://schemas.microsoft.com/office/drawing/2014/main" id="{A2B8B316-6050-0480-21C4-5E28CAF8861F}"/>
              </a:ext>
            </a:extLst>
          </p:cNvPr>
          <p:cNvSpPr>
            <a:spLocks/>
          </p:cNvSpPr>
          <p:nvPr/>
        </p:nvSpPr>
        <p:spPr bwMode="auto">
          <a:xfrm>
            <a:off x="9557100" y="4125429"/>
            <a:ext cx="1587" cy="854075"/>
          </a:xfrm>
          <a:custGeom>
            <a:avLst/>
            <a:gdLst>
              <a:gd name="T0" fmla="*/ 0 w 1"/>
              <a:gd name="T1" fmla="*/ 0 h 538"/>
              <a:gd name="T2" fmla="*/ 1587 w 1"/>
              <a:gd name="T3" fmla="*/ 854075 h 538"/>
              <a:gd name="T4" fmla="*/ 0 60000 65536"/>
              <a:gd name="T5" fmla="*/ 0 60000 65536"/>
              <a:gd name="T6" fmla="*/ 0 w 1"/>
              <a:gd name="T7" fmla="*/ 0 h 538"/>
              <a:gd name="T8" fmla="*/ 1 w 1"/>
              <a:gd name="T9" fmla="*/ 538 h 538"/>
            </a:gdLst>
            <a:ahLst/>
            <a:cxnLst>
              <a:cxn ang="T4">
                <a:pos x="T0" y="T1"/>
              </a:cxn>
              <a:cxn ang="T5">
                <a:pos x="T2" y="T3"/>
              </a:cxn>
            </a:cxnLst>
            <a:rect l="T6" t="T7" r="T8" b="T9"/>
            <a:pathLst>
              <a:path w="1" h="538">
                <a:moveTo>
                  <a:pt x="0" y="0"/>
                </a:moveTo>
                <a:lnTo>
                  <a:pt x="1" y="538"/>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8" name="Freeform 57">
            <a:extLst>
              <a:ext uri="{FF2B5EF4-FFF2-40B4-BE49-F238E27FC236}">
                <a16:creationId xmlns:a16="http://schemas.microsoft.com/office/drawing/2014/main" id="{890FEB50-8C70-F0BC-C554-C7B616DEBBCC}"/>
              </a:ext>
            </a:extLst>
          </p:cNvPr>
          <p:cNvSpPr>
            <a:spLocks/>
          </p:cNvSpPr>
          <p:nvPr/>
        </p:nvSpPr>
        <p:spPr bwMode="auto">
          <a:xfrm>
            <a:off x="8701437" y="4133367"/>
            <a:ext cx="1588" cy="1612900"/>
          </a:xfrm>
          <a:custGeom>
            <a:avLst/>
            <a:gdLst>
              <a:gd name="T0" fmla="*/ 1588 w 1"/>
              <a:gd name="T1" fmla="*/ 0 h 1016"/>
              <a:gd name="T2" fmla="*/ 0 w 1"/>
              <a:gd name="T3" fmla="*/ 1612900 h 1016"/>
              <a:gd name="T4" fmla="*/ 0 60000 65536"/>
              <a:gd name="T5" fmla="*/ 0 60000 65536"/>
              <a:gd name="T6" fmla="*/ 0 w 1"/>
              <a:gd name="T7" fmla="*/ 0 h 1016"/>
              <a:gd name="T8" fmla="*/ 1 w 1"/>
              <a:gd name="T9" fmla="*/ 1016 h 1016"/>
            </a:gdLst>
            <a:ahLst/>
            <a:cxnLst>
              <a:cxn ang="T4">
                <a:pos x="T0" y="T1"/>
              </a:cxn>
              <a:cxn ang="T5">
                <a:pos x="T2" y="T3"/>
              </a:cxn>
            </a:cxnLst>
            <a:rect l="T6" t="T7" r="T8" b="T9"/>
            <a:pathLst>
              <a:path w="1" h="1016">
                <a:moveTo>
                  <a:pt x="1" y="0"/>
                </a:moveTo>
                <a:lnTo>
                  <a:pt x="0" y="1016"/>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9" name="Freeform 58">
            <a:extLst>
              <a:ext uri="{FF2B5EF4-FFF2-40B4-BE49-F238E27FC236}">
                <a16:creationId xmlns:a16="http://schemas.microsoft.com/office/drawing/2014/main" id="{ED0F8A40-D66A-CB3C-4A3C-B0C1CFD8AE1E}"/>
              </a:ext>
            </a:extLst>
          </p:cNvPr>
          <p:cNvSpPr>
            <a:spLocks/>
          </p:cNvSpPr>
          <p:nvPr/>
        </p:nvSpPr>
        <p:spPr bwMode="auto">
          <a:xfrm>
            <a:off x="8339487" y="4133367"/>
            <a:ext cx="3175" cy="846137"/>
          </a:xfrm>
          <a:custGeom>
            <a:avLst/>
            <a:gdLst>
              <a:gd name="T0" fmla="*/ 3175 w 2"/>
              <a:gd name="T1" fmla="*/ 0 h 533"/>
              <a:gd name="T2" fmla="*/ 0 w 2"/>
              <a:gd name="T3" fmla="*/ 846137 h 533"/>
              <a:gd name="T4" fmla="*/ 0 60000 65536"/>
              <a:gd name="T5" fmla="*/ 0 60000 65536"/>
              <a:gd name="T6" fmla="*/ 0 w 2"/>
              <a:gd name="T7" fmla="*/ 0 h 533"/>
              <a:gd name="T8" fmla="*/ 2 w 2"/>
              <a:gd name="T9" fmla="*/ 533 h 533"/>
            </a:gdLst>
            <a:ahLst/>
            <a:cxnLst>
              <a:cxn ang="T4">
                <a:pos x="T0" y="T1"/>
              </a:cxn>
              <a:cxn ang="T5">
                <a:pos x="T2" y="T3"/>
              </a:cxn>
            </a:cxnLst>
            <a:rect l="T6" t="T7" r="T8" b="T9"/>
            <a:pathLst>
              <a:path w="2" h="533">
                <a:moveTo>
                  <a:pt x="2" y="0"/>
                </a:moveTo>
                <a:lnTo>
                  <a:pt x="0" y="533"/>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0" name="Freeform 59">
            <a:extLst>
              <a:ext uri="{FF2B5EF4-FFF2-40B4-BE49-F238E27FC236}">
                <a16:creationId xmlns:a16="http://schemas.microsoft.com/office/drawing/2014/main" id="{382D6575-787D-6CD4-F531-C52128C78307}"/>
              </a:ext>
            </a:extLst>
          </p:cNvPr>
          <p:cNvSpPr>
            <a:spLocks/>
          </p:cNvSpPr>
          <p:nvPr/>
        </p:nvSpPr>
        <p:spPr bwMode="auto">
          <a:xfrm>
            <a:off x="7620350" y="4133367"/>
            <a:ext cx="1587" cy="1208087"/>
          </a:xfrm>
          <a:custGeom>
            <a:avLst/>
            <a:gdLst>
              <a:gd name="T0" fmla="*/ 1587 w 1"/>
              <a:gd name="T1" fmla="*/ 0 h 761"/>
              <a:gd name="T2" fmla="*/ 0 w 1"/>
              <a:gd name="T3" fmla="*/ 1208087 h 761"/>
              <a:gd name="T4" fmla="*/ 0 60000 65536"/>
              <a:gd name="T5" fmla="*/ 0 60000 65536"/>
              <a:gd name="T6" fmla="*/ 0 w 1"/>
              <a:gd name="T7" fmla="*/ 0 h 761"/>
              <a:gd name="T8" fmla="*/ 1 w 1"/>
              <a:gd name="T9" fmla="*/ 761 h 761"/>
            </a:gdLst>
            <a:ahLst/>
            <a:cxnLst>
              <a:cxn ang="T4">
                <a:pos x="T0" y="T1"/>
              </a:cxn>
              <a:cxn ang="T5">
                <a:pos x="T2" y="T3"/>
              </a:cxn>
            </a:cxnLst>
            <a:rect l="T6" t="T7" r="T8" b="T9"/>
            <a:pathLst>
              <a:path w="1" h="761">
                <a:moveTo>
                  <a:pt x="1" y="0"/>
                </a:moveTo>
                <a:lnTo>
                  <a:pt x="0" y="761"/>
                </a:lnTo>
              </a:path>
            </a:pathLst>
          </a:custGeom>
          <a:noFill/>
          <a:ln w="9525">
            <a:solidFill>
              <a:srgbClr val="0066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1" name="Rectangle 60">
            <a:extLst>
              <a:ext uri="{FF2B5EF4-FFF2-40B4-BE49-F238E27FC236}">
                <a16:creationId xmlns:a16="http://schemas.microsoft.com/office/drawing/2014/main" id="{2610B367-1153-A37E-48B5-692C4C0FCDAD}"/>
              </a:ext>
            </a:extLst>
          </p:cNvPr>
          <p:cNvSpPr>
            <a:spLocks noChangeArrowheads="1"/>
          </p:cNvSpPr>
          <p:nvPr/>
        </p:nvSpPr>
        <p:spPr bwMode="auto">
          <a:xfrm>
            <a:off x="6947250" y="2737954"/>
            <a:ext cx="4143375" cy="3608388"/>
          </a:xfrm>
          <a:prstGeom prst="rect">
            <a:avLst/>
          </a:prstGeom>
          <a:noFill/>
          <a:ln w="19050">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2" name="Group 61">
            <a:extLst>
              <a:ext uri="{FF2B5EF4-FFF2-40B4-BE49-F238E27FC236}">
                <a16:creationId xmlns:a16="http://schemas.microsoft.com/office/drawing/2014/main" id="{23535B0F-2E85-CEE4-5603-E4F9F29AB857}"/>
              </a:ext>
            </a:extLst>
          </p:cNvPr>
          <p:cNvGrpSpPr>
            <a:grpSpLocks/>
          </p:cNvGrpSpPr>
          <p:nvPr/>
        </p:nvGrpSpPr>
        <p:grpSpPr bwMode="auto">
          <a:xfrm>
            <a:off x="3296000" y="2520467"/>
            <a:ext cx="3319462" cy="4502150"/>
            <a:chOff x="431" y="1475"/>
            <a:chExt cx="2091" cy="2836"/>
          </a:xfrm>
        </p:grpSpPr>
        <p:grpSp>
          <p:nvGrpSpPr>
            <p:cNvPr id="63" name="Group 62">
              <a:extLst>
                <a:ext uri="{FF2B5EF4-FFF2-40B4-BE49-F238E27FC236}">
                  <a16:creationId xmlns:a16="http://schemas.microsoft.com/office/drawing/2014/main" id="{0ADC1C21-6B2D-133F-79C7-F34BEB69BE5D}"/>
                </a:ext>
              </a:extLst>
            </p:cNvPr>
            <p:cNvGrpSpPr>
              <a:grpSpLocks/>
            </p:cNvGrpSpPr>
            <p:nvPr/>
          </p:nvGrpSpPr>
          <p:grpSpPr bwMode="auto">
            <a:xfrm>
              <a:off x="565" y="1605"/>
              <a:ext cx="1844" cy="2341"/>
              <a:chOff x="565" y="1605"/>
              <a:chExt cx="1844" cy="2341"/>
            </a:xfrm>
          </p:grpSpPr>
          <p:sp>
            <p:nvSpPr>
              <p:cNvPr id="65" name="Freeform 63">
                <a:extLst>
                  <a:ext uri="{FF2B5EF4-FFF2-40B4-BE49-F238E27FC236}">
                    <a16:creationId xmlns:a16="http://schemas.microsoft.com/office/drawing/2014/main" id="{713834CB-2031-51C2-3975-F41EBA09AF6C}"/>
                  </a:ext>
                </a:extLst>
              </p:cNvPr>
              <p:cNvSpPr>
                <a:spLocks/>
              </p:cNvSpPr>
              <p:nvPr/>
            </p:nvSpPr>
            <p:spPr bwMode="auto">
              <a:xfrm>
                <a:off x="1165" y="3238"/>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6" name="Freeform 64">
                <a:extLst>
                  <a:ext uri="{FF2B5EF4-FFF2-40B4-BE49-F238E27FC236}">
                    <a16:creationId xmlns:a16="http://schemas.microsoft.com/office/drawing/2014/main" id="{CE968784-6B78-8B73-43FA-A4060434F6A3}"/>
                  </a:ext>
                </a:extLst>
              </p:cNvPr>
              <p:cNvSpPr>
                <a:spLocks/>
              </p:cNvSpPr>
              <p:nvPr/>
            </p:nvSpPr>
            <p:spPr bwMode="auto">
              <a:xfrm>
                <a:off x="751" y="1941"/>
                <a:ext cx="492" cy="948"/>
              </a:xfrm>
              <a:custGeom>
                <a:avLst/>
                <a:gdLst>
                  <a:gd name="T0" fmla="*/ 0 w 492"/>
                  <a:gd name="T1" fmla="*/ 279 h 948"/>
                  <a:gd name="T2" fmla="*/ 492 w 492"/>
                  <a:gd name="T3" fmla="*/ 0 h 948"/>
                  <a:gd name="T4" fmla="*/ 492 w 492"/>
                  <a:gd name="T5" fmla="*/ 672 h 948"/>
                  <a:gd name="T6" fmla="*/ 0 w 492"/>
                  <a:gd name="T7" fmla="*/ 948 h 948"/>
                  <a:gd name="T8" fmla="*/ 0 w 492"/>
                  <a:gd name="T9" fmla="*/ 279 h 948"/>
                  <a:gd name="T10" fmla="*/ 0 60000 65536"/>
                  <a:gd name="T11" fmla="*/ 0 60000 65536"/>
                  <a:gd name="T12" fmla="*/ 0 60000 65536"/>
                  <a:gd name="T13" fmla="*/ 0 60000 65536"/>
                  <a:gd name="T14" fmla="*/ 0 60000 65536"/>
                  <a:gd name="T15" fmla="*/ 0 w 492"/>
                  <a:gd name="T16" fmla="*/ 0 h 948"/>
                  <a:gd name="T17" fmla="*/ 492 w 492"/>
                  <a:gd name="T18" fmla="*/ 948 h 948"/>
                </a:gdLst>
                <a:ahLst/>
                <a:cxnLst>
                  <a:cxn ang="T10">
                    <a:pos x="T0" y="T1"/>
                  </a:cxn>
                  <a:cxn ang="T11">
                    <a:pos x="T2" y="T3"/>
                  </a:cxn>
                  <a:cxn ang="T12">
                    <a:pos x="T4" y="T5"/>
                  </a:cxn>
                  <a:cxn ang="T13">
                    <a:pos x="T6" y="T7"/>
                  </a:cxn>
                  <a:cxn ang="T14">
                    <a:pos x="T8" y="T9"/>
                  </a:cxn>
                </a:cxnLst>
                <a:rect l="T15" t="T16" r="T17" b="T18"/>
                <a:pathLst>
                  <a:path w="492" h="948">
                    <a:moveTo>
                      <a:pt x="0" y="279"/>
                    </a:moveTo>
                    <a:lnTo>
                      <a:pt x="492" y="0"/>
                    </a:lnTo>
                    <a:lnTo>
                      <a:pt x="492" y="672"/>
                    </a:lnTo>
                    <a:lnTo>
                      <a:pt x="0" y="948"/>
                    </a:lnTo>
                    <a:lnTo>
                      <a:pt x="0" y="279"/>
                    </a:lnTo>
                    <a:close/>
                  </a:path>
                </a:pathLst>
              </a:custGeom>
              <a:solidFill>
                <a:srgbClr val="00FFFF"/>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7" name="Freeform 65">
                <a:extLst>
                  <a:ext uri="{FF2B5EF4-FFF2-40B4-BE49-F238E27FC236}">
                    <a16:creationId xmlns:a16="http://schemas.microsoft.com/office/drawing/2014/main" id="{490B88AA-6722-8435-5D7E-7BC2D644F3D7}"/>
                  </a:ext>
                </a:extLst>
              </p:cNvPr>
              <p:cNvSpPr>
                <a:spLocks/>
              </p:cNvSpPr>
              <p:nvPr/>
            </p:nvSpPr>
            <p:spPr bwMode="auto">
              <a:xfrm>
                <a:off x="1625" y="1905"/>
                <a:ext cx="461" cy="930"/>
              </a:xfrm>
              <a:custGeom>
                <a:avLst/>
                <a:gdLst>
                  <a:gd name="T0" fmla="*/ 458 w 461"/>
                  <a:gd name="T1" fmla="*/ 270 h 930"/>
                  <a:gd name="T2" fmla="*/ 0 w 461"/>
                  <a:gd name="T3" fmla="*/ 0 h 930"/>
                  <a:gd name="T4" fmla="*/ 0 w 461"/>
                  <a:gd name="T5" fmla="*/ 672 h 930"/>
                  <a:gd name="T6" fmla="*/ 461 w 461"/>
                  <a:gd name="T7" fmla="*/ 930 h 930"/>
                  <a:gd name="T8" fmla="*/ 458 w 461"/>
                  <a:gd name="T9" fmla="*/ 270 h 930"/>
                  <a:gd name="T10" fmla="*/ 0 60000 65536"/>
                  <a:gd name="T11" fmla="*/ 0 60000 65536"/>
                  <a:gd name="T12" fmla="*/ 0 60000 65536"/>
                  <a:gd name="T13" fmla="*/ 0 60000 65536"/>
                  <a:gd name="T14" fmla="*/ 0 60000 65536"/>
                  <a:gd name="T15" fmla="*/ 0 w 461"/>
                  <a:gd name="T16" fmla="*/ 0 h 930"/>
                  <a:gd name="T17" fmla="*/ 461 w 461"/>
                  <a:gd name="T18" fmla="*/ 930 h 930"/>
                </a:gdLst>
                <a:ahLst/>
                <a:cxnLst>
                  <a:cxn ang="T10">
                    <a:pos x="T0" y="T1"/>
                  </a:cxn>
                  <a:cxn ang="T11">
                    <a:pos x="T2" y="T3"/>
                  </a:cxn>
                  <a:cxn ang="T12">
                    <a:pos x="T4" y="T5"/>
                  </a:cxn>
                  <a:cxn ang="T13">
                    <a:pos x="T6" y="T7"/>
                  </a:cxn>
                  <a:cxn ang="T14">
                    <a:pos x="T8" y="T9"/>
                  </a:cxn>
                </a:cxnLst>
                <a:rect l="T15" t="T16" r="T17" b="T18"/>
                <a:pathLst>
                  <a:path w="461" h="930">
                    <a:moveTo>
                      <a:pt x="458" y="270"/>
                    </a:moveTo>
                    <a:lnTo>
                      <a:pt x="0" y="0"/>
                    </a:lnTo>
                    <a:lnTo>
                      <a:pt x="0" y="672"/>
                    </a:lnTo>
                    <a:lnTo>
                      <a:pt x="461" y="930"/>
                    </a:lnTo>
                    <a:lnTo>
                      <a:pt x="458" y="270"/>
                    </a:lnTo>
                    <a:close/>
                  </a:path>
                </a:pathLst>
              </a:custGeom>
              <a:solidFill>
                <a:srgbClr val="FF99CC"/>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8" name="Group 66">
                <a:extLst>
                  <a:ext uri="{FF2B5EF4-FFF2-40B4-BE49-F238E27FC236}">
                    <a16:creationId xmlns:a16="http://schemas.microsoft.com/office/drawing/2014/main" id="{D9141D8A-B9A8-8823-7047-A8A3BF2676DF}"/>
                  </a:ext>
                </a:extLst>
              </p:cNvPr>
              <p:cNvGrpSpPr>
                <a:grpSpLocks/>
              </p:cNvGrpSpPr>
              <p:nvPr/>
            </p:nvGrpSpPr>
            <p:grpSpPr bwMode="auto">
              <a:xfrm>
                <a:off x="608" y="2945"/>
                <a:ext cx="1716" cy="1001"/>
                <a:chOff x="796" y="2888"/>
                <a:chExt cx="1716" cy="1001"/>
              </a:xfrm>
            </p:grpSpPr>
            <p:sp>
              <p:nvSpPr>
                <p:cNvPr id="81" name="Freeform 67">
                  <a:extLst>
                    <a:ext uri="{FF2B5EF4-FFF2-40B4-BE49-F238E27FC236}">
                      <a16:creationId xmlns:a16="http://schemas.microsoft.com/office/drawing/2014/main" id="{667BCE34-8540-1CD2-4538-577C61FD9BD6}"/>
                    </a:ext>
                  </a:extLst>
                </p:cNvPr>
                <p:cNvSpPr>
                  <a:spLocks/>
                </p:cNvSpPr>
                <p:nvPr/>
              </p:nvSpPr>
              <p:spPr bwMode="auto">
                <a:xfrm>
                  <a:off x="796" y="2888"/>
                  <a:ext cx="1716" cy="996"/>
                </a:xfrm>
                <a:custGeom>
                  <a:avLst/>
                  <a:gdLst>
                    <a:gd name="T0" fmla="*/ 852 w 1716"/>
                    <a:gd name="T1" fmla="*/ 996 h 996"/>
                    <a:gd name="T2" fmla="*/ 1716 w 1716"/>
                    <a:gd name="T3" fmla="*/ 500 h 996"/>
                    <a:gd name="T4" fmla="*/ 856 w 1716"/>
                    <a:gd name="T5" fmla="*/ 0 h 996"/>
                    <a:gd name="T6" fmla="*/ 0 w 1716"/>
                    <a:gd name="T7" fmla="*/ 500 h 996"/>
                    <a:gd name="T8" fmla="*/ 852 w 1716"/>
                    <a:gd name="T9" fmla="*/ 996 h 996"/>
                    <a:gd name="T10" fmla="*/ 0 60000 65536"/>
                    <a:gd name="T11" fmla="*/ 0 60000 65536"/>
                    <a:gd name="T12" fmla="*/ 0 60000 65536"/>
                    <a:gd name="T13" fmla="*/ 0 60000 65536"/>
                    <a:gd name="T14" fmla="*/ 0 60000 65536"/>
                    <a:gd name="T15" fmla="*/ 0 w 1716"/>
                    <a:gd name="T16" fmla="*/ 0 h 996"/>
                    <a:gd name="T17" fmla="*/ 1716 w 1716"/>
                    <a:gd name="T18" fmla="*/ 996 h 996"/>
                  </a:gdLst>
                  <a:ahLst/>
                  <a:cxnLst>
                    <a:cxn ang="T10">
                      <a:pos x="T0" y="T1"/>
                    </a:cxn>
                    <a:cxn ang="T11">
                      <a:pos x="T2" y="T3"/>
                    </a:cxn>
                    <a:cxn ang="T12">
                      <a:pos x="T4" y="T5"/>
                    </a:cxn>
                    <a:cxn ang="T13">
                      <a:pos x="T6" y="T7"/>
                    </a:cxn>
                    <a:cxn ang="T14">
                      <a:pos x="T8" y="T9"/>
                    </a:cxn>
                  </a:cxnLst>
                  <a:rect l="T15" t="T16" r="T17" b="T18"/>
                  <a:pathLst>
                    <a:path w="1716" h="996">
                      <a:moveTo>
                        <a:pt x="852" y="996"/>
                      </a:moveTo>
                      <a:lnTo>
                        <a:pt x="1716" y="500"/>
                      </a:lnTo>
                      <a:lnTo>
                        <a:pt x="856" y="0"/>
                      </a:lnTo>
                      <a:lnTo>
                        <a:pt x="0" y="500"/>
                      </a:lnTo>
                      <a:lnTo>
                        <a:pt x="852" y="996"/>
                      </a:lnTo>
                      <a:close/>
                    </a:path>
                  </a:pathLst>
                </a:custGeom>
                <a:solidFill>
                  <a:srgbClr val="FFFF66">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Text Box 68">
                  <a:extLst>
                    <a:ext uri="{FF2B5EF4-FFF2-40B4-BE49-F238E27FC236}">
                      <a16:creationId xmlns:a16="http://schemas.microsoft.com/office/drawing/2014/main" id="{23473E46-9B4D-8E41-B05B-AB819723B05E}"/>
                    </a:ext>
                  </a:extLst>
                </p:cNvPr>
                <p:cNvSpPr txBox="1">
                  <a:spLocks noChangeArrowheads="1"/>
                </p:cNvSpPr>
                <p:nvPr/>
              </p:nvSpPr>
              <p:spPr bwMode="auto">
                <a:xfrm>
                  <a:off x="1575" y="3677"/>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zh-CN" altLang="zh-CN" sz="1600" b="1"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69" name="Group 69">
                <a:extLst>
                  <a:ext uri="{FF2B5EF4-FFF2-40B4-BE49-F238E27FC236}">
                    <a16:creationId xmlns:a16="http://schemas.microsoft.com/office/drawing/2014/main" id="{5D6AFC77-0A72-F636-D99B-4CB926D4FCEA}"/>
                  </a:ext>
                </a:extLst>
              </p:cNvPr>
              <p:cNvGrpSpPr>
                <a:grpSpLocks/>
              </p:cNvGrpSpPr>
              <p:nvPr/>
            </p:nvGrpSpPr>
            <p:grpSpPr bwMode="auto">
              <a:xfrm>
                <a:off x="565" y="1609"/>
                <a:ext cx="895" cy="1832"/>
                <a:chOff x="753" y="1552"/>
                <a:chExt cx="895" cy="1832"/>
              </a:xfrm>
            </p:grpSpPr>
            <p:sp>
              <p:nvSpPr>
                <p:cNvPr id="79" name="Freeform 70">
                  <a:extLst>
                    <a:ext uri="{FF2B5EF4-FFF2-40B4-BE49-F238E27FC236}">
                      <a16:creationId xmlns:a16="http://schemas.microsoft.com/office/drawing/2014/main" id="{FD20C11F-46A2-0B60-A2CE-2D849EDAB12C}"/>
                    </a:ext>
                  </a:extLst>
                </p:cNvPr>
                <p:cNvSpPr>
                  <a:spLocks/>
                </p:cNvSpPr>
                <p:nvPr/>
              </p:nvSpPr>
              <p:spPr bwMode="auto">
                <a:xfrm>
                  <a:off x="788" y="1552"/>
                  <a:ext cx="860" cy="1832"/>
                </a:xfrm>
                <a:custGeom>
                  <a:avLst/>
                  <a:gdLst>
                    <a:gd name="T0" fmla="*/ 0 w 860"/>
                    <a:gd name="T1" fmla="*/ 496 h 1832"/>
                    <a:gd name="T2" fmla="*/ 860 w 860"/>
                    <a:gd name="T3" fmla="*/ 0 h 1832"/>
                    <a:gd name="T4" fmla="*/ 860 w 860"/>
                    <a:gd name="T5" fmla="*/ 1336 h 1832"/>
                    <a:gd name="T6" fmla="*/ 0 w 860"/>
                    <a:gd name="T7" fmla="*/ 1832 h 1832"/>
                    <a:gd name="T8" fmla="*/ 0 w 860"/>
                    <a:gd name="T9" fmla="*/ 496 h 1832"/>
                    <a:gd name="T10" fmla="*/ 0 60000 65536"/>
                    <a:gd name="T11" fmla="*/ 0 60000 65536"/>
                    <a:gd name="T12" fmla="*/ 0 60000 65536"/>
                    <a:gd name="T13" fmla="*/ 0 60000 65536"/>
                    <a:gd name="T14" fmla="*/ 0 60000 65536"/>
                    <a:gd name="T15" fmla="*/ 0 w 860"/>
                    <a:gd name="T16" fmla="*/ 0 h 1832"/>
                    <a:gd name="T17" fmla="*/ 860 w 860"/>
                    <a:gd name="T18" fmla="*/ 1832 h 1832"/>
                  </a:gdLst>
                  <a:ahLst/>
                  <a:cxnLst>
                    <a:cxn ang="T10">
                      <a:pos x="T0" y="T1"/>
                    </a:cxn>
                    <a:cxn ang="T11">
                      <a:pos x="T2" y="T3"/>
                    </a:cxn>
                    <a:cxn ang="T12">
                      <a:pos x="T4" y="T5"/>
                    </a:cxn>
                    <a:cxn ang="T13">
                      <a:pos x="T6" y="T7"/>
                    </a:cxn>
                    <a:cxn ang="T14">
                      <a:pos x="T8" y="T9"/>
                    </a:cxn>
                  </a:cxnLst>
                  <a:rect l="T15" t="T16" r="T17" b="T18"/>
                  <a:pathLst>
                    <a:path w="860" h="1832">
                      <a:moveTo>
                        <a:pt x="0" y="496"/>
                      </a:moveTo>
                      <a:lnTo>
                        <a:pt x="860" y="0"/>
                      </a:lnTo>
                      <a:lnTo>
                        <a:pt x="860" y="1336"/>
                      </a:lnTo>
                      <a:lnTo>
                        <a:pt x="0" y="1832"/>
                      </a:lnTo>
                      <a:lnTo>
                        <a:pt x="0" y="496"/>
                      </a:lnTo>
                      <a:close/>
                    </a:path>
                  </a:pathLst>
                </a:custGeom>
                <a:solidFill>
                  <a:srgbClr val="99FF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0" name="Text Box 71">
                  <a:extLst>
                    <a:ext uri="{FF2B5EF4-FFF2-40B4-BE49-F238E27FC236}">
                      <a16:creationId xmlns:a16="http://schemas.microsoft.com/office/drawing/2014/main" id="{A7A85110-BED0-A439-A3DC-A6D2C8AE8AB8}"/>
                    </a:ext>
                  </a:extLst>
                </p:cNvPr>
                <p:cNvSpPr txBox="1">
                  <a:spLocks noChangeArrowheads="1"/>
                </p:cNvSpPr>
                <p:nvPr/>
              </p:nvSpPr>
              <p:spPr bwMode="auto">
                <a:xfrm>
                  <a:off x="75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zh-CN" altLang="zh-CN" sz="1600" b="1"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70" name="Group 72">
                <a:extLst>
                  <a:ext uri="{FF2B5EF4-FFF2-40B4-BE49-F238E27FC236}">
                    <a16:creationId xmlns:a16="http://schemas.microsoft.com/office/drawing/2014/main" id="{0A080005-F437-4A3B-4E81-608335F2DC0A}"/>
                  </a:ext>
                </a:extLst>
              </p:cNvPr>
              <p:cNvGrpSpPr>
                <a:grpSpLocks/>
              </p:cNvGrpSpPr>
              <p:nvPr/>
            </p:nvGrpSpPr>
            <p:grpSpPr bwMode="auto">
              <a:xfrm>
                <a:off x="1456" y="1605"/>
                <a:ext cx="953" cy="1836"/>
                <a:chOff x="1644" y="1548"/>
                <a:chExt cx="953" cy="1836"/>
              </a:xfrm>
            </p:grpSpPr>
            <p:sp>
              <p:nvSpPr>
                <p:cNvPr id="77" name="Freeform 73">
                  <a:extLst>
                    <a:ext uri="{FF2B5EF4-FFF2-40B4-BE49-F238E27FC236}">
                      <a16:creationId xmlns:a16="http://schemas.microsoft.com/office/drawing/2014/main" id="{27817D03-6CD5-24AF-2AD3-773D022EEDD1}"/>
                    </a:ext>
                  </a:extLst>
                </p:cNvPr>
                <p:cNvSpPr>
                  <a:spLocks/>
                </p:cNvSpPr>
                <p:nvPr/>
              </p:nvSpPr>
              <p:spPr bwMode="auto">
                <a:xfrm>
                  <a:off x="1644" y="1548"/>
                  <a:ext cx="872" cy="1836"/>
                </a:xfrm>
                <a:custGeom>
                  <a:avLst/>
                  <a:gdLst>
                    <a:gd name="T0" fmla="*/ 0 w 872"/>
                    <a:gd name="T1" fmla="*/ 0 h 1836"/>
                    <a:gd name="T2" fmla="*/ 868 w 872"/>
                    <a:gd name="T3" fmla="*/ 504 h 1836"/>
                    <a:gd name="T4" fmla="*/ 872 w 872"/>
                    <a:gd name="T5" fmla="*/ 1836 h 1836"/>
                    <a:gd name="T6" fmla="*/ 4 w 872"/>
                    <a:gd name="T7" fmla="*/ 1344 h 1836"/>
                    <a:gd name="T8" fmla="*/ 0 w 872"/>
                    <a:gd name="T9" fmla="*/ 0 h 1836"/>
                    <a:gd name="T10" fmla="*/ 0 60000 65536"/>
                    <a:gd name="T11" fmla="*/ 0 60000 65536"/>
                    <a:gd name="T12" fmla="*/ 0 60000 65536"/>
                    <a:gd name="T13" fmla="*/ 0 60000 65536"/>
                    <a:gd name="T14" fmla="*/ 0 60000 65536"/>
                    <a:gd name="T15" fmla="*/ 0 w 872"/>
                    <a:gd name="T16" fmla="*/ 0 h 1836"/>
                    <a:gd name="T17" fmla="*/ 872 w 872"/>
                    <a:gd name="T18" fmla="*/ 1836 h 1836"/>
                  </a:gdLst>
                  <a:ahLst/>
                  <a:cxnLst>
                    <a:cxn ang="T10">
                      <a:pos x="T0" y="T1"/>
                    </a:cxn>
                    <a:cxn ang="T11">
                      <a:pos x="T2" y="T3"/>
                    </a:cxn>
                    <a:cxn ang="T12">
                      <a:pos x="T4" y="T5"/>
                    </a:cxn>
                    <a:cxn ang="T13">
                      <a:pos x="T6" y="T7"/>
                    </a:cxn>
                    <a:cxn ang="T14">
                      <a:pos x="T8" y="T9"/>
                    </a:cxn>
                  </a:cxnLst>
                  <a:rect l="T15" t="T16" r="T17" b="T18"/>
                  <a:pathLst>
                    <a:path w="872" h="1836">
                      <a:moveTo>
                        <a:pt x="0" y="0"/>
                      </a:moveTo>
                      <a:lnTo>
                        <a:pt x="868" y="504"/>
                      </a:lnTo>
                      <a:lnTo>
                        <a:pt x="872" y="1836"/>
                      </a:lnTo>
                      <a:lnTo>
                        <a:pt x="4" y="1344"/>
                      </a:lnTo>
                      <a:lnTo>
                        <a:pt x="0" y="0"/>
                      </a:lnTo>
                      <a:close/>
                    </a:path>
                  </a:pathLst>
                </a:custGeom>
                <a:solidFill>
                  <a:srgbClr val="FF99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8" name="Text Box 74">
                  <a:extLst>
                    <a:ext uri="{FF2B5EF4-FFF2-40B4-BE49-F238E27FC236}">
                      <a16:creationId xmlns:a16="http://schemas.microsoft.com/office/drawing/2014/main" id="{A7814F43-30E4-1760-7623-070F7A14CE9C}"/>
                    </a:ext>
                  </a:extLst>
                </p:cNvPr>
                <p:cNvSpPr txBox="1">
                  <a:spLocks noChangeArrowheads="1"/>
                </p:cNvSpPr>
                <p:nvPr/>
              </p:nvSpPr>
              <p:spPr bwMode="auto">
                <a:xfrm>
                  <a:off x="231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zh-CN" altLang="zh-CN" sz="1600" b="1"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71" name="Group 75">
                <a:extLst>
                  <a:ext uri="{FF2B5EF4-FFF2-40B4-BE49-F238E27FC236}">
                    <a16:creationId xmlns:a16="http://schemas.microsoft.com/office/drawing/2014/main" id="{95B1476F-DA69-7CE9-D718-D2BA76F636D5}"/>
                  </a:ext>
                </a:extLst>
              </p:cNvPr>
              <p:cNvGrpSpPr>
                <a:grpSpLocks/>
              </p:cNvGrpSpPr>
              <p:nvPr/>
            </p:nvGrpSpPr>
            <p:grpSpPr bwMode="auto">
              <a:xfrm>
                <a:off x="1156" y="2100"/>
                <a:ext cx="714" cy="1029"/>
                <a:chOff x="1344" y="2043"/>
                <a:chExt cx="714" cy="1029"/>
              </a:xfrm>
            </p:grpSpPr>
            <p:sp>
              <p:nvSpPr>
                <p:cNvPr id="72" name="Freeform 76">
                  <a:extLst>
                    <a:ext uri="{FF2B5EF4-FFF2-40B4-BE49-F238E27FC236}">
                      <a16:creationId xmlns:a16="http://schemas.microsoft.com/office/drawing/2014/main" id="{A5EB104B-B45C-5FC1-7484-47451053AFD6}"/>
                    </a:ext>
                  </a:extLst>
                </p:cNvPr>
                <p:cNvSpPr>
                  <a:spLocks/>
                </p:cNvSpPr>
                <p:nvPr/>
              </p:nvSpPr>
              <p:spPr bwMode="auto">
                <a:xfrm>
                  <a:off x="1349" y="2711"/>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3" name="Freeform 77">
                  <a:extLst>
                    <a:ext uri="{FF2B5EF4-FFF2-40B4-BE49-F238E27FC236}">
                      <a16:creationId xmlns:a16="http://schemas.microsoft.com/office/drawing/2014/main" id="{371206B4-2AFE-652C-4755-9C56EF6A3A0B}"/>
                    </a:ext>
                  </a:extLst>
                </p:cNvPr>
                <p:cNvSpPr>
                  <a:spLocks/>
                </p:cNvSpPr>
                <p:nvPr/>
              </p:nvSpPr>
              <p:spPr bwMode="auto">
                <a:xfrm>
                  <a:off x="1349" y="2046"/>
                  <a:ext cx="113" cy="1017"/>
                </a:xfrm>
                <a:custGeom>
                  <a:avLst/>
                  <a:gdLst>
                    <a:gd name="T0" fmla="*/ 0 w 113"/>
                    <a:gd name="T1" fmla="*/ 355 h 1017"/>
                    <a:gd name="T2" fmla="*/ 113 w 113"/>
                    <a:gd name="T3" fmla="*/ 0 h 1017"/>
                    <a:gd name="T4" fmla="*/ 112 w 113"/>
                    <a:gd name="T5" fmla="*/ 672 h 1017"/>
                    <a:gd name="T6" fmla="*/ 1 w 113"/>
                    <a:gd name="T7" fmla="*/ 1017 h 1017"/>
                    <a:gd name="T8" fmla="*/ 0 w 113"/>
                    <a:gd name="T9" fmla="*/ 355 h 1017"/>
                    <a:gd name="T10" fmla="*/ 0 60000 65536"/>
                    <a:gd name="T11" fmla="*/ 0 60000 65536"/>
                    <a:gd name="T12" fmla="*/ 0 60000 65536"/>
                    <a:gd name="T13" fmla="*/ 0 60000 65536"/>
                    <a:gd name="T14" fmla="*/ 0 60000 65536"/>
                    <a:gd name="T15" fmla="*/ 0 w 113"/>
                    <a:gd name="T16" fmla="*/ 0 h 1017"/>
                    <a:gd name="T17" fmla="*/ 113 w 113"/>
                    <a:gd name="T18" fmla="*/ 1017 h 1017"/>
                  </a:gdLst>
                  <a:ahLst/>
                  <a:cxnLst>
                    <a:cxn ang="T10">
                      <a:pos x="T0" y="T1"/>
                    </a:cxn>
                    <a:cxn ang="T11">
                      <a:pos x="T2" y="T3"/>
                    </a:cxn>
                    <a:cxn ang="T12">
                      <a:pos x="T4" y="T5"/>
                    </a:cxn>
                    <a:cxn ang="T13">
                      <a:pos x="T6" y="T7"/>
                    </a:cxn>
                    <a:cxn ang="T14">
                      <a:pos x="T8" y="T9"/>
                    </a:cxn>
                  </a:cxnLst>
                  <a:rect l="T15" t="T16" r="T17" b="T18"/>
                  <a:pathLst>
                    <a:path w="113" h="1017">
                      <a:moveTo>
                        <a:pt x="0" y="355"/>
                      </a:moveTo>
                      <a:lnTo>
                        <a:pt x="113" y="0"/>
                      </a:lnTo>
                      <a:lnTo>
                        <a:pt x="112" y="672"/>
                      </a:lnTo>
                      <a:lnTo>
                        <a:pt x="1" y="1017"/>
                      </a:lnTo>
                      <a:lnTo>
                        <a:pt x="0" y="355"/>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Freeform 78">
                  <a:extLst>
                    <a:ext uri="{FF2B5EF4-FFF2-40B4-BE49-F238E27FC236}">
                      <a16:creationId xmlns:a16="http://schemas.microsoft.com/office/drawing/2014/main" id="{C1C361D9-2439-7A0B-8DAC-D120FAD3B256}"/>
                    </a:ext>
                  </a:extLst>
                </p:cNvPr>
                <p:cNvSpPr>
                  <a:spLocks/>
                </p:cNvSpPr>
                <p:nvPr/>
              </p:nvSpPr>
              <p:spPr bwMode="auto">
                <a:xfrm>
                  <a:off x="1463" y="2043"/>
                  <a:ext cx="595" cy="871"/>
                </a:xfrm>
                <a:custGeom>
                  <a:avLst/>
                  <a:gdLst>
                    <a:gd name="T0" fmla="*/ 0 w 595"/>
                    <a:gd name="T1" fmla="*/ 0 h 871"/>
                    <a:gd name="T2" fmla="*/ 592 w 595"/>
                    <a:gd name="T3" fmla="*/ 202 h 871"/>
                    <a:gd name="T4" fmla="*/ 595 w 595"/>
                    <a:gd name="T5" fmla="*/ 871 h 871"/>
                    <a:gd name="T6" fmla="*/ 0 w 595"/>
                    <a:gd name="T7" fmla="*/ 669 h 871"/>
                    <a:gd name="T8" fmla="*/ 0 w 595"/>
                    <a:gd name="T9" fmla="*/ 0 h 871"/>
                    <a:gd name="T10" fmla="*/ 0 60000 65536"/>
                    <a:gd name="T11" fmla="*/ 0 60000 65536"/>
                    <a:gd name="T12" fmla="*/ 0 60000 65536"/>
                    <a:gd name="T13" fmla="*/ 0 60000 65536"/>
                    <a:gd name="T14" fmla="*/ 0 60000 65536"/>
                    <a:gd name="T15" fmla="*/ 0 w 595"/>
                    <a:gd name="T16" fmla="*/ 0 h 871"/>
                    <a:gd name="T17" fmla="*/ 595 w 595"/>
                    <a:gd name="T18" fmla="*/ 871 h 871"/>
                  </a:gdLst>
                  <a:ahLst/>
                  <a:cxnLst>
                    <a:cxn ang="T10">
                      <a:pos x="T0" y="T1"/>
                    </a:cxn>
                    <a:cxn ang="T11">
                      <a:pos x="T2" y="T3"/>
                    </a:cxn>
                    <a:cxn ang="T12">
                      <a:pos x="T4" y="T5"/>
                    </a:cxn>
                    <a:cxn ang="T13">
                      <a:pos x="T6" y="T7"/>
                    </a:cxn>
                    <a:cxn ang="T14">
                      <a:pos x="T8" y="T9"/>
                    </a:cxn>
                  </a:cxnLst>
                  <a:rect l="T15" t="T16" r="T17" b="T18"/>
                  <a:pathLst>
                    <a:path w="595" h="871">
                      <a:moveTo>
                        <a:pt x="0" y="0"/>
                      </a:moveTo>
                      <a:lnTo>
                        <a:pt x="592" y="202"/>
                      </a:lnTo>
                      <a:lnTo>
                        <a:pt x="595" y="871"/>
                      </a:lnTo>
                      <a:lnTo>
                        <a:pt x="0" y="669"/>
                      </a:lnTo>
                      <a:lnTo>
                        <a:pt x="0" y="0"/>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5" name="Freeform 79">
                  <a:extLst>
                    <a:ext uri="{FF2B5EF4-FFF2-40B4-BE49-F238E27FC236}">
                      <a16:creationId xmlns:a16="http://schemas.microsoft.com/office/drawing/2014/main" id="{BC925CEF-BF7D-B502-3EB3-7A22E4898933}"/>
                    </a:ext>
                  </a:extLst>
                </p:cNvPr>
                <p:cNvSpPr>
                  <a:spLocks/>
                </p:cNvSpPr>
                <p:nvPr/>
              </p:nvSpPr>
              <p:spPr bwMode="auto">
                <a:xfrm>
                  <a:off x="1347" y="2047"/>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6" name="Freeform 80">
                  <a:extLst>
                    <a:ext uri="{FF2B5EF4-FFF2-40B4-BE49-F238E27FC236}">
                      <a16:creationId xmlns:a16="http://schemas.microsoft.com/office/drawing/2014/main" id="{834D06ED-0E78-9AE5-41E3-C25B3126BE2A}"/>
                    </a:ext>
                  </a:extLst>
                </p:cNvPr>
                <p:cNvSpPr>
                  <a:spLocks/>
                </p:cNvSpPr>
                <p:nvPr/>
              </p:nvSpPr>
              <p:spPr bwMode="auto">
                <a:xfrm>
                  <a:off x="1344" y="2240"/>
                  <a:ext cx="710" cy="832"/>
                </a:xfrm>
                <a:custGeom>
                  <a:avLst/>
                  <a:gdLst>
                    <a:gd name="T0" fmla="*/ 0 w 710"/>
                    <a:gd name="T1" fmla="*/ 160 h 832"/>
                    <a:gd name="T2" fmla="*/ 708 w 710"/>
                    <a:gd name="T3" fmla="*/ 0 h 832"/>
                    <a:gd name="T4" fmla="*/ 710 w 710"/>
                    <a:gd name="T5" fmla="*/ 670 h 832"/>
                    <a:gd name="T6" fmla="*/ 6 w 710"/>
                    <a:gd name="T7" fmla="*/ 832 h 832"/>
                    <a:gd name="T8" fmla="*/ 0 w 710"/>
                    <a:gd name="T9" fmla="*/ 160 h 832"/>
                    <a:gd name="T10" fmla="*/ 0 60000 65536"/>
                    <a:gd name="T11" fmla="*/ 0 60000 65536"/>
                    <a:gd name="T12" fmla="*/ 0 60000 65536"/>
                    <a:gd name="T13" fmla="*/ 0 60000 65536"/>
                    <a:gd name="T14" fmla="*/ 0 60000 65536"/>
                    <a:gd name="T15" fmla="*/ 0 w 710"/>
                    <a:gd name="T16" fmla="*/ 0 h 832"/>
                    <a:gd name="T17" fmla="*/ 710 w 710"/>
                    <a:gd name="T18" fmla="*/ 832 h 832"/>
                  </a:gdLst>
                  <a:ahLst/>
                  <a:cxnLst>
                    <a:cxn ang="T10">
                      <a:pos x="T0" y="T1"/>
                    </a:cxn>
                    <a:cxn ang="T11">
                      <a:pos x="T2" y="T3"/>
                    </a:cxn>
                    <a:cxn ang="T12">
                      <a:pos x="T4" y="T5"/>
                    </a:cxn>
                    <a:cxn ang="T13">
                      <a:pos x="T6" y="T7"/>
                    </a:cxn>
                    <a:cxn ang="T14">
                      <a:pos x="T8" y="T9"/>
                    </a:cxn>
                  </a:cxnLst>
                  <a:rect l="T15" t="T16" r="T17" b="T18"/>
                  <a:pathLst>
                    <a:path w="710" h="832">
                      <a:moveTo>
                        <a:pt x="0" y="160"/>
                      </a:moveTo>
                      <a:lnTo>
                        <a:pt x="708" y="0"/>
                      </a:lnTo>
                      <a:lnTo>
                        <a:pt x="710" y="670"/>
                      </a:lnTo>
                      <a:lnTo>
                        <a:pt x="6" y="832"/>
                      </a:lnTo>
                      <a:lnTo>
                        <a:pt x="0" y="160"/>
                      </a:lnTo>
                      <a:close/>
                    </a:path>
                  </a:pathLst>
                </a:custGeom>
                <a:solidFill>
                  <a:srgbClr val="00FFFF">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pic>
          <p:nvPicPr>
            <p:cNvPr id="64" name="Picture 81" descr="3-3">
              <a:extLst>
                <a:ext uri="{FF2B5EF4-FFF2-40B4-BE49-F238E27FC236}">
                  <a16:creationId xmlns:a16="http://schemas.microsoft.com/office/drawing/2014/main" id="{3B41FD09-B6ED-707C-B898-7F1AAFF5BD8B}"/>
                </a:ext>
              </a:extLst>
            </p:cNvPr>
            <p:cNvPicPr>
              <a:picLocks noChangeAspect="1" noChangeArrowheads="1"/>
            </p:cNvPicPr>
            <p:nvPr/>
          </p:nvPicPr>
          <p:blipFill>
            <a:blip r:embed="rId3">
              <a:clrChange>
                <a:clrFrom>
                  <a:srgbClr val="FFFFFF"/>
                </a:clrFrom>
                <a:clrTo>
                  <a:srgbClr val="FFFFFF">
                    <a:alpha val="0"/>
                  </a:srgbClr>
                </a:clrTo>
              </a:clrChange>
            </a:blip>
            <a:srcRect r="53760"/>
            <a:stretch>
              <a:fillRect/>
            </a:stretch>
          </p:blipFill>
          <p:spPr bwMode="auto">
            <a:xfrm>
              <a:off x="431" y="1475"/>
              <a:ext cx="2091" cy="2836"/>
            </a:xfrm>
            <a:prstGeom prst="rect">
              <a:avLst/>
            </a:prstGeom>
            <a:noFill/>
            <a:ln w="9525">
              <a:noFill/>
              <a:miter lim="800000"/>
              <a:headEnd/>
              <a:tailEnd/>
            </a:ln>
          </p:spPr>
        </p:pic>
      </p:grpSp>
      <p:sp>
        <p:nvSpPr>
          <p:cNvPr id="83" name="Text Box 82">
            <a:extLst>
              <a:ext uri="{FF2B5EF4-FFF2-40B4-BE49-F238E27FC236}">
                <a16:creationId xmlns:a16="http://schemas.microsoft.com/office/drawing/2014/main" id="{3BDCF2CE-A749-8376-C7CB-A04048731DF8}"/>
              </a:ext>
            </a:extLst>
          </p:cNvPr>
          <p:cNvSpPr txBox="1">
            <a:spLocks noChangeArrowheads="1"/>
          </p:cNvSpPr>
          <p:nvPr/>
        </p:nvSpPr>
        <p:spPr bwMode="auto">
          <a:xfrm>
            <a:off x="3103912" y="820254"/>
            <a:ext cx="8153400" cy="427038"/>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2) </a:t>
            </a:r>
            <a:r>
              <a:rPr kumimoji="1" lang="zh-CN" altLang="en-US" sz="2000" b="1">
                <a:solidFill>
                  <a:srgbClr val="000000"/>
                </a:solidFill>
                <a:latin typeface="Times New Roman" pitchFamily="18" charset="0"/>
                <a:ea typeface="宋体" charset="-122"/>
              </a:rPr>
              <a:t>外形轮廓线内的相交直线，可利用重影点来判别可见性。   </a:t>
            </a:r>
          </a:p>
        </p:txBody>
      </p:sp>
      <p:sp>
        <p:nvSpPr>
          <p:cNvPr id="84" name="Text Box 83">
            <a:extLst>
              <a:ext uri="{FF2B5EF4-FFF2-40B4-BE49-F238E27FC236}">
                <a16:creationId xmlns:a16="http://schemas.microsoft.com/office/drawing/2014/main" id="{E2C3B2FA-7E57-41F6-E6A3-1A2A17931382}"/>
              </a:ext>
            </a:extLst>
          </p:cNvPr>
          <p:cNvSpPr txBox="1">
            <a:spLocks noChangeArrowheads="1"/>
          </p:cNvSpPr>
          <p:nvPr/>
        </p:nvSpPr>
        <p:spPr bwMode="auto">
          <a:xfrm>
            <a:off x="3103912" y="1150454"/>
            <a:ext cx="8153400" cy="762000"/>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3) </a:t>
            </a:r>
            <a:r>
              <a:rPr kumimoji="1" lang="zh-CN" altLang="en-US" sz="2000" b="1">
                <a:solidFill>
                  <a:srgbClr val="000000"/>
                </a:solidFill>
                <a:latin typeface="Times New Roman" pitchFamily="18" charset="0"/>
                <a:ea typeface="宋体" charset="-122"/>
              </a:rPr>
              <a:t>若外形轮廓线内的多条棱线交于一点，且交点可见，则这些棱线均</a:t>
            </a:r>
          </a:p>
          <a:p>
            <a:pPr eaLnBrk="0" fontAlgn="base" hangingPunct="0">
              <a:lnSpc>
                <a:spcPct val="110000"/>
              </a:lnSpc>
              <a:spcBef>
                <a:spcPct val="0"/>
              </a:spcBef>
              <a:spcAft>
                <a:spcPct val="0"/>
              </a:spcAft>
            </a:pPr>
            <a:r>
              <a:rPr kumimoji="1" lang="zh-CN" altLang="en-US" sz="2000" b="1">
                <a:solidFill>
                  <a:srgbClr val="000000"/>
                </a:solidFill>
                <a:latin typeface="Times New Roman" pitchFamily="18" charset="0"/>
                <a:ea typeface="宋体" charset="-122"/>
              </a:rPr>
              <a:t>   可见，否则均不可见。</a:t>
            </a:r>
            <a:r>
              <a:rPr kumimoji="1" lang="zh-CN" altLang="en-US" sz="2000" b="1">
                <a:solidFill>
                  <a:srgbClr val="000000"/>
                </a:solidFill>
                <a:latin typeface="Times New Roman" pitchFamily="18" charset="0"/>
                <a:ea typeface="宋体" charset="-122"/>
                <a:cs typeface="Times New Roman" pitchFamily="18" charset="0"/>
              </a:rPr>
              <a:t>      </a:t>
            </a:r>
            <a:endParaRPr kumimoji="1" lang="zh-CN" altLang="en-US" sz="2000" b="1">
              <a:solidFill>
                <a:srgbClr val="000000"/>
              </a:solidFill>
              <a:latin typeface="Times New Roman" pitchFamily="18" charset="0"/>
              <a:ea typeface="宋体" charset="-122"/>
            </a:endParaRPr>
          </a:p>
        </p:txBody>
      </p:sp>
      <p:sp>
        <p:nvSpPr>
          <p:cNvPr id="85" name="Text Box 84">
            <a:extLst>
              <a:ext uri="{FF2B5EF4-FFF2-40B4-BE49-F238E27FC236}">
                <a16:creationId xmlns:a16="http://schemas.microsoft.com/office/drawing/2014/main" id="{B2FB65DE-1640-019A-7C03-EFDC94A61FD7}"/>
              </a:ext>
            </a:extLst>
          </p:cNvPr>
          <p:cNvSpPr txBox="1">
            <a:spLocks noChangeArrowheads="1"/>
          </p:cNvSpPr>
          <p:nvPr/>
        </p:nvSpPr>
        <p:spPr bwMode="auto">
          <a:xfrm>
            <a:off x="3138837" y="1817204"/>
            <a:ext cx="8153400" cy="427038"/>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cs typeface="Times New Roman" pitchFamily="18" charset="0"/>
              </a:rPr>
              <a:t>4) </a:t>
            </a:r>
            <a:r>
              <a:rPr kumimoji="1" lang="zh-CN" altLang="en-US" sz="2000" b="1">
                <a:solidFill>
                  <a:srgbClr val="000000"/>
                </a:solidFill>
                <a:latin typeface="Times New Roman" pitchFamily="18" charset="0"/>
                <a:ea typeface="宋体" charset="-122"/>
              </a:rPr>
              <a:t>若外形轮廓线内的两可见表面相交，其交线为可见。</a:t>
            </a:r>
          </a:p>
        </p:txBody>
      </p:sp>
      <p:sp>
        <p:nvSpPr>
          <p:cNvPr id="86" name="Text Box 85">
            <a:extLst>
              <a:ext uri="{FF2B5EF4-FFF2-40B4-BE49-F238E27FC236}">
                <a16:creationId xmlns:a16="http://schemas.microsoft.com/office/drawing/2014/main" id="{342C0D82-7376-246D-E0C8-BD22149EC3CB}"/>
              </a:ext>
            </a:extLst>
          </p:cNvPr>
          <p:cNvSpPr txBox="1">
            <a:spLocks noChangeArrowheads="1"/>
          </p:cNvSpPr>
          <p:nvPr/>
        </p:nvSpPr>
        <p:spPr bwMode="auto">
          <a:xfrm>
            <a:off x="3191225" y="2147404"/>
            <a:ext cx="4954587" cy="427038"/>
          </a:xfrm>
          <a:prstGeom prst="rect">
            <a:avLst/>
          </a:prstGeom>
          <a:noFill/>
          <a:ln w="15875">
            <a:noFill/>
            <a:miter lim="800000"/>
            <a:headEnd/>
            <a:tailEnd/>
          </a:ln>
        </p:spPr>
        <p:txBody>
          <a:bodyPr>
            <a:spAutoFit/>
          </a:bodyPr>
          <a:lstStyle/>
          <a:p>
            <a:pPr eaLnBrk="0" fontAlgn="base" hangingPunct="0">
              <a:lnSpc>
                <a:spcPct val="110000"/>
              </a:lnSpc>
              <a:spcBef>
                <a:spcPct val="0"/>
              </a:spcBef>
              <a:spcAft>
                <a:spcPct val="0"/>
              </a:spcAft>
            </a:pPr>
            <a:r>
              <a:rPr kumimoji="1" lang="en-US" altLang="zh-CN" sz="2000" b="1">
                <a:solidFill>
                  <a:srgbClr val="000000"/>
                </a:solidFill>
                <a:latin typeface="Times New Roman" pitchFamily="18" charset="0"/>
                <a:ea typeface="宋体" charset="-122"/>
              </a:rPr>
              <a:t>  </a:t>
            </a:r>
            <a:r>
              <a:rPr kumimoji="1" lang="zh-CN" altLang="en-US" sz="2000" b="1">
                <a:solidFill>
                  <a:srgbClr val="000000"/>
                </a:solidFill>
                <a:latin typeface="Times New Roman" pitchFamily="18" charset="0"/>
                <a:ea typeface="宋体" charset="-122"/>
              </a:rPr>
              <a:t>两不可见表面的交线为不可见。 </a:t>
            </a:r>
          </a:p>
        </p:txBody>
      </p:sp>
      <p:sp>
        <p:nvSpPr>
          <p:cNvPr id="87" name="文本框 86">
            <a:extLst>
              <a:ext uri="{FF2B5EF4-FFF2-40B4-BE49-F238E27FC236}">
                <a16:creationId xmlns:a16="http://schemas.microsoft.com/office/drawing/2014/main" id="{6953A2AA-44CA-3EDF-F5F2-0FA1A842913E}"/>
              </a:ext>
            </a:extLst>
          </p:cNvPr>
          <p:cNvSpPr txBox="1"/>
          <p:nvPr/>
        </p:nvSpPr>
        <p:spPr>
          <a:xfrm>
            <a:off x="1413363" y="514903"/>
            <a:ext cx="1292662" cy="6008204"/>
          </a:xfrm>
          <a:prstGeom prst="rect">
            <a:avLst/>
          </a:prstGeom>
          <a:noFill/>
        </p:spPr>
        <p:txBody>
          <a:bodyPr vert="eaVert" wrap="square" rtlCol="0">
            <a:spAutoFit/>
          </a:bodyPr>
          <a:lstStyle/>
          <a:p>
            <a:r>
              <a:rPr kumimoji="1" lang="zh-CN" altLang="en-US" sz="3600" b="1" dirty="0">
                <a:solidFill>
                  <a:srgbClr val="000000"/>
                </a:solidFill>
                <a:latin typeface="Times New Roman" pitchFamily="18" charset="0"/>
                <a:ea typeface="宋体" charset="-122"/>
              </a:rPr>
              <a:t>平面立体投影的可见性判别 </a:t>
            </a:r>
          </a:p>
          <a:p>
            <a:endParaRPr lang="zh-CN" altLang="en-US" sz="3600" dirty="0"/>
          </a:p>
        </p:txBody>
      </p:sp>
    </p:spTree>
    <p:extLst>
      <p:ext uri="{BB962C8B-B14F-4D97-AF65-F5344CB8AC3E}">
        <p14:creationId xmlns:p14="http://schemas.microsoft.com/office/powerpoint/2010/main" val="101481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32" presetClass="emph" presetSubtype="0" fill="hold" grpId="0" nodeType="withEffect">
                                  <p:stCondLst>
                                    <p:cond delay="0"/>
                                  </p:stCondLst>
                                  <p:childTnLst>
                                    <p:animClr clrSpc="rgb" dir="cw">
                                      <p:cBhvr override="childStyle">
                                        <p:cTn id="9" dur="100" fill="hold"/>
                                        <p:tgtEl>
                                          <p:spTgt spid="12"/>
                                        </p:tgtEl>
                                        <p:attrNameLst>
                                          <p:attrName>style.color</p:attrName>
                                        </p:attrNameLst>
                                      </p:cBhvr>
                                      <p:to>
                                        <a:schemeClr val="accent2"/>
                                      </p:to>
                                    </p:animClr>
                                    <p:animClr clrSpc="rgb" dir="cw">
                                      <p:cBhvr>
                                        <p:cTn id="10" dur="100" fill="hold"/>
                                        <p:tgtEl>
                                          <p:spTgt spid="12"/>
                                        </p:tgtEl>
                                        <p:attrNameLst>
                                          <p:attrName>fillcolor</p:attrName>
                                        </p:attrNameLst>
                                      </p:cBhvr>
                                      <p:to>
                                        <a:schemeClr val="accent2"/>
                                      </p:to>
                                    </p:animClr>
                                    <p:set>
                                      <p:cBhvr>
                                        <p:cTn id="11" dur="100" fill="hold"/>
                                        <p:tgtEl>
                                          <p:spTgt spid="12"/>
                                        </p:tgtEl>
                                        <p:attrNameLst>
                                          <p:attrName>fill.type</p:attrName>
                                        </p:attrNameLst>
                                      </p:cBhvr>
                                      <p:to>
                                        <p:strVal val="solid"/>
                                      </p:to>
                                    </p:set>
                                    <p:set>
                                      <p:cBhvr>
                                        <p:cTn id="12" dur="100" fill="hold"/>
                                        <p:tgtEl>
                                          <p:spTgt spid="12"/>
                                        </p:tgtEl>
                                        <p:attrNameLst>
                                          <p:attrName>fill.on</p:attrName>
                                        </p:attrNameLst>
                                      </p:cBhvr>
                                      <p:to>
                                        <p:strVal val="true"/>
                                      </p:to>
                                    </p:set>
                                    <p:animRot by="120000">
                                      <p:cBhvr>
                                        <p:cTn id="13" dur="100" fill="hold">
                                          <p:stCondLst>
                                            <p:cond delay="0"/>
                                          </p:stCondLst>
                                        </p:cTn>
                                        <p:tgtEl>
                                          <p:spTgt spid="12"/>
                                        </p:tgtEl>
                                        <p:attrNameLst>
                                          <p:attrName>r</p:attrName>
                                        </p:attrNameLst>
                                      </p:cBhvr>
                                    </p:animRot>
                                    <p:animRot by="-240000">
                                      <p:cBhvr>
                                        <p:cTn id="14" dur="200" fill="hold">
                                          <p:stCondLst>
                                            <p:cond delay="200"/>
                                          </p:stCondLst>
                                        </p:cTn>
                                        <p:tgtEl>
                                          <p:spTgt spid="12"/>
                                        </p:tgtEl>
                                        <p:attrNameLst>
                                          <p:attrName>r</p:attrName>
                                        </p:attrNameLst>
                                      </p:cBhvr>
                                    </p:animRot>
                                    <p:animRot by="240000">
                                      <p:cBhvr>
                                        <p:cTn id="15" dur="200" fill="hold">
                                          <p:stCondLst>
                                            <p:cond delay="400"/>
                                          </p:stCondLst>
                                        </p:cTn>
                                        <p:tgtEl>
                                          <p:spTgt spid="12"/>
                                        </p:tgtEl>
                                        <p:attrNameLst>
                                          <p:attrName>r</p:attrName>
                                        </p:attrNameLst>
                                      </p:cBhvr>
                                    </p:animRot>
                                    <p:animRot by="-240000">
                                      <p:cBhvr>
                                        <p:cTn id="16" dur="200" fill="hold">
                                          <p:stCondLst>
                                            <p:cond delay="600"/>
                                          </p:stCondLst>
                                        </p:cTn>
                                        <p:tgtEl>
                                          <p:spTgt spid="12"/>
                                        </p:tgtEl>
                                        <p:attrNameLst>
                                          <p:attrName>r</p:attrName>
                                        </p:attrNameLst>
                                      </p:cBhvr>
                                    </p:animRot>
                                    <p:animRot by="120000">
                                      <p:cBhvr>
                                        <p:cTn id="17" dur="200" fill="hold">
                                          <p:stCondLst>
                                            <p:cond delay="800"/>
                                          </p:stCondLst>
                                        </p:cTn>
                                        <p:tgtEl>
                                          <p:spTgt spid="12"/>
                                        </p:tgtEl>
                                        <p:attrNameLst>
                                          <p:attrName>r</p:attrName>
                                        </p:attrNameLst>
                                      </p:cBhvr>
                                    </p:animRot>
                                  </p:childTnLst>
                                </p:cTn>
                              </p:par>
                              <p:par>
                                <p:cTn id="18" presetID="32" presetClass="emph" presetSubtype="0" fill="hold" grpId="0" nodeType="withEffect">
                                  <p:stCondLst>
                                    <p:cond delay="0"/>
                                  </p:stCondLst>
                                  <p:childTnLst>
                                    <p:animClr clrSpc="rgb" dir="cw">
                                      <p:cBhvr override="childStyle">
                                        <p:cTn id="19" dur="100" fill="hold"/>
                                        <p:tgtEl>
                                          <p:spTgt spid="13"/>
                                        </p:tgtEl>
                                        <p:attrNameLst>
                                          <p:attrName>style.color</p:attrName>
                                        </p:attrNameLst>
                                      </p:cBhvr>
                                      <p:to>
                                        <a:schemeClr val="accent2"/>
                                      </p:to>
                                    </p:animClr>
                                    <p:animClr clrSpc="rgb" dir="cw">
                                      <p:cBhvr>
                                        <p:cTn id="20" dur="100" fill="hold"/>
                                        <p:tgtEl>
                                          <p:spTgt spid="13"/>
                                        </p:tgtEl>
                                        <p:attrNameLst>
                                          <p:attrName>fillcolor</p:attrName>
                                        </p:attrNameLst>
                                      </p:cBhvr>
                                      <p:to>
                                        <a:schemeClr val="accent2"/>
                                      </p:to>
                                    </p:animClr>
                                    <p:set>
                                      <p:cBhvr>
                                        <p:cTn id="21" dur="100" fill="hold"/>
                                        <p:tgtEl>
                                          <p:spTgt spid="13"/>
                                        </p:tgtEl>
                                        <p:attrNameLst>
                                          <p:attrName>fill.type</p:attrName>
                                        </p:attrNameLst>
                                      </p:cBhvr>
                                      <p:to>
                                        <p:strVal val="solid"/>
                                      </p:to>
                                    </p:set>
                                    <p:set>
                                      <p:cBhvr>
                                        <p:cTn id="22" dur="100" fill="hold"/>
                                        <p:tgtEl>
                                          <p:spTgt spid="13"/>
                                        </p:tgtEl>
                                        <p:attrNameLst>
                                          <p:attrName>fill.on</p:attrName>
                                        </p:attrNameLst>
                                      </p:cBhvr>
                                      <p:to>
                                        <p:strVal val="true"/>
                                      </p:to>
                                    </p:set>
                                    <p:animRot by="120000">
                                      <p:cBhvr>
                                        <p:cTn id="23" dur="100" fill="hold">
                                          <p:stCondLst>
                                            <p:cond delay="0"/>
                                          </p:stCondLst>
                                        </p:cTn>
                                        <p:tgtEl>
                                          <p:spTgt spid="13"/>
                                        </p:tgtEl>
                                        <p:attrNameLst>
                                          <p:attrName>r</p:attrName>
                                        </p:attrNameLst>
                                      </p:cBhvr>
                                    </p:animRot>
                                    <p:animRot by="-240000">
                                      <p:cBhvr>
                                        <p:cTn id="24" dur="200" fill="hold">
                                          <p:stCondLst>
                                            <p:cond delay="200"/>
                                          </p:stCondLst>
                                        </p:cTn>
                                        <p:tgtEl>
                                          <p:spTgt spid="13"/>
                                        </p:tgtEl>
                                        <p:attrNameLst>
                                          <p:attrName>r</p:attrName>
                                        </p:attrNameLst>
                                      </p:cBhvr>
                                    </p:animRot>
                                    <p:animRot by="240000">
                                      <p:cBhvr>
                                        <p:cTn id="25" dur="200" fill="hold">
                                          <p:stCondLst>
                                            <p:cond delay="400"/>
                                          </p:stCondLst>
                                        </p:cTn>
                                        <p:tgtEl>
                                          <p:spTgt spid="13"/>
                                        </p:tgtEl>
                                        <p:attrNameLst>
                                          <p:attrName>r</p:attrName>
                                        </p:attrNameLst>
                                      </p:cBhvr>
                                    </p:animRot>
                                    <p:animRot by="-240000">
                                      <p:cBhvr>
                                        <p:cTn id="26" dur="200" fill="hold">
                                          <p:stCondLst>
                                            <p:cond delay="600"/>
                                          </p:stCondLst>
                                        </p:cTn>
                                        <p:tgtEl>
                                          <p:spTgt spid="13"/>
                                        </p:tgtEl>
                                        <p:attrNameLst>
                                          <p:attrName>r</p:attrName>
                                        </p:attrNameLst>
                                      </p:cBhvr>
                                    </p:animRot>
                                    <p:animRot by="120000">
                                      <p:cBhvr>
                                        <p:cTn id="27" dur="200" fill="hold">
                                          <p:stCondLst>
                                            <p:cond delay="800"/>
                                          </p:stCondLst>
                                        </p:cTn>
                                        <p:tgtEl>
                                          <p:spTgt spid="13"/>
                                        </p:tgtEl>
                                        <p:attrNameLst>
                                          <p:attrName>r</p:attrName>
                                        </p:attrNameLst>
                                      </p:cBhvr>
                                    </p:animRot>
                                  </p:childTnLst>
                                </p:cTn>
                              </p:par>
                              <p:par>
                                <p:cTn id="28" presetID="32" presetClass="emph" presetSubtype="0" fill="hold" grpId="0" nodeType="withEffect">
                                  <p:stCondLst>
                                    <p:cond delay="0"/>
                                  </p:stCondLst>
                                  <p:childTnLst>
                                    <p:animClr clrSpc="rgb" dir="cw">
                                      <p:cBhvr override="childStyle">
                                        <p:cTn id="29" dur="100" fill="hold"/>
                                        <p:tgtEl>
                                          <p:spTgt spid="14"/>
                                        </p:tgtEl>
                                        <p:attrNameLst>
                                          <p:attrName>style.color</p:attrName>
                                        </p:attrNameLst>
                                      </p:cBhvr>
                                      <p:to>
                                        <a:schemeClr val="accent2"/>
                                      </p:to>
                                    </p:animClr>
                                    <p:animClr clrSpc="rgb" dir="cw">
                                      <p:cBhvr>
                                        <p:cTn id="30" dur="100" fill="hold"/>
                                        <p:tgtEl>
                                          <p:spTgt spid="14"/>
                                        </p:tgtEl>
                                        <p:attrNameLst>
                                          <p:attrName>fillcolor</p:attrName>
                                        </p:attrNameLst>
                                      </p:cBhvr>
                                      <p:to>
                                        <a:schemeClr val="accent2"/>
                                      </p:to>
                                    </p:animClr>
                                    <p:set>
                                      <p:cBhvr>
                                        <p:cTn id="31" dur="100" fill="hold"/>
                                        <p:tgtEl>
                                          <p:spTgt spid="14"/>
                                        </p:tgtEl>
                                        <p:attrNameLst>
                                          <p:attrName>fill.type</p:attrName>
                                        </p:attrNameLst>
                                      </p:cBhvr>
                                      <p:to>
                                        <p:strVal val="solid"/>
                                      </p:to>
                                    </p:set>
                                    <p:set>
                                      <p:cBhvr>
                                        <p:cTn id="32" dur="100" fill="hold"/>
                                        <p:tgtEl>
                                          <p:spTgt spid="14"/>
                                        </p:tgtEl>
                                        <p:attrNameLst>
                                          <p:attrName>fill.on</p:attrName>
                                        </p:attrNameLst>
                                      </p:cBhvr>
                                      <p:to>
                                        <p:strVal val="true"/>
                                      </p:to>
                                    </p:set>
                                    <p:animRot by="120000">
                                      <p:cBhvr>
                                        <p:cTn id="33" dur="100" fill="hold">
                                          <p:stCondLst>
                                            <p:cond delay="0"/>
                                          </p:stCondLst>
                                        </p:cTn>
                                        <p:tgtEl>
                                          <p:spTgt spid="14"/>
                                        </p:tgtEl>
                                        <p:attrNameLst>
                                          <p:attrName>r</p:attrName>
                                        </p:attrNameLst>
                                      </p:cBhvr>
                                    </p:animRot>
                                    <p:animRot by="-240000">
                                      <p:cBhvr>
                                        <p:cTn id="34" dur="200" fill="hold">
                                          <p:stCondLst>
                                            <p:cond delay="200"/>
                                          </p:stCondLst>
                                        </p:cTn>
                                        <p:tgtEl>
                                          <p:spTgt spid="14"/>
                                        </p:tgtEl>
                                        <p:attrNameLst>
                                          <p:attrName>r</p:attrName>
                                        </p:attrNameLst>
                                      </p:cBhvr>
                                    </p:animRot>
                                    <p:animRot by="240000">
                                      <p:cBhvr>
                                        <p:cTn id="35" dur="200" fill="hold">
                                          <p:stCondLst>
                                            <p:cond delay="400"/>
                                          </p:stCondLst>
                                        </p:cTn>
                                        <p:tgtEl>
                                          <p:spTgt spid="14"/>
                                        </p:tgtEl>
                                        <p:attrNameLst>
                                          <p:attrName>r</p:attrName>
                                        </p:attrNameLst>
                                      </p:cBhvr>
                                    </p:animRot>
                                    <p:animRot by="-240000">
                                      <p:cBhvr>
                                        <p:cTn id="36" dur="200" fill="hold">
                                          <p:stCondLst>
                                            <p:cond delay="600"/>
                                          </p:stCondLst>
                                        </p:cTn>
                                        <p:tgtEl>
                                          <p:spTgt spid="14"/>
                                        </p:tgtEl>
                                        <p:attrNameLst>
                                          <p:attrName>r</p:attrName>
                                        </p:attrNameLst>
                                      </p:cBhvr>
                                    </p:animRot>
                                    <p:animRot by="120000">
                                      <p:cBhvr>
                                        <p:cTn id="37" dur="200" fill="hold">
                                          <p:stCondLst>
                                            <p:cond delay="800"/>
                                          </p:stCondLst>
                                        </p:cTn>
                                        <p:tgtEl>
                                          <p:spTgt spid="14"/>
                                        </p:tgtEl>
                                        <p:attrNameLst>
                                          <p:attrName>r</p:attrName>
                                        </p:attrNameLst>
                                      </p:cBhvr>
                                    </p:animRo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3">
                                            <p:txEl>
                                              <p:pRg st="0" end="0"/>
                                            </p:txEl>
                                          </p:spTgt>
                                        </p:tgtEl>
                                        <p:attrNameLst>
                                          <p:attrName>style.visibility</p:attrName>
                                        </p:attrNameLst>
                                      </p:cBhvr>
                                      <p:to>
                                        <p:strVal val="visible"/>
                                      </p:to>
                                    </p:set>
                                    <p:animEffect transition="in" filter="wipe(left)">
                                      <p:cBhvr>
                                        <p:cTn id="42" dur="500"/>
                                        <p:tgtEl>
                                          <p:spTgt spid="8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4"/>
                                        </p:tgtEl>
                                        <p:attrNameLst>
                                          <p:attrName>style.visibility</p:attrName>
                                        </p:attrNameLst>
                                      </p:cBhvr>
                                      <p:to>
                                        <p:strVal val="visible"/>
                                      </p:to>
                                    </p:set>
                                    <p:animEffect transition="in" filter="wipe(down)">
                                      <p:cBhvr>
                                        <p:cTn id="47" dur="500"/>
                                        <p:tgtEl>
                                          <p:spTgt spid="8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5">
                                            <p:txEl>
                                              <p:pRg st="0" end="0"/>
                                            </p:txEl>
                                          </p:spTgt>
                                        </p:tgtEl>
                                        <p:attrNameLst>
                                          <p:attrName>style.visibility</p:attrName>
                                        </p:attrNameLst>
                                      </p:cBhvr>
                                      <p:to>
                                        <p:strVal val="visible"/>
                                      </p:to>
                                    </p:set>
                                    <p:animEffect transition="in" filter="wipe(left)">
                                      <p:cBhvr>
                                        <p:cTn id="52" dur="500"/>
                                        <p:tgtEl>
                                          <p:spTgt spid="8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6">
                                            <p:txEl>
                                              <p:pRg st="0" end="0"/>
                                            </p:txEl>
                                          </p:spTgt>
                                        </p:tgtEl>
                                        <p:attrNameLst>
                                          <p:attrName>style.visibility</p:attrName>
                                        </p:attrNameLst>
                                      </p:cBhvr>
                                      <p:to>
                                        <p:strVal val="visible"/>
                                      </p:to>
                                    </p:set>
                                    <p:animEffect transition="in" filter="wipe(left)">
                                      <p:cBhvr>
                                        <p:cTn id="57" dur="500"/>
                                        <p:tgtEl>
                                          <p:spTgt spid="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12" grpId="0" animBg="1"/>
      <p:bldP spid="13" grpId="0" animBg="1"/>
      <p:bldP spid="14" grpId="0" animBg="1"/>
      <p:bldP spid="83" grpId="0" build="p" autoUpdateAnimBg="0"/>
      <p:bldP spid="84" grpId="0"/>
      <p:bldP spid="85" grpId="0" build="p" autoUpdateAnimBg="0"/>
      <p:bldP spid="86"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94726-DE0C-8322-904A-8811DB7DD410}"/>
              </a:ext>
            </a:extLst>
          </p:cNvPr>
          <p:cNvSpPr>
            <a:spLocks noGrp="1"/>
          </p:cNvSpPr>
          <p:nvPr>
            <p:ph type="title"/>
          </p:nvPr>
        </p:nvSpPr>
        <p:spPr/>
        <p:txBody>
          <a:bodyPr/>
          <a:lstStyle/>
          <a:p>
            <a:endParaRPr lang="zh-CN" altLang="en-US"/>
          </a:p>
        </p:txBody>
      </p:sp>
      <p:grpSp>
        <p:nvGrpSpPr>
          <p:cNvPr id="3" name="Group 2">
            <a:extLst>
              <a:ext uri="{FF2B5EF4-FFF2-40B4-BE49-F238E27FC236}">
                <a16:creationId xmlns:a16="http://schemas.microsoft.com/office/drawing/2014/main" id="{F83224CB-DBD4-3708-F2A8-64C7C547FE76}"/>
              </a:ext>
            </a:extLst>
          </p:cNvPr>
          <p:cNvGrpSpPr>
            <a:grpSpLocks/>
          </p:cNvGrpSpPr>
          <p:nvPr/>
        </p:nvGrpSpPr>
        <p:grpSpPr bwMode="auto">
          <a:xfrm>
            <a:off x="6042025" y="2700338"/>
            <a:ext cx="4452937" cy="3692525"/>
            <a:chOff x="2795" y="1677"/>
            <a:chExt cx="2805" cy="2326"/>
          </a:xfrm>
        </p:grpSpPr>
        <p:sp>
          <p:nvSpPr>
            <p:cNvPr id="4" name="Freeform 3">
              <a:extLst>
                <a:ext uri="{FF2B5EF4-FFF2-40B4-BE49-F238E27FC236}">
                  <a16:creationId xmlns:a16="http://schemas.microsoft.com/office/drawing/2014/main" id="{DF8CB39D-4868-AB65-FB5D-888FCECEAD41}"/>
                </a:ext>
              </a:extLst>
            </p:cNvPr>
            <p:cNvSpPr>
              <a:spLocks/>
            </p:cNvSpPr>
            <p:nvPr/>
          </p:nvSpPr>
          <p:spPr bwMode="auto">
            <a:xfrm>
              <a:off x="3082" y="1895"/>
              <a:ext cx="765" cy="764"/>
            </a:xfrm>
            <a:custGeom>
              <a:avLst/>
              <a:gdLst>
                <a:gd name="T0" fmla="*/ 0 w 681"/>
                <a:gd name="T1" fmla="*/ 0 h 652"/>
                <a:gd name="T2" fmla="*/ 0 w 681"/>
                <a:gd name="T3" fmla="*/ 764 h 652"/>
                <a:gd name="T4" fmla="*/ 765 w 681"/>
                <a:gd name="T5" fmla="*/ 764 h 652"/>
                <a:gd name="T6" fmla="*/ 765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00FFFF">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 name="Freeform 4">
              <a:extLst>
                <a:ext uri="{FF2B5EF4-FFF2-40B4-BE49-F238E27FC236}">
                  <a16:creationId xmlns:a16="http://schemas.microsoft.com/office/drawing/2014/main" id="{A33B832C-85F6-DF9F-E66C-AA83AD9392F0}"/>
                </a:ext>
              </a:extLst>
            </p:cNvPr>
            <p:cNvSpPr>
              <a:spLocks/>
            </p:cNvSpPr>
            <p:nvPr/>
          </p:nvSpPr>
          <p:spPr bwMode="auto">
            <a:xfrm>
              <a:off x="4452" y="1895"/>
              <a:ext cx="543" cy="764"/>
            </a:xfrm>
            <a:custGeom>
              <a:avLst/>
              <a:gdLst>
                <a:gd name="T0" fmla="*/ 0 w 681"/>
                <a:gd name="T1" fmla="*/ 0 h 652"/>
                <a:gd name="T2" fmla="*/ 0 w 681"/>
                <a:gd name="T3" fmla="*/ 764 h 652"/>
                <a:gd name="T4" fmla="*/ 543 w 681"/>
                <a:gd name="T5" fmla="*/ 764 h 652"/>
                <a:gd name="T6" fmla="*/ 543 w 681"/>
                <a:gd name="T7" fmla="*/ 0 h 652"/>
                <a:gd name="T8" fmla="*/ 0 w 681"/>
                <a:gd name="T9" fmla="*/ 0 h 652"/>
                <a:gd name="T10" fmla="*/ 0 60000 65536"/>
                <a:gd name="T11" fmla="*/ 0 60000 65536"/>
                <a:gd name="T12" fmla="*/ 0 60000 65536"/>
                <a:gd name="T13" fmla="*/ 0 60000 65536"/>
                <a:gd name="T14" fmla="*/ 0 60000 65536"/>
                <a:gd name="T15" fmla="*/ 0 w 681"/>
                <a:gd name="T16" fmla="*/ 0 h 652"/>
                <a:gd name="T17" fmla="*/ 681 w 681"/>
                <a:gd name="T18" fmla="*/ 652 h 652"/>
              </a:gdLst>
              <a:ahLst/>
              <a:cxnLst>
                <a:cxn ang="T10">
                  <a:pos x="T0" y="T1"/>
                </a:cxn>
                <a:cxn ang="T11">
                  <a:pos x="T2" y="T3"/>
                </a:cxn>
                <a:cxn ang="T12">
                  <a:pos x="T4" y="T5"/>
                </a:cxn>
                <a:cxn ang="T13">
                  <a:pos x="T6" y="T7"/>
                </a:cxn>
                <a:cxn ang="T14">
                  <a:pos x="T8" y="T9"/>
                </a:cxn>
              </a:cxnLst>
              <a:rect l="T15" t="T16" r="T17" b="T18"/>
              <a:pathLst>
                <a:path w="681" h="652">
                  <a:moveTo>
                    <a:pt x="0" y="0"/>
                  </a:moveTo>
                  <a:lnTo>
                    <a:pt x="0" y="652"/>
                  </a:lnTo>
                  <a:lnTo>
                    <a:pt x="681" y="652"/>
                  </a:lnTo>
                  <a:lnTo>
                    <a:pt x="681" y="0"/>
                  </a:lnTo>
                  <a:lnTo>
                    <a:pt x="0" y="0"/>
                  </a:lnTo>
                  <a:close/>
                </a:path>
              </a:pathLst>
            </a:custGeom>
            <a:solidFill>
              <a:srgbClr val="FF99CC">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 name="Freeform 5">
              <a:extLst>
                <a:ext uri="{FF2B5EF4-FFF2-40B4-BE49-F238E27FC236}">
                  <a16:creationId xmlns:a16="http://schemas.microsoft.com/office/drawing/2014/main" id="{C9D836D1-283A-535E-FB78-F62C4B04F809}"/>
                </a:ext>
              </a:extLst>
            </p:cNvPr>
            <p:cNvSpPr>
              <a:spLocks/>
            </p:cNvSpPr>
            <p:nvPr/>
          </p:nvSpPr>
          <p:spPr bwMode="auto">
            <a:xfrm>
              <a:off x="3081" y="3264"/>
              <a:ext cx="765" cy="543"/>
            </a:xfrm>
            <a:custGeom>
              <a:avLst/>
              <a:gdLst>
                <a:gd name="T0" fmla="*/ 509 w 681"/>
                <a:gd name="T1" fmla="*/ 0 h 483"/>
                <a:gd name="T2" fmla="*/ 0 w 681"/>
                <a:gd name="T3" fmla="*/ 256 h 483"/>
                <a:gd name="T4" fmla="*/ 765 w 681"/>
                <a:gd name="T5" fmla="*/ 543 h 483"/>
                <a:gd name="T6" fmla="*/ 509 w 681"/>
                <a:gd name="T7" fmla="*/ 0 h 483"/>
                <a:gd name="T8" fmla="*/ 0 60000 65536"/>
                <a:gd name="T9" fmla="*/ 0 60000 65536"/>
                <a:gd name="T10" fmla="*/ 0 60000 65536"/>
                <a:gd name="T11" fmla="*/ 0 60000 65536"/>
                <a:gd name="T12" fmla="*/ 0 w 681"/>
                <a:gd name="T13" fmla="*/ 0 h 483"/>
                <a:gd name="T14" fmla="*/ 681 w 681"/>
                <a:gd name="T15" fmla="*/ 483 h 483"/>
              </a:gdLst>
              <a:ahLst/>
              <a:cxnLst>
                <a:cxn ang="T8">
                  <a:pos x="T0" y="T1"/>
                </a:cxn>
                <a:cxn ang="T9">
                  <a:pos x="T2" y="T3"/>
                </a:cxn>
                <a:cxn ang="T10">
                  <a:pos x="T4" y="T5"/>
                </a:cxn>
                <a:cxn ang="T11">
                  <a:pos x="T6" y="T7"/>
                </a:cxn>
              </a:cxnLst>
              <a:rect l="T12" t="T13" r="T14" b="T15"/>
              <a:pathLst>
                <a:path w="681" h="483">
                  <a:moveTo>
                    <a:pt x="453" y="0"/>
                  </a:moveTo>
                  <a:lnTo>
                    <a:pt x="0" y="228"/>
                  </a:lnTo>
                  <a:lnTo>
                    <a:pt x="681" y="483"/>
                  </a:lnTo>
                  <a:lnTo>
                    <a:pt x="453" y="0"/>
                  </a:lnTo>
                  <a:close/>
                </a:path>
              </a:pathLst>
            </a:custGeom>
            <a:solidFill>
              <a:srgbClr val="FFCC00">
                <a:alpha val="50195"/>
              </a:srgbClr>
            </a:solidFill>
            <a:ln w="19050">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 name="Text Box 6">
              <a:extLst>
                <a:ext uri="{FF2B5EF4-FFF2-40B4-BE49-F238E27FC236}">
                  <a16:creationId xmlns:a16="http://schemas.microsoft.com/office/drawing/2014/main" id="{5DCF1472-1EDF-749C-9897-82ECBB811DBD}"/>
                </a:ext>
              </a:extLst>
            </p:cNvPr>
            <p:cNvSpPr txBox="1">
              <a:spLocks noChangeArrowheads="1"/>
            </p:cNvSpPr>
            <p:nvPr/>
          </p:nvSpPr>
          <p:spPr bwMode="auto">
            <a:xfrm>
              <a:off x="2891" y="1703"/>
              <a:ext cx="415"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p>
          </p:txBody>
        </p:sp>
        <p:sp>
          <p:nvSpPr>
            <p:cNvPr id="8" name="Text Box 7">
              <a:extLst>
                <a:ext uri="{FF2B5EF4-FFF2-40B4-BE49-F238E27FC236}">
                  <a16:creationId xmlns:a16="http://schemas.microsoft.com/office/drawing/2014/main" id="{75D83528-DD8D-5EDD-131F-BAF4870B5F8C}"/>
                </a:ext>
              </a:extLst>
            </p:cNvPr>
            <p:cNvSpPr txBox="1">
              <a:spLocks noChangeArrowheads="1"/>
            </p:cNvSpPr>
            <p:nvPr/>
          </p:nvSpPr>
          <p:spPr bwMode="auto">
            <a:xfrm>
              <a:off x="3433" y="1703"/>
              <a:ext cx="41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p>
          </p:txBody>
        </p:sp>
        <p:sp>
          <p:nvSpPr>
            <p:cNvPr id="9" name="Text Box 8">
              <a:extLst>
                <a:ext uri="{FF2B5EF4-FFF2-40B4-BE49-F238E27FC236}">
                  <a16:creationId xmlns:a16="http://schemas.microsoft.com/office/drawing/2014/main" id="{0FE3F0B3-E753-03ED-1156-25084B5838C6}"/>
                </a:ext>
              </a:extLst>
            </p:cNvPr>
            <p:cNvSpPr txBox="1">
              <a:spLocks noChangeArrowheads="1"/>
            </p:cNvSpPr>
            <p:nvPr/>
          </p:nvSpPr>
          <p:spPr bwMode="auto">
            <a:xfrm>
              <a:off x="3782" y="1703"/>
              <a:ext cx="415"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p>
          </p:txBody>
        </p:sp>
        <p:grpSp>
          <p:nvGrpSpPr>
            <p:cNvPr id="10" name="Group 9">
              <a:extLst>
                <a:ext uri="{FF2B5EF4-FFF2-40B4-BE49-F238E27FC236}">
                  <a16:creationId xmlns:a16="http://schemas.microsoft.com/office/drawing/2014/main" id="{E56DDA47-3EEA-CC65-607A-D57E234B0837}"/>
                </a:ext>
              </a:extLst>
            </p:cNvPr>
            <p:cNvGrpSpPr>
              <a:grpSpLocks/>
            </p:cNvGrpSpPr>
            <p:nvPr/>
          </p:nvGrpSpPr>
          <p:grpSpPr bwMode="auto">
            <a:xfrm>
              <a:off x="2795" y="2564"/>
              <a:ext cx="638" cy="212"/>
              <a:chOff x="2313" y="3691"/>
              <a:chExt cx="567" cy="189"/>
            </a:xfrm>
          </p:grpSpPr>
          <p:sp>
            <p:nvSpPr>
              <p:cNvPr id="42" name="Text Box 10">
                <a:extLst>
                  <a:ext uri="{FF2B5EF4-FFF2-40B4-BE49-F238E27FC236}">
                    <a16:creationId xmlns:a16="http://schemas.microsoft.com/office/drawing/2014/main" id="{0F31FB67-877D-6972-BA35-7CEE7EFF0A0F}"/>
                  </a:ext>
                </a:extLst>
              </p:cNvPr>
              <p:cNvSpPr txBox="1">
                <a:spLocks noChangeArrowheads="1"/>
              </p:cNvSpPr>
              <p:nvPr/>
            </p:nvSpPr>
            <p:spPr bwMode="auto">
              <a:xfrm>
                <a:off x="2313"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43" name="Text Box 11">
                <a:extLst>
                  <a:ext uri="{FF2B5EF4-FFF2-40B4-BE49-F238E27FC236}">
                    <a16:creationId xmlns:a16="http://schemas.microsoft.com/office/drawing/2014/main" id="{34BD993A-EE53-EA46-D6D6-9305C288428E}"/>
                  </a:ext>
                </a:extLst>
              </p:cNvPr>
              <p:cNvSpPr txBox="1">
                <a:spLocks noChangeArrowheads="1"/>
              </p:cNvSpPr>
              <p:nvPr/>
            </p:nvSpPr>
            <p:spPr bwMode="auto">
              <a:xfrm>
                <a:off x="2398"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11" name="Group 12">
              <a:extLst>
                <a:ext uri="{FF2B5EF4-FFF2-40B4-BE49-F238E27FC236}">
                  <a16:creationId xmlns:a16="http://schemas.microsoft.com/office/drawing/2014/main" id="{C5F14EE3-4A93-7D70-BE00-277995E8E375}"/>
                </a:ext>
              </a:extLst>
            </p:cNvPr>
            <p:cNvGrpSpPr>
              <a:grpSpLocks/>
            </p:cNvGrpSpPr>
            <p:nvPr/>
          </p:nvGrpSpPr>
          <p:grpSpPr bwMode="auto">
            <a:xfrm>
              <a:off x="3813" y="2517"/>
              <a:ext cx="638" cy="212"/>
              <a:chOff x="2313" y="3691"/>
              <a:chExt cx="567" cy="189"/>
            </a:xfrm>
          </p:grpSpPr>
          <p:sp>
            <p:nvSpPr>
              <p:cNvPr id="40" name="Text Box 13">
                <a:extLst>
                  <a:ext uri="{FF2B5EF4-FFF2-40B4-BE49-F238E27FC236}">
                    <a16:creationId xmlns:a16="http://schemas.microsoft.com/office/drawing/2014/main" id="{440F477A-CC25-138D-A860-93231C94FE41}"/>
                  </a:ext>
                </a:extLst>
              </p:cNvPr>
              <p:cNvSpPr txBox="1">
                <a:spLocks noChangeArrowheads="1"/>
              </p:cNvSpPr>
              <p:nvPr/>
            </p:nvSpPr>
            <p:spPr bwMode="auto">
              <a:xfrm>
                <a:off x="2313"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41" name="Text Box 14">
                <a:extLst>
                  <a:ext uri="{FF2B5EF4-FFF2-40B4-BE49-F238E27FC236}">
                    <a16:creationId xmlns:a16="http://schemas.microsoft.com/office/drawing/2014/main" id="{7C277421-837A-E024-90A5-9207B8DD9B77}"/>
                  </a:ext>
                </a:extLst>
              </p:cNvPr>
              <p:cNvSpPr txBox="1">
                <a:spLocks noChangeArrowheads="1"/>
              </p:cNvSpPr>
              <p:nvPr/>
            </p:nvSpPr>
            <p:spPr bwMode="auto">
              <a:xfrm>
                <a:off x="2398" y="3691"/>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12" name="Group 15">
              <a:extLst>
                <a:ext uri="{FF2B5EF4-FFF2-40B4-BE49-F238E27FC236}">
                  <a16:creationId xmlns:a16="http://schemas.microsoft.com/office/drawing/2014/main" id="{41E51FB3-E3C6-7B4C-687D-9B78B8AFCCCE}"/>
                </a:ext>
              </a:extLst>
            </p:cNvPr>
            <p:cNvGrpSpPr>
              <a:grpSpLocks/>
            </p:cNvGrpSpPr>
            <p:nvPr/>
          </p:nvGrpSpPr>
          <p:grpSpPr bwMode="auto">
            <a:xfrm>
              <a:off x="3241" y="2595"/>
              <a:ext cx="670" cy="229"/>
              <a:chOff x="2256" y="3734"/>
              <a:chExt cx="596" cy="203"/>
            </a:xfrm>
          </p:grpSpPr>
          <p:sp>
            <p:nvSpPr>
              <p:cNvPr id="37" name="Text Box 16">
                <a:extLst>
                  <a:ext uri="{FF2B5EF4-FFF2-40B4-BE49-F238E27FC236}">
                    <a16:creationId xmlns:a16="http://schemas.microsoft.com/office/drawing/2014/main" id="{09D8961B-D07B-ADED-7331-7655735DD5B5}"/>
                  </a:ext>
                </a:extLst>
              </p:cNvPr>
              <p:cNvSpPr txBox="1">
                <a:spLocks noChangeArrowheads="1"/>
              </p:cNvSpPr>
              <p:nvPr/>
            </p:nvSpPr>
            <p:spPr bwMode="auto">
              <a:xfrm>
                <a:off x="2285" y="3748"/>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8" name="Text Box 17">
                <a:extLst>
                  <a:ext uri="{FF2B5EF4-FFF2-40B4-BE49-F238E27FC236}">
                    <a16:creationId xmlns:a16="http://schemas.microsoft.com/office/drawing/2014/main" id="{A32C1EF1-E45D-AB03-579A-62EAB2A17C6F}"/>
                  </a:ext>
                </a:extLst>
              </p:cNvPr>
              <p:cNvSpPr txBox="1">
                <a:spLocks noChangeArrowheads="1"/>
              </p:cNvSpPr>
              <p:nvPr/>
            </p:nvSpPr>
            <p:spPr bwMode="auto">
              <a:xfrm>
                <a:off x="2370" y="3748"/>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t>
                </a:r>
              </a:p>
            </p:txBody>
          </p:sp>
          <p:sp>
            <p:nvSpPr>
              <p:cNvPr id="39" name="Text Box 18">
                <a:extLst>
                  <a:ext uri="{FF2B5EF4-FFF2-40B4-BE49-F238E27FC236}">
                    <a16:creationId xmlns:a16="http://schemas.microsoft.com/office/drawing/2014/main" id="{47162089-3932-07B9-1AC9-A442887A5AEF}"/>
                  </a:ext>
                </a:extLst>
              </p:cNvPr>
              <p:cNvSpPr txBox="1">
                <a:spLocks noChangeArrowheads="1"/>
              </p:cNvSpPr>
              <p:nvPr/>
            </p:nvSpPr>
            <p:spPr bwMode="auto">
              <a:xfrm>
                <a:off x="2256" y="3734"/>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0" u="none" strike="noStrike" kern="0" cap="none" spc="0" normalizeH="0" baseline="0" noProof="0" dirty="0">
                    <a:ln>
                      <a:noFill/>
                    </a:ln>
                    <a:solidFill>
                      <a:srgbClr val="000000"/>
                    </a:solidFill>
                    <a:effectLst/>
                    <a:uLnTx/>
                    <a:uFillTx/>
                    <a:latin typeface="Times New Roman" pitchFamily="18" charset="0"/>
                    <a:ea typeface="宋体" charset="-122"/>
                  </a:rPr>
                  <a:t>     </a:t>
                </a:r>
                <a:endParaRPr kumimoji="0" lang="en-US" altLang="zh-CN" sz="1600" b="0" i="1" u="none" strike="noStrike" kern="0" cap="none" spc="0" normalizeH="0" baseline="0" noProof="0" dirty="0">
                  <a:ln>
                    <a:noFill/>
                  </a:ln>
                  <a:solidFill>
                    <a:srgbClr val="000000"/>
                  </a:solidFill>
                  <a:effectLst/>
                  <a:uLnTx/>
                  <a:uFillTx/>
                  <a:latin typeface="Times New Roman" pitchFamily="18" charset="0"/>
                  <a:ea typeface="宋体" charset="-122"/>
                </a:endParaRPr>
              </a:p>
            </p:txBody>
          </p:sp>
        </p:grpSp>
        <p:sp>
          <p:nvSpPr>
            <p:cNvPr id="13" name="Line 19">
              <a:extLst>
                <a:ext uri="{FF2B5EF4-FFF2-40B4-BE49-F238E27FC236}">
                  <a16:creationId xmlns:a16="http://schemas.microsoft.com/office/drawing/2014/main" id="{5079A4E4-6A51-C979-6411-E2ACB60FB45E}"/>
                </a:ext>
              </a:extLst>
            </p:cNvPr>
            <p:cNvSpPr>
              <a:spLocks noChangeShapeType="1"/>
            </p:cNvSpPr>
            <p:nvPr/>
          </p:nvSpPr>
          <p:spPr bwMode="auto">
            <a:xfrm flipV="1">
              <a:off x="3592" y="1895"/>
              <a:ext cx="0" cy="764"/>
            </a:xfrm>
            <a:prstGeom prst="line">
              <a:avLst/>
            </a:prstGeom>
            <a:noFill/>
            <a:ln w="9525">
              <a:solidFill>
                <a:srgbClr val="000000"/>
              </a:solidFill>
              <a:prstDash val="lgDash"/>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Line 20">
              <a:extLst>
                <a:ext uri="{FF2B5EF4-FFF2-40B4-BE49-F238E27FC236}">
                  <a16:creationId xmlns:a16="http://schemas.microsoft.com/office/drawing/2014/main" id="{F77DD8BF-2F16-BD25-D08A-1528AACD2CA5}"/>
                </a:ext>
              </a:extLst>
            </p:cNvPr>
            <p:cNvSpPr>
              <a:spLocks noChangeShapeType="1"/>
            </p:cNvSpPr>
            <p:nvPr/>
          </p:nvSpPr>
          <p:spPr bwMode="auto">
            <a:xfrm flipV="1">
              <a:off x="4707" y="1901"/>
              <a:ext cx="0" cy="764"/>
            </a:xfrm>
            <a:prstGeom prst="line">
              <a:avLst/>
            </a:prstGeom>
            <a:noFill/>
            <a:ln w="2540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Text Box 21">
              <a:extLst>
                <a:ext uri="{FF2B5EF4-FFF2-40B4-BE49-F238E27FC236}">
                  <a16:creationId xmlns:a16="http://schemas.microsoft.com/office/drawing/2014/main" id="{1A083363-7DE7-FF3E-8619-2E1F726FC59A}"/>
                </a:ext>
              </a:extLst>
            </p:cNvPr>
            <p:cNvSpPr txBox="1">
              <a:spLocks noChangeArrowheads="1"/>
            </p:cNvSpPr>
            <p:nvPr/>
          </p:nvSpPr>
          <p:spPr bwMode="auto">
            <a:xfrm>
              <a:off x="4496" y="1706"/>
              <a:ext cx="41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sp>
          <p:nvSpPr>
            <p:cNvPr id="16" name="Text Box 22">
              <a:extLst>
                <a:ext uri="{FF2B5EF4-FFF2-40B4-BE49-F238E27FC236}">
                  <a16:creationId xmlns:a16="http://schemas.microsoft.com/office/drawing/2014/main" id="{85062B33-F8D5-458D-C4CC-E9AE0AB365AB}"/>
                </a:ext>
              </a:extLst>
            </p:cNvPr>
            <p:cNvSpPr txBox="1">
              <a:spLocks noChangeArrowheads="1"/>
            </p:cNvSpPr>
            <p:nvPr/>
          </p:nvSpPr>
          <p:spPr bwMode="auto">
            <a:xfrm>
              <a:off x="4293" y="1703"/>
              <a:ext cx="414"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sp>
          <p:nvSpPr>
            <p:cNvPr id="17" name="Text Box 23">
              <a:extLst>
                <a:ext uri="{FF2B5EF4-FFF2-40B4-BE49-F238E27FC236}">
                  <a16:creationId xmlns:a16="http://schemas.microsoft.com/office/drawing/2014/main" id="{9F4B35C5-D5CB-DEBB-02CD-CD45918C4F2B}"/>
                </a:ext>
              </a:extLst>
            </p:cNvPr>
            <p:cNvSpPr txBox="1">
              <a:spLocks noChangeArrowheads="1"/>
            </p:cNvSpPr>
            <p:nvPr/>
          </p:nvSpPr>
          <p:spPr bwMode="auto">
            <a:xfrm>
              <a:off x="4882" y="1703"/>
              <a:ext cx="41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nvGrpSpPr>
            <p:cNvPr id="18" name="Group 24">
              <a:extLst>
                <a:ext uri="{FF2B5EF4-FFF2-40B4-BE49-F238E27FC236}">
                  <a16:creationId xmlns:a16="http://schemas.microsoft.com/office/drawing/2014/main" id="{9AF19BBA-65FA-F876-2230-0F53508A85DE}"/>
                </a:ext>
              </a:extLst>
            </p:cNvPr>
            <p:cNvGrpSpPr>
              <a:grpSpLocks/>
            </p:cNvGrpSpPr>
            <p:nvPr/>
          </p:nvGrpSpPr>
          <p:grpSpPr bwMode="auto">
            <a:xfrm>
              <a:off x="4436" y="2595"/>
              <a:ext cx="638" cy="231"/>
              <a:chOff x="2313" y="3691"/>
              <a:chExt cx="567" cy="205"/>
            </a:xfrm>
          </p:grpSpPr>
          <p:sp>
            <p:nvSpPr>
              <p:cNvPr id="35" name="Text Box 25">
                <a:extLst>
                  <a:ext uri="{FF2B5EF4-FFF2-40B4-BE49-F238E27FC236}">
                    <a16:creationId xmlns:a16="http://schemas.microsoft.com/office/drawing/2014/main" id="{4C2136D5-35AD-6BF0-766A-9642FE654B7C}"/>
                  </a:ext>
                </a:extLst>
              </p:cNvPr>
              <p:cNvSpPr txBox="1">
                <a:spLocks noChangeArrowheads="1"/>
              </p:cNvSpPr>
              <p:nvPr/>
            </p:nvSpPr>
            <p:spPr bwMode="auto">
              <a:xfrm>
                <a:off x="2313" y="3691"/>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6" name="Text Box 26">
                <a:extLst>
                  <a:ext uri="{FF2B5EF4-FFF2-40B4-BE49-F238E27FC236}">
                    <a16:creationId xmlns:a16="http://schemas.microsoft.com/office/drawing/2014/main" id="{A546599E-CD3C-B13B-0347-6CB82CDAB153}"/>
                  </a:ext>
                </a:extLst>
              </p:cNvPr>
              <p:cNvSpPr txBox="1">
                <a:spLocks noChangeArrowheads="1"/>
              </p:cNvSpPr>
              <p:nvPr/>
            </p:nvSpPr>
            <p:spPr bwMode="auto">
              <a:xfrm>
                <a:off x="2398" y="3691"/>
                <a:ext cx="482" cy="205"/>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19" name="Group 27">
              <a:extLst>
                <a:ext uri="{FF2B5EF4-FFF2-40B4-BE49-F238E27FC236}">
                  <a16:creationId xmlns:a16="http://schemas.microsoft.com/office/drawing/2014/main" id="{A51C66A7-2EB1-426A-FDC6-C6AEAF56609D}"/>
                </a:ext>
              </a:extLst>
            </p:cNvPr>
            <p:cNvGrpSpPr>
              <a:grpSpLocks/>
            </p:cNvGrpSpPr>
            <p:nvPr/>
          </p:nvGrpSpPr>
          <p:grpSpPr bwMode="auto">
            <a:xfrm>
              <a:off x="4963" y="2500"/>
              <a:ext cx="637" cy="248"/>
              <a:chOff x="4906" y="2557"/>
              <a:chExt cx="567" cy="221"/>
            </a:xfrm>
          </p:grpSpPr>
          <p:sp>
            <p:nvSpPr>
              <p:cNvPr id="33" name="Text Box 28">
                <a:extLst>
                  <a:ext uri="{FF2B5EF4-FFF2-40B4-BE49-F238E27FC236}">
                    <a16:creationId xmlns:a16="http://schemas.microsoft.com/office/drawing/2014/main" id="{95E94150-72D1-985B-53CA-238D2A08A8E3}"/>
                  </a:ext>
                </a:extLst>
              </p:cNvPr>
              <p:cNvSpPr txBox="1">
                <a:spLocks noChangeArrowheads="1"/>
              </p:cNvSpPr>
              <p:nvPr/>
            </p:nvSpPr>
            <p:spPr bwMode="auto">
              <a:xfrm>
                <a:off x="4906" y="2589"/>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4" name="Text Box 29">
                <a:extLst>
                  <a:ext uri="{FF2B5EF4-FFF2-40B4-BE49-F238E27FC236}">
                    <a16:creationId xmlns:a16="http://schemas.microsoft.com/office/drawing/2014/main" id="{51F06832-7AB7-1EF7-160A-79A7624DA293}"/>
                  </a:ext>
                </a:extLst>
              </p:cNvPr>
              <p:cNvSpPr txBox="1">
                <a:spLocks noChangeArrowheads="1"/>
              </p:cNvSpPr>
              <p:nvPr/>
            </p:nvSpPr>
            <p:spPr bwMode="auto">
              <a:xfrm>
                <a:off x="4991" y="2557"/>
                <a:ext cx="482" cy="206"/>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20" name="Group 30">
              <a:extLst>
                <a:ext uri="{FF2B5EF4-FFF2-40B4-BE49-F238E27FC236}">
                  <a16:creationId xmlns:a16="http://schemas.microsoft.com/office/drawing/2014/main" id="{F3443E7A-BE2B-B517-F769-9CEA0CDB5998}"/>
                </a:ext>
              </a:extLst>
            </p:cNvPr>
            <p:cNvGrpSpPr>
              <a:grpSpLocks/>
            </p:cNvGrpSpPr>
            <p:nvPr/>
          </p:nvGrpSpPr>
          <p:grpSpPr bwMode="auto">
            <a:xfrm>
              <a:off x="4150" y="2517"/>
              <a:ext cx="637" cy="231"/>
              <a:chOff x="4170" y="2515"/>
              <a:chExt cx="567" cy="206"/>
            </a:xfrm>
          </p:grpSpPr>
          <p:sp>
            <p:nvSpPr>
              <p:cNvPr id="31" name="Text Box 31">
                <a:extLst>
                  <a:ext uri="{FF2B5EF4-FFF2-40B4-BE49-F238E27FC236}">
                    <a16:creationId xmlns:a16="http://schemas.microsoft.com/office/drawing/2014/main" id="{19C6A6E4-7C51-9D5B-5640-2ED40F56DCC3}"/>
                  </a:ext>
                </a:extLst>
              </p:cNvPr>
              <p:cNvSpPr txBox="1">
                <a:spLocks noChangeArrowheads="1"/>
              </p:cNvSpPr>
              <p:nvPr/>
            </p:nvSpPr>
            <p:spPr bwMode="auto">
              <a:xfrm>
                <a:off x="4170" y="2515"/>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2" name="Text Box 32">
                <a:extLst>
                  <a:ext uri="{FF2B5EF4-FFF2-40B4-BE49-F238E27FC236}">
                    <a16:creationId xmlns:a16="http://schemas.microsoft.com/office/drawing/2014/main" id="{AAD4B6B3-B9C6-6E01-150F-9839321D0387}"/>
                  </a:ext>
                </a:extLst>
              </p:cNvPr>
              <p:cNvSpPr txBox="1">
                <a:spLocks noChangeArrowheads="1"/>
              </p:cNvSpPr>
              <p:nvPr/>
            </p:nvSpPr>
            <p:spPr bwMode="auto">
              <a:xfrm>
                <a:off x="4255" y="2515"/>
                <a:ext cx="482" cy="206"/>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800" b="1" i="1" u="none" strike="noStrike" kern="0" cap="none" spc="0" normalizeH="0" baseline="0" noProof="0">
                    <a:ln>
                      <a:noFill/>
                    </a:ln>
                    <a:solidFill>
                      <a:srgbClr val="000000"/>
                    </a:solidFill>
                    <a:effectLst/>
                    <a:uLnTx/>
                    <a:uFillTx/>
                    <a:latin typeface="Times New Roman" pitchFamily="18" charset="0"/>
                    <a:ea typeface="宋体" charset="-122"/>
                  </a:rPr>
                  <a:t>〞</a:t>
                </a:r>
              </a:p>
            </p:txBody>
          </p:sp>
        </p:grpSp>
        <p:grpSp>
          <p:nvGrpSpPr>
            <p:cNvPr id="21" name="Group 33">
              <a:extLst>
                <a:ext uri="{FF2B5EF4-FFF2-40B4-BE49-F238E27FC236}">
                  <a16:creationId xmlns:a16="http://schemas.microsoft.com/office/drawing/2014/main" id="{5013CA16-47A0-87ED-9840-84735214980D}"/>
                </a:ext>
              </a:extLst>
            </p:cNvPr>
            <p:cNvGrpSpPr>
              <a:grpSpLocks/>
            </p:cNvGrpSpPr>
            <p:nvPr/>
          </p:nvGrpSpPr>
          <p:grpSpPr bwMode="auto">
            <a:xfrm>
              <a:off x="3210" y="3073"/>
              <a:ext cx="637" cy="213"/>
              <a:chOff x="3078" y="3514"/>
              <a:chExt cx="567" cy="189"/>
            </a:xfrm>
          </p:grpSpPr>
          <p:sp>
            <p:nvSpPr>
              <p:cNvPr id="29" name="Text Box 34">
                <a:extLst>
                  <a:ext uri="{FF2B5EF4-FFF2-40B4-BE49-F238E27FC236}">
                    <a16:creationId xmlns:a16="http://schemas.microsoft.com/office/drawing/2014/main" id="{5927258F-B991-53DC-331E-D4916192C5FB}"/>
                  </a:ext>
                </a:extLst>
              </p:cNvPr>
              <p:cNvSpPr txBox="1">
                <a:spLocks noChangeArrowheads="1"/>
              </p:cNvSpPr>
              <p:nvPr/>
            </p:nvSpPr>
            <p:spPr bwMode="auto">
              <a:xfrm>
                <a:off x="3078" y="3514"/>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c  c</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0" name="Text Box 35">
                <a:extLst>
                  <a:ext uri="{FF2B5EF4-FFF2-40B4-BE49-F238E27FC236}">
                    <a16:creationId xmlns:a16="http://schemas.microsoft.com/office/drawing/2014/main" id="{A78ADCCD-80F8-2919-FEF7-4CDD691F169F}"/>
                  </a:ext>
                </a:extLst>
              </p:cNvPr>
              <p:cNvSpPr txBox="1">
                <a:spLocks noChangeArrowheads="1"/>
              </p:cNvSpPr>
              <p:nvPr/>
            </p:nvSpPr>
            <p:spPr bwMode="auto">
              <a:xfrm>
                <a:off x="3163" y="3514"/>
                <a:ext cx="482" cy="189"/>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r>
                  <a:rPr kumimoji="0" lang="en-US" altLang="zh-CN" sz="1600" b="1" i="0" u="none" strike="noStrike" kern="0" cap="none" spc="0" normalizeH="0" baseline="0" noProof="0">
                    <a:ln>
                      <a:noFill/>
                    </a:ln>
                    <a:solidFill>
                      <a:srgbClr val="000000"/>
                    </a:solidFill>
                    <a:effectLst/>
                    <a:uLnTx/>
                    <a:uFillTx/>
                    <a:latin typeface="Times New Roman" pitchFamily="18" charset="0"/>
                    <a:ea typeface="宋体" charset="-122"/>
                  </a:rPr>
                  <a:t>   </a:t>
                </a: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endParaRPr kumimoji="0" lang="en-US" altLang="zh-CN" sz="1600" b="0"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22" name="Group 36">
              <a:extLst>
                <a:ext uri="{FF2B5EF4-FFF2-40B4-BE49-F238E27FC236}">
                  <a16:creationId xmlns:a16="http://schemas.microsoft.com/office/drawing/2014/main" id="{B560CA1B-5DA8-BE10-B74A-5DEB4C2AD077}"/>
                </a:ext>
              </a:extLst>
            </p:cNvPr>
            <p:cNvGrpSpPr>
              <a:grpSpLocks/>
            </p:cNvGrpSpPr>
            <p:nvPr/>
          </p:nvGrpSpPr>
          <p:grpSpPr bwMode="auto">
            <a:xfrm>
              <a:off x="2859" y="3520"/>
              <a:ext cx="638" cy="212"/>
              <a:chOff x="3078" y="3514"/>
              <a:chExt cx="567" cy="188"/>
            </a:xfrm>
          </p:grpSpPr>
          <p:sp>
            <p:nvSpPr>
              <p:cNvPr id="27" name="Text Box 37">
                <a:extLst>
                  <a:ext uri="{FF2B5EF4-FFF2-40B4-BE49-F238E27FC236}">
                    <a16:creationId xmlns:a16="http://schemas.microsoft.com/office/drawing/2014/main" id="{5D81E66F-C445-2F18-0AEA-D48C496C4C48}"/>
                  </a:ext>
                </a:extLst>
              </p:cNvPr>
              <p:cNvSpPr txBox="1">
                <a:spLocks noChangeArrowheads="1"/>
              </p:cNvSpPr>
              <p:nvPr/>
            </p:nvSpPr>
            <p:spPr bwMode="auto">
              <a:xfrm>
                <a:off x="3078"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a  a</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8" name="Text Box 38">
                <a:extLst>
                  <a:ext uri="{FF2B5EF4-FFF2-40B4-BE49-F238E27FC236}">
                    <a16:creationId xmlns:a16="http://schemas.microsoft.com/office/drawing/2014/main" id="{61F2206D-EA9F-E2A1-E8D0-95FFD8095B8F}"/>
                  </a:ext>
                </a:extLst>
              </p:cNvPr>
              <p:cNvSpPr txBox="1">
                <a:spLocks noChangeArrowheads="1"/>
              </p:cNvSpPr>
              <p:nvPr/>
            </p:nvSpPr>
            <p:spPr bwMode="auto">
              <a:xfrm>
                <a:off x="3163"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r>
                  <a:rPr kumimoji="0" lang="en-US" altLang="zh-CN" sz="1600" b="1" i="0" u="none" strike="noStrike" kern="0" cap="none" spc="0" normalizeH="0" baseline="0" noProof="0">
                    <a:ln>
                      <a:noFill/>
                    </a:ln>
                    <a:solidFill>
                      <a:srgbClr val="000000"/>
                    </a:solidFill>
                    <a:effectLst/>
                    <a:uLnTx/>
                    <a:uFillTx/>
                    <a:latin typeface="Times New Roman" pitchFamily="18" charset="0"/>
                    <a:ea typeface="宋体" charset="-122"/>
                  </a:rPr>
                  <a:t>   </a:t>
                </a: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endParaRPr kumimoji="0" lang="en-US" altLang="zh-CN" sz="1600" b="0" i="1"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23" name="Group 39">
              <a:extLst>
                <a:ext uri="{FF2B5EF4-FFF2-40B4-BE49-F238E27FC236}">
                  <a16:creationId xmlns:a16="http://schemas.microsoft.com/office/drawing/2014/main" id="{F8343692-9280-656B-5070-2510217DE8EA}"/>
                </a:ext>
              </a:extLst>
            </p:cNvPr>
            <p:cNvGrpSpPr>
              <a:grpSpLocks/>
            </p:cNvGrpSpPr>
            <p:nvPr/>
          </p:nvGrpSpPr>
          <p:grpSpPr bwMode="auto">
            <a:xfrm>
              <a:off x="3624" y="3791"/>
              <a:ext cx="637" cy="212"/>
              <a:chOff x="3078" y="3514"/>
              <a:chExt cx="567" cy="188"/>
            </a:xfrm>
          </p:grpSpPr>
          <p:sp>
            <p:nvSpPr>
              <p:cNvPr id="25" name="Text Box 40">
                <a:extLst>
                  <a:ext uri="{FF2B5EF4-FFF2-40B4-BE49-F238E27FC236}">
                    <a16:creationId xmlns:a16="http://schemas.microsoft.com/office/drawing/2014/main" id="{D4498B0E-9CB9-479D-7DEA-129CBCAA2938}"/>
                  </a:ext>
                </a:extLst>
              </p:cNvPr>
              <p:cNvSpPr txBox="1">
                <a:spLocks noChangeArrowheads="1"/>
              </p:cNvSpPr>
              <p:nvPr/>
            </p:nvSpPr>
            <p:spPr bwMode="auto">
              <a:xfrm>
                <a:off x="3078"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b  b</a:t>
                </a:r>
                <a:r>
                  <a:rPr kumimoji="0" lang="en-US" altLang="zh-CN" sz="1400" b="1" i="1" u="none" strike="noStrike" kern="0" cap="none" spc="0" normalizeH="0" baseline="-25000" noProof="0">
                    <a:ln>
                      <a:noFill/>
                    </a:ln>
                    <a:solidFill>
                      <a:srgbClr val="000000"/>
                    </a:solidFill>
                    <a:effectLst/>
                    <a:uLnTx/>
                    <a:uFillTx/>
                    <a:latin typeface="Times New Roman" pitchFamily="18" charset="0"/>
                    <a:ea typeface="宋体" charset="-122"/>
                  </a:rPr>
                  <a:t>1</a:t>
                </a:r>
                <a:endParaRPr kumimoji="0" lang="en-US" altLang="zh-CN" sz="1400" b="1" i="1"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6" name="Text Box 41">
                <a:extLst>
                  <a:ext uri="{FF2B5EF4-FFF2-40B4-BE49-F238E27FC236}">
                    <a16:creationId xmlns:a16="http://schemas.microsoft.com/office/drawing/2014/main" id="{B29CAECF-5F54-149C-DF31-DAF374A51DCF}"/>
                  </a:ext>
                </a:extLst>
              </p:cNvPr>
              <p:cNvSpPr txBox="1">
                <a:spLocks noChangeArrowheads="1"/>
              </p:cNvSpPr>
              <p:nvPr/>
            </p:nvSpPr>
            <p:spPr bwMode="auto">
              <a:xfrm>
                <a:off x="3163" y="3514"/>
                <a:ext cx="482" cy="1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r>
                  <a:rPr kumimoji="0" lang="en-US" altLang="zh-CN" sz="1600" b="1" i="0" u="none" strike="noStrike" kern="0" cap="none" spc="0" normalizeH="0" baseline="0" noProof="0">
                    <a:ln>
                      <a:noFill/>
                    </a:ln>
                    <a:solidFill>
                      <a:srgbClr val="000000"/>
                    </a:solidFill>
                    <a:effectLst/>
                    <a:uLnTx/>
                    <a:uFillTx/>
                    <a:latin typeface="Times New Roman" pitchFamily="18" charset="0"/>
                    <a:ea typeface="宋体" charset="-122"/>
                  </a:rPr>
                  <a:t>   </a:t>
                </a:r>
                <a:r>
                  <a:rPr kumimoji="0" lang="en-US" altLang="zh-CN" sz="1600" b="0" i="0" u="none" strike="noStrike" kern="0" cap="none" spc="0" normalizeH="0" baseline="0" noProof="0">
                    <a:ln>
                      <a:noFill/>
                    </a:ln>
                    <a:solidFill>
                      <a:srgbClr val="000000"/>
                    </a:solidFill>
                    <a:effectLst/>
                    <a:uLnTx/>
                    <a:uFillTx/>
                    <a:latin typeface="Times New Roman" pitchFamily="18" charset="0"/>
                    <a:ea typeface="宋体" charset="-122"/>
                  </a:rPr>
                  <a:t>)</a:t>
                </a:r>
                <a:endParaRPr kumimoji="0" lang="en-US" altLang="zh-CN" sz="1600" b="0" i="1" u="none" strike="noStrike" kern="0" cap="none" spc="0" normalizeH="0" baseline="0" noProof="0">
                  <a:ln>
                    <a:noFill/>
                  </a:ln>
                  <a:solidFill>
                    <a:srgbClr val="000000"/>
                  </a:solidFill>
                  <a:effectLst/>
                  <a:uLnTx/>
                  <a:uFillTx/>
                  <a:latin typeface="Times New Roman" pitchFamily="18" charset="0"/>
                  <a:ea typeface="宋体" charset="-122"/>
                </a:endParaRPr>
              </a:p>
            </p:txBody>
          </p:sp>
        </p:grpSp>
        <p:sp>
          <p:nvSpPr>
            <p:cNvPr id="24" name="Rectangle 42">
              <a:extLst>
                <a:ext uri="{FF2B5EF4-FFF2-40B4-BE49-F238E27FC236}">
                  <a16:creationId xmlns:a16="http://schemas.microsoft.com/office/drawing/2014/main" id="{D3FC78C4-EB68-2930-5132-CE1254F7180B}"/>
                </a:ext>
              </a:extLst>
            </p:cNvPr>
            <p:cNvSpPr>
              <a:spLocks noChangeArrowheads="1"/>
            </p:cNvSpPr>
            <p:nvPr/>
          </p:nvSpPr>
          <p:spPr bwMode="auto">
            <a:xfrm>
              <a:off x="2795" y="1677"/>
              <a:ext cx="2502" cy="2326"/>
            </a:xfrm>
            <a:prstGeom prst="rect">
              <a:avLst/>
            </a:prstGeom>
            <a:noFill/>
            <a:ln w="19050">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44" name="Text Box 43">
            <a:extLst>
              <a:ext uri="{FF2B5EF4-FFF2-40B4-BE49-F238E27FC236}">
                <a16:creationId xmlns:a16="http://schemas.microsoft.com/office/drawing/2014/main" id="{7C7BE5E1-F289-4E8F-A64D-E7AE8B3EA7FA}"/>
              </a:ext>
            </a:extLst>
          </p:cNvPr>
          <p:cNvSpPr txBox="1">
            <a:spLocks noChangeArrowheads="1"/>
          </p:cNvSpPr>
          <p:nvPr/>
        </p:nvSpPr>
        <p:spPr bwMode="auto">
          <a:xfrm>
            <a:off x="2159000" y="271463"/>
            <a:ext cx="7800975" cy="968375"/>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zh-CN" altLang="en-US" sz="2400" b="1" dirty="0">
                <a:solidFill>
                  <a:srgbClr val="0066FF"/>
                </a:solidFill>
                <a:latin typeface="Times New Roman" pitchFamily="18" charset="0"/>
                <a:ea typeface="宋体" charset="-122"/>
              </a:rPr>
              <a:t>例</a:t>
            </a:r>
            <a:r>
              <a:rPr lang="en-US" altLang="zh-CN" sz="2400" b="1" dirty="0">
                <a:solidFill>
                  <a:srgbClr val="000000"/>
                </a:solidFill>
                <a:latin typeface="Times New Roman" pitchFamily="18" charset="0"/>
                <a:ea typeface="宋体" charset="-122"/>
              </a:rPr>
              <a:t>  </a:t>
            </a:r>
            <a:r>
              <a:rPr lang="zh-CN" altLang="en-US" sz="2400" b="1" dirty="0">
                <a:solidFill>
                  <a:srgbClr val="000000"/>
                </a:solidFill>
                <a:latin typeface="Times New Roman" pitchFamily="18" charset="0"/>
                <a:ea typeface="宋体" charset="-122"/>
              </a:rPr>
              <a:t>在三棱柱表面上有点</a:t>
            </a:r>
            <a:r>
              <a:rPr lang="en-US" altLang="zh-CN" sz="2400" b="1" i="1" dirty="0">
                <a:solidFill>
                  <a:srgbClr val="FF3300"/>
                </a:solidFill>
                <a:latin typeface="Times New Roman" pitchFamily="18" charset="0"/>
                <a:ea typeface="宋体" charset="-122"/>
              </a:rPr>
              <a:t>M</a:t>
            </a:r>
            <a:r>
              <a:rPr lang="zh-CN" altLang="en-US" sz="2400" b="1" dirty="0">
                <a:solidFill>
                  <a:srgbClr val="000000"/>
                </a:solidFill>
                <a:latin typeface="Times New Roman" pitchFamily="18" charset="0"/>
                <a:ea typeface="宋体" charset="-122"/>
              </a:rPr>
              <a:t>，已知点</a:t>
            </a:r>
            <a:r>
              <a:rPr lang="en-US" altLang="zh-CN" sz="2400" b="1" i="1" dirty="0">
                <a:solidFill>
                  <a:srgbClr val="FF3300"/>
                </a:solidFill>
                <a:latin typeface="Times New Roman" pitchFamily="18" charset="0"/>
                <a:ea typeface="宋体" charset="-122"/>
              </a:rPr>
              <a:t>M </a:t>
            </a:r>
            <a:r>
              <a:rPr lang="zh-CN" altLang="en-US" sz="2400" b="1" dirty="0">
                <a:solidFill>
                  <a:srgbClr val="000000"/>
                </a:solidFill>
                <a:latin typeface="Times New Roman" pitchFamily="18" charset="0"/>
                <a:ea typeface="宋体" charset="-122"/>
              </a:rPr>
              <a:t>的</a:t>
            </a:r>
            <a:r>
              <a:rPr lang="en-US" altLang="zh-CN" sz="2400" b="1" i="1" dirty="0">
                <a:solidFill>
                  <a:srgbClr val="CC6600"/>
                </a:solidFill>
                <a:latin typeface="Times New Roman" pitchFamily="18" charset="0"/>
                <a:ea typeface="宋体" charset="-122"/>
              </a:rPr>
              <a:t>H </a:t>
            </a:r>
            <a:r>
              <a:rPr lang="zh-CN" altLang="en-US" sz="2400" b="1" dirty="0">
                <a:solidFill>
                  <a:srgbClr val="000000"/>
                </a:solidFill>
                <a:latin typeface="Times New Roman" pitchFamily="18" charset="0"/>
                <a:ea typeface="宋体" charset="-122"/>
              </a:rPr>
              <a:t>投影</a:t>
            </a:r>
            <a:r>
              <a:rPr lang="en-US" altLang="zh-CN" sz="2400" b="1" i="1" dirty="0">
                <a:solidFill>
                  <a:srgbClr val="FF3300"/>
                </a:solidFill>
                <a:latin typeface="Times New Roman" pitchFamily="18" charset="0"/>
                <a:ea typeface="宋体" charset="-122"/>
              </a:rPr>
              <a:t>m</a:t>
            </a:r>
            <a:r>
              <a:rPr lang="zh-CN" altLang="en-US" sz="2400" b="1" dirty="0">
                <a:solidFill>
                  <a:srgbClr val="000000"/>
                </a:solidFill>
                <a:latin typeface="Times New Roman" pitchFamily="18" charset="0"/>
                <a:ea typeface="宋体" charset="-122"/>
              </a:rPr>
              <a:t>，求作它的另外两投影</a:t>
            </a:r>
            <a:r>
              <a:rPr lang="en-US" altLang="zh-CN" sz="2400" b="1" i="1" dirty="0">
                <a:solidFill>
                  <a:srgbClr val="0066FF"/>
                </a:solidFill>
                <a:latin typeface="Times New Roman" pitchFamily="18" charset="0"/>
                <a:ea typeface="宋体" charset="-122"/>
              </a:rPr>
              <a:t>m′</a:t>
            </a:r>
            <a:r>
              <a:rPr lang="zh-CN" altLang="en-US" sz="2400" b="1" dirty="0">
                <a:solidFill>
                  <a:srgbClr val="0066FF"/>
                </a:solidFill>
                <a:latin typeface="Times New Roman" pitchFamily="18" charset="0"/>
                <a:ea typeface="宋体" charset="-122"/>
              </a:rPr>
              <a:t>、</a:t>
            </a:r>
            <a:r>
              <a:rPr lang="en-US" altLang="zh-CN" sz="2400" b="1" i="1" dirty="0">
                <a:solidFill>
                  <a:srgbClr val="0066FF"/>
                </a:solidFill>
                <a:latin typeface="Times New Roman" pitchFamily="18" charset="0"/>
                <a:ea typeface="宋体" charset="-122"/>
              </a:rPr>
              <a:t>m</a:t>
            </a:r>
            <a:r>
              <a:rPr lang="en-US" altLang="en-US" sz="2400" b="1" dirty="0">
                <a:solidFill>
                  <a:srgbClr val="0066FF"/>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a:t>
            </a:r>
          </a:p>
        </p:txBody>
      </p:sp>
      <p:sp>
        <p:nvSpPr>
          <p:cNvPr id="45" name="Text Box 44">
            <a:extLst>
              <a:ext uri="{FF2B5EF4-FFF2-40B4-BE49-F238E27FC236}">
                <a16:creationId xmlns:a16="http://schemas.microsoft.com/office/drawing/2014/main" id="{BBC4A8D0-9E06-D2C0-BCC5-1FFCED468486}"/>
              </a:ext>
            </a:extLst>
          </p:cNvPr>
          <p:cNvSpPr txBox="1">
            <a:spLocks noChangeArrowheads="1"/>
          </p:cNvSpPr>
          <p:nvPr/>
        </p:nvSpPr>
        <p:spPr bwMode="auto">
          <a:xfrm>
            <a:off x="1962150" y="1262063"/>
            <a:ext cx="8340725" cy="457200"/>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zh-CN" altLang="en-US" sz="2000" b="1">
                <a:solidFill>
                  <a:srgbClr val="0066FF"/>
                </a:solidFill>
                <a:latin typeface="Times New Roman" pitchFamily="18" charset="0"/>
                <a:ea typeface="宋体" charset="-122"/>
              </a:rPr>
              <a:t>分析：</a:t>
            </a:r>
            <a:r>
              <a:rPr lang="en-US" altLang="zh-CN" sz="2000" b="1">
                <a:solidFill>
                  <a:srgbClr val="0066FF"/>
                </a:solidFill>
                <a:latin typeface="Times New Roman" pitchFamily="18" charset="0"/>
                <a:ea typeface="宋体" charset="-122"/>
              </a:rPr>
              <a:t>1</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由于点</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是可见的，所以点</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位于顶面</a:t>
            </a:r>
            <a:r>
              <a:rPr lang="en-US" altLang="zh-CN" sz="2000" b="1" i="1">
                <a:solidFill>
                  <a:srgbClr val="000000"/>
                </a:solidFill>
                <a:latin typeface="Times New Roman" pitchFamily="18" charset="0"/>
                <a:ea typeface="宋体" charset="-122"/>
              </a:rPr>
              <a:t>ABC</a:t>
            </a:r>
            <a:r>
              <a:rPr lang="zh-CN" altLang="en-US" sz="2000" b="1">
                <a:solidFill>
                  <a:srgbClr val="000000"/>
                </a:solidFill>
                <a:latin typeface="Times New Roman" pitchFamily="18" charset="0"/>
                <a:ea typeface="宋体" charset="-122"/>
              </a:rPr>
              <a:t>内；</a:t>
            </a:r>
          </a:p>
        </p:txBody>
      </p:sp>
      <p:grpSp>
        <p:nvGrpSpPr>
          <p:cNvPr id="46" name="Group 45">
            <a:extLst>
              <a:ext uri="{FF2B5EF4-FFF2-40B4-BE49-F238E27FC236}">
                <a16:creationId xmlns:a16="http://schemas.microsoft.com/office/drawing/2014/main" id="{5FA81ACB-4B6E-B6A1-4E39-DA4FEA3B34C0}"/>
              </a:ext>
            </a:extLst>
          </p:cNvPr>
          <p:cNvGrpSpPr>
            <a:grpSpLocks/>
          </p:cNvGrpSpPr>
          <p:nvPr/>
        </p:nvGrpSpPr>
        <p:grpSpPr bwMode="auto">
          <a:xfrm>
            <a:off x="2711450" y="2794000"/>
            <a:ext cx="2927350" cy="3716338"/>
            <a:chOff x="565" y="1605"/>
            <a:chExt cx="1844" cy="2341"/>
          </a:xfrm>
        </p:grpSpPr>
        <p:sp>
          <p:nvSpPr>
            <p:cNvPr id="47" name="Freeform 46">
              <a:extLst>
                <a:ext uri="{FF2B5EF4-FFF2-40B4-BE49-F238E27FC236}">
                  <a16:creationId xmlns:a16="http://schemas.microsoft.com/office/drawing/2014/main" id="{976348FE-AE62-0B26-6230-E9AEE9584FA1}"/>
                </a:ext>
              </a:extLst>
            </p:cNvPr>
            <p:cNvSpPr>
              <a:spLocks/>
            </p:cNvSpPr>
            <p:nvPr/>
          </p:nvSpPr>
          <p:spPr bwMode="auto">
            <a:xfrm>
              <a:off x="1165" y="3238"/>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8" name="Freeform 47">
              <a:extLst>
                <a:ext uri="{FF2B5EF4-FFF2-40B4-BE49-F238E27FC236}">
                  <a16:creationId xmlns:a16="http://schemas.microsoft.com/office/drawing/2014/main" id="{6F71A056-36D8-7EDB-A377-2B4FCA0345E8}"/>
                </a:ext>
              </a:extLst>
            </p:cNvPr>
            <p:cNvSpPr>
              <a:spLocks/>
            </p:cNvSpPr>
            <p:nvPr/>
          </p:nvSpPr>
          <p:spPr bwMode="auto">
            <a:xfrm>
              <a:off x="751" y="1941"/>
              <a:ext cx="492" cy="948"/>
            </a:xfrm>
            <a:custGeom>
              <a:avLst/>
              <a:gdLst>
                <a:gd name="T0" fmla="*/ 0 w 492"/>
                <a:gd name="T1" fmla="*/ 279 h 948"/>
                <a:gd name="T2" fmla="*/ 492 w 492"/>
                <a:gd name="T3" fmla="*/ 0 h 948"/>
                <a:gd name="T4" fmla="*/ 492 w 492"/>
                <a:gd name="T5" fmla="*/ 672 h 948"/>
                <a:gd name="T6" fmla="*/ 0 w 492"/>
                <a:gd name="T7" fmla="*/ 948 h 948"/>
                <a:gd name="T8" fmla="*/ 0 w 492"/>
                <a:gd name="T9" fmla="*/ 279 h 948"/>
                <a:gd name="T10" fmla="*/ 0 60000 65536"/>
                <a:gd name="T11" fmla="*/ 0 60000 65536"/>
                <a:gd name="T12" fmla="*/ 0 60000 65536"/>
                <a:gd name="T13" fmla="*/ 0 60000 65536"/>
                <a:gd name="T14" fmla="*/ 0 60000 65536"/>
                <a:gd name="T15" fmla="*/ 0 w 492"/>
                <a:gd name="T16" fmla="*/ 0 h 948"/>
                <a:gd name="T17" fmla="*/ 492 w 492"/>
                <a:gd name="T18" fmla="*/ 948 h 948"/>
              </a:gdLst>
              <a:ahLst/>
              <a:cxnLst>
                <a:cxn ang="T10">
                  <a:pos x="T0" y="T1"/>
                </a:cxn>
                <a:cxn ang="T11">
                  <a:pos x="T2" y="T3"/>
                </a:cxn>
                <a:cxn ang="T12">
                  <a:pos x="T4" y="T5"/>
                </a:cxn>
                <a:cxn ang="T13">
                  <a:pos x="T6" y="T7"/>
                </a:cxn>
                <a:cxn ang="T14">
                  <a:pos x="T8" y="T9"/>
                </a:cxn>
              </a:cxnLst>
              <a:rect l="T15" t="T16" r="T17" b="T18"/>
              <a:pathLst>
                <a:path w="492" h="948">
                  <a:moveTo>
                    <a:pt x="0" y="279"/>
                  </a:moveTo>
                  <a:lnTo>
                    <a:pt x="492" y="0"/>
                  </a:lnTo>
                  <a:lnTo>
                    <a:pt x="492" y="672"/>
                  </a:lnTo>
                  <a:lnTo>
                    <a:pt x="0" y="948"/>
                  </a:lnTo>
                  <a:lnTo>
                    <a:pt x="0" y="279"/>
                  </a:lnTo>
                  <a:close/>
                </a:path>
              </a:pathLst>
            </a:custGeom>
            <a:solidFill>
              <a:srgbClr val="00FFFF"/>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9" name="Freeform 48">
              <a:extLst>
                <a:ext uri="{FF2B5EF4-FFF2-40B4-BE49-F238E27FC236}">
                  <a16:creationId xmlns:a16="http://schemas.microsoft.com/office/drawing/2014/main" id="{5A9842E0-9741-2778-E1F7-3F818BFE3EA3}"/>
                </a:ext>
              </a:extLst>
            </p:cNvPr>
            <p:cNvSpPr>
              <a:spLocks/>
            </p:cNvSpPr>
            <p:nvPr/>
          </p:nvSpPr>
          <p:spPr bwMode="auto">
            <a:xfrm>
              <a:off x="1625" y="1905"/>
              <a:ext cx="461" cy="930"/>
            </a:xfrm>
            <a:custGeom>
              <a:avLst/>
              <a:gdLst>
                <a:gd name="T0" fmla="*/ 458 w 461"/>
                <a:gd name="T1" fmla="*/ 270 h 930"/>
                <a:gd name="T2" fmla="*/ 0 w 461"/>
                <a:gd name="T3" fmla="*/ 0 h 930"/>
                <a:gd name="T4" fmla="*/ 0 w 461"/>
                <a:gd name="T5" fmla="*/ 672 h 930"/>
                <a:gd name="T6" fmla="*/ 461 w 461"/>
                <a:gd name="T7" fmla="*/ 930 h 930"/>
                <a:gd name="T8" fmla="*/ 458 w 461"/>
                <a:gd name="T9" fmla="*/ 270 h 930"/>
                <a:gd name="T10" fmla="*/ 0 60000 65536"/>
                <a:gd name="T11" fmla="*/ 0 60000 65536"/>
                <a:gd name="T12" fmla="*/ 0 60000 65536"/>
                <a:gd name="T13" fmla="*/ 0 60000 65536"/>
                <a:gd name="T14" fmla="*/ 0 60000 65536"/>
                <a:gd name="T15" fmla="*/ 0 w 461"/>
                <a:gd name="T16" fmla="*/ 0 h 930"/>
                <a:gd name="T17" fmla="*/ 461 w 461"/>
                <a:gd name="T18" fmla="*/ 930 h 930"/>
              </a:gdLst>
              <a:ahLst/>
              <a:cxnLst>
                <a:cxn ang="T10">
                  <a:pos x="T0" y="T1"/>
                </a:cxn>
                <a:cxn ang="T11">
                  <a:pos x="T2" y="T3"/>
                </a:cxn>
                <a:cxn ang="T12">
                  <a:pos x="T4" y="T5"/>
                </a:cxn>
                <a:cxn ang="T13">
                  <a:pos x="T6" y="T7"/>
                </a:cxn>
                <a:cxn ang="T14">
                  <a:pos x="T8" y="T9"/>
                </a:cxn>
              </a:cxnLst>
              <a:rect l="T15" t="T16" r="T17" b="T18"/>
              <a:pathLst>
                <a:path w="461" h="930">
                  <a:moveTo>
                    <a:pt x="458" y="270"/>
                  </a:moveTo>
                  <a:lnTo>
                    <a:pt x="0" y="0"/>
                  </a:lnTo>
                  <a:lnTo>
                    <a:pt x="0" y="672"/>
                  </a:lnTo>
                  <a:lnTo>
                    <a:pt x="461" y="930"/>
                  </a:lnTo>
                  <a:lnTo>
                    <a:pt x="458" y="270"/>
                  </a:lnTo>
                  <a:close/>
                </a:path>
              </a:pathLst>
            </a:custGeom>
            <a:solidFill>
              <a:srgbClr val="FF99CC"/>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50" name="Group 49">
              <a:extLst>
                <a:ext uri="{FF2B5EF4-FFF2-40B4-BE49-F238E27FC236}">
                  <a16:creationId xmlns:a16="http://schemas.microsoft.com/office/drawing/2014/main" id="{3D36722E-106E-6350-DFAF-F2D25F10E03F}"/>
                </a:ext>
              </a:extLst>
            </p:cNvPr>
            <p:cNvGrpSpPr>
              <a:grpSpLocks/>
            </p:cNvGrpSpPr>
            <p:nvPr/>
          </p:nvGrpSpPr>
          <p:grpSpPr bwMode="auto">
            <a:xfrm>
              <a:off x="608" y="2945"/>
              <a:ext cx="1716" cy="1001"/>
              <a:chOff x="796" y="2888"/>
              <a:chExt cx="1716" cy="1001"/>
            </a:xfrm>
          </p:grpSpPr>
          <p:sp>
            <p:nvSpPr>
              <p:cNvPr id="63" name="Freeform 50">
                <a:extLst>
                  <a:ext uri="{FF2B5EF4-FFF2-40B4-BE49-F238E27FC236}">
                    <a16:creationId xmlns:a16="http://schemas.microsoft.com/office/drawing/2014/main" id="{910958F5-7111-31DB-7D81-4123C2383A75}"/>
                  </a:ext>
                </a:extLst>
              </p:cNvPr>
              <p:cNvSpPr>
                <a:spLocks/>
              </p:cNvSpPr>
              <p:nvPr/>
            </p:nvSpPr>
            <p:spPr bwMode="auto">
              <a:xfrm>
                <a:off x="796" y="2888"/>
                <a:ext cx="1716" cy="996"/>
              </a:xfrm>
              <a:custGeom>
                <a:avLst/>
                <a:gdLst>
                  <a:gd name="T0" fmla="*/ 852 w 1716"/>
                  <a:gd name="T1" fmla="*/ 996 h 996"/>
                  <a:gd name="T2" fmla="*/ 1716 w 1716"/>
                  <a:gd name="T3" fmla="*/ 500 h 996"/>
                  <a:gd name="T4" fmla="*/ 856 w 1716"/>
                  <a:gd name="T5" fmla="*/ 0 h 996"/>
                  <a:gd name="T6" fmla="*/ 0 w 1716"/>
                  <a:gd name="T7" fmla="*/ 500 h 996"/>
                  <a:gd name="T8" fmla="*/ 852 w 1716"/>
                  <a:gd name="T9" fmla="*/ 996 h 996"/>
                  <a:gd name="T10" fmla="*/ 0 60000 65536"/>
                  <a:gd name="T11" fmla="*/ 0 60000 65536"/>
                  <a:gd name="T12" fmla="*/ 0 60000 65536"/>
                  <a:gd name="T13" fmla="*/ 0 60000 65536"/>
                  <a:gd name="T14" fmla="*/ 0 60000 65536"/>
                  <a:gd name="T15" fmla="*/ 0 w 1716"/>
                  <a:gd name="T16" fmla="*/ 0 h 996"/>
                  <a:gd name="T17" fmla="*/ 1716 w 1716"/>
                  <a:gd name="T18" fmla="*/ 996 h 996"/>
                </a:gdLst>
                <a:ahLst/>
                <a:cxnLst>
                  <a:cxn ang="T10">
                    <a:pos x="T0" y="T1"/>
                  </a:cxn>
                  <a:cxn ang="T11">
                    <a:pos x="T2" y="T3"/>
                  </a:cxn>
                  <a:cxn ang="T12">
                    <a:pos x="T4" y="T5"/>
                  </a:cxn>
                  <a:cxn ang="T13">
                    <a:pos x="T6" y="T7"/>
                  </a:cxn>
                  <a:cxn ang="T14">
                    <a:pos x="T8" y="T9"/>
                  </a:cxn>
                </a:cxnLst>
                <a:rect l="T15" t="T16" r="T17" b="T18"/>
                <a:pathLst>
                  <a:path w="1716" h="996">
                    <a:moveTo>
                      <a:pt x="852" y="996"/>
                    </a:moveTo>
                    <a:lnTo>
                      <a:pt x="1716" y="500"/>
                    </a:lnTo>
                    <a:lnTo>
                      <a:pt x="856" y="0"/>
                    </a:lnTo>
                    <a:lnTo>
                      <a:pt x="0" y="500"/>
                    </a:lnTo>
                    <a:lnTo>
                      <a:pt x="852" y="996"/>
                    </a:lnTo>
                    <a:close/>
                  </a:path>
                </a:pathLst>
              </a:custGeom>
              <a:solidFill>
                <a:srgbClr val="FFFF66">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4" name="Text Box 51">
                <a:extLst>
                  <a:ext uri="{FF2B5EF4-FFF2-40B4-BE49-F238E27FC236}">
                    <a16:creationId xmlns:a16="http://schemas.microsoft.com/office/drawing/2014/main" id="{81EB87E7-C6C5-87A7-3C98-5BE660A97688}"/>
                  </a:ext>
                </a:extLst>
              </p:cNvPr>
              <p:cNvSpPr txBox="1">
                <a:spLocks noChangeArrowheads="1"/>
              </p:cNvSpPr>
              <p:nvPr/>
            </p:nvSpPr>
            <p:spPr bwMode="auto">
              <a:xfrm>
                <a:off x="1575" y="3677"/>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H</a:t>
                </a:r>
              </a:p>
            </p:txBody>
          </p:sp>
        </p:grpSp>
        <p:grpSp>
          <p:nvGrpSpPr>
            <p:cNvPr id="51" name="Group 52">
              <a:extLst>
                <a:ext uri="{FF2B5EF4-FFF2-40B4-BE49-F238E27FC236}">
                  <a16:creationId xmlns:a16="http://schemas.microsoft.com/office/drawing/2014/main" id="{027FFA1E-E0E3-B89B-08D9-0164079437D5}"/>
                </a:ext>
              </a:extLst>
            </p:cNvPr>
            <p:cNvGrpSpPr>
              <a:grpSpLocks/>
            </p:cNvGrpSpPr>
            <p:nvPr/>
          </p:nvGrpSpPr>
          <p:grpSpPr bwMode="auto">
            <a:xfrm>
              <a:off x="565" y="1609"/>
              <a:ext cx="895" cy="1832"/>
              <a:chOff x="753" y="1552"/>
              <a:chExt cx="895" cy="1832"/>
            </a:xfrm>
          </p:grpSpPr>
          <p:sp>
            <p:nvSpPr>
              <p:cNvPr id="61" name="Freeform 53">
                <a:extLst>
                  <a:ext uri="{FF2B5EF4-FFF2-40B4-BE49-F238E27FC236}">
                    <a16:creationId xmlns:a16="http://schemas.microsoft.com/office/drawing/2014/main" id="{C286BB6B-BA0A-9A33-A373-1F1E5204EDBE}"/>
                  </a:ext>
                </a:extLst>
              </p:cNvPr>
              <p:cNvSpPr>
                <a:spLocks/>
              </p:cNvSpPr>
              <p:nvPr/>
            </p:nvSpPr>
            <p:spPr bwMode="auto">
              <a:xfrm>
                <a:off x="788" y="1552"/>
                <a:ext cx="860" cy="1832"/>
              </a:xfrm>
              <a:custGeom>
                <a:avLst/>
                <a:gdLst>
                  <a:gd name="T0" fmla="*/ 0 w 860"/>
                  <a:gd name="T1" fmla="*/ 496 h 1832"/>
                  <a:gd name="T2" fmla="*/ 860 w 860"/>
                  <a:gd name="T3" fmla="*/ 0 h 1832"/>
                  <a:gd name="T4" fmla="*/ 860 w 860"/>
                  <a:gd name="T5" fmla="*/ 1336 h 1832"/>
                  <a:gd name="T6" fmla="*/ 0 w 860"/>
                  <a:gd name="T7" fmla="*/ 1832 h 1832"/>
                  <a:gd name="T8" fmla="*/ 0 w 860"/>
                  <a:gd name="T9" fmla="*/ 496 h 1832"/>
                  <a:gd name="T10" fmla="*/ 0 60000 65536"/>
                  <a:gd name="T11" fmla="*/ 0 60000 65536"/>
                  <a:gd name="T12" fmla="*/ 0 60000 65536"/>
                  <a:gd name="T13" fmla="*/ 0 60000 65536"/>
                  <a:gd name="T14" fmla="*/ 0 60000 65536"/>
                  <a:gd name="T15" fmla="*/ 0 w 860"/>
                  <a:gd name="T16" fmla="*/ 0 h 1832"/>
                  <a:gd name="T17" fmla="*/ 860 w 860"/>
                  <a:gd name="T18" fmla="*/ 1832 h 1832"/>
                </a:gdLst>
                <a:ahLst/>
                <a:cxnLst>
                  <a:cxn ang="T10">
                    <a:pos x="T0" y="T1"/>
                  </a:cxn>
                  <a:cxn ang="T11">
                    <a:pos x="T2" y="T3"/>
                  </a:cxn>
                  <a:cxn ang="T12">
                    <a:pos x="T4" y="T5"/>
                  </a:cxn>
                  <a:cxn ang="T13">
                    <a:pos x="T6" y="T7"/>
                  </a:cxn>
                  <a:cxn ang="T14">
                    <a:pos x="T8" y="T9"/>
                  </a:cxn>
                </a:cxnLst>
                <a:rect l="T15" t="T16" r="T17" b="T18"/>
                <a:pathLst>
                  <a:path w="860" h="1832">
                    <a:moveTo>
                      <a:pt x="0" y="496"/>
                    </a:moveTo>
                    <a:lnTo>
                      <a:pt x="860" y="0"/>
                    </a:lnTo>
                    <a:lnTo>
                      <a:pt x="860" y="1336"/>
                    </a:lnTo>
                    <a:lnTo>
                      <a:pt x="0" y="1832"/>
                    </a:lnTo>
                    <a:lnTo>
                      <a:pt x="0" y="496"/>
                    </a:lnTo>
                    <a:close/>
                  </a:path>
                </a:pathLst>
              </a:custGeom>
              <a:solidFill>
                <a:srgbClr val="99FF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2" name="Text Box 54">
                <a:extLst>
                  <a:ext uri="{FF2B5EF4-FFF2-40B4-BE49-F238E27FC236}">
                    <a16:creationId xmlns:a16="http://schemas.microsoft.com/office/drawing/2014/main" id="{2B085607-E96F-949D-1355-B79B6C33D30D}"/>
                  </a:ext>
                </a:extLst>
              </p:cNvPr>
              <p:cNvSpPr txBox="1">
                <a:spLocks noChangeArrowheads="1"/>
              </p:cNvSpPr>
              <p:nvPr/>
            </p:nvSpPr>
            <p:spPr bwMode="auto">
              <a:xfrm>
                <a:off x="75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V</a:t>
                </a:r>
              </a:p>
            </p:txBody>
          </p:sp>
        </p:grpSp>
        <p:grpSp>
          <p:nvGrpSpPr>
            <p:cNvPr id="52" name="Group 55">
              <a:extLst>
                <a:ext uri="{FF2B5EF4-FFF2-40B4-BE49-F238E27FC236}">
                  <a16:creationId xmlns:a16="http://schemas.microsoft.com/office/drawing/2014/main" id="{2FBBC529-E58B-3002-8ACF-AEDA067C2313}"/>
                </a:ext>
              </a:extLst>
            </p:cNvPr>
            <p:cNvGrpSpPr>
              <a:grpSpLocks/>
            </p:cNvGrpSpPr>
            <p:nvPr/>
          </p:nvGrpSpPr>
          <p:grpSpPr bwMode="auto">
            <a:xfrm>
              <a:off x="1456" y="1605"/>
              <a:ext cx="953" cy="1836"/>
              <a:chOff x="1644" y="1548"/>
              <a:chExt cx="953" cy="1836"/>
            </a:xfrm>
          </p:grpSpPr>
          <p:sp>
            <p:nvSpPr>
              <p:cNvPr id="59" name="Freeform 56">
                <a:extLst>
                  <a:ext uri="{FF2B5EF4-FFF2-40B4-BE49-F238E27FC236}">
                    <a16:creationId xmlns:a16="http://schemas.microsoft.com/office/drawing/2014/main" id="{E3D96266-9A24-ED99-A20B-868E73CF947E}"/>
                  </a:ext>
                </a:extLst>
              </p:cNvPr>
              <p:cNvSpPr>
                <a:spLocks/>
              </p:cNvSpPr>
              <p:nvPr/>
            </p:nvSpPr>
            <p:spPr bwMode="auto">
              <a:xfrm>
                <a:off x="1644" y="1548"/>
                <a:ext cx="872" cy="1836"/>
              </a:xfrm>
              <a:custGeom>
                <a:avLst/>
                <a:gdLst>
                  <a:gd name="T0" fmla="*/ 0 w 872"/>
                  <a:gd name="T1" fmla="*/ 0 h 1836"/>
                  <a:gd name="T2" fmla="*/ 868 w 872"/>
                  <a:gd name="T3" fmla="*/ 504 h 1836"/>
                  <a:gd name="T4" fmla="*/ 872 w 872"/>
                  <a:gd name="T5" fmla="*/ 1836 h 1836"/>
                  <a:gd name="T6" fmla="*/ 4 w 872"/>
                  <a:gd name="T7" fmla="*/ 1344 h 1836"/>
                  <a:gd name="T8" fmla="*/ 0 w 872"/>
                  <a:gd name="T9" fmla="*/ 0 h 1836"/>
                  <a:gd name="T10" fmla="*/ 0 60000 65536"/>
                  <a:gd name="T11" fmla="*/ 0 60000 65536"/>
                  <a:gd name="T12" fmla="*/ 0 60000 65536"/>
                  <a:gd name="T13" fmla="*/ 0 60000 65536"/>
                  <a:gd name="T14" fmla="*/ 0 60000 65536"/>
                  <a:gd name="T15" fmla="*/ 0 w 872"/>
                  <a:gd name="T16" fmla="*/ 0 h 1836"/>
                  <a:gd name="T17" fmla="*/ 872 w 872"/>
                  <a:gd name="T18" fmla="*/ 1836 h 1836"/>
                </a:gdLst>
                <a:ahLst/>
                <a:cxnLst>
                  <a:cxn ang="T10">
                    <a:pos x="T0" y="T1"/>
                  </a:cxn>
                  <a:cxn ang="T11">
                    <a:pos x="T2" y="T3"/>
                  </a:cxn>
                  <a:cxn ang="T12">
                    <a:pos x="T4" y="T5"/>
                  </a:cxn>
                  <a:cxn ang="T13">
                    <a:pos x="T6" y="T7"/>
                  </a:cxn>
                  <a:cxn ang="T14">
                    <a:pos x="T8" y="T9"/>
                  </a:cxn>
                </a:cxnLst>
                <a:rect l="T15" t="T16" r="T17" b="T18"/>
                <a:pathLst>
                  <a:path w="872" h="1836">
                    <a:moveTo>
                      <a:pt x="0" y="0"/>
                    </a:moveTo>
                    <a:lnTo>
                      <a:pt x="868" y="504"/>
                    </a:lnTo>
                    <a:lnTo>
                      <a:pt x="872" y="1836"/>
                    </a:lnTo>
                    <a:lnTo>
                      <a:pt x="4" y="1344"/>
                    </a:lnTo>
                    <a:lnTo>
                      <a:pt x="0" y="0"/>
                    </a:lnTo>
                    <a:close/>
                  </a:path>
                </a:pathLst>
              </a:custGeom>
              <a:solidFill>
                <a:srgbClr val="FF99CC">
                  <a:alpha val="34901"/>
                </a:srgbClr>
              </a:solidFill>
              <a:ln w="9525">
                <a:solidFill>
                  <a:srgbClr val="333399"/>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0" name="Text Box 57">
                <a:extLst>
                  <a:ext uri="{FF2B5EF4-FFF2-40B4-BE49-F238E27FC236}">
                    <a16:creationId xmlns:a16="http://schemas.microsoft.com/office/drawing/2014/main" id="{0F62EA53-F6A7-305E-EB5D-9BCA9B1F8C67}"/>
                  </a:ext>
                </a:extLst>
              </p:cNvPr>
              <p:cNvSpPr txBox="1">
                <a:spLocks noChangeArrowheads="1"/>
              </p:cNvSpPr>
              <p:nvPr/>
            </p:nvSpPr>
            <p:spPr bwMode="auto">
              <a:xfrm>
                <a:off x="2313" y="1990"/>
                <a:ext cx="284"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000000"/>
                    </a:solidFill>
                    <a:effectLst/>
                    <a:uLnTx/>
                    <a:uFillTx/>
                    <a:latin typeface="Times New Roman" pitchFamily="18" charset="0"/>
                    <a:ea typeface="宋体" charset="-122"/>
                  </a:rPr>
                  <a:t>W</a:t>
                </a:r>
              </a:p>
            </p:txBody>
          </p:sp>
        </p:grpSp>
        <p:grpSp>
          <p:nvGrpSpPr>
            <p:cNvPr id="53" name="Group 58">
              <a:extLst>
                <a:ext uri="{FF2B5EF4-FFF2-40B4-BE49-F238E27FC236}">
                  <a16:creationId xmlns:a16="http://schemas.microsoft.com/office/drawing/2014/main" id="{71F57937-5305-1607-502F-07D3B8581651}"/>
                </a:ext>
              </a:extLst>
            </p:cNvPr>
            <p:cNvGrpSpPr>
              <a:grpSpLocks/>
            </p:cNvGrpSpPr>
            <p:nvPr/>
          </p:nvGrpSpPr>
          <p:grpSpPr bwMode="auto">
            <a:xfrm>
              <a:off x="1156" y="2100"/>
              <a:ext cx="714" cy="1029"/>
              <a:chOff x="1344" y="2043"/>
              <a:chExt cx="714" cy="1029"/>
            </a:xfrm>
          </p:grpSpPr>
          <p:sp>
            <p:nvSpPr>
              <p:cNvPr id="54" name="Freeform 59">
                <a:extLst>
                  <a:ext uri="{FF2B5EF4-FFF2-40B4-BE49-F238E27FC236}">
                    <a16:creationId xmlns:a16="http://schemas.microsoft.com/office/drawing/2014/main" id="{D7C65E5C-D0BD-322B-693D-52A1629C9167}"/>
                  </a:ext>
                </a:extLst>
              </p:cNvPr>
              <p:cNvSpPr>
                <a:spLocks/>
              </p:cNvSpPr>
              <p:nvPr/>
            </p:nvSpPr>
            <p:spPr bwMode="auto">
              <a:xfrm>
                <a:off x="1349" y="2711"/>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5" name="Freeform 60">
                <a:extLst>
                  <a:ext uri="{FF2B5EF4-FFF2-40B4-BE49-F238E27FC236}">
                    <a16:creationId xmlns:a16="http://schemas.microsoft.com/office/drawing/2014/main" id="{0AC7F090-2492-E71B-CCBF-0033C772C11E}"/>
                  </a:ext>
                </a:extLst>
              </p:cNvPr>
              <p:cNvSpPr>
                <a:spLocks/>
              </p:cNvSpPr>
              <p:nvPr/>
            </p:nvSpPr>
            <p:spPr bwMode="auto">
              <a:xfrm>
                <a:off x="1349" y="2046"/>
                <a:ext cx="113" cy="1017"/>
              </a:xfrm>
              <a:custGeom>
                <a:avLst/>
                <a:gdLst>
                  <a:gd name="T0" fmla="*/ 0 w 113"/>
                  <a:gd name="T1" fmla="*/ 355 h 1017"/>
                  <a:gd name="T2" fmla="*/ 113 w 113"/>
                  <a:gd name="T3" fmla="*/ 0 h 1017"/>
                  <a:gd name="T4" fmla="*/ 112 w 113"/>
                  <a:gd name="T5" fmla="*/ 672 h 1017"/>
                  <a:gd name="T6" fmla="*/ 1 w 113"/>
                  <a:gd name="T7" fmla="*/ 1017 h 1017"/>
                  <a:gd name="T8" fmla="*/ 0 w 113"/>
                  <a:gd name="T9" fmla="*/ 355 h 1017"/>
                  <a:gd name="T10" fmla="*/ 0 60000 65536"/>
                  <a:gd name="T11" fmla="*/ 0 60000 65536"/>
                  <a:gd name="T12" fmla="*/ 0 60000 65536"/>
                  <a:gd name="T13" fmla="*/ 0 60000 65536"/>
                  <a:gd name="T14" fmla="*/ 0 60000 65536"/>
                  <a:gd name="T15" fmla="*/ 0 w 113"/>
                  <a:gd name="T16" fmla="*/ 0 h 1017"/>
                  <a:gd name="T17" fmla="*/ 113 w 113"/>
                  <a:gd name="T18" fmla="*/ 1017 h 1017"/>
                </a:gdLst>
                <a:ahLst/>
                <a:cxnLst>
                  <a:cxn ang="T10">
                    <a:pos x="T0" y="T1"/>
                  </a:cxn>
                  <a:cxn ang="T11">
                    <a:pos x="T2" y="T3"/>
                  </a:cxn>
                  <a:cxn ang="T12">
                    <a:pos x="T4" y="T5"/>
                  </a:cxn>
                  <a:cxn ang="T13">
                    <a:pos x="T6" y="T7"/>
                  </a:cxn>
                  <a:cxn ang="T14">
                    <a:pos x="T8" y="T9"/>
                  </a:cxn>
                </a:cxnLst>
                <a:rect l="T15" t="T16" r="T17" b="T18"/>
                <a:pathLst>
                  <a:path w="113" h="1017">
                    <a:moveTo>
                      <a:pt x="0" y="355"/>
                    </a:moveTo>
                    <a:lnTo>
                      <a:pt x="113" y="0"/>
                    </a:lnTo>
                    <a:lnTo>
                      <a:pt x="112" y="672"/>
                    </a:lnTo>
                    <a:lnTo>
                      <a:pt x="1" y="1017"/>
                    </a:lnTo>
                    <a:lnTo>
                      <a:pt x="0" y="355"/>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6" name="Freeform 61">
                <a:extLst>
                  <a:ext uri="{FF2B5EF4-FFF2-40B4-BE49-F238E27FC236}">
                    <a16:creationId xmlns:a16="http://schemas.microsoft.com/office/drawing/2014/main" id="{CE5718A4-B5F0-F18F-69F2-173FC58ED68B}"/>
                  </a:ext>
                </a:extLst>
              </p:cNvPr>
              <p:cNvSpPr>
                <a:spLocks/>
              </p:cNvSpPr>
              <p:nvPr/>
            </p:nvSpPr>
            <p:spPr bwMode="auto">
              <a:xfrm>
                <a:off x="1463" y="2043"/>
                <a:ext cx="595" cy="871"/>
              </a:xfrm>
              <a:custGeom>
                <a:avLst/>
                <a:gdLst>
                  <a:gd name="T0" fmla="*/ 0 w 595"/>
                  <a:gd name="T1" fmla="*/ 0 h 871"/>
                  <a:gd name="T2" fmla="*/ 592 w 595"/>
                  <a:gd name="T3" fmla="*/ 202 h 871"/>
                  <a:gd name="T4" fmla="*/ 595 w 595"/>
                  <a:gd name="T5" fmla="*/ 871 h 871"/>
                  <a:gd name="T6" fmla="*/ 0 w 595"/>
                  <a:gd name="T7" fmla="*/ 669 h 871"/>
                  <a:gd name="T8" fmla="*/ 0 w 595"/>
                  <a:gd name="T9" fmla="*/ 0 h 871"/>
                  <a:gd name="T10" fmla="*/ 0 60000 65536"/>
                  <a:gd name="T11" fmla="*/ 0 60000 65536"/>
                  <a:gd name="T12" fmla="*/ 0 60000 65536"/>
                  <a:gd name="T13" fmla="*/ 0 60000 65536"/>
                  <a:gd name="T14" fmla="*/ 0 60000 65536"/>
                  <a:gd name="T15" fmla="*/ 0 w 595"/>
                  <a:gd name="T16" fmla="*/ 0 h 871"/>
                  <a:gd name="T17" fmla="*/ 595 w 595"/>
                  <a:gd name="T18" fmla="*/ 871 h 871"/>
                </a:gdLst>
                <a:ahLst/>
                <a:cxnLst>
                  <a:cxn ang="T10">
                    <a:pos x="T0" y="T1"/>
                  </a:cxn>
                  <a:cxn ang="T11">
                    <a:pos x="T2" y="T3"/>
                  </a:cxn>
                  <a:cxn ang="T12">
                    <a:pos x="T4" y="T5"/>
                  </a:cxn>
                  <a:cxn ang="T13">
                    <a:pos x="T6" y="T7"/>
                  </a:cxn>
                  <a:cxn ang="T14">
                    <a:pos x="T8" y="T9"/>
                  </a:cxn>
                </a:cxnLst>
                <a:rect l="T15" t="T16" r="T17" b="T18"/>
                <a:pathLst>
                  <a:path w="595" h="871">
                    <a:moveTo>
                      <a:pt x="0" y="0"/>
                    </a:moveTo>
                    <a:lnTo>
                      <a:pt x="592" y="202"/>
                    </a:lnTo>
                    <a:lnTo>
                      <a:pt x="595" y="871"/>
                    </a:lnTo>
                    <a:lnTo>
                      <a:pt x="0" y="669"/>
                    </a:lnTo>
                    <a:lnTo>
                      <a:pt x="0" y="0"/>
                    </a:lnTo>
                    <a:close/>
                  </a:path>
                </a:pathLst>
              </a:custGeom>
              <a:solidFill>
                <a:srgbClr val="FF66CC">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7" name="Freeform 62">
                <a:extLst>
                  <a:ext uri="{FF2B5EF4-FFF2-40B4-BE49-F238E27FC236}">
                    <a16:creationId xmlns:a16="http://schemas.microsoft.com/office/drawing/2014/main" id="{69B1228F-B9F8-0D8B-DDE4-0D83961EA001}"/>
                  </a:ext>
                </a:extLst>
              </p:cNvPr>
              <p:cNvSpPr>
                <a:spLocks/>
              </p:cNvSpPr>
              <p:nvPr/>
            </p:nvSpPr>
            <p:spPr bwMode="auto">
              <a:xfrm>
                <a:off x="1347" y="2047"/>
                <a:ext cx="705" cy="356"/>
              </a:xfrm>
              <a:custGeom>
                <a:avLst/>
                <a:gdLst>
                  <a:gd name="T0" fmla="*/ 116 w 705"/>
                  <a:gd name="T1" fmla="*/ 0 h 356"/>
                  <a:gd name="T2" fmla="*/ 0 w 705"/>
                  <a:gd name="T3" fmla="*/ 356 h 356"/>
                  <a:gd name="T4" fmla="*/ 705 w 705"/>
                  <a:gd name="T5" fmla="*/ 197 h 356"/>
                  <a:gd name="T6" fmla="*/ 116 w 705"/>
                  <a:gd name="T7" fmla="*/ 0 h 356"/>
                  <a:gd name="T8" fmla="*/ 0 60000 65536"/>
                  <a:gd name="T9" fmla="*/ 0 60000 65536"/>
                  <a:gd name="T10" fmla="*/ 0 60000 65536"/>
                  <a:gd name="T11" fmla="*/ 0 60000 65536"/>
                  <a:gd name="T12" fmla="*/ 0 w 705"/>
                  <a:gd name="T13" fmla="*/ 0 h 356"/>
                  <a:gd name="T14" fmla="*/ 705 w 705"/>
                  <a:gd name="T15" fmla="*/ 356 h 356"/>
                </a:gdLst>
                <a:ahLst/>
                <a:cxnLst>
                  <a:cxn ang="T8">
                    <a:pos x="T0" y="T1"/>
                  </a:cxn>
                  <a:cxn ang="T9">
                    <a:pos x="T2" y="T3"/>
                  </a:cxn>
                  <a:cxn ang="T10">
                    <a:pos x="T4" y="T5"/>
                  </a:cxn>
                  <a:cxn ang="T11">
                    <a:pos x="T6" y="T7"/>
                  </a:cxn>
                </a:cxnLst>
                <a:rect l="T12" t="T13" r="T14" b="T15"/>
                <a:pathLst>
                  <a:path w="705" h="356">
                    <a:moveTo>
                      <a:pt x="116" y="0"/>
                    </a:moveTo>
                    <a:lnTo>
                      <a:pt x="0" y="356"/>
                    </a:lnTo>
                    <a:lnTo>
                      <a:pt x="705" y="197"/>
                    </a:lnTo>
                    <a:lnTo>
                      <a:pt x="116" y="0"/>
                    </a:lnTo>
                    <a:close/>
                  </a:path>
                </a:pathLst>
              </a:custGeom>
              <a:solidFill>
                <a:srgbClr val="FFCC00">
                  <a:alpha val="34901"/>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8" name="Freeform 63">
                <a:extLst>
                  <a:ext uri="{FF2B5EF4-FFF2-40B4-BE49-F238E27FC236}">
                    <a16:creationId xmlns:a16="http://schemas.microsoft.com/office/drawing/2014/main" id="{88F06675-9230-0B8B-F6E3-89CB75873576}"/>
                  </a:ext>
                </a:extLst>
              </p:cNvPr>
              <p:cNvSpPr>
                <a:spLocks/>
              </p:cNvSpPr>
              <p:nvPr/>
            </p:nvSpPr>
            <p:spPr bwMode="auto">
              <a:xfrm>
                <a:off x="1344" y="2240"/>
                <a:ext cx="710" cy="832"/>
              </a:xfrm>
              <a:custGeom>
                <a:avLst/>
                <a:gdLst>
                  <a:gd name="T0" fmla="*/ 0 w 710"/>
                  <a:gd name="T1" fmla="*/ 160 h 832"/>
                  <a:gd name="T2" fmla="*/ 708 w 710"/>
                  <a:gd name="T3" fmla="*/ 0 h 832"/>
                  <a:gd name="T4" fmla="*/ 710 w 710"/>
                  <a:gd name="T5" fmla="*/ 670 h 832"/>
                  <a:gd name="T6" fmla="*/ 6 w 710"/>
                  <a:gd name="T7" fmla="*/ 832 h 832"/>
                  <a:gd name="T8" fmla="*/ 0 w 710"/>
                  <a:gd name="T9" fmla="*/ 160 h 832"/>
                  <a:gd name="T10" fmla="*/ 0 60000 65536"/>
                  <a:gd name="T11" fmla="*/ 0 60000 65536"/>
                  <a:gd name="T12" fmla="*/ 0 60000 65536"/>
                  <a:gd name="T13" fmla="*/ 0 60000 65536"/>
                  <a:gd name="T14" fmla="*/ 0 60000 65536"/>
                  <a:gd name="T15" fmla="*/ 0 w 710"/>
                  <a:gd name="T16" fmla="*/ 0 h 832"/>
                  <a:gd name="T17" fmla="*/ 710 w 710"/>
                  <a:gd name="T18" fmla="*/ 832 h 832"/>
                </a:gdLst>
                <a:ahLst/>
                <a:cxnLst>
                  <a:cxn ang="T10">
                    <a:pos x="T0" y="T1"/>
                  </a:cxn>
                  <a:cxn ang="T11">
                    <a:pos x="T2" y="T3"/>
                  </a:cxn>
                  <a:cxn ang="T12">
                    <a:pos x="T4" y="T5"/>
                  </a:cxn>
                  <a:cxn ang="T13">
                    <a:pos x="T6" y="T7"/>
                  </a:cxn>
                  <a:cxn ang="T14">
                    <a:pos x="T8" y="T9"/>
                  </a:cxn>
                </a:cxnLst>
                <a:rect l="T15" t="T16" r="T17" b="T18"/>
                <a:pathLst>
                  <a:path w="710" h="832">
                    <a:moveTo>
                      <a:pt x="0" y="160"/>
                    </a:moveTo>
                    <a:lnTo>
                      <a:pt x="708" y="0"/>
                    </a:lnTo>
                    <a:lnTo>
                      <a:pt x="710" y="670"/>
                    </a:lnTo>
                    <a:lnTo>
                      <a:pt x="6" y="832"/>
                    </a:lnTo>
                    <a:lnTo>
                      <a:pt x="0" y="160"/>
                    </a:lnTo>
                    <a:close/>
                  </a:path>
                </a:pathLst>
              </a:custGeom>
              <a:solidFill>
                <a:srgbClr val="00FFFF">
                  <a:alpha val="39999"/>
                </a:srgbClr>
              </a:solid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grpSp>
        <p:nvGrpSpPr>
          <p:cNvPr id="65" name="Group 64">
            <a:extLst>
              <a:ext uri="{FF2B5EF4-FFF2-40B4-BE49-F238E27FC236}">
                <a16:creationId xmlns:a16="http://schemas.microsoft.com/office/drawing/2014/main" id="{5371A3E8-BBA8-EA66-4905-5B2D2F87166F}"/>
              </a:ext>
            </a:extLst>
          </p:cNvPr>
          <p:cNvGrpSpPr>
            <a:grpSpLocks/>
          </p:cNvGrpSpPr>
          <p:nvPr/>
        </p:nvGrpSpPr>
        <p:grpSpPr bwMode="auto">
          <a:xfrm>
            <a:off x="6716712" y="5440363"/>
            <a:ext cx="690563" cy="366712"/>
            <a:chOff x="3220" y="3403"/>
            <a:chExt cx="435" cy="231"/>
          </a:xfrm>
        </p:grpSpPr>
        <p:sp>
          <p:nvSpPr>
            <p:cNvPr id="66" name="Rectangle 65">
              <a:extLst>
                <a:ext uri="{FF2B5EF4-FFF2-40B4-BE49-F238E27FC236}">
                  <a16:creationId xmlns:a16="http://schemas.microsoft.com/office/drawing/2014/main" id="{E36DB180-0F57-8F3E-9839-ABDCE68E6AD5}"/>
                </a:ext>
              </a:extLst>
            </p:cNvPr>
            <p:cNvSpPr>
              <a:spLocks noChangeArrowheads="1"/>
            </p:cNvSpPr>
            <p:nvPr/>
          </p:nvSpPr>
          <p:spPr bwMode="auto">
            <a:xfrm>
              <a:off x="3220" y="3403"/>
              <a:ext cx="43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800" b="1" i="1" u="none" strike="noStrike" kern="0" cap="none" spc="0" normalizeH="0" baseline="0" noProof="0">
                  <a:ln>
                    <a:noFill/>
                  </a:ln>
                  <a:solidFill>
                    <a:srgbClr val="FF3300"/>
                  </a:solidFill>
                  <a:effectLst/>
                  <a:uLnTx/>
                  <a:uFillTx/>
                  <a:latin typeface="Times New Roman" pitchFamily="18" charset="0"/>
                  <a:ea typeface="宋体" charset="-122"/>
                </a:rPr>
                <a:t>m</a:t>
              </a:r>
              <a:endParaRPr kumimoji="0" lang="en-US" altLang="zh-CN" sz="1800" b="1" i="0" u="none" strike="noStrike" kern="0" cap="none" spc="0" normalizeH="0" baseline="0" noProof="0">
                <a:ln>
                  <a:noFill/>
                </a:ln>
                <a:solidFill>
                  <a:srgbClr val="FF3300"/>
                </a:solidFill>
                <a:effectLst/>
                <a:uLnTx/>
                <a:uFillTx/>
                <a:latin typeface="Times New Roman" pitchFamily="18" charset="0"/>
                <a:ea typeface="宋体" charset="-122"/>
              </a:endParaRPr>
            </a:p>
          </p:txBody>
        </p:sp>
        <p:sp>
          <p:nvSpPr>
            <p:cNvPr id="67" name="Oval 66">
              <a:extLst>
                <a:ext uri="{FF2B5EF4-FFF2-40B4-BE49-F238E27FC236}">
                  <a16:creationId xmlns:a16="http://schemas.microsoft.com/office/drawing/2014/main" id="{6CF25080-95D0-C671-865F-DE9EE4B0DA52}"/>
                </a:ext>
              </a:extLst>
            </p:cNvPr>
            <p:cNvSpPr>
              <a:spLocks noChangeArrowheads="1"/>
            </p:cNvSpPr>
            <p:nvPr/>
          </p:nvSpPr>
          <p:spPr bwMode="auto">
            <a:xfrm>
              <a:off x="3468" y="3522"/>
              <a:ext cx="45" cy="45"/>
            </a:xfrm>
            <a:prstGeom prst="ellipse">
              <a:avLst/>
            </a:prstGeom>
            <a:solidFill>
              <a:srgbClr val="FF3300"/>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68" name="Text Box 67">
            <a:extLst>
              <a:ext uri="{FF2B5EF4-FFF2-40B4-BE49-F238E27FC236}">
                <a16:creationId xmlns:a16="http://schemas.microsoft.com/office/drawing/2014/main" id="{0F317795-400E-6218-AD51-F09B77F49780}"/>
              </a:ext>
            </a:extLst>
          </p:cNvPr>
          <p:cNvSpPr txBox="1">
            <a:spLocks noChangeArrowheads="1"/>
          </p:cNvSpPr>
          <p:nvPr/>
        </p:nvSpPr>
        <p:spPr bwMode="auto">
          <a:xfrm>
            <a:off x="3341687" y="4017963"/>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p>
        </p:txBody>
      </p:sp>
      <p:sp>
        <p:nvSpPr>
          <p:cNvPr id="69" name="Text Box 68">
            <a:extLst>
              <a:ext uri="{FF2B5EF4-FFF2-40B4-BE49-F238E27FC236}">
                <a16:creationId xmlns:a16="http://schemas.microsoft.com/office/drawing/2014/main" id="{AD0A7F03-BDE2-92F4-5553-2426D12CE653}"/>
              </a:ext>
            </a:extLst>
          </p:cNvPr>
          <p:cNvSpPr txBox="1">
            <a:spLocks noChangeArrowheads="1"/>
          </p:cNvSpPr>
          <p:nvPr/>
        </p:nvSpPr>
        <p:spPr bwMode="auto">
          <a:xfrm>
            <a:off x="4691062" y="3771900"/>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p>
        </p:txBody>
      </p:sp>
      <p:sp>
        <p:nvSpPr>
          <p:cNvPr id="70" name="Text Box 69">
            <a:extLst>
              <a:ext uri="{FF2B5EF4-FFF2-40B4-BE49-F238E27FC236}">
                <a16:creationId xmlns:a16="http://schemas.microsoft.com/office/drawing/2014/main" id="{66B1D02A-A788-43BC-A922-3D3A85EDB0A3}"/>
              </a:ext>
            </a:extLst>
          </p:cNvPr>
          <p:cNvSpPr txBox="1">
            <a:spLocks noChangeArrowheads="1"/>
          </p:cNvSpPr>
          <p:nvPr/>
        </p:nvSpPr>
        <p:spPr bwMode="auto">
          <a:xfrm>
            <a:off x="3741737" y="3325813"/>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C</a:t>
            </a:r>
          </a:p>
        </p:txBody>
      </p:sp>
      <p:sp>
        <p:nvSpPr>
          <p:cNvPr id="71" name="Text Box 70">
            <a:extLst>
              <a:ext uri="{FF2B5EF4-FFF2-40B4-BE49-F238E27FC236}">
                <a16:creationId xmlns:a16="http://schemas.microsoft.com/office/drawing/2014/main" id="{03EFB554-D4E4-F4A7-B614-0443D686E7E7}"/>
              </a:ext>
            </a:extLst>
          </p:cNvPr>
          <p:cNvSpPr txBox="1">
            <a:spLocks noChangeArrowheads="1"/>
          </p:cNvSpPr>
          <p:nvPr/>
        </p:nvSpPr>
        <p:spPr bwMode="auto">
          <a:xfrm>
            <a:off x="3386137" y="5200650"/>
            <a:ext cx="446088"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A</a:t>
            </a:r>
            <a:r>
              <a:rPr lang="en-US" altLang="zh-CN" sz="1600" b="1" i="1" baseline="-25000">
                <a:solidFill>
                  <a:srgbClr val="000000"/>
                </a:solidFill>
                <a:latin typeface="Times New Roman" pitchFamily="18" charset="0"/>
                <a:ea typeface="宋体" charset="-122"/>
              </a:rPr>
              <a:t>1</a:t>
            </a:r>
          </a:p>
        </p:txBody>
      </p:sp>
      <p:sp>
        <p:nvSpPr>
          <p:cNvPr id="72" name="Text Box 71">
            <a:extLst>
              <a:ext uri="{FF2B5EF4-FFF2-40B4-BE49-F238E27FC236}">
                <a16:creationId xmlns:a16="http://schemas.microsoft.com/office/drawing/2014/main" id="{A71014B0-B9CF-376F-3B3B-BF2FA4FD91FB}"/>
              </a:ext>
            </a:extLst>
          </p:cNvPr>
          <p:cNvSpPr txBox="1">
            <a:spLocks noChangeArrowheads="1"/>
          </p:cNvSpPr>
          <p:nvPr/>
        </p:nvSpPr>
        <p:spPr bwMode="auto">
          <a:xfrm>
            <a:off x="4686300" y="4857750"/>
            <a:ext cx="446087"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B</a:t>
            </a:r>
            <a:r>
              <a:rPr lang="en-US" altLang="zh-CN" sz="1600" b="1" i="1" baseline="-25000">
                <a:solidFill>
                  <a:srgbClr val="000000"/>
                </a:solidFill>
                <a:latin typeface="Times New Roman" pitchFamily="18" charset="0"/>
                <a:ea typeface="宋体" charset="-122"/>
              </a:rPr>
              <a:t>1</a:t>
            </a:r>
          </a:p>
        </p:txBody>
      </p:sp>
      <p:sp>
        <p:nvSpPr>
          <p:cNvPr id="73" name="Text Box 72">
            <a:extLst>
              <a:ext uri="{FF2B5EF4-FFF2-40B4-BE49-F238E27FC236}">
                <a16:creationId xmlns:a16="http://schemas.microsoft.com/office/drawing/2014/main" id="{6E04C598-8E59-81FA-70B0-522E56DE0A51}"/>
              </a:ext>
            </a:extLst>
          </p:cNvPr>
          <p:cNvSpPr txBox="1">
            <a:spLocks noChangeArrowheads="1"/>
          </p:cNvSpPr>
          <p:nvPr/>
        </p:nvSpPr>
        <p:spPr bwMode="auto">
          <a:xfrm>
            <a:off x="3736975" y="4411663"/>
            <a:ext cx="446087"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808080"/>
                </a:solidFill>
                <a:latin typeface="Times New Roman" pitchFamily="18" charset="0"/>
                <a:ea typeface="宋体" charset="-122"/>
              </a:rPr>
              <a:t>C</a:t>
            </a:r>
            <a:r>
              <a:rPr lang="en-US" altLang="zh-CN" sz="1600" b="1" i="1" baseline="-25000">
                <a:solidFill>
                  <a:srgbClr val="808080"/>
                </a:solidFill>
                <a:latin typeface="Times New Roman" pitchFamily="18" charset="0"/>
                <a:ea typeface="宋体" charset="-122"/>
              </a:rPr>
              <a:t>1</a:t>
            </a:r>
          </a:p>
        </p:txBody>
      </p:sp>
      <p:sp>
        <p:nvSpPr>
          <p:cNvPr id="74" name="Text Box 73">
            <a:extLst>
              <a:ext uri="{FF2B5EF4-FFF2-40B4-BE49-F238E27FC236}">
                <a16:creationId xmlns:a16="http://schemas.microsoft.com/office/drawing/2014/main" id="{6BB1AC71-A7D4-845F-5309-1080698B74B2}"/>
              </a:ext>
            </a:extLst>
          </p:cNvPr>
          <p:cNvSpPr txBox="1">
            <a:spLocks noChangeArrowheads="1"/>
          </p:cNvSpPr>
          <p:nvPr/>
        </p:nvSpPr>
        <p:spPr bwMode="auto">
          <a:xfrm>
            <a:off x="2730500" y="1752600"/>
            <a:ext cx="7613650" cy="457200"/>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en-US" altLang="zh-CN" sz="2000" b="1">
                <a:solidFill>
                  <a:srgbClr val="0066FF"/>
                </a:solidFill>
                <a:latin typeface="Times New Roman" pitchFamily="18" charset="0"/>
                <a:ea typeface="宋体" charset="-122"/>
              </a:rPr>
              <a:t>2</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顶面</a:t>
            </a:r>
            <a:r>
              <a:rPr lang="en-US" altLang="zh-CN" sz="2000" b="1" i="1">
                <a:solidFill>
                  <a:srgbClr val="000000"/>
                </a:solidFill>
                <a:latin typeface="Times New Roman" pitchFamily="18" charset="0"/>
                <a:ea typeface="宋体" charset="-122"/>
              </a:rPr>
              <a:t>ABC</a:t>
            </a:r>
            <a:r>
              <a:rPr lang="zh-CN" altLang="en-US" sz="2000" b="1">
                <a:solidFill>
                  <a:srgbClr val="000000"/>
                </a:solidFill>
                <a:latin typeface="Times New Roman" pitchFamily="18" charset="0"/>
                <a:ea typeface="宋体" charset="-122"/>
              </a:rPr>
              <a:t>为水平面，其</a:t>
            </a:r>
            <a:r>
              <a:rPr lang="en-US" altLang="zh-CN" sz="2000" b="1" i="1">
                <a:solidFill>
                  <a:srgbClr val="000000"/>
                </a:solidFill>
                <a:latin typeface="Times New Roman" pitchFamily="18" charset="0"/>
                <a:ea typeface="宋体" charset="-122"/>
              </a:rPr>
              <a:t>V</a:t>
            </a:r>
            <a:r>
              <a:rPr lang="zh-CN" altLang="en-US" sz="2000" b="1" i="1">
                <a:solidFill>
                  <a:srgbClr val="000000"/>
                </a:solidFill>
                <a:latin typeface="Times New Roman" pitchFamily="18" charset="0"/>
                <a:ea typeface="宋体" charset="-122"/>
              </a:rPr>
              <a:t>、</a:t>
            </a:r>
            <a:r>
              <a:rPr lang="en-US" altLang="zh-CN" sz="2000" b="1" i="1">
                <a:solidFill>
                  <a:srgbClr val="000000"/>
                </a:solidFill>
                <a:latin typeface="Times New Roman" pitchFamily="18" charset="0"/>
                <a:ea typeface="宋体" charset="-122"/>
              </a:rPr>
              <a:t>W</a:t>
            </a:r>
            <a:r>
              <a:rPr lang="zh-CN" altLang="en-US" sz="2000" b="1">
                <a:solidFill>
                  <a:srgbClr val="000000"/>
                </a:solidFill>
                <a:latin typeface="Times New Roman" pitchFamily="18" charset="0"/>
                <a:ea typeface="宋体" charset="-122"/>
              </a:rPr>
              <a:t>投影均积聚为直线段，</a:t>
            </a:r>
          </a:p>
        </p:txBody>
      </p:sp>
      <p:grpSp>
        <p:nvGrpSpPr>
          <p:cNvPr id="75" name="Group 74">
            <a:extLst>
              <a:ext uri="{FF2B5EF4-FFF2-40B4-BE49-F238E27FC236}">
                <a16:creationId xmlns:a16="http://schemas.microsoft.com/office/drawing/2014/main" id="{0235AE9F-073F-0DE2-250A-5A668363BC19}"/>
              </a:ext>
            </a:extLst>
          </p:cNvPr>
          <p:cNvGrpSpPr>
            <a:grpSpLocks/>
          </p:cNvGrpSpPr>
          <p:nvPr/>
        </p:nvGrpSpPr>
        <p:grpSpPr bwMode="auto">
          <a:xfrm>
            <a:off x="3746500" y="3557588"/>
            <a:ext cx="690562" cy="393700"/>
            <a:chOff x="1349" y="2217"/>
            <a:chExt cx="435" cy="248"/>
          </a:xfrm>
        </p:grpSpPr>
        <p:sp>
          <p:nvSpPr>
            <p:cNvPr id="76" name="Rectangle 75">
              <a:extLst>
                <a:ext uri="{FF2B5EF4-FFF2-40B4-BE49-F238E27FC236}">
                  <a16:creationId xmlns:a16="http://schemas.microsoft.com/office/drawing/2014/main" id="{55758F12-7218-A24B-DB92-E9758B126BE2}"/>
                </a:ext>
              </a:extLst>
            </p:cNvPr>
            <p:cNvSpPr>
              <a:spLocks noChangeArrowheads="1"/>
            </p:cNvSpPr>
            <p:nvPr/>
          </p:nvSpPr>
          <p:spPr bwMode="auto">
            <a:xfrm>
              <a:off x="1349" y="2217"/>
              <a:ext cx="43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800" b="1" i="1" u="none" strike="noStrike" kern="0" cap="none" spc="0" normalizeH="0" baseline="0" noProof="0">
                  <a:ln>
                    <a:noFill/>
                  </a:ln>
                  <a:solidFill>
                    <a:srgbClr val="FF3300"/>
                  </a:solidFill>
                  <a:effectLst/>
                  <a:uLnTx/>
                  <a:uFillTx/>
                  <a:latin typeface="Times New Roman" pitchFamily="18" charset="0"/>
                  <a:ea typeface="宋体" charset="-122"/>
                </a:rPr>
                <a:t>M</a:t>
              </a:r>
              <a:endParaRPr kumimoji="0" lang="en-US" altLang="zh-CN" sz="1800" b="1" i="0" u="none" strike="noStrike" kern="0" cap="none" spc="0" normalizeH="0" baseline="0" noProof="0">
                <a:ln>
                  <a:noFill/>
                </a:ln>
                <a:solidFill>
                  <a:srgbClr val="FF3300"/>
                </a:solidFill>
                <a:effectLst/>
                <a:uLnTx/>
                <a:uFillTx/>
                <a:latin typeface="Times New Roman" pitchFamily="18" charset="0"/>
                <a:ea typeface="宋体" charset="-122"/>
              </a:endParaRPr>
            </a:p>
          </p:txBody>
        </p:sp>
        <p:sp>
          <p:nvSpPr>
            <p:cNvPr id="77" name="Oval 76">
              <a:extLst>
                <a:ext uri="{FF2B5EF4-FFF2-40B4-BE49-F238E27FC236}">
                  <a16:creationId xmlns:a16="http://schemas.microsoft.com/office/drawing/2014/main" id="{41A3E3A6-B86A-234E-724F-80DBF48E22A2}"/>
                </a:ext>
              </a:extLst>
            </p:cNvPr>
            <p:cNvSpPr>
              <a:spLocks noChangeArrowheads="1"/>
            </p:cNvSpPr>
            <p:nvPr/>
          </p:nvSpPr>
          <p:spPr bwMode="auto">
            <a:xfrm>
              <a:off x="1449" y="2420"/>
              <a:ext cx="45" cy="45"/>
            </a:xfrm>
            <a:prstGeom prst="ellipse">
              <a:avLst/>
            </a:prstGeom>
            <a:solidFill>
              <a:srgbClr val="FF3300"/>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78" name="Freeform 77">
            <a:extLst>
              <a:ext uri="{FF2B5EF4-FFF2-40B4-BE49-F238E27FC236}">
                <a16:creationId xmlns:a16="http://schemas.microsoft.com/office/drawing/2014/main" id="{3DE42853-4B61-AAFB-0FCF-648A363CB60D}"/>
              </a:ext>
            </a:extLst>
          </p:cNvPr>
          <p:cNvSpPr>
            <a:spLocks/>
          </p:cNvSpPr>
          <p:nvPr/>
        </p:nvSpPr>
        <p:spPr bwMode="auto">
          <a:xfrm>
            <a:off x="6496050" y="3041650"/>
            <a:ext cx="1230312" cy="4763"/>
          </a:xfrm>
          <a:custGeom>
            <a:avLst/>
            <a:gdLst>
              <a:gd name="T0" fmla="*/ 0 w 775"/>
              <a:gd name="T1" fmla="*/ 4763 h 3"/>
              <a:gd name="T2" fmla="*/ 1230312 w 775"/>
              <a:gd name="T3" fmla="*/ 0 h 3"/>
              <a:gd name="T4" fmla="*/ 0 60000 65536"/>
              <a:gd name="T5" fmla="*/ 0 60000 65536"/>
              <a:gd name="T6" fmla="*/ 0 w 775"/>
              <a:gd name="T7" fmla="*/ 0 h 3"/>
              <a:gd name="T8" fmla="*/ 775 w 775"/>
              <a:gd name="T9" fmla="*/ 3 h 3"/>
            </a:gdLst>
            <a:ahLst/>
            <a:cxnLst>
              <a:cxn ang="T4">
                <a:pos x="T0" y="T1"/>
              </a:cxn>
              <a:cxn ang="T5">
                <a:pos x="T2" y="T3"/>
              </a:cxn>
            </a:cxnLst>
            <a:rect l="T6" t="T7" r="T8" b="T9"/>
            <a:pathLst>
              <a:path w="775" h="3">
                <a:moveTo>
                  <a:pt x="0" y="3"/>
                </a:moveTo>
                <a:lnTo>
                  <a:pt x="775" y="0"/>
                </a:lnTo>
              </a:path>
            </a:pathLst>
          </a:custGeom>
          <a:noFill/>
          <a:ln w="2857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9" name="Line 78">
            <a:extLst>
              <a:ext uri="{FF2B5EF4-FFF2-40B4-BE49-F238E27FC236}">
                <a16:creationId xmlns:a16="http://schemas.microsoft.com/office/drawing/2014/main" id="{41F7A069-5845-61CA-0407-7C10B6D65A2C}"/>
              </a:ext>
            </a:extLst>
          </p:cNvPr>
          <p:cNvSpPr>
            <a:spLocks noChangeShapeType="1"/>
          </p:cNvSpPr>
          <p:nvPr/>
        </p:nvSpPr>
        <p:spPr bwMode="auto">
          <a:xfrm flipH="1" flipV="1">
            <a:off x="3354387" y="3579813"/>
            <a:ext cx="600075" cy="357187"/>
          </a:xfrm>
          <a:prstGeom prst="line">
            <a:avLst/>
          </a:prstGeom>
          <a:noFill/>
          <a:ln w="9525">
            <a:solidFill>
              <a:srgbClr val="FF3300"/>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80" name="Group 79">
            <a:extLst>
              <a:ext uri="{FF2B5EF4-FFF2-40B4-BE49-F238E27FC236}">
                <a16:creationId xmlns:a16="http://schemas.microsoft.com/office/drawing/2014/main" id="{39394FB5-B4FC-48AB-6048-493A0DEB4DC6}"/>
              </a:ext>
            </a:extLst>
          </p:cNvPr>
          <p:cNvGrpSpPr>
            <a:grpSpLocks/>
          </p:cNvGrpSpPr>
          <p:nvPr/>
        </p:nvGrpSpPr>
        <p:grpSpPr bwMode="auto">
          <a:xfrm>
            <a:off x="2755900" y="3106738"/>
            <a:ext cx="1492250" cy="909637"/>
            <a:chOff x="740" y="1934"/>
            <a:chExt cx="940" cy="573"/>
          </a:xfrm>
        </p:grpSpPr>
        <p:sp>
          <p:nvSpPr>
            <p:cNvPr id="81" name="Line 80">
              <a:extLst>
                <a:ext uri="{FF2B5EF4-FFF2-40B4-BE49-F238E27FC236}">
                  <a16:creationId xmlns:a16="http://schemas.microsoft.com/office/drawing/2014/main" id="{F4FD0149-F01F-828F-DE3F-BFACE4599D5D}"/>
                </a:ext>
              </a:extLst>
            </p:cNvPr>
            <p:cNvSpPr>
              <a:spLocks noChangeShapeType="1"/>
            </p:cNvSpPr>
            <p:nvPr/>
          </p:nvSpPr>
          <p:spPr bwMode="auto">
            <a:xfrm flipH="1" flipV="1">
              <a:off x="1264" y="2146"/>
              <a:ext cx="139" cy="85"/>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82" name="Group 81">
              <a:extLst>
                <a:ext uri="{FF2B5EF4-FFF2-40B4-BE49-F238E27FC236}">
                  <a16:creationId xmlns:a16="http://schemas.microsoft.com/office/drawing/2014/main" id="{DA0F11D9-4E0A-2902-E9F7-C805E687B7F1}"/>
                </a:ext>
              </a:extLst>
            </p:cNvPr>
            <p:cNvGrpSpPr>
              <a:grpSpLocks/>
            </p:cNvGrpSpPr>
            <p:nvPr/>
          </p:nvGrpSpPr>
          <p:grpSpPr bwMode="auto">
            <a:xfrm>
              <a:off x="740" y="1934"/>
              <a:ext cx="940" cy="573"/>
              <a:chOff x="740" y="1934"/>
              <a:chExt cx="940" cy="573"/>
            </a:xfrm>
          </p:grpSpPr>
          <p:sp>
            <p:nvSpPr>
              <p:cNvPr id="83" name="Freeform 82">
                <a:extLst>
                  <a:ext uri="{FF2B5EF4-FFF2-40B4-BE49-F238E27FC236}">
                    <a16:creationId xmlns:a16="http://schemas.microsoft.com/office/drawing/2014/main" id="{67405510-8946-02C4-DB0C-ACD181EE2A3B}"/>
                  </a:ext>
                </a:extLst>
              </p:cNvPr>
              <p:cNvSpPr>
                <a:spLocks/>
              </p:cNvSpPr>
              <p:nvPr/>
            </p:nvSpPr>
            <p:spPr bwMode="auto">
              <a:xfrm>
                <a:off x="884" y="2084"/>
                <a:ext cx="484" cy="264"/>
              </a:xfrm>
              <a:custGeom>
                <a:avLst/>
                <a:gdLst>
                  <a:gd name="T0" fmla="*/ 0 w 484"/>
                  <a:gd name="T1" fmla="*/ 264 h 264"/>
                  <a:gd name="T2" fmla="*/ 484 w 484"/>
                  <a:gd name="T3" fmla="*/ 0 h 264"/>
                  <a:gd name="T4" fmla="*/ 0 60000 65536"/>
                  <a:gd name="T5" fmla="*/ 0 60000 65536"/>
                  <a:gd name="T6" fmla="*/ 0 w 484"/>
                  <a:gd name="T7" fmla="*/ 0 h 264"/>
                  <a:gd name="T8" fmla="*/ 484 w 484"/>
                  <a:gd name="T9" fmla="*/ 264 h 264"/>
                </a:gdLst>
                <a:ahLst/>
                <a:cxnLst>
                  <a:cxn ang="T4">
                    <a:pos x="T0" y="T1"/>
                  </a:cxn>
                  <a:cxn ang="T5">
                    <a:pos x="T2" y="T3"/>
                  </a:cxn>
                </a:cxnLst>
                <a:rect l="T6" t="T7" r="T8" b="T9"/>
                <a:pathLst>
                  <a:path w="484" h="264">
                    <a:moveTo>
                      <a:pt x="0" y="264"/>
                    </a:moveTo>
                    <a:lnTo>
                      <a:pt x="484" y="0"/>
                    </a:lnTo>
                  </a:path>
                </a:pathLst>
              </a:custGeom>
              <a:noFill/>
              <a:ln w="28575">
                <a:solidFill>
                  <a:srgbClr val="FF33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4" name="Text Box 83">
                <a:extLst>
                  <a:ext uri="{FF2B5EF4-FFF2-40B4-BE49-F238E27FC236}">
                    <a16:creationId xmlns:a16="http://schemas.microsoft.com/office/drawing/2014/main" id="{9A5D90D8-95D5-D21D-E738-E9BF9B32857D}"/>
                  </a:ext>
                </a:extLst>
              </p:cNvPr>
              <p:cNvSpPr txBox="1">
                <a:spLocks noChangeArrowheads="1"/>
              </p:cNvSpPr>
              <p:nvPr/>
            </p:nvSpPr>
            <p:spPr bwMode="auto">
              <a:xfrm>
                <a:off x="740" y="2295"/>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a′</a:t>
                </a:r>
              </a:p>
            </p:txBody>
          </p:sp>
          <p:sp>
            <p:nvSpPr>
              <p:cNvPr id="85" name="Text Box 84">
                <a:extLst>
                  <a:ext uri="{FF2B5EF4-FFF2-40B4-BE49-F238E27FC236}">
                    <a16:creationId xmlns:a16="http://schemas.microsoft.com/office/drawing/2014/main" id="{4FCC2FE5-0A9D-877E-97B2-2BDFD530364D}"/>
                  </a:ext>
                </a:extLst>
              </p:cNvPr>
              <p:cNvSpPr txBox="1">
                <a:spLocks noChangeArrowheads="1"/>
              </p:cNvSpPr>
              <p:nvPr/>
            </p:nvSpPr>
            <p:spPr bwMode="auto">
              <a:xfrm>
                <a:off x="1308" y="1934"/>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b′</a:t>
                </a:r>
              </a:p>
            </p:txBody>
          </p:sp>
          <p:sp>
            <p:nvSpPr>
              <p:cNvPr id="86" name="Text Box 85">
                <a:extLst>
                  <a:ext uri="{FF2B5EF4-FFF2-40B4-BE49-F238E27FC236}">
                    <a16:creationId xmlns:a16="http://schemas.microsoft.com/office/drawing/2014/main" id="{F9971D3C-139F-399B-91BE-F00F3749BECC}"/>
                  </a:ext>
                </a:extLst>
              </p:cNvPr>
              <p:cNvSpPr txBox="1">
                <a:spLocks noChangeArrowheads="1"/>
              </p:cNvSpPr>
              <p:nvPr/>
            </p:nvSpPr>
            <p:spPr bwMode="auto">
              <a:xfrm>
                <a:off x="1111" y="1976"/>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c′</a:t>
                </a:r>
              </a:p>
            </p:txBody>
          </p:sp>
        </p:grpSp>
      </p:grpSp>
      <p:grpSp>
        <p:nvGrpSpPr>
          <p:cNvPr id="87" name="Group 86">
            <a:extLst>
              <a:ext uri="{FF2B5EF4-FFF2-40B4-BE49-F238E27FC236}">
                <a16:creationId xmlns:a16="http://schemas.microsoft.com/office/drawing/2014/main" id="{4930DB86-9E37-A22A-9F94-B381DFCBF6B2}"/>
              </a:ext>
            </a:extLst>
          </p:cNvPr>
          <p:cNvGrpSpPr>
            <a:grpSpLocks/>
          </p:cNvGrpSpPr>
          <p:nvPr/>
        </p:nvGrpSpPr>
        <p:grpSpPr bwMode="auto">
          <a:xfrm>
            <a:off x="3656012" y="3046413"/>
            <a:ext cx="1941513" cy="1095375"/>
            <a:chOff x="1292" y="1895"/>
            <a:chExt cx="1223" cy="690"/>
          </a:xfrm>
        </p:grpSpPr>
        <p:sp>
          <p:nvSpPr>
            <p:cNvPr id="88" name="Freeform 87">
              <a:extLst>
                <a:ext uri="{FF2B5EF4-FFF2-40B4-BE49-F238E27FC236}">
                  <a16:creationId xmlns:a16="http://schemas.microsoft.com/office/drawing/2014/main" id="{8C93EDA1-EC34-65D1-8B85-C47D693A0ECE}"/>
                </a:ext>
              </a:extLst>
            </p:cNvPr>
            <p:cNvSpPr>
              <a:spLocks/>
            </p:cNvSpPr>
            <p:nvPr/>
          </p:nvSpPr>
          <p:spPr bwMode="auto">
            <a:xfrm>
              <a:off x="1752" y="2036"/>
              <a:ext cx="464" cy="272"/>
            </a:xfrm>
            <a:custGeom>
              <a:avLst/>
              <a:gdLst>
                <a:gd name="T0" fmla="*/ 0 w 464"/>
                <a:gd name="T1" fmla="*/ 0 h 272"/>
                <a:gd name="T2" fmla="*/ 464 w 464"/>
                <a:gd name="T3" fmla="*/ 272 h 272"/>
                <a:gd name="T4" fmla="*/ 0 60000 65536"/>
                <a:gd name="T5" fmla="*/ 0 60000 65536"/>
                <a:gd name="T6" fmla="*/ 0 w 464"/>
                <a:gd name="T7" fmla="*/ 0 h 272"/>
                <a:gd name="T8" fmla="*/ 464 w 464"/>
                <a:gd name="T9" fmla="*/ 272 h 272"/>
              </a:gdLst>
              <a:ahLst/>
              <a:cxnLst>
                <a:cxn ang="T4">
                  <a:pos x="T0" y="T1"/>
                </a:cxn>
                <a:cxn ang="T5">
                  <a:pos x="T2" y="T3"/>
                </a:cxn>
              </a:cxnLst>
              <a:rect l="T6" t="T7" r="T8" b="T9"/>
              <a:pathLst>
                <a:path w="464" h="272">
                  <a:moveTo>
                    <a:pt x="0" y="0"/>
                  </a:moveTo>
                  <a:lnTo>
                    <a:pt x="464" y="272"/>
                  </a:lnTo>
                </a:path>
              </a:pathLst>
            </a:custGeom>
            <a:noFill/>
            <a:ln w="28575">
              <a:solidFill>
                <a:srgbClr val="FF33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9" name="Text Box 88">
              <a:extLst>
                <a:ext uri="{FF2B5EF4-FFF2-40B4-BE49-F238E27FC236}">
                  <a16:creationId xmlns:a16="http://schemas.microsoft.com/office/drawing/2014/main" id="{8ADC73AA-8150-1238-8960-539199C76A71}"/>
                </a:ext>
              </a:extLst>
            </p:cNvPr>
            <p:cNvSpPr txBox="1">
              <a:spLocks noChangeArrowheads="1"/>
            </p:cNvSpPr>
            <p:nvPr/>
          </p:nvSpPr>
          <p:spPr bwMode="auto">
            <a:xfrm>
              <a:off x="1592" y="1895"/>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a〞</a:t>
              </a:r>
            </a:p>
          </p:txBody>
        </p:sp>
        <p:sp>
          <p:nvSpPr>
            <p:cNvPr id="90" name="Text Box 89">
              <a:extLst>
                <a:ext uri="{FF2B5EF4-FFF2-40B4-BE49-F238E27FC236}">
                  <a16:creationId xmlns:a16="http://schemas.microsoft.com/office/drawing/2014/main" id="{241B30EC-9DCE-4ACF-6D0E-4EBC6B5BB7CE}"/>
                </a:ext>
              </a:extLst>
            </p:cNvPr>
            <p:cNvSpPr txBox="1">
              <a:spLocks noChangeArrowheads="1"/>
            </p:cNvSpPr>
            <p:nvPr/>
          </p:nvSpPr>
          <p:spPr bwMode="auto">
            <a:xfrm>
              <a:off x="1941" y="2019"/>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c〞</a:t>
              </a:r>
            </a:p>
          </p:txBody>
        </p:sp>
        <p:sp>
          <p:nvSpPr>
            <p:cNvPr id="91" name="Text Box 90">
              <a:extLst>
                <a:ext uri="{FF2B5EF4-FFF2-40B4-BE49-F238E27FC236}">
                  <a16:creationId xmlns:a16="http://schemas.microsoft.com/office/drawing/2014/main" id="{09184AFE-9D61-23AC-438D-86DF692156FC}"/>
                </a:ext>
              </a:extLst>
            </p:cNvPr>
            <p:cNvSpPr txBox="1">
              <a:spLocks noChangeArrowheads="1"/>
            </p:cNvSpPr>
            <p:nvPr/>
          </p:nvSpPr>
          <p:spPr bwMode="auto">
            <a:xfrm>
              <a:off x="2143" y="2132"/>
              <a:ext cx="372"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b〞</a:t>
              </a:r>
            </a:p>
          </p:txBody>
        </p:sp>
        <p:sp>
          <p:nvSpPr>
            <p:cNvPr id="92" name="Freeform 91">
              <a:extLst>
                <a:ext uri="{FF2B5EF4-FFF2-40B4-BE49-F238E27FC236}">
                  <a16:creationId xmlns:a16="http://schemas.microsoft.com/office/drawing/2014/main" id="{9239B74A-39A9-6269-D7A2-E2611605954D}"/>
                </a:ext>
              </a:extLst>
            </p:cNvPr>
            <p:cNvSpPr>
              <a:spLocks/>
            </p:cNvSpPr>
            <p:nvPr/>
          </p:nvSpPr>
          <p:spPr bwMode="auto">
            <a:xfrm>
              <a:off x="1292" y="2175"/>
              <a:ext cx="710" cy="410"/>
            </a:xfrm>
            <a:custGeom>
              <a:avLst/>
              <a:gdLst>
                <a:gd name="T0" fmla="*/ 0 w 672"/>
                <a:gd name="T1" fmla="*/ 410 h 388"/>
                <a:gd name="T2" fmla="*/ 710 w 672"/>
                <a:gd name="T3" fmla="*/ 0 h 388"/>
                <a:gd name="T4" fmla="*/ 0 60000 65536"/>
                <a:gd name="T5" fmla="*/ 0 60000 65536"/>
                <a:gd name="T6" fmla="*/ 0 w 672"/>
                <a:gd name="T7" fmla="*/ 0 h 388"/>
                <a:gd name="T8" fmla="*/ 672 w 672"/>
                <a:gd name="T9" fmla="*/ 388 h 388"/>
              </a:gdLst>
              <a:ahLst/>
              <a:cxnLst>
                <a:cxn ang="T4">
                  <a:pos x="T0" y="T1"/>
                </a:cxn>
                <a:cxn ang="T5">
                  <a:pos x="T2" y="T3"/>
                </a:cxn>
              </a:cxnLst>
              <a:rect l="T6" t="T7" r="T8" b="T9"/>
              <a:pathLst>
                <a:path w="672" h="388">
                  <a:moveTo>
                    <a:pt x="0" y="388"/>
                  </a:moveTo>
                  <a:lnTo>
                    <a:pt x="672" y="0"/>
                  </a:lnTo>
                </a:path>
              </a:pathLst>
            </a:custGeom>
            <a:noFill/>
            <a:ln w="9525">
              <a:solidFill>
                <a:srgbClr val="00000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93" name="Group 92">
            <a:extLst>
              <a:ext uri="{FF2B5EF4-FFF2-40B4-BE49-F238E27FC236}">
                <a16:creationId xmlns:a16="http://schemas.microsoft.com/office/drawing/2014/main" id="{E655DABE-F2CB-A2B8-31AB-665722C89AC5}"/>
              </a:ext>
            </a:extLst>
          </p:cNvPr>
          <p:cNvGrpSpPr>
            <a:grpSpLocks/>
          </p:cNvGrpSpPr>
          <p:nvPr/>
        </p:nvGrpSpPr>
        <p:grpSpPr bwMode="auto">
          <a:xfrm>
            <a:off x="2981325" y="3287713"/>
            <a:ext cx="690562" cy="336550"/>
            <a:chOff x="867" y="2047"/>
            <a:chExt cx="435" cy="212"/>
          </a:xfrm>
        </p:grpSpPr>
        <p:sp>
          <p:nvSpPr>
            <p:cNvPr id="94" name="Rectangle 93">
              <a:extLst>
                <a:ext uri="{FF2B5EF4-FFF2-40B4-BE49-F238E27FC236}">
                  <a16:creationId xmlns:a16="http://schemas.microsoft.com/office/drawing/2014/main" id="{3D1F9139-8118-BE04-8451-CBEB9259592F}"/>
                </a:ext>
              </a:extLst>
            </p:cNvPr>
            <p:cNvSpPr>
              <a:spLocks noChangeArrowheads="1"/>
            </p:cNvSpPr>
            <p:nvPr/>
          </p:nvSpPr>
          <p:spPr bwMode="auto">
            <a:xfrm>
              <a:off x="867" y="2047"/>
              <a:ext cx="435"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m′</a:t>
              </a:r>
            </a:p>
          </p:txBody>
        </p:sp>
        <p:sp>
          <p:nvSpPr>
            <p:cNvPr id="95" name="Oval 94">
              <a:extLst>
                <a:ext uri="{FF2B5EF4-FFF2-40B4-BE49-F238E27FC236}">
                  <a16:creationId xmlns:a16="http://schemas.microsoft.com/office/drawing/2014/main" id="{97EE15E7-F9FF-90DF-2C82-75D4DFAF430A}"/>
                </a:ext>
              </a:extLst>
            </p:cNvPr>
            <p:cNvSpPr>
              <a:spLocks noChangeArrowheads="1"/>
            </p:cNvSpPr>
            <p:nvPr/>
          </p:nvSpPr>
          <p:spPr bwMode="auto">
            <a:xfrm>
              <a:off x="1085" y="2209"/>
              <a:ext cx="45" cy="45"/>
            </a:xfrm>
            <a:prstGeom prst="ellipse">
              <a:avLst/>
            </a:prstGeom>
            <a:solidFill>
              <a:srgbClr val="0066FF"/>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FF3300"/>
                </a:solidFill>
                <a:effectLst/>
                <a:uLnTx/>
                <a:uFillTx/>
                <a:latin typeface="Times New Roman" pitchFamily="18" charset="0"/>
                <a:ea typeface="宋体" charset="-122"/>
              </a:endParaRPr>
            </a:p>
          </p:txBody>
        </p:sp>
      </p:grpSp>
      <p:sp>
        <p:nvSpPr>
          <p:cNvPr id="96" name="Line 95">
            <a:extLst>
              <a:ext uri="{FF2B5EF4-FFF2-40B4-BE49-F238E27FC236}">
                <a16:creationId xmlns:a16="http://schemas.microsoft.com/office/drawing/2014/main" id="{9933B23B-9F3F-EF09-FF8E-F21189D49F11}"/>
              </a:ext>
            </a:extLst>
          </p:cNvPr>
          <p:cNvSpPr>
            <a:spLocks noChangeShapeType="1"/>
          </p:cNvSpPr>
          <p:nvPr/>
        </p:nvSpPr>
        <p:spPr bwMode="auto">
          <a:xfrm flipV="1">
            <a:off x="3954462" y="3444875"/>
            <a:ext cx="736600" cy="447675"/>
          </a:xfrm>
          <a:prstGeom prst="line">
            <a:avLst/>
          </a:prstGeom>
          <a:noFill/>
          <a:ln w="9525">
            <a:solidFill>
              <a:srgbClr val="FF3300"/>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97" name="Group 96">
            <a:extLst>
              <a:ext uri="{FF2B5EF4-FFF2-40B4-BE49-F238E27FC236}">
                <a16:creationId xmlns:a16="http://schemas.microsoft.com/office/drawing/2014/main" id="{00CD97FF-E4E3-94FE-B235-1CF4F65D3042}"/>
              </a:ext>
            </a:extLst>
          </p:cNvPr>
          <p:cNvGrpSpPr>
            <a:grpSpLocks/>
          </p:cNvGrpSpPr>
          <p:nvPr/>
        </p:nvGrpSpPr>
        <p:grpSpPr bwMode="auto">
          <a:xfrm>
            <a:off x="4552950" y="3108325"/>
            <a:ext cx="814387" cy="371475"/>
            <a:chOff x="1857" y="1934"/>
            <a:chExt cx="513" cy="234"/>
          </a:xfrm>
        </p:grpSpPr>
        <p:sp>
          <p:nvSpPr>
            <p:cNvPr id="98" name="Rectangle 97">
              <a:extLst>
                <a:ext uri="{FF2B5EF4-FFF2-40B4-BE49-F238E27FC236}">
                  <a16:creationId xmlns:a16="http://schemas.microsoft.com/office/drawing/2014/main" id="{89AC0C69-ADC7-77E4-F4DA-896C26E7AB31}"/>
                </a:ext>
              </a:extLst>
            </p:cNvPr>
            <p:cNvSpPr>
              <a:spLocks noChangeArrowheads="1"/>
            </p:cNvSpPr>
            <p:nvPr/>
          </p:nvSpPr>
          <p:spPr bwMode="auto">
            <a:xfrm>
              <a:off x="1857" y="1934"/>
              <a:ext cx="513"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m〞</a:t>
              </a:r>
            </a:p>
          </p:txBody>
        </p:sp>
        <p:sp>
          <p:nvSpPr>
            <p:cNvPr id="99" name="Oval 98">
              <a:extLst>
                <a:ext uri="{FF2B5EF4-FFF2-40B4-BE49-F238E27FC236}">
                  <a16:creationId xmlns:a16="http://schemas.microsoft.com/office/drawing/2014/main" id="{A326F46C-4B63-D08A-3D26-5054AA00FC7D}"/>
                </a:ext>
              </a:extLst>
            </p:cNvPr>
            <p:cNvSpPr>
              <a:spLocks noChangeArrowheads="1"/>
            </p:cNvSpPr>
            <p:nvPr/>
          </p:nvSpPr>
          <p:spPr bwMode="auto">
            <a:xfrm>
              <a:off x="1918" y="2123"/>
              <a:ext cx="45" cy="45"/>
            </a:xfrm>
            <a:prstGeom prst="ellipse">
              <a:avLst/>
            </a:prstGeom>
            <a:solidFill>
              <a:srgbClr val="0066FF"/>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FF3300"/>
                </a:solidFill>
                <a:effectLst/>
                <a:uLnTx/>
                <a:uFillTx/>
                <a:latin typeface="Times New Roman" pitchFamily="18" charset="0"/>
                <a:ea typeface="宋体" charset="-122"/>
              </a:endParaRPr>
            </a:p>
          </p:txBody>
        </p:sp>
      </p:grpSp>
      <p:sp>
        <p:nvSpPr>
          <p:cNvPr id="100" name="Text Box 99">
            <a:extLst>
              <a:ext uri="{FF2B5EF4-FFF2-40B4-BE49-F238E27FC236}">
                <a16:creationId xmlns:a16="http://schemas.microsoft.com/office/drawing/2014/main" id="{3607FC5A-7CB7-FE62-C766-E90915F8C4EB}"/>
              </a:ext>
            </a:extLst>
          </p:cNvPr>
          <p:cNvSpPr txBox="1">
            <a:spLocks noChangeArrowheads="1"/>
          </p:cNvSpPr>
          <p:nvPr/>
        </p:nvSpPr>
        <p:spPr bwMode="auto">
          <a:xfrm>
            <a:off x="2041525" y="2109788"/>
            <a:ext cx="8456612" cy="457200"/>
          </a:xfrm>
          <a:prstGeom prst="rect">
            <a:avLst/>
          </a:prstGeom>
          <a:noFill/>
          <a:ln w="15875">
            <a:noFill/>
            <a:miter lim="800000"/>
            <a:headEnd/>
            <a:tailEnd/>
          </a:ln>
        </p:spPr>
        <p:txBody>
          <a:bodyPr>
            <a:spAutoFit/>
          </a:bodyPr>
          <a:lstStyle/>
          <a:p>
            <a:pPr eaLnBrk="0" fontAlgn="base" hangingPunct="0">
              <a:lnSpc>
                <a:spcPct val="120000"/>
              </a:lnSpc>
              <a:spcBef>
                <a:spcPct val="0"/>
              </a:spcBef>
              <a:spcAft>
                <a:spcPct val="0"/>
              </a:spcAft>
            </a:pPr>
            <a:r>
              <a:rPr lang="zh-CN" altLang="en-US" sz="2000" b="1">
                <a:solidFill>
                  <a:srgbClr val="000000"/>
                </a:solidFill>
                <a:latin typeface="Times New Roman" pitchFamily="18" charset="0"/>
                <a:ea typeface="宋体" charset="-122"/>
              </a:rPr>
              <a:t>可由点</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，利用点的投影规律，求出其</a:t>
            </a:r>
            <a:r>
              <a:rPr lang="en-US" altLang="zh-CN" sz="2000" b="1" i="1">
                <a:solidFill>
                  <a:srgbClr val="000000"/>
                </a:solidFill>
                <a:latin typeface="Times New Roman" pitchFamily="18" charset="0"/>
                <a:ea typeface="宋体" charset="-122"/>
              </a:rPr>
              <a:t>V</a:t>
            </a:r>
            <a:r>
              <a:rPr lang="zh-CN" altLang="en-US" sz="2000" b="1">
                <a:solidFill>
                  <a:srgbClr val="000000"/>
                </a:solidFill>
                <a:latin typeface="Times New Roman" pitchFamily="18" charset="0"/>
                <a:ea typeface="宋体" charset="-122"/>
              </a:rPr>
              <a:t>、</a:t>
            </a:r>
            <a:r>
              <a:rPr lang="en-US" altLang="zh-CN" sz="2000" b="1" i="1">
                <a:solidFill>
                  <a:srgbClr val="000000"/>
                </a:solidFill>
                <a:latin typeface="Times New Roman" pitchFamily="18" charset="0"/>
                <a:ea typeface="宋体" charset="-122"/>
              </a:rPr>
              <a:t>W</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m′</a:t>
            </a:r>
            <a:r>
              <a:rPr lang="zh-CN" altLang="en-US" sz="2000" b="1" i="1">
                <a:solidFill>
                  <a:srgbClr val="000000"/>
                </a:solidFill>
                <a:latin typeface="Times New Roman" pitchFamily="18" charset="0"/>
                <a:ea typeface="宋体" charset="-122"/>
              </a:rPr>
              <a:t>、</a:t>
            </a:r>
            <a:r>
              <a:rPr lang="en-US" altLang="zh-CN" sz="2000" b="1" i="1">
                <a:solidFill>
                  <a:srgbClr val="000000"/>
                </a:solidFill>
                <a:latin typeface="Times New Roman" pitchFamily="18" charset="0"/>
                <a:ea typeface="宋体" charset="-122"/>
              </a:rPr>
              <a:t>m″</a:t>
            </a:r>
            <a:r>
              <a:rPr lang="zh-CN" altLang="en-US" sz="2000" b="1">
                <a:solidFill>
                  <a:srgbClr val="000000"/>
                </a:solidFill>
                <a:latin typeface="Times New Roman" pitchFamily="18" charset="0"/>
                <a:ea typeface="宋体" charset="-122"/>
              </a:rPr>
              <a:t>。 </a:t>
            </a:r>
          </a:p>
        </p:txBody>
      </p:sp>
      <p:sp>
        <p:nvSpPr>
          <p:cNvPr id="101" name="Freeform 100">
            <a:extLst>
              <a:ext uri="{FF2B5EF4-FFF2-40B4-BE49-F238E27FC236}">
                <a16:creationId xmlns:a16="http://schemas.microsoft.com/office/drawing/2014/main" id="{40F2FDBE-96DA-9BC0-DD5B-1F1B63366B8E}"/>
              </a:ext>
            </a:extLst>
          </p:cNvPr>
          <p:cNvSpPr>
            <a:spLocks/>
          </p:cNvSpPr>
          <p:nvPr/>
        </p:nvSpPr>
        <p:spPr bwMode="auto">
          <a:xfrm>
            <a:off x="8672512" y="3041650"/>
            <a:ext cx="857250" cy="1588"/>
          </a:xfrm>
          <a:custGeom>
            <a:avLst/>
            <a:gdLst>
              <a:gd name="T0" fmla="*/ 0 w 540"/>
              <a:gd name="T1" fmla="*/ 0 h 1"/>
              <a:gd name="T2" fmla="*/ 857250 w 540"/>
              <a:gd name="T3" fmla="*/ 0 h 1"/>
              <a:gd name="T4" fmla="*/ 0 60000 65536"/>
              <a:gd name="T5" fmla="*/ 0 60000 65536"/>
              <a:gd name="T6" fmla="*/ 0 w 540"/>
              <a:gd name="T7" fmla="*/ 0 h 1"/>
              <a:gd name="T8" fmla="*/ 540 w 540"/>
              <a:gd name="T9" fmla="*/ 1 h 1"/>
            </a:gdLst>
            <a:ahLst/>
            <a:cxnLst>
              <a:cxn ang="T4">
                <a:pos x="T0" y="T1"/>
              </a:cxn>
              <a:cxn ang="T5">
                <a:pos x="T2" y="T3"/>
              </a:cxn>
            </a:cxnLst>
            <a:rect l="T6" t="T7" r="T8" b="T9"/>
            <a:pathLst>
              <a:path w="540" h="1">
                <a:moveTo>
                  <a:pt x="0" y="0"/>
                </a:moveTo>
                <a:lnTo>
                  <a:pt x="540" y="0"/>
                </a:lnTo>
              </a:path>
            </a:pathLst>
          </a:custGeom>
          <a:noFill/>
          <a:ln w="2857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2" name="Line 101">
            <a:extLst>
              <a:ext uri="{FF2B5EF4-FFF2-40B4-BE49-F238E27FC236}">
                <a16:creationId xmlns:a16="http://schemas.microsoft.com/office/drawing/2014/main" id="{C9D0B43E-5EF1-61B5-D04F-72AF5E48D477}"/>
              </a:ext>
            </a:extLst>
          </p:cNvPr>
          <p:cNvSpPr>
            <a:spLocks noChangeShapeType="1"/>
          </p:cNvSpPr>
          <p:nvPr/>
        </p:nvSpPr>
        <p:spPr bwMode="auto">
          <a:xfrm flipV="1">
            <a:off x="7156450" y="3043238"/>
            <a:ext cx="0" cy="2582862"/>
          </a:xfrm>
          <a:prstGeom prst="line">
            <a:avLst/>
          </a:prstGeom>
          <a:noFill/>
          <a:ln w="9525">
            <a:solidFill>
              <a:srgbClr val="FF3300"/>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103" name="Group 102">
            <a:extLst>
              <a:ext uri="{FF2B5EF4-FFF2-40B4-BE49-F238E27FC236}">
                <a16:creationId xmlns:a16="http://schemas.microsoft.com/office/drawing/2014/main" id="{3A6A464C-F255-1733-3C6E-A4FD535654EC}"/>
              </a:ext>
            </a:extLst>
          </p:cNvPr>
          <p:cNvGrpSpPr>
            <a:grpSpLocks/>
          </p:cNvGrpSpPr>
          <p:nvPr/>
        </p:nvGrpSpPr>
        <p:grpSpPr bwMode="auto">
          <a:xfrm>
            <a:off x="6835775" y="2701925"/>
            <a:ext cx="690562" cy="371475"/>
            <a:chOff x="5053" y="1929"/>
            <a:chExt cx="435" cy="234"/>
          </a:xfrm>
        </p:grpSpPr>
        <p:sp>
          <p:nvSpPr>
            <p:cNvPr id="104" name="Rectangle 103">
              <a:extLst>
                <a:ext uri="{FF2B5EF4-FFF2-40B4-BE49-F238E27FC236}">
                  <a16:creationId xmlns:a16="http://schemas.microsoft.com/office/drawing/2014/main" id="{4A8C5F89-D55F-9815-9143-A95D01DD84F3}"/>
                </a:ext>
              </a:extLst>
            </p:cNvPr>
            <p:cNvSpPr>
              <a:spLocks noChangeArrowheads="1"/>
            </p:cNvSpPr>
            <p:nvPr/>
          </p:nvSpPr>
          <p:spPr bwMode="auto">
            <a:xfrm>
              <a:off x="5053" y="1929"/>
              <a:ext cx="435" cy="231"/>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800" b="1" i="1" u="none" strike="noStrike" kern="0" cap="none" spc="0" normalizeH="0" baseline="0" noProof="0">
                  <a:ln>
                    <a:noFill/>
                  </a:ln>
                  <a:solidFill>
                    <a:srgbClr val="FF3300"/>
                  </a:solidFill>
                  <a:effectLst/>
                  <a:uLnTx/>
                  <a:uFillTx/>
                  <a:latin typeface="Times New Roman" pitchFamily="18" charset="0"/>
                  <a:ea typeface="宋体" charset="-122"/>
                </a:rPr>
                <a:t>m</a:t>
              </a:r>
              <a:r>
                <a:rPr kumimoji="0" lang="en-US" altLang="zh-CN" sz="1800" b="1" i="0" u="none" strike="noStrike" kern="0" cap="none" spc="0" normalizeH="0" baseline="0" noProof="0">
                  <a:ln>
                    <a:noFill/>
                  </a:ln>
                  <a:solidFill>
                    <a:srgbClr val="FF3300"/>
                  </a:solidFill>
                  <a:effectLst/>
                  <a:uLnTx/>
                  <a:uFillTx/>
                  <a:latin typeface="Times New Roman" pitchFamily="18" charset="0"/>
                  <a:ea typeface="宋体" charset="-122"/>
                </a:rPr>
                <a:t>′</a:t>
              </a:r>
            </a:p>
          </p:txBody>
        </p:sp>
        <p:sp>
          <p:nvSpPr>
            <p:cNvPr id="105" name="Oval 104">
              <a:extLst>
                <a:ext uri="{FF2B5EF4-FFF2-40B4-BE49-F238E27FC236}">
                  <a16:creationId xmlns:a16="http://schemas.microsoft.com/office/drawing/2014/main" id="{9E05AAB4-6B1A-A647-E19D-9398E7EEDB7C}"/>
                </a:ext>
              </a:extLst>
            </p:cNvPr>
            <p:cNvSpPr>
              <a:spLocks noChangeArrowheads="1"/>
            </p:cNvSpPr>
            <p:nvPr/>
          </p:nvSpPr>
          <p:spPr bwMode="auto">
            <a:xfrm>
              <a:off x="5237" y="2118"/>
              <a:ext cx="45" cy="45"/>
            </a:xfrm>
            <a:prstGeom prst="ellipse">
              <a:avLst/>
            </a:prstGeom>
            <a:solidFill>
              <a:srgbClr val="FF3300"/>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06" name="Group 105">
            <a:extLst>
              <a:ext uri="{FF2B5EF4-FFF2-40B4-BE49-F238E27FC236}">
                <a16:creationId xmlns:a16="http://schemas.microsoft.com/office/drawing/2014/main" id="{4707E613-1D44-CA2E-CA4D-78DDFBF5176E}"/>
              </a:ext>
            </a:extLst>
          </p:cNvPr>
          <p:cNvGrpSpPr>
            <a:grpSpLocks/>
          </p:cNvGrpSpPr>
          <p:nvPr/>
        </p:nvGrpSpPr>
        <p:grpSpPr bwMode="auto">
          <a:xfrm>
            <a:off x="7127875" y="5672138"/>
            <a:ext cx="1065212" cy="430212"/>
            <a:chOff x="3479" y="3549"/>
            <a:chExt cx="671" cy="271"/>
          </a:xfrm>
        </p:grpSpPr>
        <p:sp>
          <p:nvSpPr>
            <p:cNvPr id="107" name="Line 106">
              <a:extLst>
                <a:ext uri="{FF2B5EF4-FFF2-40B4-BE49-F238E27FC236}">
                  <a16:creationId xmlns:a16="http://schemas.microsoft.com/office/drawing/2014/main" id="{034D9129-7042-D7BC-7FF3-B7E44EDE6966}"/>
                </a:ext>
              </a:extLst>
            </p:cNvPr>
            <p:cNvSpPr>
              <a:spLocks noChangeShapeType="1"/>
            </p:cNvSpPr>
            <p:nvPr/>
          </p:nvSpPr>
          <p:spPr bwMode="auto">
            <a:xfrm rot="-5400000">
              <a:off x="3998" y="3655"/>
              <a:ext cx="0" cy="304"/>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8" name="Line 107">
              <a:extLst>
                <a:ext uri="{FF2B5EF4-FFF2-40B4-BE49-F238E27FC236}">
                  <a16:creationId xmlns:a16="http://schemas.microsoft.com/office/drawing/2014/main" id="{D212B30B-7F02-9CE7-E099-4B22A93DD6F1}"/>
                </a:ext>
              </a:extLst>
            </p:cNvPr>
            <p:cNvSpPr>
              <a:spLocks noChangeShapeType="1"/>
            </p:cNvSpPr>
            <p:nvPr/>
          </p:nvSpPr>
          <p:spPr bwMode="auto">
            <a:xfrm rot="-5400000">
              <a:off x="3815" y="3213"/>
              <a:ext cx="0" cy="671"/>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9" name="Line 108">
              <a:extLst>
                <a:ext uri="{FF2B5EF4-FFF2-40B4-BE49-F238E27FC236}">
                  <a16:creationId xmlns:a16="http://schemas.microsoft.com/office/drawing/2014/main" id="{0E92FB37-BBDF-CA55-EAFB-57DE5B4FEA07}"/>
                </a:ext>
              </a:extLst>
            </p:cNvPr>
            <p:cNvSpPr>
              <a:spLocks noChangeShapeType="1"/>
            </p:cNvSpPr>
            <p:nvPr/>
          </p:nvSpPr>
          <p:spPr bwMode="auto">
            <a:xfrm>
              <a:off x="4099" y="3549"/>
              <a:ext cx="0" cy="258"/>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0" name="Text Box 109">
              <a:extLst>
                <a:ext uri="{FF2B5EF4-FFF2-40B4-BE49-F238E27FC236}">
                  <a16:creationId xmlns:a16="http://schemas.microsoft.com/office/drawing/2014/main" id="{F794E572-8F2B-71D5-46BE-97C2D74E1C01}"/>
                </a:ext>
              </a:extLst>
            </p:cNvPr>
            <p:cNvSpPr txBox="1">
              <a:spLocks noChangeArrowheads="1"/>
            </p:cNvSpPr>
            <p:nvPr/>
          </p:nvSpPr>
          <p:spPr bwMode="auto">
            <a:xfrm rot="-5400000">
              <a:off x="3885" y="3579"/>
              <a:ext cx="271"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3</a:t>
              </a:r>
            </a:p>
          </p:txBody>
        </p:sp>
      </p:grpSp>
      <p:grpSp>
        <p:nvGrpSpPr>
          <p:cNvPr id="111" name="Group 110">
            <a:extLst>
              <a:ext uri="{FF2B5EF4-FFF2-40B4-BE49-F238E27FC236}">
                <a16:creationId xmlns:a16="http://schemas.microsoft.com/office/drawing/2014/main" id="{E1E9B2C9-AB1F-A2EB-060B-1AA3929017FA}"/>
              </a:ext>
            </a:extLst>
          </p:cNvPr>
          <p:cNvGrpSpPr>
            <a:grpSpLocks/>
          </p:cNvGrpSpPr>
          <p:nvPr/>
        </p:nvGrpSpPr>
        <p:grpSpPr bwMode="auto">
          <a:xfrm>
            <a:off x="9139237" y="3041650"/>
            <a:ext cx="430213" cy="1682750"/>
            <a:chOff x="4746" y="1892"/>
            <a:chExt cx="271" cy="1060"/>
          </a:xfrm>
        </p:grpSpPr>
        <p:sp>
          <p:nvSpPr>
            <p:cNvPr id="112" name="Line 111">
              <a:extLst>
                <a:ext uri="{FF2B5EF4-FFF2-40B4-BE49-F238E27FC236}">
                  <a16:creationId xmlns:a16="http://schemas.microsoft.com/office/drawing/2014/main" id="{72EF77FF-8089-EDD0-8585-E5E00459B9C5}"/>
                </a:ext>
              </a:extLst>
            </p:cNvPr>
            <p:cNvSpPr>
              <a:spLocks noChangeShapeType="1"/>
            </p:cNvSpPr>
            <p:nvPr/>
          </p:nvSpPr>
          <p:spPr bwMode="auto">
            <a:xfrm>
              <a:off x="5001" y="2648"/>
              <a:ext cx="0" cy="304"/>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3" name="Line 112">
              <a:extLst>
                <a:ext uri="{FF2B5EF4-FFF2-40B4-BE49-F238E27FC236}">
                  <a16:creationId xmlns:a16="http://schemas.microsoft.com/office/drawing/2014/main" id="{6D276323-94EC-60D8-E4C2-E26623E0DF23}"/>
                </a:ext>
              </a:extLst>
            </p:cNvPr>
            <p:cNvSpPr>
              <a:spLocks noChangeShapeType="1"/>
            </p:cNvSpPr>
            <p:nvPr/>
          </p:nvSpPr>
          <p:spPr bwMode="auto">
            <a:xfrm>
              <a:off x="4751" y="1892"/>
              <a:ext cx="0" cy="1060"/>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4" name="Line 113">
              <a:extLst>
                <a:ext uri="{FF2B5EF4-FFF2-40B4-BE49-F238E27FC236}">
                  <a16:creationId xmlns:a16="http://schemas.microsoft.com/office/drawing/2014/main" id="{AE724A06-3DAC-3CFF-68DA-E314C0D1B393}"/>
                </a:ext>
              </a:extLst>
            </p:cNvPr>
            <p:cNvSpPr>
              <a:spLocks noChangeShapeType="1"/>
            </p:cNvSpPr>
            <p:nvPr/>
          </p:nvSpPr>
          <p:spPr bwMode="auto">
            <a:xfrm rot="16200000" flipV="1">
              <a:off x="4871" y="2774"/>
              <a:ext cx="2" cy="251"/>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15" name="Text Box 114">
              <a:extLst>
                <a:ext uri="{FF2B5EF4-FFF2-40B4-BE49-F238E27FC236}">
                  <a16:creationId xmlns:a16="http://schemas.microsoft.com/office/drawing/2014/main" id="{820223CE-C5D1-882A-B7D8-FF3BE272673C}"/>
                </a:ext>
              </a:extLst>
            </p:cNvPr>
            <p:cNvSpPr txBox="1">
              <a:spLocks noChangeArrowheads="1"/>
            </p:cNvSpPr>
            <p:nvPr/>
          </p:nvSpPr>
          <p:spPr bwMode="auto">
            <a:xfrm>
              <a:off x="4746" y="2689"/>
              <a:ext cx="271"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66FF"/>
                  </a:solidFill>
                  <a:latin typeface="Times New Roman" pitchFamily="18" charset="0"/>
                  <a:ea typeface="宋体" charset="-122"/>
                </a:rPr>
                <a:t>Y</a:t>
              </a:r>
              <a:r>
                <a:rPr lang="en-US" altLang="zh-CN" sz="1600" b="1" baseline="-25000">
                  <a:solidFill>
                    <a:srgbClr val="0066FF"/>
                  </a:solidFill>
                  <a:latin typeface="Times New Roman" pitchFamily="18" charset="0"/>
                  <a:ea typeface="宋体" charset="-122"/>
                </a:rPr>
                <a:t>3</a:t>
              </a:r>
            </a:p>
          </p:txBody>
        </p:sp>
      </p:grpSp>
      <p:grpSp>
        <p:nvGrpSpPr>
          <p:cNvPr id="116" name="Group 115">
            <a:extLst>
              <a:ext uri="{FF2B5EF4-FFF2-40B4-BE49-F238E27FC236}">
                <a16:creationId xmlns:a16="http://schemas.microsoft.com/office/drawing/2014/main" id="{F003AAE0-5D76-2F1C-8DA7-86C4B373BC7E}"/>
              </a:ext>
            </a:extLst>
          </p:cNvPr>
          <p:cNvGrpSpPr>
            <a:grpSpLocks/>
          </p:cNvGrpSpPr>
          <p:nvPr/>
        </p:nvGrpSpPr>
        <p:grpSpPr bwMode="auto">
          <a:xfrm>
            <a:off x="9012237" y="2701925"/>
            <a:ext cx="814388" cy="371475"/>
            <a:chOff x="1857" y="1934"/>
            <a:chExt cx="513" cy="234"/>
          </a:xfrm>
        </p:grpSpPr>
        <p:sp>
          <p:nvSpPr>
            <p:cNvPr id="117" name="Rectangle 116">
              <a:extLst>
                <a:ext uri="{FF2B5EF4-FFF2-40B4-BE49-F238E27FC236}">
                  <a16:creationId xmlns:a16="http://schemas.microsoft.com/office/drawing/2014/main" id="{D16302BB-656D-F181-4D63-A55F699B5715}"/>
                </a:ext>
              </a:extLst>
            </p:cNvPr>
            <p:cNvSpPr>
              <a:spLocks noChangeArrowheads="1"/>
            </p:cNvSpPr>
            <p:nvPr/>
          </p:nvSpPr>
          <p:spPr bwMode="auto">
            <a:xfrm>
              <a:off x="1857" y="1934"/>
              <a:ext cx="513" cy="212"/>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1600" b="1" i="1" u="none" strike="noStrike" kern="0" cap="none" spc="0" normalizeH="0" baseline="0" noProof="0">
                  <a:ln>
                    <a:noFill/>
                  </a:ln>
                  <a:solidFill>
                    <a:srgbClr val="FF3300"/>
                  </a:solidFill>
                  <a:effectLst/>
                  <a:uLnTx/>
                  <a:uFillTx/>
                  <a:latin typeface="Times New Roman" pitchFamily="18" charset="0"/>
                  <a:ea typeface="宋体" charset="-122"/>
                </a:rPr>
                <a:t>m〞</a:t>
              </a:r>
            </a:p>
          </p:txBody>
        </p:sp>
        <p:sp>
          <p:nvSpPr>
            <p:cNvPr id="118" name="Oval 117">
              <a:extLst>
                <a:ext uri="{FF2B5EF4-FFF2-40B4-BE49-F238E27FC236}">
                  <a16:creationId xmlns:a16="http://schemas.microsoft.com/office/drawing/2014/main" id="{95F3B026-E9D7-EDE6-BDE3-DCB63B10582B}"/>
                </a:ext>
              </a:extLst>
            </p:cNvPr>
            <p:cNvSpPr>
              <a:spLocks noChangeArrowheads="1"/>
            </p:cNvSpPr>
            <p:nvPr/>
          </p:nvSpPr>
          <p:spPr bwMode="auto">
            <a:xfrm>
              <a:off x="1918" y="2123"/>
              <a:ext cx="45" cy="45"/>
            </a:xfrm>
            <a:prstGeom prst="ellipse">
              <a:avLst/>
            </a:prstGeom>
            <a:solidFill>
              <a:srgbClr val="0066FF"/>
            </a:solidFill>
            <a:ln w="952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FF3300"/>
                </a:solidFill>
                <a:effectLst/>
                <a:uLnTx/>
                <a:uFillTx/>
                <a:latin typeface="Times New Roman" pitchFamily="18" charset="0"/>
                <a:ea typeface="宋体" charset="-122"/>
              </a:endParaRPr>
            </a:p>
          </p:txBody>
        </p:sp>
      </p:grpSp>
    </p:spTree>
    <p:extLst>
      <p:ext uri="{BB962C8B-B14F-4D97-AF65-F5344CB8AC3E}">
        <p14:creationId xmlns:p14="http://schemas.microsoft.com/office/powerpoint/2010/main" val="272709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par>
                          <p:cTn id="8" fill="hold">
                            <p:stCondLst>
                              <p:cond delay="500"/>
                            </p:stCondLst>
                            <p:childTnLst>
                              <p:par>
                                <p:cTn id="9" presetID="2" presetClass="entr" presetSubtype="6"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 calcmode="lin" valueType="num">
                                      <p:cBhvr additive="base">
                                        <p:cTn id="11" dur="500" fill="hold"/>
                                        <p:tgtEl>
                                          <p:spTgt spid="75"/>
                                        </p:tgtEl>
                                        <p:attrNameLst>
                                          <p:attrName>ppt_x</p:attrName>
                                        </p:attrNameLst>
                                      </p:cBhvr>
                                      <p:tavLst>
                                        <p:tav tm="0">
                                          <p:val>
                                            <p:strVal val="1+#ppt_w/2"/>
                                          </p:val>
                                        </p:tav>
                                        <p:tav tm="100000">
                                          <p:val>
                                            <p:strVal val="#ppt_x"/>
                                          </p:val>
                                        </p:tav>
                                      </p:tavLst>
                                    </p:anim>
                                    <p:anim calcmode="lin" valueType="num">
                                      <p:cBhvr additive="base">
                                        <p:cTn id="1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wipe(left)">
                                      <p:cBhvr>
                                        <p:cTn id="17" dur="500"/>
                                        <p:tgtEl>
                                          <p:spTgt spid="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0"/>
                                        </p:tgtEl>
                                        <p:attrNameLst>
                                          <p:attrName>style.visibility</p:attrName>
                                        </p:attrNameLst>
                                      </p:cBhvr>
                                      <p:to>
                                        <p:strVal val="visible"/>
                                      </p:to>
                                    </p:set>
                                    <p:animEffect transition="in" filter="wipe(down)">
                                      <p:cBhvr>
                                        <p:cTn id="22" dur="500"/>
                                        <p:tgtEl>
                                          <p:spTgt spid="80"/>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78"/>
                                        </p:tgtEl>
                                        <p:attrNameLst>
                                          <p:attrName>style.visibility</p:attrName>
                                        </p:attrNameLst>
                                      </p:cBhvr>
                                      <p:to>
                                        <p:strVal val="visible"/>
                                      </p:to>
                                    </p:set>
                                    <p:animEffect transition="in" filter="wipe(left)">
                                      <p:cBhvr>
                                        <p:cTn id="26" dur="500"/>
                                        <p:tgtEl>
                                          <p:spTgt spid="7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wipe(down)">
                                      <p:cBhvr>
                                        <p:cTn id="31" dur="500"/>
                                        <p:tgtEl>
                                          <p:spTgt spid="87"/>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01"/>
                                        </p:tgtEl>
                                        <p:attrNameLst>
                                          <p:attrName>style.visibility</p:attrName>
                                        </p:attrNameLst>
                                      </p:cBhvr>
                                      <p:to>
                                        <p:strVal val="visible"/>
                                      </p:to>
                                    </p:set>
                                    <p:animEffect transition="in" filter="wipe(left)">
                                      <p:cBhvr>
                                        <p:cTn id="35" dur="500"/>
                                        <p:tgtEl>
                                          <p:spTgt spid="10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0"/>
                                        </p:tgtEl>
                                        <p:attrNameLst>
                                          <p:attrName>style.visibility</p:attrName>
                                        </p:attrNameLst>
                                      </p:cBhvr>
                                      <p:to>
                                        <p:strVal val="visible"/>
                                      </p:to>
                                    </p:set>
                                    <p:animEffect transition="in" filter="wipe(left)">
                                      <p:cBhvr>
                                        <p:cTn id="40" dur="500"/>
                                        <p:tgtEl>
                                          <p:spTgt spid="10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9"/>
                                        </p:tgtEl>
                                        <p:attrNameLst>
                                          <p:attrName>style.visibility</p:attrName>
                                        </p:attrNameLst>
                                      </p:cBhvr>
                                      <p:to>
                                        <p:strVal val="visible"/>
                                      </p:to>
                                    </p:set>
                                    <p:animEffect transition="in" filter="wipe(down)">
                                      <p:cBhvr>
                                        <p:cTn id="45" dur="500"/>
                                        <p:tgtEl>
                                          <p:spTgt spid="79"/>
                                        </p:tgtEl>
                                      </p:cBhvr>
                                    </p:animEffect>
                                  </p:childTnLst>
                                </p:cTn>
                              </p:par>
                            </p:childTnLst>
                          </p:cTn>
                        </p:par>
                        <p:par>
                          <p:cTn id="46" fill="hold">
                            <p:stCondLst>
                              <p:cond delay="500"/>
                            </p:stCondLst>
                            <p:childTnLst>
                              <p:par>
                                <p:cTn id="47" presetID="2" presetClass="entr" presetSubtype="6" fill="hold" nodeType="afterEffect">
                                  <p:stCondLst>
                                    <p:cond delay="0"/>
                                  </p:stCondLst>
                                  <p:childTnLst>
                                    <p:set>
                                      <p:cBhvr>
                                        <p:cTn id="48" dur="1" fill="hold">
                                          <p:stCondLst>
                                            <p:cond delay="0"/>
                                          </p:stCondLst>
                                        </p:cTn>
                                        <p:tgtEl>
                                          <p:spTgt spid="93"/>
                                        </p:tgtEl>
                                        <p:attrNameLst>
                                          <p:attrName>style.visibility</p:attrName>
                                        </p:attrNameLst>
                                      </p:cBhvr>
                                      <p:to>
                                        <p:strVal val="visible"/>
                                      </p:to>
                                    </p:set>
                                    <p:anim calcmode="lin" valueType="num">
                                      <p:cBhvr additive="base">
                                        <p:cTn id="49" dur="500" fill="hold"/>
                                        <p:tgtEl>
                                          <p:spTgt spid="93"/>
                                        </p:tgtEl>
                                        <p:attrNameLst>
                                          <p:attrName>ppt_x</p:attrName>
                                        </p:attrNameLst>
                                      </p:cBhvr>
                                      <p:tavLst>
                                        <p:tav tm="0">
                                          <p:val>
                                            <p:strVal val="1+#ppt_w/2"/>
                                          </p:val>
                                        </p:tav>
                                        <p:tav tm="100000">
                                          <p:val>
                                            <p:strVal val="#ppt_x"/>
                                          </p:val>
                                        </p:tav>
                                      </p:tavLst>
                                    </p:anim>
                                    <p:anim calcmode="lin" valueType="num">
                                      <p:cBhvr additive="base">
                                        <p:cTn id="50"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02"/>
                                        </p:tgtEl>
                                        <p:attrNameLst>
                                          <p:attrName>style.visibility</p:attrName>
                                        </p:attrNameLst>
                                      </p:cBhvr>
                                      <p:to>
                                        <p:strVal val="visible"/>
                                      </p:to>
                                    </p:set>
                                    <p:animEffect transition="in" filter="wipe(down)">
                                      <p:cBhvr>
                                        <p:cTn id="55" dur="500"/>
                                        <p:tgtEl>
                                          <p:spTgt spid="102"/>
                                        </p:tgtEl>
                                      </p:cBhvr>
                                    </p:animEffect>
                                  </p:childTnLst>
                                </p:cTn>
                              </p:par>
                            </p:childTnLst>
                          </p:cTn>
                        </p:par>
                        <p:par>
                          <p:cTn id="56" fill="hold">
                            <p:stCondLst>
                              <p:cond delay="500"/>
                            </p:stCondLst>
                            <p:childTnLst>
                              <p:par>
                                <p:cTn id="57" presetID="2" presetClass="entr" presetSubtype="4" fill="hold" nodeType="afterEffect">
                                  <p:stCondLst>
                                    <p:cond delay="0"/>
                                  </p:stCondLst>
                                  <p:childTnLst>
                                    <p:set>
                                      <p:cBhvr>
                                        <p:cTn id="58" dur="1" fill="hold">
                                          <p:stCondLst>
                                            <p:cond delay="0"/>
                                          </p:stCondLst>
                                        </p:cTn>
                                        <p:tgtEl>
                                          <p:spTgt spid="103"/>
                                        </p:tgtEl>
                                        <p:attrNameLst>
                                          <p:attrName>style.visibility</p:attrName>
                                        </p:attrNameLst>
                                      </p:cBhvr>
                                      <p:to>
                                        <p:strVal val="visible"/>
                                      </p:to>
                                    </p:set>
                                    <p:anim calcmode="lin" valueType="num">
                                      <p:cBhvr additive="base">
                                        <p:cTn id="59" dur="500" fill="hold"/>
                                        <p:tgtEl>
                                          <p:spTgt spid="103"/>
                                        </p:tgtEl>
                                        <p:attrNameLst>
                                          <p:attrName>ppt_x</p:attrName>
                                        </p:attrNameLst>
                                      </p:cBhvr>
                                      <p:tavLst>
                                        <p:tav tm="0">
                                          <p:val>
                                            <p:strVal val="#ppt_x"/>
                                          </p:val>
                                        </p:tav>
                                        <p:tav tm="100000">
                                          <p:val>
                                            <p:strVal val="#ppt_x"/>
                                          </p:val>
                                        </p:tav>
                                      </p:tavLst>
                                    </p:anim>
                                    <p:anim calcmode="lin" valueType="num">
                                      <p:cBhvr additive="base">
                                        <p:cTn id="60"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96"/>
                                        </p:tgtEl>
                                        <p:attrNameLst>
                                          <p:attrName>style.visibility</p:attrName>
                                        </p:attrNameLst>
                                      </p:cBhvr>
                                      <p:to>
                                        <p:strVal val="visible"/>
                                      </p:to>
                                    </p:set>
                                    <p:animEffect transition="in" filter="wipe(down)">
                                      <p:cBhvr>
                                        <p:cTn id="65" dur="500"/>
                                        <p:tgtEl>
                                          <p:spTgt spid="96"/>
                                        </p:tgtEl>
                                      </p:cBhvr>
                                    </p:animEffect>
                                  </p:childTnLst>
                                </p:cTn>
                              </p:par>
                            </p:childTnLst>
                          </p:cTn>
                        </p:par>
                        <p:par>
                          <p:cTn id="66" fill="hold">
                            <p:stCondLst>
                              <p:cond delay="500"/>
                            </p:stCondLst>
                            <p:childTnLst>
                              <p:par>
                                <p:cTn id="67" presetID="2" presetClass="entr" presetSubtype="1" fill="hold" nodeType="afterEffect">
                                  <p:stCondLst>
                                    <p:cond delay="0"/>
                                  </p:stCondLst>
                                  <p:childTnLst>
                                    <p:set>
                                      <p:cBhvr>
                                        <p:cTn id="68" dur="1" fill="hold">
                                          <p:stCondLst>
                                            <p:cond delay="0"/>
                                          </p:stCondLst>
                                        </p:cTn>
                                        <p:tgtEl>
                                          <p:spTgt spid="97"/>
                                        </p:tgtEl>
                                        <p:attrNameLst>
                                          <p:attrName>style.visibility</p:attrName>
                                        </p:attrNameLst>
                                      </p:cBhvr>
                                      <p:to>
                                        <p:strVal val="visible"/>
                                      </p:to>
                                    </p:set>
                                    <p:anim calcmode="lin" valueType="num">
                                      <p:cBhvr additive="base">
                                        <p:cTn id="69" dur="500" fill="hold"/>
                                        <p:tgtEl>
                                          <p:spTgt spid="97"/>
                                        </p:tgtEl>
                                        <p:attrNameLst>
                                          <p:attrName>ppt_x</p:attrName>
                                        </p:attrNameLst>
                                      </p:cBhvr>
                                      <p:tavLst>
                                        <p:tav tm="0">
                                          <p:val>
                                            <p:strVal val="#ppt_x"/>
                                          </p:val>
                                        </p:tav>
                                        <p:tav tm="100000">
                                          <p:val>
                                            <p:strVal val="#ppt_x"/>
                                          </p:val>
                                        </p:tav>
                                      </p:tavLst>
                                    </p:anim>
                                    <p:anim calcmode="lin" valueType="num">
                                      <p:cBhvr additive="base">
                                        <p:cTn id="70" dur="500" fill="hold"/>
                                        <p:tgtEl>
                                          <p:spTgt spid="97"/>
                                        </p:tgtEl>
                                        <p:attrNameLst>
                                          <p:attrName>ppt_y</p:attrName>
                                        </p:attrNameLst>
                                      </p:cBhvr>
                                      <p:tavLst>
                                        <p:tav tm="0">
                                          <p:val>
                                            <p:strVal val="0-#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6"/>
                                        </p:tgtEl>
                                        <p:attrNameLst>
                                          <p:attrName>style.visibility</p:attrName>
                                        </p:attrNameLst>
                                      </p:cBhvr>
                                      <p:to>
                                        <p:strVal val="visible"/>
                                      </p:to>
                                    </p:set>
                                    <p:animEffect transition="in" filter="wipe(left)">
                                      <p:cBhvr>
                                        <p:cTn id="75" dur="500"/>
                                        <p:tgtEl>
                                          <p:spTgt spid="106"/>
                                        </p:tgtEl>
                                      </p:cBhvr>
                                    </p:animEffect>
                                  </p:childTnLst>
                                </p:cTn>
                              </p:par>
                            </p:childTnLst>
                          </p:cTn>
                        </p:par>
                        <p:par>
                          <p:cTn id="76" fill="hold">
                            <p:stCondLst>
                              <p:cond delay="500"/>
                            </p:stCondLst>
                            <p:childTnLst>
                              <p:par>
                                <p:cTn id="77" presetID="22" presetClass="entr" presetSubtype="4" fill="hold" nodeType="afterEffect">
                                  <p:stCondLst>
                                    <p:cond delay="0"/>
                                  </p:stCondLst>
                                  <p:childTnLst>
                                    <p:set>
                                      <p:cBhvr>
                                        <p:cTn id="78" dur="1" fill="hold">
                                          <p:stCondLst>
                                            <p:cond delay="0"/>
                                          </p:stCondLst>
                                        </p:cTn>
                                        <p:tgtEl>
                                          <p:spTgt spid="111"/>
                                        </p:tgtEl>
                                        <p:attrNameLst>
                                          <p:attrName>style.visibility</p:attrName>
                                        </p:attrNameLst>
                                      </p:cBhvr>
                                      <p:to>
                                        <p:strVal val="visible"/>
                                      </p:to>
                                    </p:set>
                                    <p:animEffect transition="in" filter="wipe(down)">
                                      <p:cBhvr>
                                        <p:cTn id="79" dur="500"/>
                                        <p:tgtEl>
                                          <p:spTgt spid="111"/>
                                        </p:tgtEl>
                                      </p:cBhvr>
                                    </p:animEffect>
                                  </p:childTnLst>
                                </p:cTn>
                              </p:par>
                            </p:childTnLst>
                          </p:cTn>
                        </p:par>
                        <p:par>
                          <p:cTn id="80" fill="hold">
                            <p:stCondLst>
                              <p:cond delay="1000"/>
                            </p:stCondLst>
                            <p:childTnLst>
                              <p:par>
                                <p:cTn id="81" presetID="2" presetClass="entr" presetSubtype="1" fill="hold" nodeType="afterEffect">
                                  <p:stCondLst>
                                    <p:cond delay="0"/>
                                  </p:stCondLst>
                                  <p:childTnLst>
                                    <p:set>
                                      <p:cBhvr>
                                        <p:cTn id="82" dur="1" fill="hold">
                                          <p:stCondLst>
                                            <p:cond delay="0"/>
                                          </p:stCondLst>
                                        </p:cTn>
                                        <p:tgtEl>
                                          <p:spTgt spid="116"/>
                                        </p:tgtEl>
                                        <p:attrNameLst>
                                          <p:attrName>style.visibility</p:attrName>
                                        </p:attrNameLst>
                                      </p:cBhvr>
                                      <p:to>
                                        <p:strVal val="visible"/>
                                      </p:to>
                                    </p:set>
                                    <p:anim calcmode="lin" valueType="num">
                                      <p:cBhvr additive="base">
                                        <p:cTn id="83" dur="500" fill="hold"/>
                                        <p:tgtEl>
                                          <p:spTgt spid="116"/>
                                        </p:tgtEl>
                                        <p:attrNameLst>
                                          <p:attrName>ppt_x</p:attrName>
                                        </p:attrNameLst>
                                      </p:cBhvr>
                                      <p:tavLst>
                                        <p:tav tm="0">
                                          <p:val>
                                            <p:strVal val="#ppt_x"/>
                                          </p:val>
                                        </p:tav>
                                        <p:tav tm="100000">
                                          <p:val>
                                            <p:strVal val="#ppt_x"/>
                                          </p:val>
                                        </p:tav>
                                      </p:tavLst>
                                    </p:anim>
                                    <p:anim calcmode="lin" valueType="num">
                                      <p:cBhvr additive="base">
                                        <p:cTn id="84" dur="500" fill="hold"/>
                                        <p:tgtEl>
                                          <p:spTgt spid="1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74" grpId="0"/>
      <p:bldP spid="78" grpId="0" animBg="1"/>
      <p:bldP spid="79" grpId="0" animBg="1"/>
      <p:bldP spid="96" grpId="0" animBg="1"/>
      <p:bldP spid="100" grpId="0"/>
      <p:bldP spid="101" grpId="0" animBg="1"/>
      <p:bldP spid="10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CE89F3-B618-20FA-5BB1-2567A795AA71}"/>
              </a:ext>
            </a:extLst>
          </p:cNvPr>
          <p:cNvSpPr>
            <a:spLocks noGrp="1"/>
          </p:cNvSpPr>
          <p:nvPr>
            <p:ph type="title"/>
          </p:nvPr>
        </p:nvSpPr>
        <p:spPr/>
        <p:txBody>
          <a:bodyPr/>
          <a:lstStyle/>
          <a:p>
            <a:endParaRPr lang="zh-CN" altLang="en-US"/>
          </a:p>
        </p:txBody>
      </p:sp>
      <p:sp>
        <p:nvSpPr>
          <p:cNvPr id="11" name="Rectangle 2">
            <a:extLst>
              <a:ext uri="{FF2B5EF4-FFF2-40B4-BE49-F238E27FC236}">
                <a16:creationId xmlns:a16="http://schemas.microsoft.com/office/drawing/2014/main" id="{A7DFCC44-36C6-6DDD-2DE0-5200383295BB}"/>
              </a:ext>
            </a:extLst>
          </p:cNvPr>
          <p:cNvSpPr txBox="1">
            <a:spLocks noChangeArrowheads="1"/>
          </p:cNvSpPr>
          <p:nvPr/>
        </p:nvSpPr>
        <p:spPr bwMode="auto">
          <a:xfrm>
            <a:off x="2601119" y="377825"/>
            <a:ext cx="4789487" cy="8143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r>
              <a:rPr lang="zh-CN" altLang="en-US" sz="3200" b="1" kern="0">
                <a:solidFill>
                  <a:srgbClr val="FF0000"/>
                </a:solidFill>
                <a:latin typeface="Times New Roman" pitchFamily="18" charset="0"/>
              </a:rPr>
              <a:t>平面立体截交线的求法</a:t>
            </a:r>
            <a:endParaRPr lang="en-US" altLang="zh-CN" sz="3200" b="1" kern="0">
              <a:solidFill>
                <a:srgbClr val="FF0000"/>
              </a:solidFill>
              <a:latin typeface="Times New Roman" pitchFamily="18" charset="0"/>
            </a:endParaRPr>
          </a:p>
        </p:txBody>
      </p:sp>
      <p:sp>
        <p:nvSpPr>
          <p:cNvPr id="12" name="Text Box 3">
            <a:extLst>
              <a:ext uri="{FF2B5EF4-FFF2-40B4-BE49-F238E27FC236}">
                <a16:creationId xmlns:a16="http://schemas.microsoft.com/office/drawing/2014/main" id="{F0AEE1AC-33AB-A78D-7E1E-EC5D3A218837}"/>
              </a:ext>
            </a:extLst>
          </p:cNvPr>
          <p:cNvSpPr txBox="1">
            <a:spLocks noChangeArrowheads="1"/>
          </p:cNvSpPr>
          <p:nvPr/>
        </p:nvSpPr>
        <p:spPr bwMode="auto">
          <a:xfrm>
            <a:off x="2663031" y="1111250"/>
            <a:ext cx="5240338" cy="457200"/>
          </a:xfrm>
          <a:prstGeom prst="rect">
            <a:avLst/>
          </a:prstGeom>
          <a:noFill/>
          <a:ln w="9525">
            <a:noFill/>
            <a:miter lim="800000"/>
            <a:headEnd/>
            <a:tailEnd/>
          </a:ln>
        </p:spPr>
        <p:txBody>
          <a:bodyPr>
            <a:spAutoFit/>
          </a:bodyPr>
          <a:lstStyle/>
          <a:p>
            <a:pPr fontAlgn="base">
              <a:spcBef>
                <a:spcPct val="50000"/>
              </a:spcBef>
              <a:spcAft>
                <a:spcPct val="0"/>
              </a:spcAft>
            </a:pPr>
            <a:r>
              <a:rPr lang="en-US" altLang="zh-CN" sz="2400" b="1">
                <a:solidFill>
                  <a:srgbClr val="000000"/>
                </a:solidFill>
                <a:latin typeface="RomanD" pitchFamily="2" charset="0"/>
                <a:ea typeface="宋体" charset="-122"/>
              </a:rPr>
              <a:t>1</a:t>
            </a:r>
            <a:r>
              <a:rPr lang="zh-CN" altLang="en-US" sz="2400" b="1">
                <a:solidFill>
                  <a:srgbClr val="000000"/>
                </a:solidFill>
                <a:latin typeface="RomanD" pitchFamily="2" charset="0"/>
                <a:ea typeface="宋体" charset="-122"/>
              </a:rPr>
              <a:t>）</a:t>
            </a:r>
            <a:r>
              <a:rPr lang="zh-CN" altLang="en-US" sz="2400" b="1">
                <a:solidFill>
                  <a:srgbClr val="0066FF"/>
                </a:solidFill>
                <a:latin typeface="RomanD" pitchFamily="2" charset="0"/>
                <a:ea typeface="宋体" charset="-122"/>
              </a:rPr>
              <a:t>线面交点法</a:t>
            </a:r>
          </a:p>
        </p:txBody>
      </p:sp>
      <p:sp>
        <p:nvSpPr>
          <p:cNvPr id="13" name="Rectangle 4">
            <a:extLst>
              <a:ext uri="{FF2B5EF4-FFF2-40B4-BE49-F238E27FC236}">
                <a16:creationId xmlns:a16="http://schemas.microsoft.com/office/drawing/2014/main" id="{97EC0857-184A-3949-53C6-A3F066AB3BA3}"/>
              </a:ext>
            </a:extLst>
          </p:cNvPr>
          <p:cNvSpPr>
            <a:spLocks noChangeArrowheads="1"/>
          </p:cNvSpPr>
          <p:nvPr/>
        </p:nvSpPr>
        <p:spPr bwMode="auto">
          <a:xfrm>
            <a:off x="4977606" y="1074738"/>
            <a:ext cx="5378450" cy="1354137"/>
          </a:xfrm>
          <a:prstGeom prst="rect">
            <a:avLst/>
          </a:prstGeom>
          <a:noFill/>
          <a:ln w="9525">
            <a:noFill/>
            <a:miter lim="800000"/>
            <a:headEnd/>
            <a:tailEnd/>
          </a:ln>
        </p:spPr>
        <p:txBody>
          <a:bodyPr>
            <a:spAutoFit/>
          </a:bodyPr>
          <a:lstStyle/>
          <a:p>
            <a:pPr fontAlgn="base">
              <a:lnSpc>
                <a:spcPct val="115000"/>
              </a:lnSpc>
              <a:spcBef>
                <a:spcPct val="0"/>
              </a:spcBef>
              <a:spcAft>
                <a:spcPct val="0"/>
              </a:spcAft>
            </a:pPr>
            <a:r>
              <a:rPr lang="en-US" altLang="zh-CN" sz="2400" b="1">
                <a:solidFill>
                  <a:srgbClr val="000000"/>
                </a:solidFill>
                <a:latin typeface="RomanD" pitchFamily="2" charset="0"/>
                <a:ea typeface="宋体" charset="-122"/>
              </a:rPr>
              <a:t>——求平面立体各</a:t>
            </a:r>
            <a:r>
              <a:rPr lang="zh-CN" altLang="en-US" sz="2400" b="1">
                <a:solidFill>
                  <a:srgbClr val="000000"/>
                </a:solidFill>
                <a:latin typeface="RomanD" pitchFamily="2" charset="0"/>
                <a:ea typeface="宋体" charset="-122"/>
              </a:rPr>
              <a:t>棱线与截平面的交点</a:t>
            </a:r>
            <a:r>
              <a:rPr lang="en-US" altLang="en-US" sz="2400" b="1">
                <a:solidFill>
                  <a:srgbClr val="000000"/>
                </a:solidFill>
                <a:latin typeface="RomanD" pitchFamily="2" charset="0"/>
                <a:ea typeface="宋体" charset="-122"/>
              </a:rPr>
              <a:t>（实质为求直线与平面的交点），适用于截平面处于投影面特殊位置。</a:t>
            </a:r>
            <a:endParaRPr lang="zh-CN" altLang="en-US" sz="2400" b="1">
              <a:solidFill>
                <a:srgbClr val="000000"/>
              </a:solidFill>
              <a:latin typeface="RomanD" pitchFamily="2" charset="0"/>
              <a:ea typeface="宋体" charset="-122"/>
            </a:endParaRPr>
          </a:p>
        </p:txBody>
      </p:sp>
      <p:sp>
        <p:nvSpPr>
          <p:cNvPr id="14" name="Text Box 5">
            <a:extLst>
              <a:ext uri="{FF2B5EF4-FFF2-40B4-BE49-F238E27FC236}">
                <a16:creationId xmlns:a16="http://schemas.microsoft.com/office/drawing/2014/main" id="{B1476FF9-1982-B1A4-EBD8-2C1B8AE418E7}"/>
              </a:ext>
            </a:extLst>
          </p:cNvPr>
          <p:cNvSpPr txBox="1">
            <a:spLocks noChangeArrowheads="1"/>
          </p:cNvSpPr>
          <p:nvPr/>
        </p:nvSpPr>
        <p:spPr bwMode="auto">
          <a:xfrm>
            <a:off x="2674144" y="2489200"/>
            <a:ext cx="5240337" cy="457200"/>
          </a:xfrm>
          <a:prstGeom prst="rect">
            <a:avLst/>
          </a:prstGeom>
          <a:noFill/>
          <a:ln w="9525">
            <a:noFill/>
            <a:miter lim="800000"/>
            <a:headEnd/>
            <a:tailEnd/>
          </a:ln>
        </p:spPr>
        <p:txBody>
          <a:bodyPr>
            <a:spAutoFit/>
          </a:bodyPr>
          <a:lstStyle/>
          <a:p>
            <a:pPr fontAlgn="base">
              <a:spcBef>
                <a:spcPct val="50000"/>
              </a:spcBef>
              <a:spcAft>
                <a:spcPct val="0"/>
              </a:spcAft>
            </a:pPr>
            <a:r>
              <a:rPr lang="en-US" altLang="zh-CN" sz="2400" b="1">
                <a:solidFill>
                  <a:srgbClr val="000000"/>
                </a:solidFill>
                <a:latin typeface="RomanD" pitchFamily="2" charset="0"/>
                <a:ea typeface="宋体" charset="-122"/>
              </a:rPr>
              <a:t>2</a:t>
            </a:r>
            <a:r>
              <a:rPr lang="zh-CN" altLang="en-US" sz="2400" b="1">
                <a:solidFill>
                  <a:srgbClr val="000000"/>
                </a:solidFill>
                <a:latin typeface="RomanD" pitchFamily="2" charset="0"/>
                <a:ea typeface="宋体" charset="-122"/>
              </a:rPr>
              <a:t>）</a:t>
            </a:r>
            <a:r>
              <a:rPr lang="zh-CN" altLang="en-US" sz="2400" b="1">
                <a:solidFill>
                  <a:srgbClr val="0066FF"/>
                </a:solidFill>
                <a:latin typeface="RomanD" pitchFamily="2" charset="0"/>
                <a:ea typeface="宋体" charset="-122"/>
              </a:rPr>
              <a:t>面面交线法</a:t>
            </a:r>
          </a:p>
        </p:txBody>
      </p:sp>
      <p:sp>
        <p:nvSpPr>
          <p:cNvPr id="15" name="Rectangle 6">
            <a:extLst>
              <a:ext uri="{FF2B5EF4-FFF2-40B4-BE49-F238E27FC236}">
                <a16:creationId xmlns:a16="http://schemas.microsoft.com/office/drawing/2014/main" id="{CEDCF799-2BE6-5E0E-085A-BB58A193C9F6}"/>
              </a:ext>
            </a:extLst>
          </p:cNvPr>
          <p:cNvSpPr>
            <a:spLocks noChangeArrowheads="1"/>
          </p:cNvSpPr>
          <p:nvPr/>
        </p:nvSpPr>
        <p:spPr bwMode="auto">
          <a:xfrm>
            <a:off x="4988719" y="2484438"/>
            <a:ext cx="5345112" cy="1354137"/>
          </a:xfrm>
          <a:prstGeom prst="rect">
            <a:avLst/>
          </a:prstGeom>
          <a:noFill/>
          <a:ln w="9525">
            <a:noFill/>
            <a:miter lim="800000"/>
            <a:headEnd/>
            <a:tailEnd/>
          </a:ln>
        </p:spPr>
        <p:txBody>
          <a:bodyPr>
            <a:spAutoFit/>
          </a:bodyPr>
          <a:lstStyle/>
          <a:p>
            <a:pPr fontAlgn="base">
              <a:lnSpc>
                <a:spcPct val="115000"/>
              </a:lnSpc>
              <a:spcBef>
                <a:spcPct val="0"/>
              </a:spcBef>
              <a:spcAft>
                <a:spcPct val="0"/>
              </a:spcAft>
            </a:pPr>
            <a:r>
              <a:rPr lang="en-US" altLang="zh-CN" sz="2400" b="1">
                <a:solidFill>
                  <a:srgbClr val="000000"/>
                </a:solidFill>
                <a:latin typeface="RomanD" pitchFamily="2" charset="0"/>
                <a:ea typeface="宋体" charset="-122"/>
              </a:rPr>
              <a:t>——</a:t>
            </a:r>
            <a:r>
              <a:rPr lang="en-US" altLang="en-US" sz="2400" b="1">
                <a:solidFill>
                  <a:srgbClr val="000000"/>
                </a:solidFill>
                <a:latin typeface="RomanD" pitchFamily="2" charset="0"/>
                <a:ea typeface="宋体" charset="-122"/>
              </a:rPr>
              <a:t>求截平面与平面立体表面的交线（实质为求两平面的交线），适用于截平面处于投影面一般位置</a:t>
            </a:r>
            <a:r>
              <a:rPr lang="zh-CN" altLang="en-US" sz="2400" b="1">
                <a:solidFill>
                  <a:srgbClr val="000000"/>
                </a:solidFill>
                <a:latin typeface="RomanD" pitchFamily="2" charset="0"/>
                <a:ea typeface="宋体" charset="-122"/>
              </a:rPr>
              <a:t>。</a:t>
            </a:r>
          </a:p>
        </p:txBody>
      </p:sp>
      <p:sp>
        <p:nvSpPr>
          <p:cNvPr id="16" name="Rectangle 9">
            <a:extLst>
              <a:ext uri="{FF2B5EF4-FFF2-40B4-BE49-F238E27FC236}">
                <a16:creationId xmlns:a16="http://schemas.microsoft.com/office/drawing/2014/main" id="{7EEC53E2-CF09-3067-EC3C-98A7BBBDCD53}"/>
              </a:ext>
            </a:extLst>
          </p:cNvPr>
          <p:cNvSpPr>
            <a:spLocks noChangeArrowheads="1"/>
          </p:cNvSpPr>
          <p:nvPr/>
        </p:nvSpPr>
        <p:spPr bwMode="auto">
          <a:xfrm>
            <a:off x="3415506" y="3810000"/>
            <a:ext cx="6408738" cy="1446550"/>
          </a:xfrm>
          <a:prstGeom prst="rect">
            <a:avLst/>
          </a:prstGeom>
          <a:gradFill rotWithShape="1">
            <a:gsLst>
              <a:gs pos="0">
                <a:srgbClr val="CC99FF"/>
              </a:gs>
              <a:gs pos="50000">
                <a:srgbClr val="FFFFFF"/>
              </a:gs>
              <a:gs pos="100000">
                <a:srgbClr val="CC99FF"/>
              </a:gs>
            </a:gsLst>
            <a:lin ang="5400000" scaled="1"/>
          </a:gradFill>
          <a:ln w="12700">
            <a:solidFill>
              <a:srgbClr val="CC99FF"/>
            </a:solidFill>
            <a:miter lim="800000"/>
            <a:headEnd/>
            <a:tailEnd/>
          </a:ln>
          <a:effectLst/>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srgbClr val="0066FF"/>
                </a:solidFill>
                <a:effectLst/>
                <a:uLnTx/>
                <a:uFillTx/>
                <a:latin typeface="RomanD" pitchFamily="2" charset="0"/>
                <a:ea typeface="黑体" pitchFamily="2" charset="-122"/>
              </a:rPr>
              <a:t>注   意</a:t>
            </a:r>
            <a:endParaRPr kumimoji="0" lang="en-US" altLang="zh-CN" sz="3200" b="1" i="0" u="none" strike="noStrike" kern="0" cap="none" spc="0" normalizeH="0" baseline="0" noProof="0" dirty="0">
              <a:ln>
                <a:noFill/>
              </a:ln>
              <a:solidFill>
                <a:srgbClr val="0066FF"/>
              </a:solidFill>
              <a:effectLst/>
              <a:uLnTx/>
              <a:uFillTx/>
              <a:latin typeface="RomanD" pitchFamily="2" charset="0"/>
              <a:ea typeface="黑体"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0" dirty="0">
                <a:ln>
                  <a:noFill/>
                </a:ln>
                <a:solidFill>
                  <a:srgbClr val="0066FF"/>
                </a:solidFill>
                <a:effectLst/>
                <a:uLnTx/>
                <a:uFillTx/>
                <a:latin typeface="RomanD" pitchFamily="2" charset="0"/>
                <a:ea typeface="黑体" pitchFamily="2" charset="-122"/>
              </a:rPr>
              <a:t>  </a:t>
            </a:r>
            <a:r>
              <a:rPr kumimoji="0" lang="zh-CN" altLang="en-US" sz="2400" b="1" i="0" u="none" strike="noStrike" kern="0" cap="none" spc="0" normalizeH="0" baseline="0" noProof="0" dirty="0">
                <a:ln>
                  <a:noFill/>
                </a:ln>
                <a:solidFill>
                  <a:srgbClr val="000000"/>
                </a:solidFill>
                <a:effectLst/>
                <a:uLnTx/>
                <a:uFillTx/>
                <a:latin typeface="RomanD" pitchFamily="2" charset="0"/>
                <a:ea typeface="宋体" pitchFamily="2" charset="-122"/>
              </a:rPr>
              <a:t>当截平面与平面立体某个表面平行时，要</a:t>
            </a:r>
            <a:r>
              <a:rPr kumimoji="0" lang="zh-CN" altLang="en-US" sz="2400" b="1" i="0" u="none" strike="noStrike" kern="0" cap="none" spc="0" normalizeH="0" baseline="0" noProof="0" dirty="0">
                <a:ln>
                  <a:noFill/>
                </a:ln>
                <a:solidFill>
                  <a:srgbClr val="0066FF"/>
                </a:solidFill>
                <a:effectLst/>
                <a:uLnTx/>
                <a:uFillTx/>
                <a:latin typeface="RomanD" pitchFamily="2" charset="0"/>
                <a:ea typeface="宋体" pitchFamily="2" charset="-122"/>
              </a:rPr>
              <a:t>特别注意截交线与原有棱线的平行关系</a:t>
            </a:r>
            <a:r>
              <a:rPr kumimoji="0" lang="zh-CN" altLang="en-US" sz="2400" b="1" i="0" u="none" strike="noStrike" kern="0" cap="none" spc="0" normalizeH="0" baseline="0" noProof="0" dirty="0">
                <a:ln>
                  <a:noFill/>
                </a:ln>
                <a:solidFill>
                  <a:srgbClr val="000000"/>
                </a:solidFill>
                <a:effectLst/>
                <a:uLnTx/>
                <a:uFillTx/>
                <a:latin typeface="RomanD" pitchFamily="2" charset="0"/>
                <a:ea typeface="宋体" pitchFamily="2" charset="-122"/>
              </a:rPr>
              <a:t>。</a:t>
            </a:r>
          </a:p>
        </p:txBody>
      </p:sp>
      <p:sp>
        <p:nvSpPr>
          <p:cNvPr id="17" name="Rectangle 11">
            <a:extLst>
              <a:ext uri="{FF2B5EF4-FFF2-40B4-BE49-F238E27FC236}">
                <a16:creationId xmlns:a16="http://schemas.microsoft.com/office/drawing/2014/main" id="{8A8D1AC6-C268-902E-E436-20677423FF62}"/>
              </a:ext>
            </a:extLst>
          </p:cNvPr>
          <p:cNvSpPr>
            <a:spLocks noChangeArrowheads="1"/>
          </p:cNvSpPr>
          <p:nvPr/>
        </p:nvSpPr>
        <p:spPr bwMode="auto">
          <a:xfrm>
            <a:off x="2640806" y="5302250"/>
            <a:ext cx="7978775" cy="1200150"/>
          </a:xfrm>
          <a:prstGeom prst="rect">
            <a:avLst/>
          </a:prstGeom>
          <a:noFill/>
          <a:ln w="9525">
            <a:noFill/>
            <a:miter lim="800000"/>
            <a:headEnd/>
            <a:tailEnd/>
          </a:ln>
        </p:spPr>
        <p:txBody>
          <a:bodyPr>
            <a:spAutoFit/>
          </a:bodyPr>
          <a:lstStyle/>
          <a:p>
            <a:pPr fontAlgn="ctr">
              <a:spcBef>
                <a:spcPct val="0"/>
              </a:spcBef>
              <a:spcAft>
                <a:spcPct val="0"/>
              </a:spcAft>
            </a:pPr>
            <a:r>
              <a:rPr lang="en-US" altLang="zh-CN" sz="2400" b="1">
                <a:solidFill>
                  <a:srgbClr val="000000"/>
                </a:solidFill>
                <a:latin typeface="Times New Roman" pitchFamily="18" charset="0"/>
                <a:ea typeface="宋体" charset="-122"/>
              </a:rPr>
              <a:t>         </a:t>
            </a:r>
            <a:r>
              <a:rPr lang="zh-CN" altLang="en-US" sz="2400" b="1">
                <a:solidFill>
                  <a:srgbClr val="000000"/>
                </a:solidFill>
                <a:latin typeface="Times New Roman" pitchFamily="18" charset="0"/>
                <a:ea typeface="宋体" charset="-122"/>
              </a:rPr>
              <a:t>截平面的位置可以是特殊位置，也可以是一般位置。本书主要</a:t>
            </a:r>
            <a:r>
              <a:rPr lang="zh-CN" altLang="en-US" sz="2400" b="1">
                <a:solidFill>
                  <a:srgbClr val="0033CC"/>
                </a:solidFill>
                <a:latin typeface="Times New Roman" pitchFamily="18" charset="0"/>
                <a:ea typeface="宋体" charset="-122"/>
              </a:rPr>
              <a:t>以特殊位置截平面为例</a:t>
            </a:r>
            <a:r>
              <a:rPr lang="zh-CN" altLang="en-US" sz="2400" b="1">
                <a:solidFill>
                  <a:srgbClr val="000000"/>
                </a:solidFill>
                <a:latin typeface="Times New Roman" pitchFamily="18" charset="0"/>
                <a:ea typeface="宋体" charset="-122"/>
              </a:rPr>
              <a:t>说明求解平面立体截交线的方法和步骤。</a:t>
            </a:r>
          </a:p>
        </p:txBody>
      </p:sp>
    </p:spTree>
    <p:extLst>
      <p:ext uri="{BB962C8B-B14F-4D97-AF65-F5344CB8AC3E}">
        <p14:creationId xmlns:p14="http://schemas.microsoft.com/office/powerpoint/2010/main" val="3900182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animBg="1"/>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4464AB-39CF-F04A-0EB9-112D175F7C34}"/>
              </a:ext>
            </a:extLst>
          </p:cNvPr>
          <p:cNvSpPr>
            <a:spLocks noGrp="1"/>
          </p:cNvSpPr>
          <p:nvPr>
            <p:ph type="title"/>
          </p:nvPr>
        </p:nvSpPr>
        <p:spPr/>
        <p:txBody>
          <a:bodyPr/>
          <a:lstStyle/>
          <a:p>
            <a:endParaRPr lang="zh-CN" altLang="en-US"/>
          </a:p>
        </p:txBody>
      </p:sp>
      <p:sp>
        <p:nvSpPr>
          <p:cNvPr id="5" name="文本框 4">
            <a:extLst>
              <a:ext uri="{FF2B5EF4-FFF2-40B4-BE49-F238E27FC236}">
                <a16:creationId xmlns:a16="http://schemas.microsoft.com/office/drawing/2014/main" id="{F0DBB103-445B-B845-5FFF-FAAE1564FF53}"/>
              </a:ext>
            </a:extLst>
          </p:cNvPr>
          <p:cNvSpPr txBox="1"/>
          <p:nvPr/>
        </p:nvSpPr>
        <p:spPr>
          <a:xfrm>
            <a:off x="1601510" y="1504950"/>
            <a:ext cx="1046440" cy="3714750"/>
          </a:xfrm>
          <a:prstGeom prst="rect">
            <a:avLst/>
          </a:prstGeom>
          <a:noFill/>
        </p:spPr>
        <p:txBody>
          <a:bodyPr vert="eaVert" wrap="square" rtlCol="0">
            <a:spAutoFit/>
          </a:bodyPr>
          <a:lstStyle/>
          <a:p>
            <a:r>
              <a:rPr lang="zh-CN" altLang="en-US" sz="2800" b="1" dirty="0">
                <a:latin typeface="Times New Roman" pitchFamily="18" charset="0"/>
              </a:rPr>
              <a:t>平面立体的截交线</a:t>
            </a:r>
            <a:endParaRPr lang="zh-CN" altLang="en-US" sz="2800" dirty="0"/>
          </a:p>
          <a:p>
            <a:endParaRPr lang="zh-CN" altLang="en-US" sz="2800" dirty="0"/>
          </a:p>
        </p:txBody>
      </p:sp>
      <p:sp>
        <p:nvSpPr>
          <p:cNvPr id="6" name="Freeform 3">
            <a:extLst>
              <a:ext uri="{FF2B5EF4-FFF2-40B4-BE49-F238E27FC236}">
                <a16:creationId xmlns:a16="http://schemas.microsoft.com/office/drawing/2014/main" id="{E2FA8127-8952-5972-49FA-04D97F66FF23}"/>
              </a:ext>
            </a:extLst>
          </p:cNvPr>
          <p:cNvSpPr>
            <a:spLocks/>
          </p:cNvSpPr>
          <p:nvPr/>
        </p:nvSpPr>
        <p:spPr bwMode="auto">
          <a:xfrm>
            <a:off x="7347227" y="865188"/>
            <a:ext cx="6350" cy="2733675"/>
          </a:xfrm>
          <a:custGeom>
            <a:avLst/>
            <a:gdLst>
              <a:gd name="T0" fmla="*/ 0 w 4"/>
              <a:gd name="T1" fmla="*/ 2733675 h 1722"/>
              <a:gd name="T2" fmla="*/ 6350 w 4"/>
              <a:gd name="T3" fmla="*/ 0 h 1722"/>
              <a:gd name="T4" fmla="*/ 0 60000 65536"/>
              <a:gd name="T5" fmla="*/ 0 60000 65536"/>
              <a:gd name="T6" fmla="*/ 0 w 4"/>
              <a:gd name="T7" fmla="*/ 0 h 1722"/>
              <a:gd name="T8" fmla="*/ 4 w 4"/>
              <a:gd name="T9" fmla="*/ 1722 h 1722"/>
            </a:gdLst>
            <a:ahLst/>
            <a:cxnLst>
              <a:cxn ang="T4">
                <a:pos x="T0" y="T1"/>
              </a:cxn>
              <a:cxn ang="T5">
                <a:pos x="T2" y="T3"/>
              </a:cxn>
            </a:cxnLst>
            <a:rect l="T6" t="T7" r="T8" b="T9"/>
            <a:pathLst>
              <a:path w="4" h="1722">
                <a:moveTo>
                  <a:pt x="0" y="1722"/>
                </a:moveTo>
                <a:lnTo>
                  <a:pt x="4"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 name="Freeform 4">
            <a:extLst>
              <a:ext uri="{FF2B5EF4-FFF2-40B4-BE49-F238E27FC236}">
                <a16:creationId xmlns:a16="http://schemas.microsoft.com/office/drawing/2014/main" id="{26D208E8-E613-5296-8EF5-AEA51325B540}"/>
              </a:ext>
            </a:extLst>
          </p:cNvPr>
          <p:cNvSpPr>
            <a:spLocks/>
          </p:cNvSpPr>
          <p:nvPr/>
        </p:nvSpPr>
        <p:spPr bwMode="auto">
          <a:xfrm>
            <a:off x="4070627" y="865188"/>
            <a:ext cx="9525" cy="2657475"/>
          </a:xfrm>
          <a:custGeom>
            <a:avLst/>
            <a:gdLst>
              <a:gd name="T0" fmla="*/ 0 w 6"/>
              <a:gd name="T1" fmla="*/ 2657475 h 1674"/>
              <a:gd name="T2" fmla="*/ 9525 w 6"/>
              <a:gd name="T3" fmla="*/ 0 h 1674"/>
              <a:gd name="T4" fmla="*/ 0 60000 65536"/>
              <a:gd name="T5" fmla="*/ 0 60000 65536"/>
              <a:gd name="T6" fmla="*/ 0 w 6"/>
              <a:gd name="T7" fmla="*/ 0 h 1674"/>
              <a:gd name="T8" fmla="*/ 6 w 6"/>
              <a:gd name="T9" fmla="*/ 1674 h 1674"/>
            </a:gdLst>
            <a:ahLst/>
            <a:cxnLst>
              <a:cxn ang="T4">
                <a:pos x="T0" y="T1"/>
              </a:cxn>
              <a:cxn ang="T5">
                <a:pos x="T2" y="T3"/>
              </a:cxn>
            </a:cxnLst>
            <a:rect l="T6" t="T7" r="T8" b="T9"/>
            <a:pathLst>
              <a:path w="6" h="1674">
                <a:moveTo>
                  <a:pt x="0" y="1674"/>
                </a:moveTo>
                <a:lnTo>
                  <a:pt x="6"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 name="Freeform 5">
            <a:extLst>
              <a:ext uri="{FF2B5EF4-FFF2-40B4-BE49-F238E27FC236}">
                <a16:creationId xmlns:a16="http://schemas.microsoft.com/office/drawing/2014/main" id="{B027658A-3860-31A0-9157-24AFAACA45CB}"/>
              </a:ext>
            </a:extLst>
          </p:cNvPr>
          <p:cNvSpPr>
            <a:spLocks/>
          </p:cNvSpPr>
          <p:nvPr/>
        </p:nvSpPr>
        <p:spPr bwMode="auto">
          <a:xfrm>
            <a:off x="4064277" y="1738313"/>
            <a:ext cx="6350" cy="1797050"/>
          </a:xfrm>
          <a:custGeom>
            <a:avLst/>
            <a:gdLst>
              <a:gd name="T0" fmla="*/ 6350 w 4"/>
              <a:gd name="T1" fmla="*/ 0 h 1132"/>
              <a:gd name="T2" fmla="*/ 0 w 4"/>
              <a:gd name="T3" fmla="*/ 1797050 h 1132"/>
              <a:gd name="T4" fmla="*/ 0 60000 65536"/>
              <a:gd name="T5" fmla="*/ 0 60000 65536"/>
              <a:gd name="T6" fmla="*/ 0 w 4"/>
              <a:gd name="T7" fmla="*/ 0 h 1132"/>
              <a:gd name="T8" fmla="*/ 4 w 4"/>
              <a:gd name="T9" fmla="*/ 1132 h 1132"/>
            </a:gdLst>
            <a:ahLst/>
            <a:cxnLst>
              <a:cxn ang="T4">
                <a:pos x="T0" y="T1"/>
              </a:cxn>
              <a:cxn ang="T5">
                <a:pos x="T2" y="T3"/>
              </a:cxn>
            </a:cxnLst>
            <a:rect l="T6" t="T7" r="T8" b="T9"/>
            <a:pathLst>
              <a:path w="4" h="1132">
                <a:moveTo>
                  <a:pt x="4" y="0"/>
                </a:moveTo>
                <a:lnTo>
                  <a:pt x="0" y="1132"/>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 name="Freeform 6">
            <a:extLst>
              <a:ext uri="{FF2B5EF4-FFF2-40B4-BE49-F238E27FC236}">
                <a16:creationId xmlns:a16="http://schemas.microsoft.com/office/drawing/2014/main" id="{7F7549F4-C9F4-3423-4023-565BCAF6A8D8}"/>
              </a:ext>
            </a:extLst>
          </p:cNvPr>
          <p:cNvSpPr>
            <a:spLocks/>
          </p:cNvSpPr>
          <p:nvPr/>
        </p:nvSpPr>
        <p:spPr bwMode="auto">
          <a:xfrm>
            <a:off x="2578377" y="4902200"/>
            <a:ext cx="2936875" cy="0"/>
          </a:xfrm>
          <a:custGeom>
            <a:avLst/>
            <a:gdLst>
              <a:gd name="T0" fmla="*/ 0 w 1850"/>
              <a:gd name="T1" fmla="*/ 0 h 1"/>
              <a:gd name="T2" fmla="*/ 2936875 w 1850"/>
              <a:gd name="T3" fmla="*/ 0 h 1"/>
              <a:gd name="T4" fmla="*/ 0 60000 65536"/>
              <a:gd name="T5" fmla="*/ 0 60000 65536"/>
              <a:gd name="T6" fmla="*/ 0 w 1850"/>
              <a:gd name="T7" fmla="*/ 0 h 1"/>
              <a:gd name="T8" fmla="*/ 1850 w 1850"/>
              <a:gd name="T9" fmla="*/ 0 h 1"/>
            </a:gdLst>
            <a:ahLst/>
            <a:cxnLst>
              <a:cxn ang="T4">
                <a:pos x="T0" y="T1"/>
              </a:cxn>
              <a:cxn ang="T5">
                <a:pos x="T2" y="T3"/>
              </a:cxn>
            </a:cxnLst>
            <a:rect l="T6" t="T7" r="T8" b="T9"/>
            <a:pathLst>
              <a:path w="1850" h="1">
                <a:moveTo>
                  <a:pt x="0" y="0"/>
                </a:moveTo>
                <a:lnTo>
                  <a:pt x="1850"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 name="Line 7">
            <a:extLst>
              <a:ext uri="{FF2B5EF4-FFF2-40B4-BE49-F238E27FC236}">
                <a16:creationId xmlns:a16="http://schemas.microsoft.com/office/drawing/2014/main" id="{D039E714-53EA-9325-9128-3E41C4C44D42}"/>
              </a:ext>
            </a:extLst>
          </p:cNvPr>
          <p:cNvSpPr>
            <a:spLocks noChangeShapeType="1"/>
          </p:cNvSpPr>
          <p:nvPr/>
        </p:nvSpPr>
        <p:spPr bwMode="auto">
          <a:xfrm>
            <a:off x="4070627" y="3522663"/>
            <a:ext cx="0" cy="2743200"/>
          </a:xfrm>
          <a:prstGeom prst="line">
            <a:avLst/>
          </a:prstGeom>
          <a:noFill/>
          <a:ln w="9525">
            <a:solidFill>
              <a:srgbClr val="000000"/>
            </a:solidFill>
            <a:prstDash val="lgDash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 name="Freeform 8">
            <a:extLst>
              <a:ext uri="{FF2B5EF4-FFF2-40B4-BE49-F238E27FC236}">
                <a16:creationId xmlns:a16="http://schemas.microsoft.com/office/drawing/2014/main" id="{56D19E6D-85B2-27DC-7CAD-20124DC11F47}"/>
              </a:ext>
            </a:extLst>
          </p:cNvPr>
          <p:cNvSpPr>
            <a:spLocks/>
          </p:cNvSpPr>
          <p:nvPr/>
        </p:nvSpPr>
        <p:spPr bwMode="auto">
          <a:xfrm>
            <a:off x="2779990" y="3598863"/>
            <a:ext cx="1300162" cy="1300162"/>
          </a:xfrm>
          <a:custGeom>
            <a:avLst/>
            <a:gdLst>
              <a:gd name="T0" fmla="*/ 0 w 819"/>
              <a:gd name="T1" fmla="*/ 1300162 h 819"/>
              <a:gd name="T2" fmla="*/ 1300162 w 819"/>
              <a:gd name="T3" fmla="*/ 0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819"/>
                </a:moveTo>
                <a:lnTo>
                  <a:pt x="819" y="0"/>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2" name="Freeform 9">
            <a:extLst>
              <a:ext uri="{FF2B5EF4-FFF2-40B4-BE49-F238E27FC236}">
                <a16:creationId xmlns:a16="http://schemas.microsoft.com/office/drawing/2014/main" id="{E5DECC66-8A16-0075-5DDF-050EDFD2EE8A}"/>
              </a:ext>
            </a:extLst>
          </p:cNvPr>
          <p:cNvSpPr>
            <a:spLocks/>
          </p:cNvSpPr>
          <p:nvPr/>
        </p:nvSpPr>
        <p:spPr bwMode="auto">
          <a:xfrm>
            <a:off x="4080152" y="4899025"/>
            <a:ext cx="1300163" cy="1300163"/>
          </a:xfrm>
          <a:custGeom>
            <a:avLst/>
            <a:gdLst>
              <a:gd name="T0" fmla="*/ 0 w 819"/>
              <a:gd name="T1" fmla="*/ 1300163 h 819"/>
              <a:gd name="T2" fmla="*/ 1300163 w 819"/>
              <a:gd name="T3" fmla="*/ 0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819"/>
                </a:moveTo>
                <a:lnTo>
                  <a:pt x="819" y="0"/>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 name="Freeform 10">
            <a:extLst>
              <a:ext uri="{FF2B5EF4-FFF2-40B4-BE49-F238E27FC236}">
                <a16:creationId xmlns:a16="http://schemas.microsoft.com/office/drawing/2014/main" id="{D579F6DC-1BD6-F19B-3A2E-243AE76C7245}"/>
              </a:ext>
            </a:extLst>
          </p:cNvPr>
          <p:cNvSpPr>
            <a:spLocks/>
          </p:cNvSpPr>
          <p:nvPr/>
        </p:nvSpPr>
        <p:spPr bwMode="auto">
          <a:xfrm>
            <a:off x="2779990" y="4899025"/>
            <a:ext cx="1300162" cy="1300163"/>
          </a:xfrm>
          <a:custGeom>
            <a:avLst/>
            <a:gdLst>
              <a:gd name="T0" fmla="*/ 0 w 819"/>
              <a:gd name="T1" fmla="*/ 0 h 819"/>
              <a:gd name="T2" fmla="*/ 1300162 w 819"/>
              <a:gd name="T3" fmla="*/ 1300163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0"/>
                </a:moveTo>
                <a:lnTo>
                  <a:pt x="819" y="819"/>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Freeform 11">
            <a:extLst>
              <a:ext uri="{FF2B5EF4-FFF2-40B4-BE49-F238E27FC236}">
                <a16:creationId xmlns:a16="http://schemas.microsoft.com/office/drawing/2014/main" id="{21B1AB90-8279-8418-D30D-4218FF38158A}"/>
              </a:ext>
            </a:extLst>
          </p:cNvPr>
          <p:cNvSpPr>
            <a:spLocks/>
          </p:cNvSpPr>
          <p:nvPr/>
        </p:nvSpPr>
        <p:spPr bwMode="auto">
          <a:xfrm>
            <a:off x="4080152" y="3598863"/>
            <a:ext cx="1300163" cy="1300162"/>
          </a:xfrm>
          <a:custGeom>
            <a:avLst/>
            <a:gdLst>
              <a:gd name="T0" fmla="*/ 0 w 819"/>
              <a:gd name="T1" fmla="*/ 0 h 819"/>
              <a:gd name="T2" fmla="*/ 1300163 w 819"/>
              <a:gd name="T3" fmla="*/ 1300162 h 819"/>
              <a:gd name="T4" fmla="*/ 0 60000 65536"/>
              <a:gd name="T5" fmla="*/ 0 60000 65536"/>
              <a:gd name="T6" fmla="*/ 0 w 819"/>
              <a:gd name="T7" fmla="*/ 0 h 819"/>
              <a:gd name="T8" fmla="*/ 819 w 819"/>
              <a:gd name="T9" fmla="*/ 819 h 819"/>
            </a:gdLst>
            <a:ahLst/>
            <a:cxnLst>
              <a:cxn ang="T4">
                <a:pos x="T0" y="T1"/>
              </a:cxn>
              <a:cxn ang="T5">
                <a:pos x="T2" y="T3"/>
              </a:cxn>
            </a:cxnLst>
            <a:rect l="T6" t="T7" r="T8" b="T9"/>
            <a:pathLst>
              <a:path w="819" h="819">
                <a:moveTo>
                  <a:pt x="0" y="0"/>
                </a:moveTo>
                <a:lnTo>
                  <a:pt x="819" y="819"/>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Line 12">
            <a:extLst>
              <a:ext uri="{FF2B5EF4-FFF2-40B4-BE49-F238E27FC236}">
                <a16:creationId xmlns:a16="http://schemas.microsoft.com/office/drawing/2014/main" id="{40D2AC0E-44D5-4084-9D65-24FE8A24CE05}"/>
              </a:ext>
            </a:extLst>
          </p:cNvPr>
          <p:cNvSpPr>
            <a:spLocks noChangeShapeType="1"/>
          </p:cNvSpPr>
          <p:nvPr/>
        </p:nvSpPr>
        <p:spPr bwMode="auto">
          <a:xfrm>
            <a:off x="2775227" y="3522663"/>
            <a:ext cx="2590800"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6" name="Line 13">
            <a:extLst>
              <a:ext uri="{FF2B5EF4-FFF2-40B4-BE49-F238E27FC236}">
                <a16:creationId xmlns:a16="http://schemas.microsoft.com/office/drawing/2014/main" id="{9CF2200E-4BDB-C381-D1F5-781D663FC5C2}"/>
              </a:ext>
            </a:extLst>
          </p:cNvPr>
          <p:cNvSpPr>
            <a:spLocks noChangeShapeType="1"/>
          </p:cNvSpPr>
          <p:nvPr/>
        </p:nvSpPr>
        <p:spPr bwMode="auto">
          <a:xfrm>
            <a:off x="4070627" y="1008063"/>
            <a:ext cx="12954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 name="Line 14">
            <a:extLst>
              <a:ext uri="{FF2B5EF4-FFF2-40B4-BE49-F238E27FC236}">
                <a16:creationId xmlns:a16="http://schemas.microsoft.com/office/drawing/2014/main" id="{78B3C916-DC34-0B03-C03A-1F2729BABF9D}"/>
              </a:ext>
            </a:extLst>
          </p:cNvPr>
          <p:cNvSpPr>
            <a:spLocks noChangeShapeType="1"/>
          </p:cNvSpPr>
          <p:nvPr/>
        </p:nvSpPr>
        <p:spPr bwMode="auto">
          <a:xfrm flipH="1">
            <a:off x="2775227" y="1008063"/>
            <a:ext cx="12954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8" name="Line 15">
            <a:extLst>
              <a:ext uri="{FF2B5EF4-FFF2-40B4-BE49-F238E27FC236}">
                <a16:creationId xmlns:a16="http://schemas.microsoft.com/office/drawing/2014/main" id="{CE9725C6-3E20-410C-7EC5-984AAB0FF33B}"/>
              </a:ext>
            </a:extLst>
          </p:cNvPr>
          <p:cNvSpPr>
            <a:spLocks noChangeShapeType="1"/>
          </p:cNvSpPr>
          <p:nvPr/>
        </p:nvSpPr>
        <p:spPr bwMode="auto">
          <a:xfrm>
            <a:off x="5975627" y="3543300"/>
            <a:ext cx="2819400"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9" name="Line 16">
            <a:extLst>
              <a:ext uri="{FF2B5EF4-FFF2-40B4-BE49-F238E27FC236}">
                <a16:creationId xmlns:a16="http://schemas.microsoft.com/office/drawing/2014/main" id="{5D4D02AC-C201-8D8E-B575-CF9F2D3D77FE}"/>
              </a:ext>
            </a:extLst>
          </p:cNvPr>
          <p:cNvSpPr>
            <a:spLocks noChangeShapeType="1"/>
          </p:cNvSpPr>
          <p:nvPr/>
        </p:nvSpPr>
        <p:spPr bwMode="auto">
          <a:xfrm>
            <a:off x="7347227" y="1008063"/>
            <a:ext cx="14478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0" name="Freeform 17">
            <a:extLst>
              <a:ext uri="{FF2B5EF4-FFF2-40B4-BE49-F238E27FC236}">
                <a16:creationId xmlns:a16="http://schemas.microsoft.com/office/drawing/2014/main" id="{929DB7C8-FF7A-D24B-8C72-9E07E047EAEC}"/>
              </a:ext>
            </a:extLst>
          </p:cNvPr>
          <p:cNvSpPr>
            <a:spLocks/>
          </p:cNvSpPr>
          <p:nvPr/>
        </p:nvSpPr>
        <p:spPr bwMode="auto">
          <a:xfrm>
            <a:off x="2775227" y="2546350"/>
            <a:ext cx="487363" cy="976313"/>
          </a:xfrm>
          <a:custGeom>
            <a:avLst/>
            <a:gdLst>
              <a:gd name="T0" fmla="*/ 487363 w 307"/>
              <a:gd name="T1" fmla="*/ 0 h 615"/>
              <a:gd name="T2" fmla="*/ 0 w 307"/>
              <a:gd name="T3" fmla="*/ 976313 h 615"/>
              <a:gd name="T4" fmla="*/ 0 60000 65536"/>
              <a:gd name="T5" fmla="*/ 0 60000 65536"/>
              <a:gd name="T6" fmla="*/ 0 w 307"/>
              <a:gd name="T7" fmla="*/ 0 h 615"/>
              <a:gd name="T8" fmla="*/ 307 w 307"/>
              <a:gd name="T9" fmla="*/ 615 h 615"/>
            </a:gdLst>
            <a:ahLst/>
            <a:cxnLst>
              <a:cxn ang="T4">
                <a:pos x="T0" y="T1"/>
              </a:cxn>
              <a:cxn ang="T5">
                <a:pos x="T2" y="T3"/>
              </a:cxn>
            </a:cxnLst>
            <a:rect l="T6" t="T7" r="T8" b="T9"/>
            <a:pathLst>
              <a:path w="307" h="615">
                <a:moveTo>
                  <a:pt x="307" y="0"/>
                </a:moveTo>
                <a:lnTo>
                  <a:pt x="0" y="615"/>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1" name="Freeform 18">
            <a:extLst>
              <a:ext uri="{FF2B5EF4-FFF2-40B4-BE49-F238E27FC236}">
                <a16:creationId xmlns:a16="http://schemas.microsoft.com/office/drawing/2014/main" id="{CE92A09E-D032-DFE2-E112-287FEE1A4FAD}"/>
              </a:ext>
            </a:extLst>
          </p:cNvPr>
          <p:cNvSpPr>
            <a:spLocks/>
          </p:cNvSpPr>
          <p:nvPr/>
        </p:nvSpPr>
        <p:spPr bwMode="auto">
          <a:xfrm>
            <a:off x="4313515" y="1509713"/>
            <a:ext cx="1050925" cy="2012950"/>
          </a:xfrm>
          <a:custGeom>
            <a:avLst/>
            <a:gdLst>
              <a:gd name="T0" fmla="*/ 0 w 662"/>
              <a:gd name="T1" fmla="*/ 0 h 1268"/>
              <a:gd name="T2" fmla="*/ 1050925 w 662"/>
              <a:gd name="T3" fmla="*/ 2012950 h 1268"/>
              <a:gd name="T4" fmla="*/ 0 60000 65536"/>
              <a:gd name="T5" fmla="*/ 0 60000 65536"/>
              <a:gd name="T6" fmla="*/ 0 w 662"/>
              <a:gd name="T7" fmla="*/ 0 h 1268"/>
              <a:gd name="T8" fmla="*/ 662 w 662"/>
              <a:gd name="T9" fmla="*/ 1268 h 1268"/>
            </a:gdLst>
            <a:ahLst/>
            <a:cxnLst>
              <a:cxn ang="T4">
                <a:pos x="T0" y="T1"/>
              </a:cxn>
              <a:cxn ang="T5">
                <a:pos x="T2" y="T3"/>
              </a:cxn>
            </a:cxnLst>
            <a:rect l="T6" t="T7" r="T8" b="T9"/>
            <a:pathLst>
              <a:path w="662" h="1268">
                <a:moveTo>
                  <a:pt x="0" y="0"/>
                </a:moveTo>
                <a:lnTo>
                  <a:pt x="662" y="1268"/>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2" name="Freeform 19">
            <a:extLst>
              <a:ext uri="{FF2B5EF4-FFF2-40B4-BE49-F238E27FC236}">
                <a16:creationId xmlns:a16="http://schemas.microsoft.com/office/drawing/2014/main" id="{2DADE383-13E6-C015-2B08-A5D21AED64F8}"/>
              </a:ext>
            </a:extLst>
          </p:cNvPr>
          <p:cNvSpPr>
            <a:spLocks/>
          </p:cNvSpPr>
          <p:nvPr/>
        </p:nvSpPr>
        <p:spPr bwMode="auto">
          <a:xfrm>
            <a:off x="3248302" y="1495425"/>
            <a:ext cx="1084263" cy="1082675"/>
          </a:xfrm>
          <a:custGeom>
            <a:avLst/>
            <a:gdLst>
              <a:gd name="T0" fmla="*/ 0 w 683"/>
              <a:gd name="T1" fmla="*/ 1082675 h 682"/>
              <a:gd name="T2" fmla="*/ 1084263 w 683"/>
              <a:gd name="T3" fmla="*/ 0 h 682"/>
              <a:gd name="T4" fmla="*/ 0 60000 65536"/>
              <a:gd name="T5" fmla="*/ 0 60000 65536"/>
              <a:gd name="T6" fmla="*/ 0 w 683"/>
              <a:gd name="T7" fmla="*/ 0 h 682"/>
              <a:gd name="T8" fmla="*/ 683 w 683"/>
              <a:gd name="T9" fmla="*/ 682 h 682"/>
            </a:gdLst>
            <a:ahLst/>
            <a:cxnLst>
              <a:cxn ang="T4">
                <a:pos x="T0" y="T1"/>
              </a:cxn>
              <a:cxn ang="T5">
                <a:pos x="T2" y="T3"/>
              </a:cxn>
            </a:cxnLst>
            <a:rect l="T6" t="T7" r="T8" b="T9"/>
            <a:pathLst>
              <a:path w="683" h="682">
                <a:moveTo>
                  <a:pt x="0" y="682"/>
                </a:moveTo>
                <a:lnTo>
                  <a:pt x="683" y="0"/>
                </a:lnTo>
              </a:path>
            </a:pathLst>
          </a:custGeom>
          <a:noFill/>
          <a:ln w="38100">
            <a:solidFill>
              <a:srgbClr val="FF3300"/>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3" name="Line 20">
            <a:extLst>
              <a:ext uri="{FF2B5EF4-FFF2-40B4-BE49-F238E27FC236}">
                <a16:creationId xmlns:a16="http://schemas.microsoft.com/office/drawing/2014/main" id="{F8BBC9CF-B921-E96D-22D4-C7BDA3D7D9B8}"/>
              </a:ext>
            </a:extLst>
          </p:cNvPr>
          <p:cNvSpPr>
            <a:spLocks noChangeShapeType="1"/>
          </p:cNvSpPr>
          <p:nvPr/>
        </p:nvSpPr>
        <p:spPr bwMode="auto">
          <a:xfrm>
            <a:off x="4311927" y="1493838"/>
            <a:ext cx="3027363" cy="0"/>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4" name="Line 21">
            <a:extLst>
              <a:ext uri="{FF2B5EF4-FFF2-40B4-BE49-F238E27FC236}">
                <a16:creationId xmlns:a16="http://schemas.microsoft.com/office/drawing/2014/main" id="{DC5AE9DB-D829-7A98-032C-6B68D6A6E01E}"/>
              </a:ext>
            </a:extLst>
          </p:cNvPr>
          <p:cNvSpPr>
            <a:spLocks noChangeShapeType="1"/>
          </p:cNvSpPr>
          <p:nvPr/>
        </p:nvSpPr>
        <p:spPr bwMode="auto">
          <a:xfrm>
            <a:off x="3240365" y="2566988"/>
            <a:ext cx="4119562" cy="0"/>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5" name="Line 22">
            <a:extLst>
              <a:ext uri="{FF2B5EF4-FFF2-40B4-BE49-F238E27FC236}">
                <a16:creationId xmlns:a16="http://schemas.microsoft.com/office/drawing/2014/main" id="{7459A006-9B8B-C37B-C382-E2092DBB4151}"/>
              </a:ext>
            </a:extLst>
          </p:cNvPr>
          <p:cNvSpPr>
            <a:spLocks noChangeShapeType="1"/>
          </p:cNvSpPr>
          <p:nvPr/>
        </p:nvSpPr>
        <p:spPr bwMode="auto">
          <a:xfrm>
            <a:off x="3249890" y="2570163"/>
            <a:ext cx="0" cy="2327275"/>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26" name="Line 23">
            <a:extLst>
              <a:ext uri="{FF2B5EF4-FFF2-40B4-BE49-F238E27FC236}">
                <a16:creationId xmlns:a16="http://schemas.microsoft.com/office/drawing/2014/main" id="{4586FF85-2490-5456-51B3-329EFE0814BF}"/>
              </a:ext>
            </a:extLst>
          </p:cNvPr>
          <p:cNvSpPr>
            <a:spLocks noChangeShapeType="1"/>
          </p:cNvSpPr>
          <p:nvPr/>
        </p:nvSpPr>
        <p:spPr bwMode="auto">
          <a:xfrm>
            <a:off x="4311927" y="1516063"/>
            <a:ext cx="0" cy="3378200"/>
          </a:xfrm>
          <a:prstGeom prst="line">
            <a:avLst/>
          </a:prstGeom>
          <a:noFill/>
          <a:ln w="127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27" name="Group 24">
            <a:extLst>
              <a:ext uri="{FF2B5EF4-FFF2-40B4-BE49-F238E27FC236}">
                <a16:creationId xmlns:a16="http://schemas.microsoft.com/office/drawing/2014/main" id="{7BF7D5E9-4754-FC07-5076-9645FED1F619}"/>
              </a:ext>
            </a:extLst>
          </p:cNvPr>
          <p:cNvGrpSpPr>
            <a:grpSpLocks/>
          </p:cNvGrpSpPr>
          <p:nvPr/>
        </p:nvGrpSpPr>
        <p:grpSpPr bwMode="auto">
          <a:xfrm>
            <a:off x="2699027" y="1039813"/>
            <a:ext cx="2619375" cy="1695450"/>
            <a:chOff x="1008" y="595"/>
            <a:chExt cx="1650" cy="1068"/>
          </a:xfrm>
        </p:grpSpPr>
        <p:sp>
          <p:nvSpPr>
            <p:cNvPr id="28" name="Text Box 25">
              <a:extLst>
                <a:ext uri="{FF2B5EF4-FFF2-40B4-BE49-F238E27FC236}">
                  <a16:creationId xmlns:a16="http://schemas.microsoft.com/office/drawing/2014/main" id="{EE6A2DE0-9783-16CD-9296-04999A726D90}"/>
                </a:ext>
              </a:extLst>
            </p:cNvPr>
            <p:cNvSpPr txBox="1">
              <a:spLocks noChangeArrowheads="1"/>
            </p:cNvSpPr>
            <p:nvPr/>
          </p:nvSpPr>
          <p:spPr bwMode="auto">
            <a:xfrm>
              <a:off x="2016" y="595"/>
              <a:ext cx="642" cy="252"/>
            </a:xfrm>
            <a:prstGeom prst="rect">
              <a:avLst/>
            </a:prstGeom>
            <a:noFill/>
            <a:ln w="12700">
              <a:noFill/>
              <a:miter lim="800000"/>
              <a:headEnd/>
              <a:tailEnd/>
            </a:ln>
          </p:spPr>
          <p:txBody>
            <a:bodyPr wrap="square"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3</a:t>
              </a:r>
              <a:r>
                <a:rPr kumimoji="1" lang="en-US" altLang="zh-CN" sz="2000" b="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29" name="Text Box 26">
              <a:extLst>
                <a:ext uri="{FF2B5EF4-FFF2-40B4-BE49-F238E27FC236}">
                  <a16:creationId xmlns:a16="http://schemas.microsoft.com/office/drawing/2014/main" id="{24F4D5EF-8CBD-13F1-3E99-F55B3F8C725D}"/>
                </a:ext>
              </a:extLst>
            </p:cNvPr>
            <p:cNvSpPr txBox="1">
              <a:spLocks noChangeArrowheads="1"/>
            </p:cNvSpPr>
            <p:nvPr/>
          </p:nvSpPr>
          <p:spPr bwMode="auto">
            <a:xfrm>
              <a:off x="1846" y="1007"/>
              <a:ext cx="393" cy="252"/>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2</a:t>
              </a:r>
              <a:r>
                <a:rPr kumimoji="1" lang="en-US" altLang="zh-CN" sz="2000" b="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30" name="Text Box 27">
              <a:extLst>
                <a:ext uri="{FF2B5EF4-FFF2-40B4-BE49-F238E27FC236}">
                  <a16:creationId xmlns:a16="http://schemas.microsoft.com/office/drawing/2014/main" id="{52AE1630-7400-DEBD-45D3-09F646151617}"/>
                </a:ext>
              </a:extLst>
            </p:cNvPr>
            <p:cNvSpPr txBox="1">
              <a:spLocks noChangeArrowheads="1"/>
            </p:cNvSpPr>
            <p:nvPr/>
          </p:nvSpPr>
          <p:spPr bwMode="auto">
            <a:xfrm>
              <a:off x="1008" y="1411"/>
              <a:ext cx="578" cy="252"/>
            </a:xfrm>
            <a:prstGeom prst="rect">
              <a:avLst/>
            </a:prstGeom>
            <a:noFill/>
            <a:ln w="12700">
              <a:noFill/>
              <a:miter lim="800000"/>
              <a:headEnd/>
              <a:tailEnd/>
            </a:ln>
          </p:spPr>
          <p:txBody>
            <a:bodyPr wrap="square"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1</a:t>
              </a:r>
              <a:r>
                <a:rPr kumimoji="1" lang="en-US" altLang="zh-CN" sz="2000" b="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31" name="Text Box 28">
              <a:extLst>
                <a:ext uri="{FF2B5EF4-FFF2-40B4-BE49-F238E27FC236}">
                  <a16:creationId xmlns:a16="http://schemas.microsoft.com/office/drawing/2014/main" id="{8A8CB892-63F6-09CA-4523-CC3FA719C11E}"/>
                </a:ext>
              </a:extLst>
            </p:cNvPr>
            <p:cNvSpPr txBox="1">
              <a:spLocks noChangeArrowheads="1"/>
            </p:cNvSpPr>
            <p:nvPr/>
          </p:nvSpPr>
          <p:spPr bwMode="auto">
            <a:xfrm>
              <a:off x="1352" y="854"/>
              <a:ext cx="735"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楷体_GB2312" pitchFamily="49" charset="-122"/>
                </a:rPr>
                <a:t>(</a:t>
              </a:r>
              <a:r>
                <a:rPr kumimoji="1" lang="en-US" altLang="zh-CN" sz="2000" b="1" i="1" dirty="0">
                  <a:solidFill>
                    <a:srgbClr val="000000"/>
                  </a:solidFill>
                  <a:latin typeface="RomanD" pitchFamily="2" charset="0"/>
                  <a:ea typeface="宋体" charset="-122"/>
                </a:rPr>
                <a:t>4</a:t>
              </a:r>
              <a:r>
                <a:rPr kumimoji="1" lang="en-US" altLang="zh-CN" sz="2000" b="1" dirty="0">
                  <a:solidFill>
                    <a:srgbClr val="000000"/>
                  </a:solidFill>
                  <a:latin typeface="RomanD" pitchFamily="2" charset="0"/>
                  <a:ea typeface="宋体" charset="-122"/>
                  <a:sym typeface="Symbol" pitchFamily="18" charset="2"/>
                </a:rPr>
                <a:t>′)</a:t>
              </a:r>
              <a:endParaRPr kumimoji="1" lang="en-US" altLang="zh-CN" sz="2400" b="1" i="1" dirty="0">
                <a:solidFill>
                  <a:srgbClr val="000000"/>
                </a:solidFill>
                <a:latin typeface="楷体_GB2312" pitchFamily="49" charset="-122"/>
                <a:ea typeface="楷体_GB2312" pitchFamily="49" charset="-122"/>
              </a:endParaRPr>
            </a:p>
          </p:txBody>
        </p:sp>
      </p:grpSp>
      <p:grpSp>
        <p:nvGrpSpPr>
          <p:cNvPr id="32" name="Group 29">
            <a:extLst>
              <a:ext uri="{FF2B5EF4-FFF2-40B4-BE49-F238E27FC236}">
                <a16:creationId xmlns:a16="http://schemas.microsoft.com/office/drawing/2014/main" id="{BA584506-4FDA-272C-5F84-3875D56F95CC}"/>
              </a:ext>
            </a:extLst>
          </p:cNvPr>
          <p:cNvGrpSpPr>
            <a:grpSpLocks/>
          </p:cNvGrpSpPr>
          <p:nvPr/>
        </p:nvGrpSpPr>
        <p:grpSpPr bwMode="auto">
          <a:xfrm>
            <a:off x="6915427" y="1181100"/>
            <a:ext cx="1192213" cy="409575"/>
            <a:chOff x="3664" y="684"/>
            <a:chExt cx="751" cy="258"/>
          </a:xfrm>
        </p:grpSpPr>
        <p:sp>
          <p:nvSpPr>
            <p:cNvPr id="33" name="Text Box 30">
              <a:extLst>
                <a:ext uri="{FF2B5EF4-FFF2-40B4-BE49-F238E27FC236}">
                  <a16:creationId xmlns:a16="http://schemas.microsoft.com/office/drawing/2014/main" id="{C9259999-1E9C-94F6-2187-C78B04D62FB0}"/>
                </a:ext>
              </a:extLst>
            </p:cNvPr>
            <p:cNvSpPr txBox="1">
              <a:spLocks noChangeArrowheads="1"/>
            </p:cNvSpPr>
            <p:nvPr/>
          </p:nvSpPr>
          <p:spPr bwMode="auto">
            <a:xfrm>
              <a:off x="3664" y="684"/>
              <a:ext cx="751"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3</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34" name="Text Box 31">
              <a:extLst>
                <a:ext uri="{FF2B5EF4-FFF2-40B4-BE49-F238E27FC236}">
                  <a16:creationId xmlns:a16="http://schemas.microsoft.com/office/drawing/2014/main" id="{F3D428E8-61BF-B4FA-0ABF-E9DA7F3A5B3D}"/>
                </a:ext>
              </a:extLst>
            </p:cNvPr>
            <p:cNvSpPr txBox="1">
              <a:spLocks noChangeArrowheads="1"/>
            </p:cNvSpPr>
            <p:nvPr/>
          </p:nvSpPr>
          <p:spPr bwMode="auto">
            <a:xfrm>
              <a:off x="3857" y="836"/>
              <a:ext cx="156" cy="106"/>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nvGrpSpPr>
          <p:cNvPr id="35" name="Group 32">
            <a:extLst>
              <a:ext uri="{FF2B5EF4-FFF2-40B4-BE49-F238E27FC236}">
                <a16:creationId xmlns:a16="http://schemas.microsoft.com/office/drawing/2014/main" id="{2EDC8766-29C7-E176-EB1C-0345F21FF1F6}"/>
              </a:ext>
            </a:extLst>
          </p:cNvPr>
          <p:cNvGrpSpPr>
            <a:grpSpLocks/>
          </p:cNvGrpSpPr>
          <p:nvPr/>
        </p:nvGrpSpPr>
        <p:grpSpPr bwMode="auto">
          <a:xfrm>
            <a:off x="4043640" y="1443040"/>
            <a:ext cx="4384675" cy="415925"/>
            <a:chOff x="1855" y="849"/>
            <a:chExt cx="2762" cy="262"/>
          </a:xfrm>
        </p:grpSpPr>
        <p:sp>
          <p:nvSpPr>
            <p:cNvPr id="36" name="Line 33">
              <a:extLst>
                <a:ext uri="{FF2B5EF4-FFF2-40B4-BE49-F238E27FC236}">
                  <a16:creationId xmlns:a16="http://schemas.microsoft.com/office/drawing/2014/main" id="{C7D10F69-3A76-D8AD-0665-DDDC82B41B5D}"/>
                </a:ext>
              </a:extLst>
            </p:cNvPr>
            <p:cNvSpPr>
              <a:spLocks noChangeShapeType="1"/>
            </p:cNvSpPr>
            <p:nvPr/>
          </p:nvSpPr>
          <p:spPr bwMode="auto">
            <a:xfrm>
              <a:off x="1855" y="1050"/>
              <a:ext cx="2388" cy="1"/>
            </a:xfrm>
            <a:prstGeom prst="line">
              <a:avLst/>
            </a:prstGeom>
            <a:noFill/>
            <a:ln w="127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37" name="Group 34">
              <a:extLst>
                <a:ext uri="{FF2B5EF4-FFF2-40B4-BE49-F238E27FC236}">
                  <a16:creationId xmlns:a16="http://schemas.microsoft.com/office/drawing/2014/main" id="{0F1B7EF1-9C82-30AA-C124-B51750887804}"/>
                </a:ext>
              </a:extLst>
            </p:cNvPr>
            <p:cNvGrpSpPr>
              <a:grpSpLocks/>
            </p:cNvGrpSpPr>
            <p:nvPr/>
          </p:nvGrpSpPr>
          <p:grpSpPr bwMode="auto">
            <a:xfrm>
              <a:off x="4053" y="849"/>
              <a:ext cx="564" cy="250"/>
              <a:chOff x="4059" y="875"/>
              <a:chExt cx="564" cy="226"/>
            </a:xfrm>
          </p:grpSpPr>
          <p:sp>
            <p:nvSpPr>
              <p:cNvPr id="41" name="Text Box 35">
                <a:extLst>
                  <a:ext uri="{FF2B5EF4-FFF2-40B4-BE49-F238E27FC236}">
                    <a16:creationId xmlns:a16="http://schemas.microsoft.com/office/drawing/2014/main" id="{C685972A-CBF3-3684-2823-69B9F7486433}"/>
                  </a:ext>
                </a:extLst>
              </p:cNvPr>
              <p:cNvSpPr txBox="1">
                <a:spLocks noChangeArrowheads="1"/>
              </p:cNvSpPr>
              <p:nvPr/>
            </p:nvSpPr>
            <p:spPr bwMode="auto">
              <a:xfrm>
                <a:off x="4059" y="875"/>
                <a:ext cx="564" cy="226"/>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2</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42" name="Text Box 36">
                <a:extLst>
                  <a:ext uri="{FF2B5EF4-FFF2-40B4-BE49-F238E27FC236}">
                    <a16:creationId xmlns:a16="http://schemas.microsoft.com/office/drawing/2014/main" id="{A63C3D63-61FA-9010-133C-26E52DCD1FAA}"/>
                  </a:ext>
                </a:extLst>
              </p:cNvPr>
              <p:cNvSpPr txBox="1">
                <a:spLocks noChangeArrowheads="1"/>
              </p:cNvSpPr>
              <p:nvPr/>
            </p:nvSpPr>
            <p:spPr bwMode="auto">
              <a:xfrm>
                <a:off x="4134" y="1000"/>
                <a:ext cx="156" cy="96"/>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nvGrpSpPr>
            <p:cNvPr id="38" name="Group 37">
              <a:extLst>
                <a:ext uri="{FF2B5EF4-FFF2-40B4-BE49-F238E27FC236}">
                  <a16:creationId xmlns:a16="http://schemas.microsoft.com/office/drawing/2014/main" id="{1D5BDE89-A9B8-954E-0920-F55539BCAAF4}"/>
                </a:ext>
              </a:extLst>
            </p:cNvPr>
            <p:cNvGrpSpPr>
              <a:grpSpLocks/>
            </p:cNvGrpSpPr>
            <p:nvPr/>
          </p:nvGrpSpPr>
          <p:grpSpPr bwMode="auto">
            <a:xfrm>
              <a:off x="3404" y="859"/>
              <a:ext cx="392" cy="252"/>
              <a:chOff x="3404" y="886"/>
              <a:chExt cx="392" cy="228"/>
            </a:xfrm>
          </p:grpSpPr>
          <p:sp>
            <p:nvSpPr>
              <p:cNvPr id="39" name="Text Box 38">
                <a:extLst>
                  <a:ext uri="{FF2B5EF4-FFF2-40B4-BE49-F238E27FC236}">
                    <a16:creationId xmlns:a16="http://schemas.microsoft.com/office/drawing/2014/main" id="{8073320D-3CE6-5A44-E6BA-15981711EE0C}"/>
                  </a:ext>
                </a:extLst>
              </p:cNvPr>
              <p:cNvSpPr txBox="1">
                <a:spLocks noChangeArrowheads="1"/>
              </p:cNvSpPr>
              <p:nvPr/>
            </p:nvSpPr>
            <p:spPr bwMode="auto">
              <a:xfrm>
                <a:off x="3404" y="886"/>
                <a:ext cx="392" cy="228"/>
              </a:xfrm>
              <a:prstGeom prst="rect">
                <a:avLst/>
              </a:prstGeom>
              <a:noFill/>
              <a:ln w="12700">
                <a:noFill/>
                <a:miter lim="800000"/>
                <a:headEnd/>
                <a:tailEnd/>
              </a:ln>
            </p:spPr>
            <p:txBody>
              <a:bodyPr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4</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40" name="Text Box 39">
                <a:extLst>
                  <a:ext uri="{FF2B5EF4-FFF2-40B4-BE49-F238E27FC236}">
                    <a16:creationId xmlns:a16="http://schemas.microsoft.com/office/drawing/2014/main" id="{6F560A46-E648-111D-C9A6-A7B1212A159C}"/>
                  </a:ext>
                </a:extLst>
              </p:cNvPr>
              <p:cNvSpPr txBox="1">
                <a:spLocks noChangeArrowheads="1"/>
              </p:cNvSpPr>
              <p:nvPr/>
            </p:nvSpPr>
            <p:spPr bwMode="auto">
              <a:xfrm>
                <a:off x="3586" y="996"/>
                <a:ext cx="156" cy="97"/>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grpSp>
        <p:nvGrpSpPr>
          <p:cNvPr id="43" name="Group 40">
            <a:extLst>
              <a:ext uri="{FF2B5EF4-FFF2-40B4-BE49-F238E27FC236}">
                <a16:creationId xmlns:a16="http://schemas.microsoft.com/office/drawing/2014/main" id="{01095817-15B8-693C-2B20-52B7324D16FC}"/>
              </a:ext>
            </a:extLst>
          </p:cNvPr>
          <p:cNvGrpSpPr>
            <a:grpSpLocks/>
          </p:cNvGrpSpPr>
          <p:nvPr/>
        </p:nvGrpSpPr>
        <p:grpSpPr bwMode="auto">
          <a:xfrm>
            <a:off x="7218642" y="2476500"/>
            <a:ext cx="1347788" cy="396875"/>
            <a:chOff x="3845" y="1500"/>
            <a:chExt cx="849" cy="250"/>
          </a:xfrm>
        </p:grpSpPr>
        <p:sp>
          <p:nvSpPr>
            <p:cNvPr id="44" name="Text Box 41">
              <a:extLst>
                <a:ext uri="{FF2B5EF4-FFF2-40B4-BE49-F238E27FC236}">
                  <a16:creationId xmlns:a16="http://schemas.microsoft.com/office/drawing/2014/main" id="{D336400F-6C82-05D8-22D7-DDC55649EE0A}"/>
                </a:ext>
              </a:extLst>
            </p:cNvPr>
            <p:cNvSpPr txBox="1">
              <a:spLocks noChangeArrowheads="1"/>
            </p:cNvSpPr>
            <p:nvPr/>
          </p:nvSpPr>
          <p:spPr bwMode="auto">
            <a:xfrm>
              <a:off x="3891" y="1500"/>
              <a:ext cx="803" cy="250"/>
            </a:xfrm>
            <a:prstGeom prst="rect">
              <a:avLst/>
            </a:prstGeom>
            <a:noFill/>
            <a:ln w="12700">
              <a:noFill/>
              <a:miter lim="800000"/>
              <a:headEnd/>
              <a:tailEnd/>
            </a:ln>
          </p:spPr>
          <p:txBody>
            <a:bodyPr wrap="square" anchor="ctr">
              <a:spAutoFit/>
            </a:bodyPr>
            <a:lstStyle/>
            <a:p>
              <a:pPr fontAlgn="base">
                <a:spcBef>
                  <a:spcPct val="0"/>
                </a:spcBef>
                <a:spcAft>
                  <a:spcPct val="0"/>
                </a:spcAft>
              </a:pPr>
              <a:r>
                <a:rPr kumimoji="1" lang="en-US" altLang="zh-CN" sz="2000" b="1" i="1" dirty="0">
                  <a:solidFill>
                    <a:srgbClr val="000000"/>
                  </a:solidFill>
                  <a:latin typeface="RomanD" pitchFamily="2" charset="0"/>
                  <a:ea typeface="宋体" charset="-122"/>
                </a:rPr>
                <a:t>1</a:t>
              </a:r>
              <a:r>
                <a:rPr kumimoji="1" lang="en-US" altLang="zh-CN" sz="2000" b="1" i="1" dirty="0">
                  <a:solidFill>
                    <a:srgbClr val="000000"/>
                  </a:solidFill>
                  <a:latin typeface="RomanD" pitchFamily="2" charset="0"/>
                  <a:ea typeface="宋体" charset="-122"/>
                  <a:sym typeface="Symbol" pitchFamily="18" charset="2"/>
                </a:rPr>
                <a:t>〞</a:t>
              </a:r>
              <a:endParaRPr kumimoji="1" lang="en-US" altLang="zh-CN" sz="1600" b="1" i="1" dirty="0">
                <a:solidFill>
                  <a:srgbClr val="000000"/>
                </a:solidFill>
                <a:latin typeface="ItalicT" pitchFamily="2" charset="0"/>
                <a:ea typeface="宋体" charset="-122"/>
              </a:endParaRPr>
            </a:p>
          </p:txBody>
        </p:sp>
        <p:sp>
          <p:nvSpPr>
            <p:cNvPr id="45" name="Text Box 42">
              <a:extLst>
                <a:ext uri="{FF2B5EF4-FFF2-40B4-BE49-F238E27FC236}">
                  <a16:creationId xmlns:a16="http://schemas.microsoft.com/office/drawing/2014/main" id="{754BBD20-9877-DB77-51C4-CA408F2F6AEB}"/>
                </a:ext>
              </a:extLst>
            </p:cNvPr>
            <p:cNvSpPr txBox="1">
              <a:spLocks noChangeArrowheads="1"/>
            </p:cNvSpPr>
            <p:nvPr/>
          </p:nvSpPr>
          <p:spPr bwMode="auto">
            <a:xfrm>
              <a:off x="3845" y="1504"/>
              <a:ext cx="156" cy="106"/>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500" b="1" i="1">
                  <a:solidFill>
                    <a:srgbClr val="FF3300"/>
                  </a:solidFill>
                  <a:latin typeface="ItalicT" pitchFamily="2" charset="0"/>
                  <a:ea typeface="宋体" charset="-122"/>
                </a:rPr>
                <a:t>●</a:t>
              </a:r>
            </a:p>
          </p:txBody>
        </p:sp>
      </p:grpSp>
      <p:grpSp>
        <p:nvGrpSpPr>
          <p:cNvPr id="46" name="Group 43">
            <a:extLst>
              <a:ext uri="{FF2B5EF4-FFF2-40B4-BE49-F238E27FC236}">
                <a16:creationId xmlns:a16="http://schemas.microsoft.com/office/drawing/2014/main" id="{E6C07D2D-BDA2-F78C-6EE8-70ED55CD2572}"/>
              </a:ext>
            </a:extLst>
          </p:cNvPr>
          <p:cNvGrpSpPr>
            <a:grpSpLocks/>
          </p:cNvGrpSpPr>
          <p:nvPr/>
        </p:nvGrpSpPr>
        <p:grpSpPr bwMode="auto">
          <a:xfrm>
            <a:off x="4175402" y="4502150"/>
            <a:ext cx="423863" cy="493713"/>
            <a:chOff x="1928" y="2776"/>
            <a:chExt cx="267" cy="311"/>
          </a:xfrm>
        </p:grpSpPr>
        <p:sp>
          <p:nvSpPr>
            <p:cNvPr id="47" name="Text Box 44">
              <a:extLst>
                <a:ext uri="{FF2B5EF4-FFF2-40B4-BE49-F238E27FC236}">
                  <a16:creationId xmlns:a16="http://schemas.microsoft.com/office/drawing/2014/main" id="{D0B100DF-00E9-E415-C991-2877700A70D8}"/>
                </a:ext>
              </a:extLst>
            </p:cNvPr>
            <p:cNvSpPr txBox="1">
              <a:spLocks noChangeArrowheads="1"/>
            </p:cNvSpPr>
            <p:nvPr/>
          </p:nvSpPr>
          <p:spPr bwMode="auto">
            <a:xfrm>
              <a:off x="1973" y="2776"/>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3</a:t>
              </a:r>
              <a:endParaRPr kumimoji="1" lang="en-US" altLang="zh-CN" sz="1600" b="1" i="1">
                <a:solidFill>
                  <a:srgbClr val="000000"/>
                </a:solidFill>
                <a:latin typeface="ItalicT" pitchFamily="2" charset="0"/>
                <a:ea typeface="宋体" charset="-122"/>
              </a:endParaRPr>
            </a:p>
          </p:txBody>
        </p:sp>
        <p:sp>
          <p:nvSpPr>
            <p:cNvPr id="48" name="Text Box 45">
              <a:extLst>
                <a:ext uri="{FF2B5EF4-FFF2-40B4-BE49-F238E27FC236}">
                  <a16:creationId xmlns:a16="http://schemas.microsoft.com/office/drawing/2014/main" id="{74CEB770-22D0-8EC0-EB53-8C332100E9B4}"/>
                </a:ext>
              </a:extLst>
            </p:cNvPr>
            <p:cNvSpPr txBox="1">
              <a:spLocks noChangeArrowheads="1"/>
            </p:cNvSpPr>
            <p:nvPr/>
          </p:nvSpPr>
          <p:spPr bwMode="auto">
            <a:xfrm>
              <a:off x="1928" y="2952"/>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a:solidFill>
                    <a:srgbClr val="FF3300"/>
                  </a:solidFill>
                  <a:latin typeface="ItalicT" pitchFamily="2" charset="0"/>
                  <a:ea typeface="宋体" charset="-122"/>
                </a:rPr>
                <a:t>●</a:t>
              </a:r>
            </a:p>
          </p:txBody>
        </p:sp>
      </p:grpSp>
      <p:grpSp>
        <p:nvGrpSpPr>
          <p:cNvPr id="49" name="Group 46">
            <a:extLst>
              <a:ext uri="{FF2B5EF4-FFF2-40B4-BE49-F238E27FC236}">
                <a16:creationId xmlns:a16="http://schemas.microsoft.com/office/drawing/2014/main" id="{13C430BA-2FF0-D0DF-EE90-876AF80D882B}"/>
              </a:ext>
            </a:extLst>
          </p:cNvPr>
          <p:cNvGrpSpPr>
            <a:grpSpLocks/>
          </p:cNvGrpSpPr>
          <p:nvPr/>
        </p:nvGrpSpPr>
        <p:grpSpPr bwMode="auto">
          <a:xfrm>
            <a:off x="3918227" y="5195888"/>
            <a:ext cx="420688" cy="398462"/>
            <a:chOff x="1776" y="3213"/>
            <a:chExt cx="265" cy="251"/>
          </a:xfrm>
        </p:grpSpPr>
        <p:sp>
          <p:nvSpPr>
            <p:cNvPr id="50" name="Text Box 47">
              <a:extLst>
                <a:ext uri="{FF2B5EF4-FFF2-40B4-BE49-F238E27FC236}">
                  <a16:creationId xmlns:a16="http://schemas.microsoft.com/office/drawing/2014/main" id="{5EE54011-3B17-8E04-80A6-E07B79B3E536}"/>
                </a:ext>
              </a:extLst>
            </p:cNvPr>
            <p:cNvSpPr txBox="1">
              <a:spLocks noChangeArrowheads="1"/>
            </p:cNvSpPr>
            <p:nvPr/>
          </p:nvSpPr>
          <p:spPr bwMode="auto">
            <a:xfrm>
              <a:off x="1819" y="3214"/>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2</a:t>
              </a:r>
              <a:endParaRPr kumimoji="1" lang="en-US" altLang="zh-CN" b="1" i="1">
                <a:solidFill>
                  <a:srgbClr val="000000"/>
                </a:solidFill>
                <a:latin typeface="ItalicT" pitchFamily="2" charset="0"/>
                <a:ea typeface="宋体" charset="-122"/>
              </a:endParaRPr>
            </a:p>
          </p:txBody>
        </p:sp>
        <p:sp>
          <p:nvSpPr>
            <p:cNvPr id="51" name="Text Box 48">
              <a:extLst>
                <a:ext uri="{FF2B5EF4-FFF2-40B4-BE49-F238E27FC236}">
                  <a16:creationId xmlns:a16="http://schemas.microsoft.com/office/drawing/2014/main" id="{1E3808B7-F738-1AF8-7F94-BC4F47D73A6D}"/>
                </a:ext>
              </a:extLst>
            </p:cNvPr>
            <p:cNvSpPr txBox="1">
              <a:spLocks noChangeArrowheads="1"/>
            </p:cNvSpPr>
            <p:nvPr/>
          </p:nvSpPr>
          <p:spPr bwMode="auto">
            <a:xfrm>
              <a:off x="1776" y="3213"/>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a:solidFill>
                    <a:srgbClr val="FF3300"/>
                  </a:solidFill>
                  <a:latin typeface="ItalicT" pitchFamily="2" charset="0"/>
                  <a:ea typeface="宋体" charset="-122"/>
                </a:rPr>
                <a:t>●</a:t>
              </a:r>
            </a:p>
          </p:txBody>
        </p:sp>
      </p:grpSp>
      <p:grpSp>
        <p:nvGrpSpPr>
          <p:cNvPr id="52" name="Group 49">
            <a:extLst>
              <a:ext uri="{FF2B5EF4-FFF2-40B4-BE49-F238E27FC236}">
                <a16:creationId xmlns:a16="http://schemas.microsoft.com/office/drawing/2014/main" id="{3EA0F4BE-4C41-4CE3-DB55-DBB0A3F24B23}"/>
              </a:ext>
            </a:extLst>
          </p:cNvPr>
          <p:cNvGrpSpPr>
            <a:grpSpLocks/>
          </p:cNvGrpSpPr>
          <p:nvPr/>
        </p:nvGrpSpPr>
        <p:grpSpPr bwMode="auto">
          <a:xfrm>
            <a:off x="3754715" y="4117975"/>
            <a:ext cx="438150" cy="438150"/>
            <a:chOff x="1679" y="2534"/>
            <a:chExt cx="276" cy="276"/>
          </a:xfrm>
        </p:grpSpPr>
        <p:sp>
          <p:nvSpPr>
            <p:cNvPr id="53" name="Text Box 50">
              <a:extLst>
                <a:ext uri="{FF2B5EF4-FFF2-40B4-BE49-F238E27FC236}">
                  <a16:creationId xmlns:a16="http://schemas.microsoft.com/office/drawing/2014/main" id="{31DDABAF-8B2E-428D-65A3-DAB610E9B3F6}"/>
                </a:ext>
              </a:extLst>
            </p:cNvPr>
            <p:cNvSpPr txBox="1">
              <a:spLocks noChangeArrowheads="1"/>
            </p:cNvSpPr>
            <p:nvPr/>
          </p:nvSpPr>
          <p:spPr bwMode="auto">
            <a:xfrm>
              <a:off x="1679" y="2534"/>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4</a:t>
              </a:r>
              <a:endParaRPr kumimoji="1" lang="en-US" altLang="zh-CN" sz="1600" b="1" i="1">
                <a:solidFill>
                  <a:srgbClr val="000000"/>
                </a:solidFill>
                <a:latin typeface="ItalicT" pitchFamily="2" charset="0"/>
                <a:ea typeface="宋体" charset="-122"/>
              </a:endParaRPr>
            </a:p>
          </p:txBody>
        </p:sp>
        <p:sp>
          <p:nvSpPr>
            <p:cNvPr id="54" name="Text Box 51">
              <a:extLst>
                <a:ext uri="{FF2B5EF4-FFF2-40B4-BE49-F238E27FC236}">
                  <a16:creationId xmlns:a16="http://schemas.microsoft.com/office/drawing/2014/main" id="{0FA42132-E8B3-A231-B0E9-8C93B0F77179}"/>
                </a:ext>
              </a:extLst>
            </p:cNvPr>
            <p:cNvSpPr txBox="1">
              <a:spLocks noChangeArrowheads="1"/>
            </p:cNvSpPr>
            <p:nvPr/>
          </p:nvSpPr>
          <p:spPr bwMode="auto">
            <a:xfrm>
              <a:off x="1775" y="2675"/>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a:solidFill>
                    <a:srgbClr val="FF3300"/>
                  </a:solidFill>
                  <a:latin typeface="ItalicT" pitchFamily="2" charset="0"/>
                  <a:ea typeface="宋体" charset="-122"/>
                </a:rPr>
                <a:t>●</a:t>
              </a:r>
            </a:p>
          </p:txBody>
        </p:sp>
      </p:grpSp>
      <p:grpSp>
        <p:nvGrpSpPr>
          <p:cNvPr id="55" name="Group 52">
            <a:extLst>
              <a:ext uri="{FF2B5EF4-FFF2-40B4-BE49-F238E27FC236}">
                <a16:creationId xmlns:a16="http://schemas.microsoft.com/office/drawing/2014/main" id="{817F82D1-2811-4C33-5978-5FCAFBB24146}"/>
              </a:ext>
            </a:extLst>
          </p:cNvPr>
          <p:cNvGrpSpPr>
            <a:grpSpLocks/>
          </p:cNvGrpSpPr>
          <p:nvPr/>
        </p:nvGrpSpPr>
        <p:grpSpPr bwMode="auto">
          <a:xfrm>
            <a:off x="4064277" y="1760538"/>
            <a:ext cx="3292475" cy="3130550"/>
            <a:chOff x="1868" y="1049"/>
            <a:chExt cx="2074" cy="1972"/>
          </a:xfrm>
        </p:grpSpPr>
        <p:sp>
          <p:nvSpPr>
            <p:cNvPr id="56" name="Line 53">
              <a:extLst>
                <a:ext uri="{FF2B5EF4-FFF2-40B4-BE49-F238E27FC236}">
                  <a16:creationId xmlns:a16="http://schemas.microsoft.com/office/drawing/2014/main" id="{64E2177B-ACFB-876D-4A95-A2B933122FEF}"/>
                </a:ext>
              </a:extLst>
            </p:cNvPr>
            <p:cNvSpPr>
              <a:spLocks noChangeShapeType="1"/>
            </p:cNvSpPr>
            <p:nvPr/>
          </p:nvSpPr>
          <p:spPr bwMode="auto">
            <a:xfrm>
              <a:off x="3673" y="1049"/>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7" name="Line 54">
              <a:extLst>
                <a:ext uri="{FF2B5EF4-FFF2-40B4-BE49-F238E27FC236}">
                  <a16:creationId xmlns:a16="http://schemas.microsoft.com/office/drawing/2014/main" id="{8EF6D1EE-A5B0-EC95-7695-1E9A325D0944}"/>
                </a:ext>
              </a:extLst>
            </p:cNvPr>
            <p:cNvSpPr>
              <a:spLocks noChangeShapeType="1"/>
            </p:cNvSpPr>
            <p:nvPr/>
          </p:nvSpPr>
          <p:spPr bwMode="auto">
            <a:xfrm rot="-5400000">
              <a:off x="1733" y="2887"/>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58" name="Group 55">
            <a:extLst>
              <a:ext uri="{FF2B5EF4-FFF2-40B4-BE49-F238E27FC236}">
                <a16:creationId xmlns:a16="http://schemas.microsoft.com/office/drawing/2014/main" id="{CEB168E0-3A82-1BA8-6F41-AD514C2A255C}"/>
              </a:ext>
            </a:extLst>
          </p:cNvPr>
          <p:cNvGrpSpPr>
            <a:grpSpLocks/>
          </p:cNvGrpSpPr>
          <p:nvPr/>
        </p:nvGrpSpPr>
        <p:grpSpPr bwMode="auto">
          <a:xfrm>
            <a:off x="4065865" y="1757363"/>
            <a:ext cx="3716337" cy="3552825"/>
            <a:chOff x="1869" y="1047"/>
            <a:chExt cx="2341" cy="2238"/>
          </a:xfrm>
        </p:grpSpPr>
        <p:sp>
          <p:nvSpPr>
            <p:cNvPr id="59" name="Line 56">
              <a:extLst>
                <a:ext uri="{FF2B5EF4-FFF2-40B4-BE49-F238E27FC236}">
                  <a16:creationId xmlns:a16="http://schemas.microsoft.com/office/drawing/2014/main" id="{9722ED89-4913-DAB0-43B3-49952B17DBF7}"/>
                </a:ext>
              </a:extLst>
            </p:cNvPr>
            <p:cNvSpPr>
              <a:spLocks noChangeShapeType="1"/>
            </p:cNvSpPr>
            <p:nvPr/>
          </p:nvSpPr>
          <p:spPr bwMode="auto">
            <a:xfrm>
              <a:off x="3941" y="1047"/>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0" name="Line 57">
              <a:extLst>
                <a:ext uri="{FF2B5EF4-FFF2-40B4-BE49-F238E27FC236}">
                  <a16:creationId xmlns:a16="http://schemas.microsoft.com/office/drawing/2014/main" id="{BC2077CD-FEA8-F56B-EFA6-A68173C4EFC0}"/>
                </a:ext>
              </a:extLst>
            </p:cNvPr>
            <p:cNvSpPr>
              <a:spLocks noChangeShapeType="1"/>
            </p:cNvSpPr>
            <p:nvPr/>
          </p:nvSpPr>
          <p:spPr bwMode="auto">
            <a:xfrm rot="-5400000">
              <a:off x="1734" y="3151"/>
              <a:ext cx="269" cy="0"/>
            </a:xfrm>
            <a:prstGeom prst="line">
              <a:avLst/>
            </a:prstGeom>
            <a:noFill/>
            <a:ln w="38100">
              <a:solidFill>
                <a:srgbClr val="9900CC"/>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grpSp>
        <p:nvGrpSpPr>
          <p:cNvPr id="61" name="Group 59">
            <a:extLst>
              <a:ext uri="{FF2B5EF4-FFF2-40B4-BE49-F238E27FC236}">
                <a16:creationId xmlns:a16="http://schemas.microsoft.com/office/drawing/2014/main" id="{FF92E76C-342D-A70E-F878-40254D9C349B}"/>
              </a:ext>
            </a:extLst>
          </p:cNvPr>
          <p:cNvGrpSpPr>
            <a:grpSpLocks/>
          </p:cNvGrpSpPr>
          <p:nvPr/>
        </p:nvGrpSpPr>
        <p:grpSpPr bwMode="auto">
          <a:xfrm>
            <a:off x="2991127" y="4522788"/>
            <a:ext cx="409575" cy="474662"/>
            <a:chOff x="1192" y="2789"/>
            <a:chExt cx="258" cy="299"/>
          </a:xfrm>
        </p:grpSpPr>
        <p:sp>
          <p:nvSpPr>
            <p:cNvPr id="62" name="Text Box 60">
              <a:extLst>
                <a:ext uri="{FF2B5EF4-FFF2-40B4-BE49-F238E27FC236}">
                  <a16:creationId xmlns:a16="http://schemas.microsoft.com/office/drawing/2014/main" id="{6169CDAF-7513-CAEC-C983-E94FF48E2EAD}"/>
                </a:ext>
              </a:extLst>
            </p:cNvPr>
            <p:cNvSpPr txBox="1">
              <a:spLocks noChangeArrowheads="1"/>
            </p:cNvSpPr>
            <p:nvPr/>
          </p:nvSpPr>
          <p:spPr bwMode="auto">
            <a:xfrm>
              <a:off x="1192" y="2789"/>
              <a:ext cx="222" cy="250"/>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i="1">
                  <a:solidFill>
                    <a:srgbClr val="000000"/>
                  </a:solidFill>
                  <a:latin typeface="RomanD" pitchFamily="2" charset="0"/>
                  <a:ea typeface="宋体" charset="-122"/>
                </a:rPr>
                <a:t>1</a:t>
              </a:r>
              <a:endParaRPr kumimoji="1" lang="en-US" altLang="zh-CN" sz="1600" b="1" i="1">
                <a:solidFill>
                  <a:srgbClr val="000000"/>
                </a:solidFill>
                <a:latin typeface="ItalicT" pitchFamily="2" charset="0"/>
                <a:ea typeface="宋体" charset="-122"/>
              </a:endParaRPr>
            </a:p>
          </p:txBody>
        </p:sp>
        <p:sp>
          <p:nvSpPr>
            <p:cNvPr id="63" name="Text Box 61">
              <a:extLst>
                <a:ext uri="{FF2B5EF4-FFF2-40B4-BE49-F238E27FC236}">
                  <a16:creationId xmlns:a16="http://schemas.microsoft.com/office/drawing/2014/main" id="{793A9853-9EF0-4511-0CA6-0609E5483B84}"/>
                </a:ext>
              </a:extLst>
            </p:cNvPr>
            <p:cNvSpPr txBox="1">
              <a:spLocks noChangeArrowheads="1"/>
            </p:cNvSpPr>
            <p:nvPr/>
          </p:nvSpPr>
          <p:spPr bwMode="auto">
            <a:xfrm>
              <a:off x="1270" y="2953"/>
              <a:ext cx="180" cy="13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zh-CN" altLang="en-US" sz="800" b="1" i="1">
                  <a:solidFill>
                    <a:srgbClr val="FF3300"/>
                  </a:solidFill>
                  <a:latin typeface="ItalicT" pitchFamily="2" charset="0"/>
                  <a:ea typeface="宋体" charset="-122"/>
                </a:rPr>
                <a:t>●</a:t>
              </a:r>
            </a:p>
          </p:txBody>
        </p:sp>
      </p:grpSp>
      <p:sp>
        <p:nvSpPr>
          <p:cNvPr id="64" name="Text Box 62">
            <a:extLst>
              <a:ext uri="{FF2B5EF4-FFF2-40B4-BE49-F238E27FC236}">
                <a16:creationId xmlns:a16="http://schemas.microsoft.com/office/drawing/2014/main" id="{E27D1BCD-1B6A-C658-E1E0-8DE1C48BC223}"/>
              </a:ext>
            </a:extLst>
          </p:cNvPr>
          <p:cNvSpPr txBox="1">
            <a:spLocks noChangeArrowheads="1"/>
          </p:cNvSpPr>
          <p:nvPr/>
        </p:nvSpPr>
        <p:spPr bwMode="auto">
          <a:xfrm>
            <a:off x="5518427" y="4210050"/>
            <a:ext cx="2262188" cy="396875"/>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2)</a:t>
            </a:r>
            <a:r>
              <a:rPr kumimoji="1" lang="en-US" altLang="zh-CN" sz="2000" b="1">
                <a:solidFill>
                  <a:srgbClr val="0066FF"/>
                </a:solidFill>
                <a:latin typeface="宋体" charset="-122"/>
                <a:ea typeface="宋体" charset="-122"/>
              </a:rPr>
              <a:t> </a:t>
            </a:r>
            <a:r>
              <a:rPr kumimoji="1" lang="zh-CN" altLang="en-US" sz="2000" b="1">
                <a:solidFill>
                  <a:srgbClr val="0066FF"/>
                </a:solidFill>
                <a:latin typeface="宋体" charset="-122"/>
                <a:ea typeface="宋体" charset="-122"/>
              </a:rPr>
              <a:t>投影分析</a:t>
            </a:r>
          </a:p>
        </p:txBody>
      </p:sp>
      <p:sp>
        <p:nvSpPr>
          <p:cNvPr id="65" name="Text Box 63">
            <a:extLst>
              <a:ext uri="{FF2B5EF4-FFF2-40B4-BE49-F238E27FC236}">
                <a16:creationId xmlns:a16="http://schemas.microsoft.com/office/drawing/2014/main" id="{D3108BA5-73AD-8239-D774-314601B9D325}"/>
              </a:ext>
            </a:extLst>
          </p:cNvPr>
          <p:cNvSpPr txBox="1">
            <a:spLocks noChangeArrowheads="1"/>
          </p:cNvSpPr>
          <p:nvPr/>
        </p:nvSpPr>
        <p:spPr bwMode="auto">
          <a:xfrm>
            <a:off x="5518427" y="4972050"/>
            <a:ext cx="1592263" cy="39687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3)</a:t>
            </a:r>
            <a:r>
              <a:rPr kumimoji="1" lang="en-US" altLang="zh-CN" sz="2000" b="1">
                <a:solidFill>
                  <a:srgbClr val="0066FF"/>
                </a:solidFill>
                <a:latin typeface="宋体" charset="-122"/>
                <a:ea typeface="宋体" charset="-122"/>
              </a:rPr>
              <a:t> </a:t>
            </a:r>
            <a:r>
              <a:rPr kumimoji="1" lang="zh-CN" altLang="en-US" sz="2000" b="1">
                <a:solidFill>
                  <a:srgbClr val="0066FF"/>
                </a:solidFill>
                <a:latin typeface="宋体" charset="-122"/>
                <a:ea typeface="宋体" charset="-122"/>
              </a:rPr>
              <a:t>求截交线</a:t>
            </a:r>
          </a:p>
        </p:txBody>
      </p:sp>
      <p:sp>
        <p:nvSpPr>
          <p:cNvPr id="66" name="Text Box 64">
            <a:extLst>
              <a:ext uri="{FF2B5EF4-FFF2-40B4-BE49-F238E27FC236}">
                <a16:creationId xmlns:a16="http://schemas.microsoft.com/office/drawing/2014/main" id="{B7914BD2-59EC-E4F9-6966-BE3C06F106D3}"/>
              </a:ext>
            </a:extLst>
          </p:cNvPr>
          <p:cNvSpPr txBox="1">
            <a:spLocks noChangeArrowheads="1"/>
          </p:cNvSpPr>
          <p:nvPr/>
        </p:nvSpPr>
        <p:spPr bwMode="auto">
          <a:xfrm>
            <a:off x="5518427" y="6038850"/>
            <a:ext cx="2359025" cy="39687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4)</a:t>
            </a:r>
            <a:r>
              <a:rPr kumimoji="1" lang="en-US" altLang="zh-CN" sz="2000" b="1">
                <a:solidFill>
                  <a:srgbClr val="0066FF"/>
                </a:solidFill>
                <a:latin typeface="宋体" charset="-122"/>
                <a:ea typeface="宋体" charset="-122"/>
              </a:rPr>
              <a:t> </a:t>
            </a:r>
            <a:r>
              <a:rPr kumimoji="1" lang="zh-CN" altLang="en-US" sz="2000" b="1">
                <a:solidFill>
                  <a:srgbClr val="0066FF"/>
                </a:solidFill>
                <a:latin typeface="宋体" charset="-122"/>
                <a:ea typeface="宋体" charset="-122"/>
              </a:rPr>
              <a:t>补全棱线的投影</a:t>
            </a:r>
          </a:p>
        </p:txBody>
      </p:sp>
      <p:sp>
        <p:nvSpPr>
          <p:cNvPr id="67" name="Line 65">
            <a:extLst>
              <a:ext uri="{FF2B5EF4-FFF2-40B4-BE49-F238E27FC236}">
                <a16:creationId xmlns:a16="http://schemas.microsoft.com/office/drawing/2014/main" id="{0336F77B-BF7F-83BF-FC4F-E5B666685475}"/>
              </a:ext>
            </a:extLst>
          </p:cNvPr>
          <p:cNvSpPr>
            <a:spLocks noChangeShapeType="1"/>
          </p:cNvSpPr>
          <p:nvPr/>
        </p:nvSpPr>
        <p:spPr bwMode="auto">
          <a:xfrm>
            <a:off x="2795865" y="4899025"/>
            <a:ext cx="450850"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8" name="Line 66">
            <a:extLst>
              <a:ext uri="{FF2B5EF4-FFF2-40B4-BE49-F238E27FC236}">
                <a16:creationId xmlns:a16="http://schemas.microsoft.com/office/drawing/2014/main" id="{A238666C-B960-0741-7D91-125B2B4786BD}"/>
              </a:ext>
            </a:extLst>
          </p:cNvPr>
          <p:cNvSpPr>
            <a:spLocks noChangeShapeType="1"/>
          </p:cNvSpPr>
          <p:nvPr/>
        </p:nvSpPr>
        <p:spPr bwMode="auto">
          <a:xfrm>
            <a:off x="4308752" y="4899025"/>
            <a:ext cx="1062038" cy="0"/>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9" name="Line 67">
            <a:extLst>
              <a:ext uri="{FF2B5EF4-FFF2-40B4-BE49-F238E27FC236}">
                <a16:creationId xmlns:a16="http://schemas.microsoft.com/office/drawing/2014/main" id="{A4FBED05-5F9A-D318-9074-F0D35FF75102}"/>
              </a:ext>
            </a:extLst>
          </p:cNvPr>
          <p:cNvSpPr>
            <a:spLocks noChangeShapeType="1"/>
          </p:cNvSpPr>
          <p:nvPr/>
        </p:nvSpPr>
        <p:spPr bwMode="auto">
          <a:xfrm>
            <a:off x="4065865" y="3594100"/>
            <a:ext cx="0" cy="877888"/>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0" name="Line 68">
            <a:extLst>
              <a:ext uri="{FF2B5EF4-FFF2-40B4-BE49-F238E27FC236}">
                <a16:creationId xmlns:a16="http://schemas.microsoft.com/office/drawing/2014/main" id="{D696A673-DCCB-BDD4-0B97-3150DFD282CD}"/>
              </a:ext>
            </a:extLst>
          </p:cNvPr>
          <p:cNvSpPr>
            <a:spLocks noChangeShapeType="1"/>
          </p:cNvSpPr>
          <p:nvPr/>
        </p:nvSpPr>
        <p:spPr bwMode="auto">
          <a:xfrm>
            <a:off x="4065865" y="5314950"/>
            <a:ext cx="0" cy="900113"/>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1" name="Line 69">
            <a:extLst>
              <a:ext uri="{FF2B5EF4-FFF2-40B4-BE49-F238E27FC236}">
                <a16:creationId xmlns:a16="http://schemas.microsoft.com/office/drawing/2014/main" id="{57621192-6C65-0008-AB6C-59C972FFB1BA}"/>
              </a:ext>
            </a:extLst>
          </p:cNvPr>
          <p:cNvSpPr>
            <a:spLocks noChangeShapeType="1"/>
          </p:cNvSpPr>
          <p:nvPr/>
        </p:nvSpPr>
        <p:spPr bwMode="auto">
          <a:xfrm flipH="1">
            <a:off x="5947052" y="1757363"/>
            <a:ext cx="981075" cy="1801812"/>
          </a:xfrm>
          <a:prstGeom prst="line">
            <a:avLst/>
          </a:prstGeom>
          <a:noFill/>
          <a:ln w="38100">
            <a:solidFill>
              <a:srgbClr val="000000"/>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2" name="Line 70">
            <a:extLst>
              <a:ext uri="{FF2B5EF4-FFF2-40B4-BE49-F238E27FC236}">
                <a16:creationId xmlns:a16="http://schemas.microsoft.com/office/drawing/2014/main" id="{B8017E69-4C02-74C6-E5FD-162044ED1EDE}"/>
              </a:ext>
            </a:extLst>
          </p:cNvPr>
          <p:cNvSpPr>
            <a:spLocks noChangeShapeType="1"/>
          </p:cNvSpPr>
          <p:nvPr/>
        </p:nvSpPr>
        <p:spPr bwMode="auto">
          <a:xfrm flipH="1">
            <a:off x="5975627" y="1008063"/>
            <a:ext cx="1371600" cy="2514600"/>
          </a:xfrm>
          <a:prstGeom prst="line">
            <a:avLst/>
          </a:prstGeom>
          <a:noFill/>
          <a:ln w="9525">
            <a:solidFill>
              <a:srgbClr val="000000"/>
            </a:solidFill>
            <a:prstDash val="lgDashDotDot"/>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3" name="Line 71">
            <a:extLst>
              <a:ext uri="{FF2B5EF4-FFF2-40B4-BE49-F238E27FC236}">
                <a16:creationId xmlns:a16="http://schemas.microsoft.com/office/drawing/2014/main" id="{8B467F35-C858-82C3-EAAF-902F92302E4C}"/>
              </a:ext>
            </a:extLst>
          </p:cNvPr>
          <p:cNvSpPr>
            <a:spLocks noChangeShapeType="1"/>
          </p:cNvSpPr>
          <p:nvPr/>
        </p:nvSpPr>
        <p:spPr bwMode="auto">
          <a:xfrm>
            <a:off x="7794902" y="1770063"/>
            <a:ext cx="1016000" cy="1789112"/>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Line 72">
            <a:extLst>
              <a:ext uri="{FF2B5EF4-FFF2-40B4-BE49-F238E27FC236}">
                <a16:creationId xmlns:a16="http://schemas.microsoft.com/office/drawing/2014/main" id="{FF4A9476-D1A9-24D7-D1C1-8E38D719EF6F}"/>
              </a:ext>
            </a:extLst>
          </p:cNvPr>
          <p:cNvSpPr>
            <a:spLocks noChangeShapeType="1"/>
          </p:cNvSpPr>
          <p:nvPr/>
        </p:nvSpPr>
        <p:spPr bwMode="auto">
          <a:xfrm>
            <a:off x="7344052" y="2578100"/>
            <a:ext cx="0" cy="969963"/>
          </a:xfrm>
          <a:prstGeom prst="line">
            <a:avLst/>
          </a:prstGeom>
          <a:noFill/>
          <a:ln w="38100">
            <a:solidFill>
              <a:srgbClr val="000000"/>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5" name="Text Box 73">
            <a:extLst>
              <a:ext uri="{FF2B5EF4-FFF2-40B4-BE49-F238E27FC236}">
                <a16:creationId xmlns:a16="http://schemas.microsoft.com/office/drawing/2014/main" id="{70657EAD-CE36-E436-54AD-C211CF60F714}"/>
              </a:ext>
            </a:extLst>
          </p:cNvPr>
          <p:cNvSpPr txBox="1">
            <a:spLocks noChangeArrowheads="1"/>
          </p:cNvSpPr>
          <p:nvPr/>
        </p:nvSpPr>
        <p:spPr bwMode="auto">
          <a:xfrm>
            <a:off x="5823227" y="5341938"/>
            <a:ext cx="2514600" cy="723900"/>
          </a:xfrm>
          <a:prstGeom prst="rect">
            <a:avLst/>
          </a:prstGeom>
          <a:noFill/>
          <a:ln w="12700">
            <a:noFill/>
            <a:miter lim="800000"/>
            <a:headEnd/>
            <a:tailEnd/>
          </a:ln>
        </p:spPr>
        <p:txBody>
          <a:bodyPr anchor="ctr">
            <a:spAutoFit/>
          </a:bodyPr>
          <a:lstStyle/>
          <a:p>
            <a:pPr algn="ctr" fontAlgn="base">
              <a:lnSpc>
                <a:spcPct val="115000"/>
              </a:lnSpc>
              <a:spcBef>
                <a:spcPct val="0"/>
              </a:spcBef>
              <a:spcAft>
                <a:spcPct val="0"/>
              </a:spcAft>
            </a:pPr>
            <a:r>
              <a:rPr kumimoji="1" lang="zh-CN" altLang="en-US" b="1">
                <a:solidFill>
                  <a:srgbClr val="000000"/>
                </a:solidFill>
                <a:latin typeface="宋体" charset="-122"/>
                <a:ea typeface="宋体" charset="-122"/>
              </a:rPr>
              <a:t>检查</a:t>
            </a:r>
            <a:r>
              <a:rPr kumimoji="1" lang="en-US" altLang="zh-CN" b="1">
                <a:solidFill>
                  <a:srgbClr val="000000"/>
                </a:solidFill>
                <a:latin typeface="宋体" charset="-122"/>
                <a:ea typeface="宋体" charset="-122"/>
              </a:rPr>
              <a:t>:</a:t>
            </a:r>
            <a:r>
              <a:rPr kumimoji="1" lang="zh-CN" altLang="en-US" b="1">
                <a:solidFill>
                  <a:srgbClr val="000000"/>
                </a:solidFill>
                <a:latin typeface="宋体" charset="-122"/>
                <a:ea typeface="宋体" charset="-122"/>
              </a:rPr>
              <a:t>尤其注意检查</a:t>
            </a:r>
          </a:p>
          <a:p>
            <a:pPr algn="ctr" fontAlgn="base">
              <a:lnSpc>
                <a:spcPct val="115000"/>
              </a:lnSpc>
              <a:spcBef>
                <a:spcPct val="0"/>
              </a:spcBef>
              <a:spcAft>
                <a:spcPct val="0"/>
              </a:spcAft>
            </a:pPr>
            <a:r>
              <a:rPr kumimoji="1" lang="zh-CN" altLang="en-US" b="1">
                <a:solidFill>
                  <a:srgbClr val="000000"/>
                </a:solidFill>
                <a:latin typeface="宋体" charset="-122"/>
                <a:ea typeface="宋体" charset="-122"/>
              </a:rPr>
              <a:t>截交线投影的相仿性</a:t>
            </a:r>
          </a:p>
        </p:txBody>
      </p:sp>
      <p:sp>
        <p:nvSpPr>
          <p:cNvPr id="76" name="Rectangle 74">
            <a:extLst>
              <a:ext uri="{FF2B5EF4-FFF2-40B4-BE49-F238E27FC236}">
                <a16:creationId xmlns:a16="http://schemas.microsoft.com/office/drawing/2014/main" id="{E529EA4A-F038-B69F-C834-88E73C89E408}"/>
              </a:ext>
            </a:extLst>
          </p:cNvPr>
          <p:cNvSpPr>
            <a:spLocks noChangeArrowheads="1"/>
          </p:cNvSpPr>
          <p:nvPr/>
        </p:nvSpPr>
        <p:spPr bwMode="auto">
          <a:xfrm>
            <a:off x="3689627" y="4885872"/>
            <a:ext cx="325438" cy="396875"/>
          </a:xfrm>
          <a:prstGeom prst="rect">
            <a:avLst/>
          </a:prstGeom>
          <a:noFill/>
          <a:ln w="9525">
            <a:noFill/>
            <a:miter lim="800000"/>
            <a:headEnd/>
            <a:tailEnd/>
          </a:ln>
        </p:spPr>
        <p:txBody>
          <a:bodyPr wrap="none">
            <a:spAutoFit/>
          </a:bodyPr>
          <a:lstStyle/>
          <a:p>
            <a:pPr algn="ctr" fontAlgn="base">
              <a:spcBef>
                <a:spcPct val="0"/>
              </a:spcBef>
              <a:spcAft>
                <a:spcPct val="0"/>
              </a:spcAft>
            </a:pPr>
            <a:r>
              <a:rPr kumimoji="1" lang="en-US" altLang="zh-CN" sz="2000" b="1" dirty="0">
                <a:solidFill>
                  <a:srgbClr val="000000"/>
                </a:solidFill>
                <a:latin typeface="RomanD" pitchFamily="2" charset="0"/>
                <a:ea typeface="宋体" charset="-122"/>
              </a:rPr>
              <a:t>S</a:t>
            </a:r>
            <a:endParaRPr kumimoji="1" lang="en-US" altLang="zh-CN" sz="1600" b="1" dirty="0">
              <a:solidFill>
                <a:srgbClr val="000000"/>
              </a:solidFill>
              <a:latin typeface="ItalicT" pitchFamily="2" charset="0"/>
              <a:ea typeface="宋体" charset="-122"/>
            </a:endParaRPr>
          </a:p>
        </p:txBody>
      </p:sp>
      <p:sp>
        <p:nvSpPr>
          <p:cNvPr id="77" name="Rectangle 75">
            <a:extLst>
              <a:ext uri="{FF2B5EF4-FFF2-40B4-BE49-F238E27FC236}">
                <a16:creationId xmlns:a16="http://schemas.microsoft.com/office/drawing/2014/main" id="{6ACE73AE-5F42-29AF-91A5-1A2B01B15984}"/>
              </a:ext>
            </a:extLst>
          </p:cNvPr>
          <p:cNvSpPr>
            <a:spLocks noChangeArrowheads="1"/>
          </p:cNvSpPr>
          <p:nvPr/>
        </p:nvSpPr>
        <p:spPr bwMode="auto">
          <a:xfrm>
            <a:off x="3918227" y="704850"/>
            <a:ext cx="685800" cy="396875"/>
          </a:xfrm>
          <a:prstGeom prst="rect">
            <a:avLst/>
          </a:prstGeom>
          <a:noFill/>
          <a:ln w="9525">
            <a:noFill/>
            <a:miter lim="800000"/>
            <a:headEnd/>
            <a:tailEnd/>
          </a:ln>
        </p:spPr>
        <p:txBody>
          <a:bodyP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S</a:t>
            </a:r>
            <a:r>
              <a:rPr kumimoji="1" lang="en-US" altLang="zh-CN" sz="2000" b="1" dirty="0">
                <a:solidFill>
                  <a:srgbClr val="000000"/>
                </a:solidFill>
                <a:latin typeface="RomanD" pitchFamily="2" charset="0"/>
                <a:ea typeface="宋体" charset="-122"/>
                <a:sym typeface="Symbol" pitchFamily="18" charset="2"/>
              </a:rPr>
              <a:t>′</a:t>
            </a:r>
          </a:p>
        </p:txBody>
      </p:sp>
      <p:sp>
        <p:nvSpPr>
          <p:cNvPr id="78" name="Rectangle 76">
            <a:extLst>
              <a:ext uri="{FF2B5EF4-FFF2-40B4-BE49-F238E27FC236}">
                <a16:creationId xmlns:a16="http://schemas.microsoft.com/office/drawing/2014/main" id="{3BC43ED5-3C28-116E-FB80-8583E6D46820}"/>
              </a:ext>
            </a:extLst>
          </p:cNvPr>
          <p:cNvSpPr>
            <a:spLocks noChangeArrowheads="1"/>
          </p:cNvSpPr>
          <p:nvPr/>
        </p:nvSpPr>
        <p:spPr bwMode="auto">
          <a:xfrm>
            <a:off x="7432952" y="715963"/>
            <a:ext cx="990600" cy="396875"/>
          </a:xfrm>
          <a:prstGeom prst="rect">
            <a:avLst/>
          </a:prstGeom>
          <a:noFill/>
          <a:ln w="9525">
            <a:noFill/>
            <a:miter lim="800000"/>
            <a:headEnd/>
            <a:tailEnd/>
          </a:ln>
        </p:spPr>
        <p:txBody>
          <a:bodyPr>
            <a:spAutoFit/>
          </a:bodyPr>
          <a:lstStyle/>
          <a:p>
            <a:pPr algn="ctr" fontAlgn="base">
              <a:spcBef>
                <a:spcPct val="0"/>
              </a:spcBef>
              <a:spcAft>
                <a:spcPct val="0"/>
              </a:spcAft>
            </a:pPr>
            <a:r>
              <a:rPr kumimoji="1" lang="en-US" altLang="zh-CN" sz="2000" b="1" i="1" dirty="0">
                <a:solidFill>
                  <a:srgbClr val="000000"/>
                </a:solidFill>
                <a:latin typeface="RomanD" pitchFamily="2" charset="0"/>
                <a:ea typeface="宋体" charset="-122"/>
              </a:rPr>
              <a:t>S</a:t>
            </a:r>
            <a:r>
              <a:rPr kumimoji="1" lang="en-US" altLang="zh-CN" sz="2000" b="1" dirty="0">
                <a:solidFill>
                  <a:srgbClr val="000000"/>
                </a:solidFill>
                <a:latin typeface="RomanD" pitchFamily="2" charset="0"/>
                <a:ea typeface="宋体" charset="-122"/>
                <a:sym typeface="Symbol" pitchFamily="18" charset="2"/>
              </a:rPr>
              <a:t>〞</a:t>
            </a:r>
            <a:endParaRPr kumimoji="1" lang="en-US" altLang="zh-CN" sz="2000" b="1" dirty="0">
              <a:solidFill>
                <a:srgbClr val="000000"/>
              </a:solidFill>
              <a:latin typeface="RomanD" pitchFamily="2" charset="0"/>
              <a:ea typeface="宋体" charset="-122"/>
            </a:endParaRPr>
          </a:p>
        </p:txBody>
      </p:sp>
      <p:sp>
        <p:nvSpPr>
          <p:cNvPr id="79" name="Line 77">
            <a:extLst>
              <a:ext uri="{FF2B5EF4-FFF2-40B4-BE49-F238E27FC236}">
                <a16:creationId xmlns:a16="http://schemas.microsoft.com/office/drawing/2014/main" id="{19587092-BE26-F988-A070-8DBC0C43D628}"/>
              </a:ext>
            </a:extLst>
          </p:cNvPr>
          <p:cNvSpPr>
            <a:spLocks noChangeShapeType="1"/>
          </p:cNvSpPr>
          <p:nvPr/>
        </p:nvSpPr>
        <p:spPr bwMode="auto">
          <a:xfrm>
            <a:off x="3308627" y="4895850"/>
            <a:ext cx="762000" cy="0"/>
          </a:xfrm>
          <a:prstGeom prst="line">
            <a:avLst/>
          </a:prstGeom>
          <a:noFill/>
          <a:ln w="508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0" name="Line 78">
            <a:extLst>
              <a:ext uri="{FF2B5EF4-FFF2-40B4-BE49-F238E27FC236}">
                <a16:creationId xmlns:a16="http://schemas.microsoft.com/office/drawing/2014/main" id="{E13E3A6D-B71B-AB23-473E-E0CB563A488D}"/>
              </a:ext>
            </a:extLst>
          </p:cNvPr>
          <p:cNvSpPr>
            <a:spLocks noChangeShapeType="1"/>
          </p:cNvSpPr>
          <p:nvPr/>
        </p:nvSpPr>
        <p:spPr bwMode="auto">
          <a:xfrm>
            <a:off x="4070627" y="4895850"/>
            <a:ext cx="228600" cy="0"/>
          </a:xfrm>
          <a:prstGeom prst="line">
            <a:avLst/>
          </a:prstGeom>
          <a:noFill/>
          <a:ln w="508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1" name="Line 79">
            <a:extLst>
              <a:ext uri="{FF2B5EF4-FFF2-40B4-BE49-F238E27FC236}">
                <a16:creationId xmlns:a16="http://schemas.microsoft.com/office/drawing/2014/main" id="{4733D9A6-FEEA-0AED-137C-44295F83419A}"/>
              </a:ext>
            </a:extLst>
          </p:cNvPr>
          <p:cNvSpPr>
            <a:spLocks noChangeShapeType="1"/>
          </p:cNvSpPr>
          <p:nvPr/>
        </p:nvSpPr>
        <p:spPr bwMode="auto">
          <a:xfrm flipV="1">
            <a:off x="4064277" y="4514850"/>
            <a:ext cx="0" cy="762000"/>
          </a:xfrm>
          <a:prstGeom prst="line">
            <a:avLst/>
          </a:prstGeom>
          <a:noFill/>
          <a:ln w="508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Text Box 80">
            <a:extLst>
              <a:ext uri="{FF2B5EF4-FFF2-40B4-BE49-F238E27FC236}">
                <a16:creationId xmlns:a16="http://schemas.microsoft.com/office/drawing/2014/main" id="{6C1A578F-3A51-26CF-200E-5B70265FC6CE}"/>
              </a:ext>
            </a:extLst>
          </p:cNvPr>
          <p:cNvSpPr txBox="1">
            <a:spLocks noChangeArrowheads="1"/>
          </p:cNvSpPr>
          <p:nvPr/>
        </p:nvSpPr>
        <p:spPr bwMode="auto">
          <a:xfrm>
            <a:off x="6856690" y="3740150"/>
            <a:ext cx="3733800" cy="396875"/>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zh-CN" altLang="en-US" sz="2000" b="1">
                <a:solidFill>
                  <a:srgbClr val="000000"/>
                </a:solidFill>
                <a:latin typeface="楷体_GB2312" pitchFamily="49" charset="-122"/>
                <a:ea typeface="楷体_GB2312" pitchFamily="49" charset="-122"/>
              </a:rPr>
              <a:t>　</a:t>
            </a:r>
            <a:r>
              <a:rPr kumimoji="1" lang="zh-CN" altLang="en-US" b="1">
                <a:solidFill>
                  <a:srgbClr val="000000"/>
                </a:solidFill>
                <a:latin typeface="宋体" charset="-122"/>
                <a:ea typeface="宋体" charset="-122"/>
              </a:rPr>
              <a:t>截平面与立体的几个棱面相交？</a:t>
            </a:r>
          </a:p>
        </p:txBody>
      </p:sp>
      <p:sp>
        <p:nvSpPr>
          <p:cNvPr id="83" name="Text Box 81">
            <a:extLst>
              <a:ext uri="{FF2B5EF4-FFF2-40B4-BE49-F238E27FC236}">
                <a16:creationId xmlns:a16="http://schemas.microsoft.com/office/drawing/2014/main" id="{79AD8632-031F-465D-D84E-22A2773A591E}"/>
              </a:ext>
            </a:extLst>
          </p:cNvPr>
          <p:cNvSpPr txBox="1">
            <a:spLocks noChangeArrowheads="1"/>
          </p:cNvSpPr>
          <p:nvPr/>
        </p:nvSpPr>
        <p:spPr bwMode="auto">
          <a:xfrm>
            <a:off x="5747027" y="4605338"/>
            <a:ext cx="2133600" cy="366712"/>
          </a:xfrm>
          <a:prstGeom prst="rect">
            <a:avLst/>
          </a:prstGeom>
          <a:noFill/>
          <a:ln w="12700">
            <a:noFill/>
            <a:miter lim="800000"/>
            <a:headEnd/>
            <a:tailEnd/>
          </a:ln>
        </p:spPr>
        <p:txBody>
          <a:bodyPr anchor="ctr">
            <a:spAutoFit/>
          </a:bodyPr>
          <a:lstStyle/>
          <a:p>
            <a:pPr algn="ctr" fontAlgn="base">
              <a:spcBef>
                <a:spcPct val="0"/>
              </a:spcBef>
              <a:spcAft>
                <a:spcPct val="0"/>
              </a:spcAft>
            </a:pPr>
            <a:r>
              <a:rPr kumimoji="1" lang="zh-CN" altLang="en-US" b="1">
                <a:solidFill>
                  <a:srgbClr val="000000"/>
                </a:solidFill>
                <a:latin typeface="宋体" charset="-122"/>
                <a:ea typeface="宋体" charset="-122"/>
              </a:rPr>
              <a:t>截交线的形状？</a:t>
            </a:r>
          </a:p>
        </p:txBody>
      </p:sp>
      <p:grpSp>
        <p:nvGrpSpPr>
          <p:cNvPr id="84" name="Group 82">
            <a:extLst>
              <a:ext uri="{FF2B5EF4-FFF2-40B4-BE49-F238E27FC236}">
                <a16:creationId xmlns:a16="http://schemas.microsoft.com/office/drawing/2014/main" id="{DE261213-8813-7633-3FF2-017594E2ED5E}"/>
              </a:ext>
            </a:extLst>
          </p:cNvPr>
          <p:cNvGrpSpPr>
            <a:grpSpLocks/>
          </p:cNvGrpSpPr>
          <p:nvPr/>
        </p:nvGrpSpPr>
        <p:grpSpPr bwMode="auto">
          <a:xfrm>
            <a:off x="7347227" y="1487488"/>
            <a:ext cx="0" cy="1019175"/>
            <a:chOff x="3552" y="864"/>
            <a:chExt cx="0" cy="672"/>
          </a:xfrm>
        </p:grpSpPr>
        <p:sp>
          <p:nvSpPr>
            <p:cNvPr id="85" name="Line 83">
              <a:extLst>
                <a:ext uri="{FF2B5EF4-FFF2-40B4-BE49-F238E27FC236}">
                  <a16:creationId xmlns:a16="http://schemas.microsoft.com/office/drawing/2014/main" id="{F9E33DA4-8F8A-0ED9-E735-C5DD3F3DAC45}"/>
                </a:ext>
              </a:extLst>
            </p:cNvPr>
            <p:cNvSpPr>
              <a:spLocks noChangeShapeType="1"/>
            </p:cNvSpPr>
            <p:nvPr/>
          </p:nvSpPr>
          <p:spPr bwMode="auto">
            <a:xfrm>
              <a:off x="3552" y="912"/>
              <a:ext cx="0" cy="576"/>
            </a:xfrm>
            <a:prstGeom prst="line">
              <a:avLst/>
            </a:prstGeom>
            <a:noFill/>
            <a:ln w="50800">
              <a:solidFill>
                <a:srgbClr val="FFFFFF"/>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6" name="Line 84">
              <a:extLst>
                <a:ext uri="{FF2B5EF4-FFF2-40B4-BE49-F238E27FC236}">
                  <a16:creationId xmlns:a16="http://schemas.microsoft.com/office/drawing/2014/main" id="{66C36DA6-FACD-5CEB-1B8A-DC4339A2F909}"/>
                </a:ext>
              </a:extLst>
            </p:cNvPr>
            <p:cNvSpPr>
              <a:spLocks noChangeShapeType="1"/>
            </p:cNvSpPr>
            <p:nvPr/>
          </p:nvSpPr>
          <p:spPr bwMode="auto">
            <a:xfrm>
              <a:off x="3552" y="864"/>
              <a:ext cx="0" cy="672"/>
            </a:xfrm>
            <a:prstGeom prst="line">
              <a:avLst/>
            </a:prstGeom>
            <a:noFill/>
            <a:ln w="19050">
              <a:solidFill>
                <a:srgbClr val="000000"/>
              </a:solidFill>
              <a:prstDash val="lgDash"/>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87" name="Group 86">
            <a:extLst>
              <a:ext uri="{FF2B5EF4-FFF2-40B4-BE49-F238E27FC236}">
                <a16:creationId xmlns:a16="http://schemas.microsoft.com/office/drawing/2014/main" id="{57009061-376C-839F-F079-63C2CC33A210}"/>
              </a:ext>
            </a:extLst>
          </p:cNvPr>
          <p:cNvGrpSpPr>
            <a:grpSpLocks/>
          </p:cNvGrpSpPr>
          <p:nvPr/>
        </p:nvGrpSpPr>
        <p:grpSpPr bwMode="auto">
          <a:xfrm>
            <a:off x="3257827" y="4448175"/>
            <a:ext cx="1050925" cy="877888"/>
            <a:chOff x="1360" y="2742"/>
            <a:chExt cx="662" cy="553"/>
          </a:xfrm>
        </p:grpSpPr>
        <p:sp>
          <p:nvSpPr>
            <p:cNvPr id="88" name="Line 87">
              <a:extLst>
                <a:ext uri="{FF2B5EF4-FFF2-40B4-BE49-F238E27FC236}">
                  <a16:creationId xmlns:a16="http://schemas.microsoft.com/office/drawing/2014/main" id="{7383BF09-5FA3-6974-BF64-EE5EE2C44811}"/>
                </a:ext>
              </a:extLst>
            </p:cNvPr>
            <p:cNvSpPr>
              <a:spLocks noChangeShapeType="1"/>
            </p:cNvSpPr>
            <p:nvPr/>
          </p:nvSpPr>
          <p:spPr bwMode="auto">
            <a:xfrm flipV="1">
              <a:off x="1360" y="2742"/>
              <a:ext cx="509" cy="284"/>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89" name="Line 88">
              <a:extLst>
                <a:ext uri="{FF2B5EF4-FFF2-40B4-BE49-F238E27FC236}">
                  <a16:creationId xmlns:a16="http://schemas.microsoft.com/office/drawing/2014/main" id="{20B7AD27-19C5-459D-422F-6700FA37B6E0}"/>
                </a:ext>
              </a:extLst>
            </p:cNvPr>
            <p:cNvSpPr>
              <a:spLocks noChangeShapeType="1"/>
            </p:cNvSpPr>
            <p:nvPr/>
          </p:nvSpPr>
          <p:spPr bwMode="auto">
            <a:xfrm>
              <a:off x="1876" y="2742"/>
              <a:ext cx="146" cy="284"/>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0" name="Line 89">
              <a:extLst>
                <a:ext uri="{FF2B5EF4-FFF2-40B4-BE49-F238E27FC236}">
                  <a16:creationId xmlns:a16="http://schemas.microsoft.com/office/drawing/2014/main" id="{3F80DC4F-6718-5C52-EEFC-94A733F0F95A}"/>
                </a:ext>
              </a:extLst>
            </p:cNvPr>
            <p:cNvSpPr>
              <a:spLocks noChangeShapeType="1"/>
            </p:cNvSpPr>
            <p:nvPr/>
          </p:nvSpPr>
          <p:spPr bwMode="auto">
            <a:xfrm flipH="1">
              <a:off x="1862" y="3026"/>
              <a:ext cx="160" cy="269"/>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1" name="Line 90">
              <a:extLst>
                <a:ext uri="{FF2B5EF4-FFF2-40B4-BE49-F238E27FC236}">
                  <a16:creationId xmlns:a16="http://schemas.microsoft.com/office/drawing/2014/main" id="{95A28E9A-860E-ABA7-8DAF-4F977D07D0C9}"/>
                </a:ext>
              </a:extLst>
            </p:cNvPr>
            <p:cNvSpPr>
              <a:spLocks noChangeShapeType="1"/>
            </p:cNvSpPr>
            <p:nvPr/>
          </p:nvSpPr>
          <p:spPr bwMode="auto">
            <a:xfrm>
              <a:off x="1360" y="3026"/>
              <a:ext cx="509" cy="262"/>
            </a:xfrm>
            <a:prstGeom prst="line">
              <a:avLst/>
            </a:prstGeom>
            <a:noFill/>
            <a:ln w="381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92" name="Text Box 96">
            <a:extLst>
              <a:ext uri="{FF2B5EF4-FFF2-40B4-BE49-F238E27FC236}">
                <a16:creationId xmlns:a16="http://schemas.microsoft.com/office/drawing/2014/main" id="{7BE5BF04-154F-5105-3697-DD5161B48E66}"/>
              </a:ext>
            </a:extLst>
          </p:cNvPr>
          <p:cNvSpPr txBox="1">
            <a:spLocks noChangeArrowheads="1"/>
          </p:cNvSpPr>
          <p:nvPr/>
        </p:nvSpPr>
        <p:spPr bwMode="auto">
          <a:xfrm>
            <a:off x="8585477" y="1003300"/>
            <a:ext cx="1265238" cy="531813"/>
          </a:xfrm>
          <a:prstGeom prst="rect">
            <a:avLst/>
          </a:prstGeom>
          <a:gradFill rotWithShape="0">
            <a:gsLst>
              <a:gs pos="0">
                <a:srgbClr val="FFFFCC"/>
              </a:gs>
              <a:gs pos="50000">
                <a:srgbClr val="FFFFFF"/>
              </a:gs>
              <a:gs pos="100000">
                <a:srgbClr val="FFFFCC"/>
              </a:gs>
            </a:gsLst>
            <a:lin ang="5400000" scaled="1"/>
          </a:gradFill>
          <a:ln w="12700">
            <a:solidFill>
              <a:srgbClr val="99CCFF"/>
            </a:solidFill>
            <a:miter lim="800000"/>
            <a:headEnd/>
            <a:tailEnd/>
          </a:ln>
          <a:effectLst/>
        </p:spPr>
        <p:txBody>
          <a:bodyPr wrap="none" lIns="90000" tIns="46800" rIns="90000" bIns="4680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a:ln>
                  <a:noFill/>
                </a:ln>
                <a:solidFill>
                  <a:srgbClr val="000000"/>
                </a:solidFill>
                <a:effectLst/>
                <a:uLnTx/>
                <a:uFillTx/>
                <a:latin typeface="ItalicT" pitchFamily="2" charset="0"/>
                <a:ea typeface="楷体_GB2312" pitchFamily="49" charset="-122"/>
              </a:rPr>
              <a:t>四边形</a:t>
            </a:r>
            <a:endParaRPr kumimoji="1" lang="zh-CN" altLang="en-US" sz="2000" b="1" i="0" u="none" strike="noStrike" kern="0" cap="none" spc="0" normalizeH="0" baseline="0" noProof="0">
              <a:ln>
                <a:noFill/>
              </a:ln>
              <a:solidFill>
                <a:srgbClr val="000000"/>
              </a:solidFill>
              <a:effectLst/>
              <a:uLnTx/>
              <a:uFillTx/>
              <a:latin typeface="ItalicT" pitchFamily="2" charset="0"/>
              <a:ea typeface="宋体" pitchFamily="2" charset="-122"/>
            </a:endParaRPr>
          </a:p>
        </p:txBody>
      </p:sp>
      <p:grpSp>
        <p:nvGrpSpPr>
          <p:cNvPr id="93" name="Group 97">
            <a:extLst>
              <a:ext uri="{FF2B5EF4-FFF2-40B4-BE49-F238E27FC236}">
                <a16:creationId xmlns:a16="http://schemas.microsoft.com/office/drawing/2014/main" id="{7E6A38C0-1D32-246F-6B51-1918A230B0C3}"/>
              </a:ext>
            </a:extLst>
          </p:cNvPr>
          <p:cNvGrpSpPr>
            <a:grpSpLocks/>
          </p:cNvGrpSpPr>
          <p:nvPr/>
        </p:nvGrpSpPr>
        <p:grpSpPr bwMode="auto">
          <a:xfrm>
            <a:off x="8225115" y="4244975"/>
            <a:ext cx="2181225" cy="2016125"/>
            <a:chOff x="4329" y="1030"/>
            <a:chExt cx="1221" cy="1129"/>
          </a:xfrm>
        </p:grpSpPr>
        <p:sp>
          <p:nvSpPr>
            <p:cNvPr id="94" name="Freeform 98">
              <a:extLst>
                <a:ext uri="{FF2B5EF4-FFF2-40B4-BE49-F238E27FC236}">
                  <a16:creationId xmlns:a16="http://schemas.microsoft.com/office/drawing/2014/main" id="{2E081116-A38B-618E-86CB-0E6157F48D5F}"/>
                </a:ext>
              </a:extLst>
            </p:cNvPr>
            <p:cNvSpPr>
              <a:spLocks/>
            </p:cNvSpPr>
            <p:nvPr/>
          </p:nvSpPr>
          <p:spPr bwMode="auto">
            <a:xfrm>
              <a:off x="4329" y="1193"/>
              <a:ext cx="822" cy="966"/>
            </a:xfrm>
            <a:custGeom>
              <a:avLst/>
              <a:gdLst>
                <a:gd name="T0" fmla="*/ 0 w 822"/>
                <a:gd name="T1" fmla="*/ 765 h 966"/>
                <a:gd name="T2" fmla="*/ 822 w 822"/>
                <a:gd name="T3" fmla="*/ 966 h 966"/>
                <a:gd name="T4" fmla="*/ 789 w 822"/>
                <a:gd name="T5" fmla="*/ 0 h 966"/>
                <a:gd name="T6" fmla="*/ 244 w 822"/>
                <a:gd name="T7" fmla="*/ 291 h 966"/>
                <a:gd name="T8" fmla="*/ 0 w 822"/>
                <a:gd name="T9" fmla="*/ 765 h 966"/>
                <a:gd name="T10" fmla="*/ 0 60000 65536"/>
                <a:gd name="T11" fmla="*/ 0 60000 65536"/>
                <a:gd name="T12" fmla="*/ 0 60000 65536"/>
                <a:gd name="T13" fmla="*/ 0 60000 65536"/>
                <a:gd name="T14" fmla="*/ 0 60000 65536"/>
                <a:gd name="T15" fmla="*/ 0 w 822"/>
                <a:gd name="T16" fmla="*/ 0 h 966"/>
                <a:gd name="T17" fmla="*/ 822 w 822"/>
                <a:gd name="T18" fmla="*/ 966 h 966"/>
              </a:gdLst>
              <a:ahLst/>
              <a:cxnLst>
                <a:cxn ang="T10">
                  <a:pos x="T0" y="T1"/>
                </a:cxn>
                <a:cxn ang="T11">
                  <a:pos x="T2" y="T3"/>
                </a:cxn>
                <a:cxn ang="T12">
                  <a:pos x="T4" y="T5"/>
                </a:cxn>
                <a:cxn ang="T13">
                  <a:pos x="T6" y="T7"/>
                </a:cxn>
                <a:cxn ang="T14">
                  <a:pos x="T8" y="T9"/>
                </a:cxn>
              </a:cxnLst>
              <a:rect l="T15" t="T16" r="T17" b="T18"/>
              <a:pathLst>
                <a:path w="822" h="966">
                  <a:moveTo>
                    <a:pt x="0" y="765"/>
                  </a:moveTo>
                  <a:lnTo>
                    <a:pt x="822" y="966"/>
                  </a:lnTo>
                  <a:lnTo>
                    <a:pt x="789" y="0"/>
                  </a:lnTo>
                  <a:lnTo>
                    <a:pt x="244" y="291"/>
                  </a:lnTo>
                  <a:lnTo>
                    <a:pt x="0" y="765"/>
                  </a:lnTo>
                  <a:close/>
                </a:path>
              </a:pathLst>
            </a:custGeom>
            <a:gradFill rotWithShape="1">
              <a:gsLst>
                <a:gs pos="0">
                  <a:srgbClr val="182F76"/>
                </a:gs>
                <a:gs pos="100000">
                  <a:srgbClr val="3366FF">
                    <a:alpha val="65999"/>
                  </a:srgbClr>
                </a:gs>
              </a:gsLst>
              <a:lin ang="0" scaled="1"/>
            </a:gra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5" name="Freeform 99">
              <a:extLst>
                <a:ext uri="{FF2B5EF4-FFF2-40B4-BE49-F238E27FC236}">
                  <a16:creationId xmlns:a16="http://schemas.microsoft.com/office/drawing/2014/main" id="{809E21C1-8B87-A8E2-C1C2-AD28A5A15A03}"/>
                </a:ext>
              </a:extLst>
            </p:cNvPr>
            <p:cNvSpPr>
              <a:spLocks/>
            </p:cNvSpPr>
            <p:nvPr/>
          </p:nvSpPr>
          <p:spPr bwMode="auto">
            <a:xfrm>
              <a:off x="4556" y="1030"/>
              <a:ext cx="567" cy="471"/>
            </a:xfrm>
            <a:custGeom>
              <a:avLst/>
              <a:gdLst>
                <a:gd name="T0" fmla="*/ 0 w 567"/>
                <a:gd name="T1" fmla="*/ 471 h 471"/>
                <a:gd name="T2" fmla="*/ 480 w 567"/>
                <a:gd name="T3" fmla="*/ 340 h 471"/>
                <a:gd name="T4" fmla="*/ 567 w 567"/>
                <a:gd name="T5" fmla="*/ 0 h 471"/>
                <a:gd name="T6" fmla="*/ 279 w 567"/>
                <a:gd name="T7" fmla="*/ 105 h 471"/>
                <a:gd name="T8" fmla="*/ 0 w 567"/>
                <a:gd name="T9" fmla="*/ 471 h 471"/>
                <a:gd name="T10" fmla="*/ 0 60000 65536"/>
                <a:gd name="T11" fmla="*/ 0 60000 65536"/>
                <a:gd name="T12" fmla="*/ 0 60000 65536"/>
                <a:gd name="T13" fmla="*/ 0 60000 65536"/>
                <a:gd name="T14" fmla="*/ 0 60000 65536"/>
                <a:gd name="T15" fmla="*/ 0 w 567"/>
                <a:gd name="T16" fmla="*/ 0 h 471"/>
                <a:gd name="T17" fmla="*/ 567 w 567"/>
                <a:gd name="T18" fmla="*/ 471 h 471"/>
              </a:gdLst>
              <a:ahLst/>
              <a:cxnLst>
                <a:cxn ang="T10">
                  <a:pos x="T0" y="T1"/>
                </a:cxn>
                <a:cxn ang="T11">
                  <a:pos x="T2" y="T3"/>
                </a:cxn>
                <a:cxn ang="T12">
                  <a:pos x="T4" y="T5"/>
                </a:cxn>
                <a:cxn ang="T13">
                  <a:pos x="T6" y="T7"/>
                </a:cxn>
                <a:cxn ang="T14">
                  <a:pos x="T8" y="T9"/>
                </a:cxn>
              </a:cxnLst>
              <a:rect l="T15" t="T16" r="T17" b="T18"/>
              <a:pathLst>
                <a:path w="567" h="471">
                  <a:moveTo>
                    <a:pt x="0" y="471"/>
                  </a:moveTo>
                  <a:lnTo>
                    <a:pt x="480" y="340"/>
                  </a:lnTo>
                  <a:lnTo>
                    <a:pt x="567" y="0"/>
                  </a:lnTo>
                  <a:lnTo>
                    <a:pt x="279" y="105"/>
                  </a:lnTo>
                  <a:lnTo>
                    <a:pt x="0" y="471"/>
                  </a:lnTo>
                  <a:close/>
                </a:path>
              </a:pathLst>
            </a:custGeom>
            <a:solidFill>
              <a:srgbClr val="FF99CC"/>
            </a:soli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96" name="Freeform 100">
              <a:extLst>
                <a:ext uri="{FF2B5EF4-FFF2-40B4-BE49-F238E27FC236}">
                  <a16:creationId xmlns:a16="http://schemas.microsoft.com/office/drawing/2014/main" id="{53CBFFBC-7802-AECC-679A-CC16AA5B6A63}"/>
                </a:ext>
              </a:extLst>
            </p:cNvPr>
            <p:cNvSpPr>
              <a:spLocks/>
            </p:cNvSpPr>
            <p:nvPr/>
          </p:nvSpPr>
          <p:spPr bwMode="auto">
            <a:xfrm>
              <a:off x="5027" y="1030"/>
              <a:ext cx="523" cy="1129"/>
            </a:xfrm>
            <a:custGeom>
              <a:avLst/>
              <a:gdLst>
                <a:gd name="T0" fmla="*/ 0 w 523"/>
                <a:gd name="T1" fmla="*/ 340 h 1129"/>
                <a:gd name="T2" fmla="*/ 124 w 523"/>
                <a:gd name="T3" fmla="*/ 1129 h 1129"/>
                <a:gd name="T4" fmla="*/ 523 w 523"/>
                <a:gd name="T5" fmla="*/ 928 h 1129"/>
                <a:gd name="T6" fmla="*/ 87 w 523"/>
                <a:gd name="T7" fmla="*/ 0 h 1129"/>
                <a:gd name="T8" fmla="*/ 0 w 523"/>
                <a:gd name="T9" fmla="*/ 340 h 1129"/>
                <a:gd name="T10" fmla="*/ 0 60000 65536"/>
                <a:gd name="T11" fmla="*/ 0 60000 65536"/>
                <a:gd name="T12" fmla="*/ 0 60000 65536"/>
                <a:gd name="T13" fmla="*/ 0 60000 65536"/>
                <a:gd name="T14" fmla="*/ 0 60000 65536"/>
                <a:gd name="T15" fmla="*/ 0 w 523"/>
                <a:gd name="T16" fmla="*/ 0 h 1129"/>
                <a:gd name="T17" fmla="*/ 523 w 523"/>
                <a:gd name="T18" fmla="*/ 1129 h 1129"/>
              </a:gdLst>
              <a:ahLst/>
              <a:cxnLst>
                <a:cxn ang="T10">
                  <a:pos x="T0" y="T1"/>
                </a:cxn>
                <a:cxn ang="T11">
                  <a:pos x="T2" y="T3"/>
                </a:cxn>
                <a:cxn ang="T12">
                  <a:pos x="T4" y="T5"/>
                </a:cxn>
                <a:cxn ang="T13">
                  <a:pos x="T6" y="T7"/>
                </a:cxn>
                <a:cxn ang="T14">
                  <a:pos x="T8" y="T9"/>
                </a:cxn>
              </a:cxnLst>
              <a:rect l="T15" t="T16" r="T17" b="T18"/>
              <a:pathLst>
                <a:path w="523" h="1129">
                  <a:moveTo>
                    <a:pt x="0" y="340"/>
                  </a:moveTo>
                  <a:lnTo>
                    <a:pt x="124" y="1129"/>
                  </a:lnTo>
                  <a:lnTo>
                    <a:pt x="523" y="928"/>
                  </a:lnTo>
                  <a:lnTo>
                    <a:pt x="87" y="0"/>
                  </a:lnTo>
                  <a:lnTo>
                    <a:pt x="0" y="340"/>
                  </a:lnTo>
                  <a:close/>
                </a:path>
              </a:pathLst>
            </a:custGeom>
            <a:gradFill rotWithShape="1">
              <a:gsLst>
                <a:gs pos="0">
                  <a:srgbClr val="3366FF"/>
                </a:gs>
                <a:gs pos="100000">
                  <a:srgbClr val="182F76"/>
                </a:gs>
              </a:gsLst>
              <a:lin ang="0" scaled="1"/>
            </a:gra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97" name="Text Box 101">
            <a:extLst>
              <a:ext uri="{FF2B5EF4-FFF2-40B4-BE49-F238E27FC236}">
                <a16:creationId xmlns:a16="http://schemas.microsoft.com/office/drawing/2014/main" id="{911AD8DF-8168-A2D3-D7B5-8458035FD15B}"/>
              </a:ext>
            </a:extLst>
          </p:cNvPr>
          <p:cNvSpPr txBox="1">
            <a:spLocks noChangeArrowheads="1"/>
          </p:cNvSpPr>
          <p:nvPr/>
        </p:nvSpPr>
        <p:spPr bwMode="auto">
          <a:xfrm>
            <a:off x="2103715" y="355600"/>
            <a:ext cx="6518131" cy="461665"/>
          </a:xfrm>
          <a:prstGeom prst="rect">
            <a:avLst/>
          </a:prstGeom>
          <a:noFill/>
          <a:ln w="15875">
            <a:noFill/>
            <a:miter lim="800000"/>
            <a:headEnd/>
            <a:tailEnd/>
          </a:ln>
        </p:spPr>
        <p:txBody>
          <a:bodyPr wrap="none">
            <a:spAutoFit/>
          </a:bodyPr>
          <a:lstStyle/>
          <a:p>
            <a:pPr eaLnBrk="0" fontAlgn="base" hangingPunct="0">
              <a:spcBef>
                <a:spcPct val="0"/>
              </a:spcBef>
              <a:spcAft>
                <a:spcPct val="0"/>
              </a:spcAft>
            </a:pPr>
            <a:r>
              <a:rPr lang="zh-CN" altLang="en-US" sz="2400" b="1" dirty="0">
                <a:solidFill>
                  <a:srgbClr val="0033CC"/>
                </a:solidFill>
                <a:latin typeface="Times New Roman" pitchFamily="18" charset="0"/>
                <a:ea typeface="宋体" charset="-122"/>
              </a:rPr>
              <a:t>例</a:t>
            </a:r>
            <a:r>
              <a:rPr lang="en-US" altLang="zh-CN" sz="2400" b="1" dirty="0">
                <a:solidFill>
                  <a:srgbClr val="0033CC"/>
                </a:solidFill>
                <a:latin typeface="Times New Roman" pitchFamily="18" charset="0"/>
                <a:ea typeface="宋体" charset="-122"/>
              </a:rPr>
              <a:t>.</a:t>
            </a:r>
            <a:r>
              <a:rPr kumimoji="1" lang="zh-CN" altLang="en-US" sz="2400" b="1" dirty="0">
                <a:solidFill>
                  <a:srgbClr val="000000"/>
                </a:solidFill>
                <a:latin typeface="RomanD" pitchFamily="2" charset="0"/>
                <a:ea typeface="宋体" charset="-122"/>
              </a:rPr>
              <a:t>正四棱锥被正垂面截切，求截交线的投影。</a:t>
            </a:r>
            <a:r>
              <a:rPr kumimoji="1" lang="zh-CN" altLang="en-US" sz="2400" dirty="0">
                <a:solidFill>
                  <a:srgbClr val="000000"/>
                </a:solidFill>
                <a:latin typeface="RomanD" pitchFamily="2" charset="0"/>
                <a:ea typeface="宋体" charset="-122"/>
              </a:rPr>
              <a:t> </a:t>
            </a:r>
          </a:p>
        </p:txBody>
      </p:sp>
      <p:grpSp>
        <p:nvGrpSpPr>
          <p:cNvPr id="98" name="Group 91">
            <a:extLst>
              <a:ext uri="{FF2B5EF4-FFF2-40B4-BE49-F238E27FC236}">
                <a16:creationId xmlns:a16="http://schemas.microsoft.com/office/drawing/2014/main" id="{84D7CF27-7953-8B71-3E55-859DEF4F3DB6}"/>
              </a:ext>
            </a:extLst>
          </p:cNvPr>
          <p:cNvGrpSpPr>
            <a:grpSpLocks/>
          </p:cNvGrpSpPr>
          <p:nvPr/>
        </p:nvGrpSpPr>
        <p:grpSpPr bwMode="auto">
          <a:xfrm>
            <a:off x="6917015" y="1492250"/>
            <a:ext cx="865187" cy="1073150"/>
            <a:chOff x="3665" y="880"/>
            <a:chExt cx="545" cy="676"/>
          </a:xfrm>
        </p:grpSpPr>
        <p:sp>
          <p:nvSpPr>
            <p:cNvPr id="99" name="Line 92">
              <a:extLst>
                <a:ext uri="{FF2B5EF4-FFF2-40B4-BE49-F238E27FC236}">
                  <a16:creationId xmlns:a16="http://schemas.microsoft.com/office/drawing/2014/main" id="{A1486A03-C7F7-E4C3-298B-B04BFB1CB6CC}"/>
                </a:ext>
              </a:extLst>
            </p:cNvPr>
            <p:cNvSpPr>
              <a:spLocks noChangeShapeType="1"/>
            </p:cNvSpPr>
            <p:nvPr/>
          </p:nvSpPr>
          <p:spPr bwMode="auto">
            <a:xfrm flipH="1">
              <a:off x="3665" y="880"/>
              <a:ext cx="269" cy="175"/>
            </a:xfrm>
            <a:prstGeom prst="line">
              <a:avLst/>
            </a:prstGeom>
            <a:noFill/>
            <a:ln w="381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0" name="Line 93">
              <a:extLst>
                <a:ext uri="{FF2B5EF4-FFF2-40B4-BE49-F238E27FC236}">
                  <a16:creationId xmlns:a16="http://schemas.microsoft.com/office/drawing/2014/main" id="{194756C5-36A9-2AFB-3715-855F1EF59F72}"/>
                </a:ext>
              </a:extLst>
            </p:cNvPr>
            <p:cNvSpPr>
              <a:spLocks noChangeShapeType="1"/>
            </p:cNvSpPr>
            <p:nvPr/>
          </p:nvSpPr>
          <p:spPr bwMode="auto">
            <a:xfrm>
              <a:off x="3665" y="1055"/>
              <a:ext cx="269" cy="501"/>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1" name="Line 94">
              <a:extLst>
                <a:ext uri="{FF2B5EF4-FFF2-40B4-BE49-F238E27FC236}">
                  <a16:creationId xmlns:a16="http://schemas.microsoft.com/office/drawing/2014/main" id="{5769D373-8DF4-17EE-C588-E7AE4FF8A13B}"/>
                </a:ext>
              </a:extLst>
            </p:cNvPr>
            <p:cNvSpPr>
              <a:spLocks noChangeShapeType="1"/>
            </p:cNvSpPr>
            <p:nvPr/>
          </p:nvSpPr>
          <p:spPr bwMode="auto">
            <a:xfrm flipV="1">
              <a:off x="3941" y="1047"/>
              <a:ext cx="269" cy="509"/>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02" name="Line 95">
              <a:extLst>
                <a:ext uri="{FF2B5EF4-FFF2-40B4-BE49-F238E27FC236}">
                  <a16:creationId xmlns:a16="http://schemas.microsoft.com/office/drawing/2014/main" id="{67D9F790-E633-7290-1601-39D5641C7552}"/>
                </a:ext>
              </a:extLst>
            </p:cNvPr>
            <p:cNvSpPr>
              <a:spLocks noChangeShapeType="1"/>
            </p:cNvSpPr>
            <p:nvPr/>
          </p:nvSpPr>
          <p:spPr bwMode="auto">
            <a:xfrm>
              <a:off x="3934" y="880"/>
              <a:ext cx="276" cy="168"/>
            </a:xfrm>
            <a:prstGeom prst="line">
              <a:avLst/>
            </a:prstGeom>
            <a:noFill/>
            <a:ln w="38100">
              <a:solidFill>
                <a:srgbClr val="FF3300"/>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103" name="Text Box 58">
            <a:extLst>
              <a:ext uri="{FF2B5EF4-FFF2-40B4-BE49-F238E27FC236}">
                <a16:creationId xmlns:a16="http://schemas.microsoft.com/office/drawing/2014/main" id="{B785C3AA-9723-95D6-806F-C71BF088C6BF}"/>
              </a:ext>
            </a:extLst>
          </p:cNvPr>
          <p:cNvSpPr txBox="1">
            <a:spLocks noChangeArrowheads="1"/>
          </p:cNvSpPr>
          <p:nvPr/>
        </p:nvSpPr>
        <p:spPr bwMode="auto">
          <a:xfrm>
            <a:off x="5518427" y="3752850"/>
            <a:ext cx="1592263" cy="396875"/>
          </a:xfrm>
          <a:prstGeom prst="rect">
            <a:avLst/>
          </a:prstGeom>
          <a:noFill/>
          <a:ln w="12700">
            <a:noFill/>
            <a:miter lim="800000"/>
            <a:headEnd/>
            <a:tailEnd/>
          </a:ln>
        </p:spPr>
        <p:txBody>
          <a:bodyPr wrap="none" anchor="ctr">
            <a:spAutoFit/>
          </a:bodyPr>
          <a:lstStyle/>
          <a:p>
            <a:pPr algn="ctr" fontAlgn="base">
              <a:spcBef>
                <a:spcPct val="0"/>
              </a:spcBef>
              <a:spcAft>
                <a:spcPct val="0"/>
              </a:spcAft>
            </a:pPr>
            <a:r>
              <a:rPr kumimoji="1" lang="en-US" altLang="zh-CN" sz="2000" b="1">
                <a:solidFill>
                  <a:srgbClr val="000000"/>
                </a:solidFill>
                <a:latin typeface="宋体" charset="-122"/>
                <a:ea typeface="宋体" charset="-122"/>
              </a:rPr>
              <a:t>1) </a:t>
            </a:r>
            <a:r>
              <a:rPr kumimoji="1" lang="zh-CN" altLang="en-US" sz="2000" b="1">
                <a:solidFill>
                  <a:srgbClr val="0066FF"/>
                </a:solidFill>
                <a:latin typeface="宋体" charset="-122"/>
                <a:ea typeface="宋体" charset="-122"/>
              </a:rPr>
              <a:t>空间分析</a:t>
            </a:r>
          </a:p>
        </p:txBody>
      </p:sp>
    </p:spTree>
    <p:extLst>
      <p:ext uri="{BB962C8B-B14F-4D97-AF65-F5344CB8AC3E}">
        <p14:creationId xmlns:p14="http://schemas.microsoft.com/office/powerpoint/2010/main" val="432257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animEffect transition="in" filter="wipe(left)">
                                      <p:cBhvr>
                                        <p:cTn id="7" dur="500"/>
                                        <p:tgtEl>
                                          <p:spTgt spid="103">
                                            <p:txEl>
                                              <p:pRg st="0" end="0"/>
                                            </p:txEl>
                                          </p:spTgt>
                                        </p:tgtEl>
                                      </p:cBhvr>
                                    </p:animEffect>
                                  </p:childTnLst>
                                </p:cTn>
                              </p:par>
                            </p:childTnLst>
                          </p:cTn>
                        </p:par>
                        <p:par>
                          <p:cTn id="8" fill="hold">
                            <p:stCondLst>
                              <p:cond delay="500"/>
                            </p:stCondLst>
                            <p:childTnLst>
                              <p:par>
                                <p:cTn id="9" presetID="15" presetClass="entr" presetSubtype="0" fill="hold" grpId="0" nodeType="afterEffect">
                                  <p:stCondLst>
                                    <p:cond delay="0"/>
                                  </p:stCondLst>
                                  <p:childTnLst>
                                    <p:set>
                                      <p:cBhvr>
                                        <p:cTn id="10" dur="1" fill="hold">
                                          <p:stCondLst>
                                            <p:cond delay="0"/>
                                          </p:stCondLst>
                                        </p:cTn>
                                        <p:tgtEl>
                                          <p:spTgt spid="82"/>
                                        </p:tgtEl>
                                        <p:attrNameLst>
                                          <p:attrName>style.visibility</p:attrName>
                                        </p:attrNameLst>
                                      </p:cBhvr>
                                      <p:to>
                                        <p:strVal val="visible"/>
                                      </p:to>
                                    </p:set>
                                    <p:anim calcmode="lin" valueType="num">
                                      <p:cBhvr>
                                        <p:cTn id="11" dur="500" fill="hold"/>
                                        <p:tgtEl>
                                          <p:spTgt spid="82"/>
                                        </p:tgtEl>
                                        <p:attrNameLst>
                                          <p:attrName>ppt_w</p:attrName>
                                        </p:attrNameLst>
                                      </p:cBhvr>
                                      <p:tavLst>
                                        <p:tav tm="0">
                                          <p:val>
                                            <p:fltVal val="0"/>
                                          </p:val>
                                        </p:tav>
                                        <p:tav tm="100000">
                                          <p:val>
                                            <p:strVal val="#ppt_w"/>
                                          </p:val>
                                        </p:tav>
                                      </p:tavLst>
                                    </p:anim>
                                    <p:anim calcmode="lin" valueType="num">
                                      <p:cBhvr>
                                        <p:cTn id="12" dur="500" fill="hold"/>
                                        <p:tgtEl>
                                          <p:spTgt spid="82"/>
                                        </p:tgtEl>
                                        <p:attrNameLst>
                                          <p:attrName>ppt_h</p:attrName>
                                        </p:attrNameLst>
                                      </p:cBhvr>
                                      <p:tavLst>
                                        <p:tav tm="0">
                                          <p:val>
                                            <p:fltVal val="0"/>
                                          </p:val>
                                        </p:tav>
                                        <p:tav tm="100000">
                                          <p:val>
                                            <p:strVal val="#ppt_h"/>
                                          </p:val>
                                        </p:tav>
                                      </p:tavLst>
                                    </p:anim>
                                    <p:anim calcmode="lin" valueType="num">
                                      <p:cBhvr>
                                        <p:cTn id="13" dur="500" fill="hold"/>
                                        <p:tgtEl>
                                          <p:spTgt spid="82"/>
                                        </p:tgtEl>
                                        <p:attrNameLst>
                                          <p:attrName>ppt_x</p:attrName>
                                        </p:attrNameLst>
                                      </p:cBhvr>
                                      <p:tavLst>
                                        <p:tav tm="0" fmla="#ppt_x+(cos(-2*pi*(1-$))*-#ppt_x-sin(-2*pi*(1-$))*(1-#ppt_y))*(1-$)">
                                          <p:val>
                                            <p:fltVal val="0"/>
                                          </p:val>
                                        </p:tav>
                                        <p:tav tm="100000">
                                          <p:val>
                                            <p:fltVal val="1"/>
                                          </p:val>
                                        </p:tav>
                                      </p:tavLst>
                                    </p:anim>
                                    <p:anim calcmode="lin" valueType="num">
                                      <p:cBhvr>
                                        <p:cTn id="14" dur="500" fill="hold"/>
                                        <p:tgtEl>
                                          <p:spTgt spid="8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4">
                                            <p:txEl>
                                              <p:pRg st="0" end="0"/>
                                            </p:txEl>
                                          </p:spTgt>
                                        </p:tgtEl>
                                        <p:attrNameLst>
                                          <p:attrName>style.visibility</p:attrName>
                                        </p:attrNameLst>
                                      </p:cBhvr>
                                      <p:to>
                                        <p:strVal val="visible"/>
                                      </p:to>
                                    </p:set>
                                    <p:animEffect transition="in" filter="wipe(left)">
                                      <p:cBhvr>
                                        <p:cTn id="19" dur="500"/>
                                        <p:tgtEl>
                                          <p:spTgt spid="64">
                                            <p:txEl>
                                              <p:pRg st="0" end="0"/>
                                            </p:txEl>
                                          </p:spTgt>
                                        </p:tgtEl>
                                      </p:cBhvr>
                                    </p:animEffect>
                                  </p:childTnLst>
                                </p:cTn>
                              </p:par>
                            </p:childTnLst>
                          </p:cTn>
                        </p:par>
                        <p:par>
                          <p:cTn id="20" fill="hold">
                            <p:stCondLst>
                              <p:cond delay="5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83"/>
                                        </p:tgtEl>
                                        <p:attrNameLst>
                                          <p:attrName>style.visibility</p:attrName>
                                        </p:attrNameLst>
                                      </p:cBhvr>
                                      <p:to>
                                        <p:strVal val="visible"/>
                                      </p:to>
                                    </p:set>
                                    <p:anim calcmode="lin" valueType="num">
                                      <p:cBhvr>
                                        <p:cTn id="23" dur="500" fill="hold"/>
                                        <p:tgtEl>
                                          <p:spTgt spid="83"/>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83"/>
                                        </p:tgtEl>
                                        <p:attrNameLst>
                                          <p:attrName>ppt_y</p:attrName>
                                        </p:attrNameLst>
                                      </p:cBhvr>
                                      <p:tavLst>
                                        <p:tav tm="0">
                                          <p:val>
                                            <p:strVal val="#ppt_y"/>
                                          </p:val>
                                        </p:tav>
                                        <p:tav tm="100000">
                                          <p:val>
                                            <p:strVal val="#ppt_y"/>
                                          </p:val>
                                        </p:tav>
                                      </p:tavLst>
                                    </p:anim>
                                    <p:anim calcmode="lin" valueType="num">
                                      <p:cBhvr>
                                        <p:cTn id="25" dur="500" fill="hold"/>
                                        <p:tgtEl>
                                          <p:spTgt spid="83"/>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83"/>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8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92"/>
                                        </p:tgtEl>
                                        <p:attrNameLst>
                                          <p:attrName>style.visibility</p:attrName>
                                        </p:attrNameLst>
                                      </p:cBhvr>
                                      <p:to>
                                        <p:strVal val="visible"/>
                                      </p:to>
                                    </p:set>
                                  </p:childTnLst>
                                </p:cTn>
                              </p:par>
                            </p:childTnLst>
                          </p:cTn>
                        </p:par>
                        <p:par>
                          <p:cTn id="32" fill="hold">
                            <p:stCondLst>
                              <p:cond delay="0"/>
                            </p:stCondLst>
                            <p:childTnLst>
                              <p:par>
                                <p:cTn id="33" presetID="8" presetClass="emph" presetSubtype="0" fill="hold" grpId="0" nodeType="afterEffect">
                                  <p:stCondLst>
                                    <p:cond delay="0"/>
                                  </p:stCondLst>
                                  <p:childTnLst>
                                    <p:animRot by="21600000">
                                      <p:cBhvr>
                                        <p:cTn id="34" dur="2000" fill="hold"/>
                                        <p:tgtEl>
                                          <p:spTgt spid="92"/>
                                        </p:tgtEl>
                                        <p:attrNameLst>
                                          <p:attrName>r</p:attrName>
                                        </p:attrNameLst>
                                      </p:cBhvr>
                                    </p:animRo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93"/>
                                        </p:tgtEl>
                                        <p:attrNameLst>
                                          <p:attrName>style.visibility</p:attrName>
                                        </p:attrNameLst>
                                      </p:cBhvr>
                                      <p:to>
                                        <p:strVal val="visible"/>
                                      </p:to>
                                    </p:set>
                                    <p:anim calcmode="lin" valueType="num">
                                      <p:cBhvr additive="base">
                                        <p:cTn id="39" dur="500" fill="hold"/>
                                        <p:tgtEl>
                                          <p:spTgt spid="93"/>
                                        </p:tgtEl>
                                        <p:attrNameLst>
                                          <p:attrName>ppt_x</p:attrName>
                                        </p:attrNameLst>
                                      </p:cBhvr>
                                      <p:tavLst>
                                        <p:tav tm="0">
                                          <p:val>
                                            <p:strVal val="1+#ppt_w/2"/>
                                          </p:val>
                                        </p:tav>
                                        <p:tav tm="100000">
                                          <p:val>
                                            <p:strVal val="#ppt_x"/>
                                          </p:val>
                                        </p:tav>
                                      </p:tavLst>
                                    </p:anim>
                                    <p:anim calcmode="lin" valueType="num">
                                      <p:cBhvr additive="base">
                                        <p:cTn id="40"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5">
                                            <p:txEl>
                                              <p:pRg st="0" end="0"/>
                                            </p:txEl>
                                          </p:spTgt>
                                        </p:tgtEl>
                                        <p:attrNameLst>
                                          <p:attrName>style.visibility</p:attrName>
                                        </p:attrNameLst>
                                      </p:cBhvr>
                                      <p:to>
                                        <p:strVal val="visible"/>
                                      </p:to>
                                    </p:set>
                                    <p:animEffect transition="in" filter="wipe(left)">
                                      <p:cBhvr>
                                        <p:cTn id="45" dur="500"/>
                                        <p:tgtEl>
                                          <p:spTgt spid="65">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left)">
                                      <p:cBhvr>
                                        <p:cTn id="50" dur="500"/>
                                        <p:tgtEl>
                                          <p:spTgt spid="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wipe(left)">
                                      <p:cBhvr>
                                        <p:cTn id="59" dur="500"/>
                                        <p:tgtEl>
                                          <p:spTgt spid="43"/>
                                        </p:tgtEl>
                                      </p:cBhvr>
                                    </p:animEffect>
                                  </p:childTnLst>
                                </p:cTn>
                              </p:par>
                            </p:childTnLst>
                          </p:cTn>
                        </p:par>
                        <p:par>
                          <p:cTn id="60" fill="hold">
                            <p:stCondLst>
                              <p:cond delay="1000"/>
                            </p:stCondLst>
                            <p:childTnLst>
                              <p:par>
                                <p:cTn id="61" presetID="22" presetClass="entr" presetSubtype="1" fill="hold" grpId="0" nodeType="after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up)">
                                      <p:cBhvr>
                                        <p:cTn id="63" dur="500"/>
                                        <p:tgtEl>
                                          <p:spTgt spid="25"/>
                                        </p:tgtEl>
                                      </p:cBhvr>
                                    </p:animEffect>
                                  </p:childTnLst>
                                </p:cTn>
                              </p:par>
                            </p:childTnLst>
                          </p:cTn>
                        </p:par>
                        <p:par>
                          <p:cTn id="64" fill="hold">
                            <p:stCondLst>
                              <p:cond delay="1500"/>
                            </p:stCondLst>
                            <p:childTnLst>
                              <p:par>
                                <p:cTn id="65" presetID="22" presetClass="entr" presetSubtype="8" fill="hold" nodeType="after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wipe(left)">
                                      <p:cBhvr>
                                        <p:cTn id="67" dur="5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wipe(left)">
                                      <p:cBhvr>
                                        <p:cTn id="72" dur="500"/>
                                        <p:tgtEl>
                                          <p:spTgt spid="35"/>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499"/>
                                          </p:stCondLst>
                                        </p:cTn>
                                        <p:tgtEl>
                                          <p:spTgt spid="58"/>
                                        </p:tgtEl>
                                        <p:attrNameLst>
                                          <p:attrName>style.visibility</p:attrName>
                                        </p:attrNameLst>
                                      </p:cBhvr>
                                      <p:to>
                                        <p:strVal val="visible"/>
                                      </p:to>
                                    </p:se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wipe(left)">
                                      <p:cBhvr>
                                        <p:cTn id="80" dur="500"/>
                                        <p:tgtEl>
                                          <p:spTgt spid="49"/>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499"/>
                                          </p:stCondLst>
                                        </p:cTn>
                                        <p:tgtEl>
                                          <p:spTgt spid="5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52"/>
                                        </p:tgtEl>
                                        <p:attrNameLst>
                                          <p:attrName>style.visibility</p:attrName>
                                        </p:attrNameLst>
                                      </p:cBhvr>
                                      <p:to>
                                        <p:strVal val="visible"/>
                                      </p:to>
                                    </p:set>
                                    <p:animEffect transition="in" filter="wipe(left)">
                                      <p:cBhvr>
                                        <p:cTn id="89" dur="500"/>
                                        <p:tgtEl>
                                          <p:spTgt spid="52"/>
                                        </p:tgtEl>
                                      </p:cBhvr>
                                    </p:animEffect>
                                  </p:childTnLst>
                                </p:cTn>
                              </p:par>
                            </p:childTnLst>
                          </p:cTn>
                        </p:par>
                        <p:par>
                          <p:cTn id="90" fill="hold">
                            <p:stCondLst>
                              <p:cond delay="500"/>
                            </p:stCondLst>
                            <p:childTnLst>
                              <p:par>
                                <p:cTn id="91" presetID="2" presetClass="exit" presetSubtype="4" fill="hold" nodeType="afterEffect">
                                  <p:stCondLst>
                                    <p:cond delay="0"/>
                                  </p:stCondLst>
                                  <p:childTnLst>
                                    <p:anim calcmode="lin" valueType="num">
                                      <p:cBhvr additive="base">
                                        <p:cTn id="92" dur="500"/>
                                        <p:tgtEl>
                                          <p:spTgt spid="58"/>
                                        </p:tgtEl>
                                        <p:attrNameLst>
                                          <p:attrName>ppt_x</p:attrName>
                                        </p:attrNameLst>
                                      </p:cBhvr>
                                      <p:tavLst>
                                        <p:tav tm="0">
                                          <p:val>
                                            <p:strVal val="ppt_x"/>
                                          </p:val>
                                        </p:tav>
                                        <p:tav tm="100000">
                                          <p:val>
                                            <p:strVal val="ppt_x"/>
                                          </p:val>
                                        </p:tav>
                                      </p:tavLst>
                                    </p:anim>
                                    <p:anim calcmode="lin" valueType="num">
                                      <p:cBhvr additive="base">
                                        <p:cTn id="93" dur="500"/>
                                        <p:tgtEl>
                                          <p:spTgt spid="58"/>
                                        </p:tgtEl>
                                        <p:attrNameLst>
                                          <p:attrName>ppt_y</p:attrName>
                                        </p:attrNameLst>
                                      </p:cBhvr>
                                      <p:tavLst>
                                        <p:tav tm="0">
                                          <p:val>
                                            <p:strVal val="ppt_y"/>
                                          </p:val>
                                        </p:tav>
                                        <p:tav tm="100000">
                                          <p:val>
                                            <p:strVal val="1+ppt_h/2"/>
                                          </p:val>
                                        </p:tav>
                                      </p:tavLst>
                                    </p:anim>
                                    <p:set>
                                      <p:cBhvr>
                                        <p:cTn id="94" dur="1" fill="hold">
                                          <p:stCondLst>
                                            <p:cond delay="499"/>
                                          </p:stCondLst>
                                        </p:cTn>
                                        <p:tgtEl>
                                          <p:spTgt spid="58"/>
                                        </p:tgtEl>
                                        <p:attrNameLst>
                                          <p:attrName>style.visibility</p:attrName>
                                        </p:attrNameLst>
                                      </p:cBhvr>
                                      <p:to>
                                        <p:strVal val="hidden"/>
                                      </p:to>
                                    </p:set>
                                  </p:childTnLst>
                                </p:cTn>
                              </p:par>
                              <p:par>
                                <p:cTn id="95" presetID="2" presetClass="exit" presetSubtype="4" fill="hold" nodeType="withEffect">
                                  <p:stCondLst>
                                    <p:cond delay="0"/>
                                  </p:stCondLst>
                                  <p:childTnLst>
                                    <p:anim calcmode="lin" valueType="num">
                                      <p:cBhvr additive="base">
                                        <p:cTn id="96" dur="500"/>
                                        <p:tgtEl>
                                          <p:spTgt spid="55"/>
                                        </p:tgtEl>
                                        <p:attrNameLst>
                                          <p:attrName>ppt_x</p:attrName>
                                        </p:attrNameLst>
                                      </p:cBhvr>
                                      <p:tavLst>
                                        <p:tav tm="0">
                                          <p:val>
                                            <p:strVal val="ppt_x"/>
                                          </p:val>
                                        </p:tav>
                                        <p:tav tm="100000">
                                          <p:val>
                                            <p:strVal val="ppt_x"/>
                                          </p:val>
                                        </p:tav>
                                      </p:tavLst>
                                    </p:anim>
                                    <p:anim calcmode="lin" valueType="num">
                                      <p:cBhvr additive="base">
                                        <p:cTn id="97" dur="500"/>
                                        <p:tgtEl>
                                          <p:spTgt spid="55"/>
                                        </p:tgtEl>
                                        <p:attrNameLst>
                                          <p:attrName>ppt_y</p:attrName>
                                        </p:attrNameLst>
                                      </p:cBhvr>
                                      <p:tavLst>
                                        <p:tav tm="0">
                                          <p:val>
                                            <p:strVal val="ppt_y"/>
                                          </p:val>
                                        </p:tav>
                                        <p:tav tm="100000">
                                          <p:val>
                                            <p:strVal val="1+ppt_h/2"/>
                                          </p:val>
                                        </p:tav>
                                      </p:tavLst>
                                    </p:anim>
                                    <p:set>
                                      <p:cBhvr>
                                        <p:cTn id="98" dur="1" fill="hold">
                                          <p:stCondLst>
                                            <p:cond delay="499"/>
                                          </p:stCondLst>
                                        </p:cTn>
                                        <p:tgtEl>
                                          <p:spTgt spid="55"/>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wipe(left)">
                                      <p:cBhvr>
                                        <p:cTn id="103" dur="500"/>
                                        <p:tgtEl>
                                          <p:spTgt spid="23"/>
                                        </p:tgtEl>
                                      </p:cBhvr>
                                    </p:animEffect>
                                  </p:childTnLst>
                                </p:cTn>
                              </p:par>
                            </p:childTnLst>
                          </p:cTn>
                        </p:par>
                        <p:par>
                          <p:cTn id="104" fill="hold">
                            <p:stCondLst>
                              <p:cond delay="500"/>
                            </p:stCondLst>
                            <p:childTnLst>
                              <p:par>
                                <p:cTn id="105" presetID="22" presetClass="entr" presetSubtype="8" fill="hold" nodeType="after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wipe(left)">
                                      <p:cBhvr>
                                        <p:cTn id="107" dur="500"/>
                                        <p:tgtEl>
                                          <p:spTgt spid="32"/>
                                        </p:tgtEl>
                                      </p:cBhvr>
                                    </p:animEffect>
                                  </p:childTnLst>
                                </p:cTn>
                              </p:par>
                            </p:childTnLst>
                          </p:cTn>
                        </p:par>
                        <p:par>
                          <p:cTn id="108" fill="hold">
                            <p:stCondLst>
                              <p:cond delay="1000"/>
                            </p:stCondLst>
                            <p:childTnLst>
                              <p:par>
                                <p:cTn id="109" presetID="22" presetClass="entr" presetSubtype="1" fill="hold" grpId="0" nodeType="afterEffect">
                                  <p:stCondLst>
                                    <p:cond delay="0"/>
                                  </p:stCondLst>
                                  <p:childTnLst>
                                    <p:set>
                                      <p:cBhvr>
                                        <p:cTn id="110" dur="1" fill="hold">
                                          <p:stCondLst>
                                            <p:cond delay="0"/>
                                          </p:stCondLst>
                                        </p:cTn>
                                        <p:tgtEl>
                                          <p:spTgt spid="26"/>
                                        </p:tgtEl>
                                        <p:attrNameLst>
                                          <p:attrName>style.visibility</p:attrName>
                                        </p:attrNameLst>
                                      </p:cBhvr>
                                      <p:to>
                                        <p:strVal val="visible"/>
                                      </p:to>
                                    </p:set>
                                    <p:animEffect transition="in" filter="wipe(up)">
                                      <p:cBhvr>
                                        <p:cTn id="111" dur="500"/>
                                        <p:tgtEl>
                                          <p:spTgt spid="26"/>
                                        </p:tgtEl>
                                      </p:cBhvr>
                                    </p:animEffect>
                                  </p:childTnLst>
                                </p:cTn>
                              </p:par>
                            </p:childTnLst>
                          </p:cTn>
                        </p:par>
                        <p:par>
                          <p:cTn id="112" fill="hold">
                            <p:stCondLst>
                              <p:cond delay="1500"/>
                            </p:stCondLst>
                            <p:childTnLst>
                              <p:par>
                                <p:cTn id="113" presetID="22" presetClass="entr" presetSubtype="8" fill="hold" nodeType="after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wipe(left)">
                                      <p:cBhvr>
                                        <p:cTn id="115" dur="500"/>
                                        <p:tgtEl>
                                          <p:spTgt spid="46"/>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87"/>
                                        </p:tgtEl>
                                        <p:attrNameLst>
                                          <p:attrName>style.visibility</p:attrName>
                                        </p:attrNameLst>
                                      </p:cBhvr>
                                      <p:to>
                                        <p:strVal val="visible"/>
                                      </p:to>
                                    </p:set>
                                    <p:animEffect transition="in" filter="wipe(left)">
                                      <p:cBhvr>
                                        <p:cTn id="120" dur="500"/>
                                        <p:tgtEl>
                                          <p:spTgt spid="87"/>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nodeType="clickEffect">
                                  <p:stCondLst>
                                    <p:cond delay="0"/>
                                  </p:stCondLst>
                                  <p:childTnLst>
                                    <p:set>
                                      <p:cBhvr>
                                        <p:cTn id="124" dur="1" fill="hold">
                                          <p:stCondLst>
                                            <p:cond delay="0"/>
                                          </p:stCondLst>
                                        </p:cTn>
                                        <p:tgtEl>
                                          <p:spTgt spid="98"/>
                                        </p:tgtEl>
                                        <p:attrNameLst>
                                          <p:attrName>style.visibility</p:attrName>
                                        </p:attrNameLst>
                                      </p:cBhvr>
                                      <p:to>
                                        <p:strVal val="visible"/>
                                      </p:to>
                                    </p:set>
                                    <p:animEffect transition="in" filter="wipe(down)">
                                      <p:cBhvr>
                                        <p:cTn id="125" dur="500"/>
                                        <p:tgtEl>
                                          <p:spTgt spid="98"/>
                                        </p:tgtEl>
                                      </p:cBhvr>
                                    </p:animEffect>
                                  </p:childTnLst>
                                </p:cTn>
                              </p:par>
                            </p:childTnLst>
                          </p:cTn>
                        </p:par>
                        <p:par>
                          <p:cTn id="126" fill="hold">
                            <p:stCondLst>
                              <p:cond delay="500"/>
                            </p:stCondLst>
                            <p:childTnLst>
                              <p:par>
                                <p:cTn id="127" presetID="2" presetClass="entr" presetSubtype="8" fill="hold" grpId="0" nodeType="afterEffect">
                                  <p:stCondLst>
                                    <p:cond delay="0"/>
                                  </p:stCondLst>
                                  <p:childTnLst>
                                    <p:set>
                                      <p:cBhvr>
                                        <p:cTn id="128" dur="1" fill="hold">
                                          <p:stCondLst>
                                            <p:cond delay="0"/>
                                          </p:stCondLst>
                                        </p:cTn>
                                        <p:tgtEl>
                                          <p:spTgt spid="75"/>
                                        </p:tgtEl>
                                        <p:attrNameLst>
                                          <p:attrName>style.visibility</p:attrName>
                                        </p:attrNameLst>
                                      </p:cBhvr>
                                      <p:to>
                                        <p:strVal val="visible"/>
                                      </p:to>
                                    </p:set>
                                    <p:anim calcmode="lin" valueType="num">
                                      <p:cBhvr additive="base">
                                        <p:cTn id="129" dur="500" fill="hold"/>
                                        <p:tgtEl>
                                          <p:spTgt spid="75"/>
                                        </p:tgtEl>
                                        <p:attrNameLst>
                                          <p:attrName>ppt_x</p:attrName>
                                        </p:attrNameLst>
                                      </p:cBhvr>
                                      <p:tavLst>
                                        <p:tav tm="0">
                                          <p:val>
                                            <p:strVal val="0-#ppt_w/2"/>
                                          </p:val>
                                        </p:tav>
                                        <p:tav tm="100000">
                                          <p:val>
                                            <p:strVal val="#ppt_x"/>
                                          </p:val>
                                        </p:tav>
                                      </p:tavLst>
                                    </p:anim>
                                    <p:anim calcmode="lin" valueType="num">
                                      <p:cBhvr additive="base">
                                        <p:cTn id="130" dur="5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12" presetClass="entr" presetSubtype="4" fill="hold" grpId="0" nodeType="clickEffect">
                                  <p:stCondLst>
                                    <p:cond delay="0"/>
                                  </p:stCondLst>
                                  <p:childTnLst>
                                    <p:set>
                                      <p:cBhvr>
                                        <p:cTn id="134" dur="1" fill="hold">
                                          <p:stCondLst>
                                            <p:cond delay="0"/>
                                          </p:stCondLst>
                                        </p:cTn>
                                        <p:tgtEl>
                                          <p:spTgt spid="66"/>
                                        </p:tgtEl>
                                        <p:attrNameLst>
                                          <p:attrName>style.visibility</p:attrName>
                                        </p:attrNameLst>
                                      </p:cBhvr>
                                      <p:to>
                                        <p:strVal val="visible"/>
                                      </p:to>
                                    </p:set>
                                    <p:animEffect transition="in" filter="slide(fromBottom)">
                                      <p:cBhvr>
                                        <p:cTn id="135" dur="500"/>
                                        <p:tgtEl>
                                          <p:spTgt spid="66"/>
                                        </p:tgtEl>
                                      </p:cBhvr>
                                    </p:animEffect>
                                  </p:childTnLst>
                                </p:cTn>
                              </p:par>
                            </p:childTnLst>
                          </p:cTn>
                        </p:par>
                        <p:par>
                          <p:cTn id="136" fill="hold">
                            <p:stCondLst>
                              <p:cond delay="500"/>
                            </p:stCondLst>
                            <p:childTnLst>
                              <p:par>
                                <p:cTn id="137" presetID="22" presetClass="entr" presetSubtype="8" fill="hold" grpId="0" nodeType="after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wipe(left)">
                                      <p:cBhvr>
                                        <p:cTn id="139" dur="500"/>
                                        <p:tgtEl>
                                          <p:spTgt spid="67"/>
                                        </p:tgtEl>
                                      </p:cBhvr>
                                    </p:animEffect>
                                  </p:childTnLst>
                                </p:cTn>
                              </p:par>
                            </p:childTnLst>
                          </p:cTn>
                        </p:par>
                        <p:par>
                          <p:cTn id="140" fill="hold">
                            <p:stCondLst>
                              <p:cond delay="1000"/>
                            </p:stCondLst>
                            <p:childTnLst>
                              <p:par>
                                <p:cTn id="141" presetID="22" presetClass="entr" presetSubtype="8" fill="hold" grpId="0" nodeType="afterEffect">
                                  <p:stCondLst>
                                    <p:cond delay="0"/>
                                  </p:stCondLst>
                                  <p:childTnLst>
                                    <p:set>
                                      <p:cBhvr>
                                        <p:cTn id="142" dur="1" fill="hold">
                                          <p:stCondLst>
                                            <p:cond delay="0"/>
                                          </p:stCondLst>
                                        </p:cTn>
                                        <p:tgtEl>
                                          <p:spTgt spid="79"/>
                                        </p:tgtEl>
                                        <p:attrNameLst>
                                          <p:attrName>style.visibility</p:attrName>
                                        </p:attrNameLst>
                                      </p:cBhvr>
                                      <p:to>
                                        <p:strVal val="visible"/>
                                      </p:to>
                                    </p:set>
                                    <p:animEffect transition="in" filter="wipe(left)">
                                      <p:cBhvr>
                                        <p:cTn id="143" dur="500"/>
                                        <p:tgtEl>
                                          <p:spTgt spid="79"/>
                                        </p:tgtEl>
                                      </p:cBhvr>
                                    </p:animEffect>
                                  </p:childTnLst>
                                </p:cTn>
                              </p:par>
                            </p:childTnLst>
                          </p:cTn>
                        </p:par>
                        <p:par>
                          <p:cTn id="144" fill="hold">
                            <p:stCondLst>
                              <p:cond delay="1500"/>
                            </p:stCondLst>
                            <p:childTnLst>
                              <p:par>
                                <p:cTn id="145" presetID="22" presetClass="entr" presetSubtype="4" fill="hold" grpId="0" nodeType="afterEffect">
                                  <p:stCondLst>
                                    <p:cond delay="0"/>
                                  </p:stCondLst>
                                  <p:childTnLst>
                                    <p:set>
                                      <p:cBhvr>
                                        <p:cTn id="146" dur="1" fill="hold">
                                          <p:stCondLst>
                                            <p:cond delay="0"/>
                                          </p:stCondLst>
                                        </p:cTn>
                                        <p:tgtEl>
                                          <p:spTgt spid="74"/>
                                        </p:tgtEl>
                                        <p:attrNameLst>
                                          <p:attrName>style.visibility</p:attrName>
                                        </p:attrNameLst>
                                      </p:cBhvr>
                                      <p:to>
                                        <p:strVal val="visible"/>
                                      </p:to>
                                    </p:set>
                                    <p:animEffect transition="in" filter="wipe(down)">
                                      <p:cBhvr>
                                        <p:cTn id="147" dur="500"/>
                                        <p:tgtEl>
                                          <p:spTgt spid="74"/>
                                        </p:tgtEl>
                                      </p:cBhvr>
                                    </p:animEffect>
                                  </p:childTnLst>
                                </p:cTn>
                              </p:par>
                            </p:childTnLst>
                          </p:cTn>
                        </p:par>
                        <p:par>
                          <p:cTn id="148" fill="hold">
                            <p:stCondLst>
                              <p:cond delay="2000"/>
                            </p:stCondLst>
                            <p:childTnLst>
                              <p:par>
                                <p:cTn id="149" presetID="22" presetClass="entr" presetSubtype="8" fill="hold" grpId="0" nodeType="afterEffect">
                                  <p:stCondLst>
                                    <p:cond delay="0"/>
                                  </p:stCondLst>
                                  <p:childTnLst>
                                    <p:set>
                                      <p:cBhvr>
                                        <p:cTn id="150" dur="1" fill="hold">
                                          <p:stCondLst>
                                            <p:cond delay="0"/>
                                          </p:stCondLst>
                                        </p:cTn>
                                        <p:tgtEl>
                                          <p:spTgt spid="80"/>
                                        </p:tgtEl>
                                        <p:attrNameLst>
                                          <p:attrName>style.visibility</p:attrName>
                                        </p:attrNameLst>
                                      </p:cBhvr>
                                      <p:to>
                                        <p:strVal val="visible"/>
                                      </p:to>
                                    </p:set>
                                    <p:animEffect transition="in" filter="wipe(left)">
                                      <p:cBhvr>
                                        <p:cTn id="151" dur="500"/>
                                        <p:tgtEl>
                                          <p:spTgt spid="80"/>
                                        </p:tgtEl>
                                      </p:cBhvr>
                                    </p:animEffect>
                                  </p:childTnLst>
                                </p:cTn>
                              </p:par>
                            </p:childTnLst>
                          </p:cTn>
                        </p:par>
                        <p:par>
                          <p:cTn id="152" fill="hold">
                            <p:stCondLst>
                              <p:cond delay="2500"/>
                            </p:stCondLst>
                            <p:childTnLst>
                              <p:par>
                                <p:cTn id="153" presetID="22" presetClass="entr" presetSubtype="8" fill="hold" grpId="0" nodeType="afterEffect">
                                  <p:stCondLst>
                                    <p:cond delay="0"/>
                                  </p:stCondLst>
                                  <p:childTnLst>
                                    <p:set>
                                      <p:cBhvr>
                                        <p:cTn id="154" dur="1" fill="hold">
                                          <p:stCondLst>
                                            <p:cond delay="0"/>
                                          </p:stCondLst>
                                        </p:cTn>
                                        <p:tgtEl>
                                          <p:spTgt spid="68"/>
                                        </p:tgtEl>
                                        <p:attrNameLst>
                                          <p:attrName>style.visibility</p:attrName>
                                        </p:attrNameLst>
                                      </p:cBhvr>
                                      <p:to>
                                        <p:strVal val="visible"/>
                                      </p:to>
                                    </p:set>
                                    <p:animEffect transition="in" filter="wipe(left)">
                                      <p:cBhvr>
                                        <p:cTn id="155" dur="500"/>
                                        <p:tgtEl>
                                          <p:spTgt spid="68"/>
                                        </p:tgtEl>
                                      </p:cBhvr>
                                    </p:animEffect>
                                  </p:childTnLst>
                                </p:cTn>
                              </p:par>
                            </p:childTnLst>
                          </p:cTn>
                        </p:par>
                        <p:par>
                          <p:cTn id="156" fill="hold">
                            <p:stCondLst>
                              <p:cond delay="3000"/>
                            </p:stCondLst>
                            <p:childTnLst>
                              <p:par>
                                <p:cTn id="157" presetID="22" presetClass="entr" presetSubtype="4" fill="hold" nodeType="afterEffect">
                                  <p:stCondLst>
                                    <p:cond delay="0"/>
                                  </p:stCondLst>
                                  <p:childTnLst>
                                    <p:set>
                                      <p:cBhvr>
                                        <p:cTn id="158" dur="1" fill="hold">
                                          <p:stCondLst>
                                            <p:cond delay="0"/>
                                          </p:stCondLst>
                                        </p:cTn>
                                        <p:tgtEl>
                                          <p:spTgt spid="84"/>
                                        </p:tgtEl>
                                        <p:attrNameLst>
                                          <p:attrName>style.visibility</p:attrName>
                                        </p:attrNameLst>
                                      </p:cBhvr>
                                      <p:to>
                                        <p:strVal val="visible"/>
                                      </p:to>
                                    </p:set>
                                    <p:animEffect transition="in" filter="wipe(down)">
                                      <p:cBhvr>
                                        <p:cTn id="159" dur="500"/>
                                        <p:tgtEl>
                                          <p:spTgt spid="84"/>
                                        </p:tgtEl>
                                      </p:cBhvr>
                                    </p:animEffect>
                                  </p:childTnLst>
                                </p:cTn>
                              </p:par>
                            </p:childTnLst>
                          </p:cTn>
                        </p:par>
                        <p:par>
                          <p:cTn id="160" fill="hold">
                            <p:stCondLst>
                              <p:cond delay="3500"/>
                            </p:stCondLst>
                            <p:childTnLst>
                              <p:par>
                                <p:cTn id="161" presetID="22" presetClass="entr" presetSubtype="4" fill="hold" grpId="0" nodeType="afterEffect">
                                  <p:stCondLst>
                                    <p:cond delay="0"/>
                                  </p:stCondLst>
                                  <p:childTnLst>
                                    <p:set>
                                      <p:cBhvr>
                                        <p:cTn id="162" dur="1" fill="hold">
                                          <p:stCondLst>
                                            <p:cond delay="0"/>
                                          </p:stCondLst>
                                        </p:cTn>
                                        <p:tgtEl>
                                          <p:spTgt spid="70"/>
                                        </p:tgtEl>
                                        <p:attrNameLst>
                                          <p:attrName>style.visibility</p:attrName>
                                        </p:attrNameLst>
                                      </p:cBhvr>
                                      <p:to>
                                        <p:strVal val="visible"/>
                                      </p:to>
                                    </p:set>
                                    <p:animEffect transition="in" filter="wipe(down)">
                                      <p:cBhvr>
                                        <p:cTn id="163" dur="500"/>
                                        <p:tgtEl>
                                          <p:spTgt spid="70"/>
                                        </p:tgtEl>
                                      </p:cBhvr>
                                    </p:animEffect>
                                  </p:childTnLst>
                                </p:cTn>
                              </p:par>
                            </p:childTnLst>
                          </p:cTn>
                        </p:par>
                        <p:par>
                          <p:cTn id="164" fill="hold">
                            <p:stCondLst>
                              <p:cond delay="4000"/>
                            </p:stCondLst>
                            <p:childTnLst>
                              <p:par>
                                <p:cTn id="165" presetID="22" presetClass="entr" presetSubtype="4" fill="hold" grpId="0" nodeType="afterEffect">
                                  <p:stCondLst>
                                    <p:cond delay="0"/>
                                  </p:stCondLst>
                                  <p:childTnLst>
                                    <p:set>
                                      <p:cBhvr>
                                        <p:cTn id="166" dur="1" fill="hold">
                                          <p:stCondLst>
                                            <p:cond delay="0"/>
                                          </p:stCondLst>
                                        </p:cTn>
                                        <p:tgtEl>
                                          <p:spTgt spid="81"/>
                                        </p:tgtEl>
                                        <p:attrNameLst>
                                          <p:attrName>style.visibility</p:attrName>
                                        </p:attrNameLst>
                                      </p:cBhvr>
                                      <p:to>
                                        <p:strVal val="visible"/>
                                      </p:to>
                                    </p:set>
                                    <p:animEffect transition="in" filter="wipe(down)">
                                      <p:cBhvr>
                                        <p:cTn id="167" dur="500"/>
                                        <p:tgtEl>
                                          <p:spTgt spid="81"/>
                                        </p:tgtEl>
                                      </p:cBhvr>
                                    </p:animEffect>
                                  </p:childTnLst>
                                </p:cTn>
                              </p:par>
                            </p:childTnLst>
                          </p:cTn>
                        </p:par>
                        <p:par>
                          <p:cTn id="168" fill="hold">
                            <p:stCondLst>
                              <p:cond delay="4500"/>
                            </p:stCondLst>
                            <p:childTnLst>
                              <p:par>
                                <p:cTn id="169" presetID="22" presetClass="entr" presetSubtype="4" fill="hold" grpId="0" nodeType="afterEffect">
                                  <p:stCondLst>
                                    <p:cond delay="0"/>
                                  </p:stCondLst>
                                  <p:childTnLst>
                                    <p:set>
                                      <p:cBhvr>
                                        <p:cTn id="170" dur="1" fill="hold">
                                          <p:stCondLst>
                                            <p:cond delay="0"/>
                                          </p:stCondLst>
                                        </p:cTn>
                                        <p:tgtEl>
                                          <p:spTgt spid="69"/>
                                        </p:tgtEl>
                                        <p:attrNameLst>
                                          <p:attrName>style.visibility</p:attrName>
                                        </p:attrNameLst>
                                      </p:cBhvr>
                                      <p:to>
                                        <p:strVal val="visible"/>
                                      </p:to>
                                    </p:set>
                                    <p:animEffect transition="in" filter="wipe(down)">
                                      <p:cBhvr>
                                        <p:cTn id="171" dur="500"/>
                                        <p:tgtEl>
                                          <p:spTgt spid="69"/>
                                        </p:tgtEl>
                                      </p:cBhvr>
                                    </p:animEffect>
                                  </p:childTnLst>
                                </p:cTn>
                              </p:par>
                            </p:childTnLst>
                          </p:cTn>
                        </p:par>
                        <p:par>
                          <p:cTn id="172" fill="hold">
                            <p:stCondLst>
                              <p:cond delay="5000"/>
                            </p:stCondLst>
                            <p:childTnLst>
                              <p:par>
                                <p:cTn id="173" presetID="22" presetClass="entr" presetSubtype="4" fill="hold" grpId="0" nodeType="afterEffect">
                                  <p:stCondLst>
                                    <p:cond delay="0"/>
                                  </p:stCondLst>
                                  <p:childTnLst>
                                    <p:set>
                                      <p:cBhvr>
                                        <p:cTn id="174" dur="1" fill="hold">
                                          <p:stCondLst>
                                            <p:cond delay="0"/>
                                          </p:stCondLst>
                                        </p:cTn>
                                        <p:tgtEl>
                                          <p:spTgt spid="71"/>
                                        </p:tgtEl>
                                        <p:attrNameLst>
                                          <p:attrName>style.visibility</p:attrName>
                                        </p:attrNameLst>
                                      </p:cBhvr>
                                      <p:to>
                                        <p:strVal val="visible"/>
                                      </p:to>
                                    </p:set>
                                    <p:animEffect transition="in" filter="wipe(down)">
                                      <p:cBhvr>
                                        <p:cTn id="175" dur="500"/>
                                        <p:tgtEl>
                                          <p:spTgt spid="71"/>
                                        </p:tgtEl>
                                      </p:cBhvr>
                                    </p:animEffect>
                                  </p:childTnLst>
                                </p:cTn>
                              </p:par>
                            </p:childTnLst>
                          </p:cTn>
                        </p:par>
                        <p:par>
                          <p:cTn id="176" fill="hold">
                            <p:stCondLst>
                              <p:cond delay="5500"/>
                            </p:stCondLst>
                            <p:childTnLst>
                              <p:par>
                                <p:cTn id="177" presetID="22" presetClass="entr" presetSubtype="4" fill="hold" grpId="0" nodeType="afterEffect">
                                  <p:stCondLst>
                                    <p:cond delay="0"/>
                                  </p:stCondLst>
                                  <p:childTnLst>
                                    <p:set>
                                      <p:cBhvr>
                                        <p:cTn id="178" dur="1" fill="hold">
                                          <p:stCondLst>
                                            <p:cond delay="0"/>
                                          </p:stCondLst>
                                        </p:cTn>
                                        <p:tgtEl>
                                          <p:spTgt spid="73"/>
                                        </p:tgtEl>
                                        <p:attrNameLst>
                                          <p:attrName>style.visibility</p:attrName>
                                        </p:attrNameLst>
                                      </p:cBhvr>
                                      <p:to>
                                        <p:strVal val="visible"/>
                                      </p:to>
                                    </p:set>
                                    <p:animEffect transition="in" filter="wipe(down)">
                                      <p:cBhvr>
                                        <p:cTn id="17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64" grpId="0" build="p" autoUpdateAnimBg="0"/>
      <p:bldP spid="65" grpId="0" build="p" autoUpdateAnimBg="0"/>
      <p:bldP spid="66" grpId="0" autoUpdateAnimBg="0"/>
      <p:bldP spid="67" grpId="0" animBg="1"/>
      <p:bldP spid="68" grpId="0" animBg="1"/>
      <p:bldP spid="69" grpId="0" animBg="1"/>
      <p:bldP spid="70" grpId="0" animBg="1"/>
      <p:bldP spid="71" grpId="0" animBg="1"/>
      <p:bldP spid="73" grpId="0" animBg="1"/>
      <p:bldP spid="74" grpId="0" animBg="1"/>
      <p:bldP spid="75" grpId="0" autoUpdateAnimBg="0"/>
      <p:bldP spid="79" grpId="0" animBg="1"/>
      <p:bldP spid="80" grpId="0" animBg="1"/>
      <p:bldP spid="81" grpId="0" animBg="1"/>
      <p:bldP spid="82" grpId="0" autoUpdateAnimBg="0"/>
      <p:bldP spid="83" grpId="0"/>
      <p:bldP spid="92" grpId="0" animBg="1" autoUpdateAnimBg="0"/>
      <p:bldP spid="92" grpId="1" animBg="1"/>
      <p:bldP spid="10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6C2DC7-A8E1-1881-84CC-B35DFC86F97E}"/>
              </a:ext>
            </a:extLst>
          </p:cNvPr>
          <p:cNvSpPr txBox="1">
            <a:spLocks noChangeArrowheads="1"/>
          </p:cNvSpPr>
          <p:nvPr/>
        </p:nvSpPr>
        <p:spPr bwMode="auto">
          <a:xfrm>
            <a:off x="2363788" y="141288"/>
            <a:ext cx="4205288" cy="67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endParaRPr lang="zh-CN" altLang="en-US" sz="2800" b="1" kern="0" dirty="0">
              <a:latin typeface="Times New Roman" pitchFamily="18" charset="0"/>
            </a:endParaRPr>
          </a:p>
        </p:txBody>
      </p:sp>
      <p:sp>
        <p:nvSpPr>
          <p:cNvPr id="4" name="Text Box 3">
            <a:extLst>
              <a:ext uri="{FF2B5EF4-FFF2-40B4-BE49-F238E27FC236}">
                <a16:creationId xmlns:a16="http://schemas.microsoft.com/office/drawing/2014/main" id="{6883DF53-5003-8A9B-A969-7805E38D4EDC}"/>
              </a:ext>
            </a:extLst>
          </p:cNvPr>
          <p:cNvSpPr txBox="1">
            <a:spLocks noChangeArrowheads="1"/>
          </p:cNvSpPr>
          <p:nvPr/>
        </p:nvSpPr>
        <p:spPr bwMode="auto">
          <a:xfrm>
            <a:off x="6343651" y="3686175"/>
            <a:ext cx="696912"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p′</a:t>
            </a:r>
          </a:p>
        </p:txBody>
      </p:sp>
      <p:sp>
        <p:nvSpPr>
          <p:cNvPr id="5" name="Text Box 4">
            <a:extLst>
              <a:ext uri="{FF2B5EF4-FFF2-40B4-BE49-F238E27FC236}">
                <a16:creationId xmlns:a16="http://schemas.microsoft.com/office/drawing/2014/main" id="{3B0B38BB-81A5-C5B0-2F19-7480BE886196}"/>
              </a:ext>
            </a:extLst>
          </p:cNvPr>
          <p:cNvSpPr txBox="1">
            <a:spLocks noChangeArrowheads="1"/>
          </p:cNvSpPr>
          <p:nvPr/>
        </p:nvSpPr>
        <p:spPr bwMode="auto">
          <a:xfrm>
            <a:off x="9342438" y="3049588"/>
            <a:ext cx="982663" cy="336550"/>
          </a:xfrm>
          <a:prstGeom prst="rect">
            <a:avLst/>
          </a:prstGeom>
          <a:noFill/>
          <a:ln w="9525">
            <a:noFill/>
            <a:miter lim="800000"/>
            <a:headEnd/>
            <a:tailEnd/>
          </a:ln>
        </p:spPr>
        <p:txBody>
          <a:bodyPr>
            <a:spAutoFit/>
          </a:bodyPr>
          <a:lstStyle/>
          <a:p>
            <a:pPr fontAlgn="base">
              <a:spcBef>
                <a:spcPct val="50000"/>
              </a:spcBef>
              <a:spcAft>
                <a:spcPct val="0"/>
              </a:spcAft>
            </a:pPr>
            <a:r>
              <a:rPr lang="zh-CN" altLang="en-US" sz="1600" b="1">
                <a:solidFill>
                  <a:srgbClr val="0066FF"/>
                </a:solidFill>
                <a:latin typeface="Times New Roman" pitchFamily="18" charset="0"/>
                <a:ea typeface="宋体" charset="-122"/>
              </a:rPr>
              <a:t>（</a:t>
            </a:r>
            <a:r>
              <a:rPr lang="en-US" altLang="zh-CN" sz="1600" b="1" i="1">
                <a:solidFill>
                  <a:srgbClr val="0066FF"/>
                </a:solidFill>
                <a:latin typeface="Times New Roman" pitchFamily="18" charset="0"/>
                <a:ea typeface="宋体" charset="-122"/>
              </a:rPr>
              <a:t>k〞</a:t>
            </a:r>
            <a:r>
              <a:rPr lang="zh-CN" altLang="en-US" sz="1600" b="1">
                <a:solidFill>
                  <a:srgbClr val="0066FF"/>
                </a:solidFill>
                <a:latin typeface="Times New Roman" pitchFamily="18" charset="0"/>
                <a:ea typeface="宋体" charset="-122"/>
              </a:rPr>
              <a:t>）</a:t>
            </a:r>
          </a:p>
        </p:txBody>
      </p:sp>
      <p:sp>
        <p:nvSpPr>
          <p:cNvPr id="6" name="Text Box 5">
            <a:extLst>
              <a:ext uri="{FF2B5EF4-FFF2-40B4-BE49-F238E27FC236}">
                <a16:creationId xmlns:a16="http://schemas.microsoft.com/office/drawing/2014/main" id="{180703CF-D4A3-3B71-2265-B655F24163AF}"/>
              </a:ext>
            </a:extLst>
          </p:cNvPr>
          <p:cNvSpPr txBox="1">
            <a:spLocks noChangeArrowheads="1"/>
          </p:cNvSpPr>
          <p:nvPr/>
        </p:nvSpPr>
        <p:spPr bwMode="auto">
          <a:xfrm>
            <a:off x="9056688" y="3544888"/>
            <a:ext cx="758825"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p〞</a:t>
            </a:r>
          </a:p>
        </p:txBody>
      </p:sp>
      <p:grpSp>
        <p:nvGrpSpPr>
          <p:cNvPr id="7" name="Group 7">
            <a:extLst>
              <a:ext uri="{FF2B5EF4-FFF2-40B4-BE49-F238E27FC236}">
                <a16:creationId xmlns:a16="http://schemas.microsoft.com/office/drawing/2014/main" id="{E7E61BF2-9AB7-C9F3-B090-14B1573EEB4A}"/>
              </a:ext>
            </a:extLst>
          </p:cNvPr>
          <p:cNvGrpSpPr>
            <a:grpSpLocks/>
          </p:cNvGrpSpPr>
          <p:nvPr/>
        </p:nvGrpSpPr>
        <p:grpSpPr bwMode="auto">
          <a:xfrm>
            <a:off x="6692901" y="2797175"/>
            <a:ext cx="3406775" cy="3495675"/>
            <a:chOff x="3015" y="1846"/>
            <a:chExt cx="2146" cy="2202"/>
          </a:xfrm>
        </p:grpSpPr>
        <p:sp>
          <p:nvSpPr>
            <p:cNvPr id="8" name="Oval 8">
              <a:extLst>
                <a:ext uri="{FF2B5EF4-FFF2-40B4-BE49-F238E27FC236}">
                  <a16:creationId xmlns:a16="http://schemas.microsoft.com/office/drawing/2014/main" id="{ADE1B26D-E787-7CA4-A53B-842B8D6B58DF}"/>
                </a:ext>
              </a:extLst>
            </p:cNvPr>
            <p:cNvSpPr>
              <a:spLocks noChangeArrowheads="1"/>
            </p:cNvSpPr>
            <p:nvPr/>
          </p:nvSpPr>
          <p:spPr bwMode="auto">
            <a:xfrm>
              <a:off x="3073" y="3117"/>
              <a:ext cx="853" cy="850"/>
            </a:xfrm>
            <a:prstGeom prst="ellipse">
              <a:avLst/>
            </a:prstGeom>
            <a:noFill/>
            <a:ln w="28575">
              <a:solidFill>
                <a:srgbClr val="FF33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 name="AutoShape 9">
              <a:extLst>
                <a:ext uri="{FF2B5EF4-FFF2-40B4-BE49-F238E27FC236}">
                  <a16:creationId xmlns:a16="http://schemas.microsoft.com/office/drawing/2014/main" id="{A22DC484-CDF1-A56C-1FDA-8ACFB465AF70}"/>
                </a:ext>
              </a:extLst>
            </p:cNvPr>
            <p:cNvSpPr>
              <a:spLocks noChangeArrowheads="1"/>
            </p:cNvSpPr>
            <p:nvPr/>
          </p:nvSpPr>
          <p:spPr bwMode="auto">
            <a:xfrm rot="5400000" flipV="1">
              <a:off x="3018" y="1956"/>
              <a:ext cx="963" cy="853"/>
            </a:xfrm>
            <a:prstGeom prst="parallelogram">
              <a:avLst>
                <a:gd name="adj" fmla="val 0"/>
              </a:avLst>
            </a:prstGeom>
            <a:noFill/>
            <a:ln w="28575">
              <a:solidFill>
                <a:srgbClr val="FF33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10" name="Group 10">
              <a:extLst>
                <a:ext uri="{FF2B5EF4-FFF2-40B4-BE49-F238E27FC236}">
                  <a16:creationId xmlns:a16="http://schemas.microsoft.com/office/drawing/2014/main" id="{C967915D-4327-BBE6-BB6E-EE8EB5F534E8}"/>
                </a:ext>
              </a:extLst>
            </p:cNvPr>
            <p:cNvGrpSpPr>
              <a:grpSpLocks/>
            </p:cNvGrpSpPr>
            <p:nvPr/>
          </p:nvGrpSpPr>
          <p:grpSpPr bwMode="auto">
            <a:xfrm>
              <a:off x="3015" y="3514"/>
              <a:ext cx="949" cy="90"/>
              <a:chOff x="3029" y="3266"/>
              <a:chExt cx="1155" cy="102"/>
            </a:xfrm>
          </p:grpSpPr>
          <p:sp>
            <p:nvSpPr>
              <p:cNvPr id="30" name="Line 11">
                <a:extLst>
                  <a:ext uri="{FF2B5EF4-FFF2-40B4-BE49-F238E27FC236}">
                    <a16:creationId xmlns:a16="http://schemas.microsoft.com/office/drawing/2014/main" id="{6B84844E-5553-2FD1-B40D-27B8FD8E9FF8}"/>
                  </a:ext>
                </a:extLst>
              </p:cNvPr>
              <p:cNvSpPr>
                <a:spLocks noChangeShapeType="1"/>
              </p:cNvSpPr>
              <p:nvPr/>
            </p:nvSpPr>
            <p:spPr bwMode="auto">
              <a:xfrm>
                <a:off x="3029" y="3313"/>
                <a:ext cx="1155"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1" name="Line 12">
                <a:extLst>
                  <a:ext uri="{FF2B5EF4-FFF2-40B4-BE49-F238E27FC236}">
                    <a16:creationId xmlns:a16="http://schemas.microsoft.com/office/drawing/2014/main" id="{D9A11DA8-5CD4-C64F-196E-2A5865B953C4}"/>
                  </a:ext>
                </a:extLst>
              </p:cNvPr>
              <p:cNvSpPr>
                <a:spLocks noChangeShapeType="1"/>
              </p:cNvSpPr>
              <p:nvPr/>
            </p:nvSpPr>
            <p:spPr bwMode="auto">
              <a:xfrm>
                <a:off x="3288" y="327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2" name="Line 13">
                <a:extLst>
                  <a:ext uri="{FF2B5EF4-FFF2-40B4-BE49-F238E27FC236}">
                    <a16:creationId xmlns:a16="http://schemas.microsoft.com/office/drawing/2014/main" id="{82F52E4C-0299-3857-3DD0-D6C51DD0FD17}"/>
                  </a:ext>
                </a:extLst>
              </p:cNvPr>
              <p:cNvSpPr>
                <a:spLocks noChangeShapeType="1"/>
              </p:cNvSpPr>
              <p:nvPr/>
            </p:nvSpPr>
            <p:spPr bwMode="auto">
              <a:xfrm>
                <a:off x="3362" y="329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3" name="Line 14">
                <a:extLst>
                  <a:ext uri="{FF2B5EF4-FFF2-40B4-BE49-F238E27FC236}">
                    <a16:creationId xmlns:a16="http://schemas.microsoft.com/office/drawing/2014/main" id="{33AA1F63-AA38-B3D6-1947-48954E8EEF89}"/>
                  </a:ext>
                </a:extLst>
              </p:cNvPr>
              <p:cNvSpPr>
                <a:spLocks noChangeShapeType="1"/>
              </p:cNvSpPr>
              <p:nvPr/>
            </p:nvSpPr>
            <p:spPr bwMode="auto">
              <a:xfrm>
                <a:off x="3912" y="3266"/>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4" name="Line 15">
                <a:extLst>
                  <a:ext uri="{FF2B5EF4-FFF2-40B4-BE49-F238E27FC236}">
                    <a16:creationId xmlns:a16="http://schemas.microsoft.com/office/drawing/2014/main" id="{54895F80-5372-0B0A-2B96-2EF7C4B4FC3A}"/>
                  </a:ext>
                </a:extLst>
              </p:cNvPr>
              <p:cNvSpPr>
                <a:spLocks noChangeShapeType="1"/>
              </p:cNvSpPr>
              <p:nvPr/>
            </p:nvSpPr>
            <p:spPr bwMode="auto">
              <a:xfrm>
                <a:off x="3986" y="3283"/>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1" name="Group 16">
              <a:extLst>
                <a:ext uri="{FF2B5EF4-FFF2-40B4-BE49-F238E27FC236}">
                  <a16:creationId xmlns:a16="http://schemas.microsoft.com/office/drawing/2014/main" id="{6A7E36E8-4876-A94B-5819-F01CD4C97673}"/>
                </a:ext>
              </a:extLst>
            </p:cNvPr>
            <p:cNvGrpSpPr>
              <a:grpSpLocks/>
            </p:cNvGrpSpPr>
            <p:nvPr/>
          </p:nvGrpSpPr>
          <p:grpSpPr bwMode="auto">
            <a:xfrm>
              <a:off x="3455" y="3060"/>
              <a:ext cx="73" cy="988"/>
              <a:chOff x="3560" y="2724"/>
              <a:chExt cx="85" cy="1194"/>
            </a:xfrm>
          </p:grpSpPr>
          <p:sp>
            <p:nvSpPr>
              <p:cNvPr id="25" name="Line 17">
                <a:extLst>
                  <a:ext uri="{FF2B5EF4-FFF2-40B4-BE49-F238E27FC236}">
                    <a16:creationId xmlns:a16="http://schemas.microsoft.com/office/drawing/2014/main" id="{C9CE925D-766E-AB15-A5E4-AFFEECBE6B2B}"/>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6" name="Line 18">
                <a:extLst>
                  <a:ext uri="{FF2B5EF4-FFF2-40B4-BE49-F238E27FC236}">
                    <a16:creationId xmlns:a16="http://schemas.microsoft.com/office/drawing/2014/main" id="{F801A3AD-CEFB-F7D4-4122-5CF19F3866E8}"/>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7" name="Line 19">
                <a:extLst>
                  <a:ext uri="{FF2B5EF4-FFF2-40B4-BE49-F238E27FC236}">
                    <a16:creationId xmlns:a16="http://schemas.microsoft.com/office/drawing/2014/main" id="{75752C94-E216-8528-61A6-0220B637034A}"/>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8" name="Line 20">
                <a:extLst>
                  <a:ext uri="{FF2B5EF4-FFF2-40B4-BE49-F238E27FC236}">
                    <a16:creationId xmlns:a16="http://schemas.microsoft.com/office/drawing/2014/main" id="{0A666661-66F7-7D4D-523A-A1A807077988}"/>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9" name="Line 21">
                <a:extLst>
                  <a:ext uri="{FF2B5EF4-FFF2-40B4-BE49-F238E27FC236}">
                    <a16:creationId xmlns:a16="http://schemas.microsoft.com/office/drawing/2014/main" id="{ED0695F2-205E-FE10-9752-CFBE035729DF}"/>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12" name="AutoShape 22">
              <a:extLst>
                <a:ext uri="{FF2B5EF4-FFF2-40B4-BE49-F238E27FC236}">
                  <a16:creationId xmlns:a16="http://schemas.microsoft.com/office/drawing/2014/main" id="{22EB416D-E85D-B30C-BD12-500BB6445839}"/>
                </a:ext>
              </a:extLst>
            </p:cNvPr>
            <p:cNvSpPr>
              <a:spLocks noChangeArrowheads="1"/>
            </p:cNvSpPr>
            <p:nvPr/>
          </p:nvSpPr>
          <p:spPr bwMode="auto">
            <a:xfrm rot="5400000" flipV="1">
              <a:off x="4252" y="1956"/>
              <a:ext cx="963" cy="854"/>
            </a:xfrm>
            <a:prstGeom prst="parallelogram">
              <a:avLst>
                <a:gd name="adj" fmla="val 0"/>
              </a:avLst>
            </a:prstGeom>
            <a:noFill/>
            <a:ln w="28575">
              <a:solidFill>
                <a:srgbClr val="FF33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13" name="Group 23">
              <a:extLst>
                <a:ext uri="{FF2B5EF4-FFF2-40B4-BE49-F238E27FC236}">
                  <a16:creationId xmlns:a16="http://schemas.microsoft.com/office/drawing/2014/main" id="{07A48FD8-934F-DE59-14A3-14B735B48F2C}"/>
                </a:ext>
              </a:extLst>
            </p:cNvPr>
            <p:cNvGrpSpPr>
              <a:grpSpLocks/>
            </p:cNvGrpSpPr>
            <p:nvPr/>
          </p:nvGrpSpPr>
          <p:grpSpPr bwMode="auto">
            <a:xfrm>
              <a:off x="3455" y="1866"/>
              <a:ext cx="63" cy="1043"/>
              <a:chOff x="3560" y="2724"/>
              <a:chExt cx="85" cy="1194"/>
            </a:xfrm>
          </p:grpSpPr>
          <p:sp>
            <p:nvSpPr>
              <p:cNvPr id="20" name="Line 24">
                <a:extLst>
                  <a:ext uri="{FF2B5EF4-FFF2-40B4-BE49-F238E27FC236}">
                    <a16:creationId xmlns:a16="http://schemas.microsoft.com/office/drawing/2014/main" id="{ED018762-1CF3-0DC0-7890-BFB3CDBD5E35}"/>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1" name="Line 25">
                <a:extLst>
                  <a:ext uri="{FF2B5EF4-FFF2-40B4-BE49-F238E27FC236}">
                    <a16:creationId xmlns:a16="http://schemas.microsoft.com/office/drawing/2014/main" id="{0FA223D5-57BD-87DA-1BB6-50F7A068208D}"/>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2" name="Line 26">
                <a:extLst>
                  <a:ext uri="{FF2B5EF4-FFF2-40B4-BE49-F238E27FC236}">
                    <a16:creationId xmlns:a16="http://schemas.microsoft.com/office/drawing/2014/main" id="{DE0EA195-B2C5-AD8F-254D-71B09F03D8A2}"/>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3" name="Line 27">
                <a:extLst>
                  <a:ext uri="{FF2B5EF4-FFF2-40B4-BE49-F238E27FC236}">
                    <a16:creationId xmlns:a16="http://schemas.microsoft.com/office/drawing/2014/main" id="{91A2BE07-922F-59DC-E36F-1100CABD9A0F}"/>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4" name="Line 28">
                <a:extLst>
                  <a:ext uri="{FF2B5EF4-FFF2-40B4-BE49-F238E27FC236}">
                    <a16:creationId xmlns:a16="http://schemas.microsoft.com/office/drawing/2014/main" id="{5DDC2FFB-72CA-76B5-35AF-75F73152107B}"/>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4" name="Group 29">
              <a:extLst>
                <a:ext uri="{FF2B5EF4-FFF2-40B4-BE49-F238E27FC236}">
                  <a16:creationId xmlns:a16="http://schemas.microsoft.com/office/drawing/2014/main" id="{BFE2B3A0-7735-FEDD-EB08-9B3C637795B7}"/>
                </a:ext>
              </a:extLst>
            </p:cNvPr>
            <p:cNvGrpSpPr>
              <a:grpSpLocks/>
            </p:cNvGrpSpPr>
            <p:nvPr/>
          </p:nvGrpSpPr>
          <p:grpSpPr bwMode="auto">
            <a:xfrm>
              <a:off x="4712" y="1846"/>
              <a:ext cx="64" cy="1043"/>
              <a:chOff x="3560" y="2724"/>
              <a:chExt cx="85" cy="1194"/>
            </a:xfrm>
          </p:grpSpPr>
          <p:sp>
            <p:nvSpPr>
              <p:cNvPr id="15" name="Line 30">
                <a:extLst>
                  <a:ext uri="{FF2B5EF4-FFF2-40B4-BE49-F238E27FC236}">
                    <a16:creationId xmlns:a16="http://schemas.microsoft.com/office/drawing/2014/main" id="{DF37E3EB-2746-6A16-F4E8-6982B936BD92}"/>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6" name="Line 31">
                <a:extLst>
                  <a:ext uri="{FF2B5EF4-FFF2-40B4-BE49-F238E27FC236}">
                    <a16:creationId xmlns:a16="http://schemas.microsoft.com/office/drawing/2014/main" id="{6558AA48-66CF-2A5D-D7EB-7B2AD771DB4B}"/>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 name="Line 32">
                <a:extLst>
                  <a:ext uri="{FF2B5EF4-FFF2-40B4-BE49-F238E27FC236}">
                    <a16:creationId xmlns:a16="http://schemas.microsoft.com/office/drawing/2014/main" id="{39AF3C9A-12A6-F372-6E3A-F88CFA64DF59}"/>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8" name="Line 33">
                <a:extLst>
                  <a:ext uri="{FF2B5EF4-FFF2-40B4-BE49-F238E27FC236}">
                    <a16:creationId xmlns:a16="http://schemas.microsoft.com/office/drawing/2014/main" id="{11D5CE09-12A3-EFF2-91DD-F1DE8E1F6A35}"/>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9" name="Line 34">
                <a:extLst>
                  <a:ext uri="{FF2B5EF4-FFF2-40B4-BE49-F238E27FC236}">
                    <a16:creationId xmlns:a16="http://schemas.microsoft.com/office/drawing/2014/main" id="{20DD9EE2-592A-347C-CC54-B95EB8F45BB6}"/>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sp>
        <p:nvSpPr>
          <p:cNvPr id="35" name="Rectangle 35">
            <a:extLst>
              <a:ext uri="{FF2B5EF4-FFF2-40B4-BE49-F238E27FC236}">
                <a16:creationId xmlns:a16="http://schemas.microsoft.com/office/drawing/2014/main" id="{DE23815E-A166-C86C-2033-AF99D5FD4A4A}"/>
              </a:ext>
            </a:extLst>
          </p:cNvPr>
          <p:cNvSpPr>
            <a:spLocks noChangeArrowheads="1"/>
          </p:cNvSpPr>
          <p:nvPr/>
        </p:nvSpPr>
        <p:spPr bwMode="auto">
          <a:xfrm>
            <a:off x="2363788" y="685800"/>
            <a:ext cx="8164513" cy="1035050"/>
          </a:xfrm>
          <a:prstGeom prst="rect">
            <a:avLst/>
          </a:prstGeom>
          <a:noFill/>
          <a:ln w="9525">
            <a:noFill/>
            <a:miter lim="800000"/>
            <a:headEnd/>
            <a:tailEnd/>
          </a:ln>
        </p:spPr>
        <p:txBody>
          <a:bodyPr anchor="ctr"/>
          <a:lstStyle/>
          <a:p>
            <a:pPr fontAlgn="base">
              <a:lnSpc>
                <a:spcPct val="120000"/>
              </a:lnSpc>
              <a:spcBef>
                <a:spcPct val="0"/>
              </a:spcBef>
              <a:spcAft>
                <a:spcPct val="0"/>
              </a:spcAft>
            </a:pPr>
            <a:r>
              <a:rPr lang="zh-CN" altLang="en-US" sz="2400" b="1" dirty="0">
                <a:solidFill>
                  <a:srgbClr val="0033CC"/>
                </a:solidFill>
                <a:latin typeface="Times New Roman" pitchFamily="18" charset="0"/>
                <a:ea typeface="宋体" charset="-122"/>
              </a:rPr>
              <a:t>例</a:t>
            </a:r>
            <a:r>
              <a:rPr lang="en-US" altLang="zh-CN" sz="2400" b="1" dirty="0">
                <a:solidFill>
                  <a:srgbClr val="0033CC"/>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圆柱面上有两点</a:t>
            </a:r>
            <a:r>
              <a:rPr lang="en-US" altLang="zh-CN" sz="2400" b="1" i="1" dirty="0">
                <a:solidFill>
                  <a:srgbClr val="000000"/>
                </a:solidFill>
                <a:latin typeface="Times New Roman" pitchFamily="18" charset="0"/>
                <a:ea typeface="宋体" charset="-122"/>
              </a:rPr>
              <a:t>P</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zh-CN" altLang="en-US" sz="2400" b="1" dirty="0">
                <a:solidFill>
                  <a:srgbClr val="000000"/>
                </a:solidFill>
                <a:latin typeface="Times New Roman" pitchFamily="18" charset="0"/>
                <a:ea typeface="宋体" charset="-122"/>
              </a:rPr>
              <a:t>，已知其</a:t>
            </a:r>
            <a:r>
              <a:rPr lang="en-US" altLang="zh-CN" sz="2400" b="1" i="1" dirty="0">
                <a:solidFill>
                  <a:srgbClr val="000000"/>
                </a:solidFill>
                <a:latin typeface="Times New Roman" pitchFamily="18" charset="0"/>
                <a:ea typeface="宋体" charset="-122"/>
              </a:rPr>
              <a:t>V</a:t>
            </a:r>
            <a:r>
              <a:rPr lang="zh-CN" altLang="en-US" sz="2400" b="1" dirty="0">
                <a:solidFill>
                  <a:srgbClr val="000000"/>
                </a:solidFill>
                <a:latin typeface="Times New Roman" pitchFamily="18" charset="0"/>
                <a:ea typeface="宋体" charset="-122"/>
              </a:rPr>
              <a:t>投影</a:t>
            </a:r>
            <a:r>
              <a:rPr lang="en-US" altLang="zh-CN" sz="2400" b="1" i="1" dirty="0">
                <a:solidFill>
                  <a:srgbClr val="000000"/>
                </a:solidFill>
                <a:latin typeface="Times New Roman" pitchFamily="18" charset="0"/>
                <a:ea typeface="宋体" charset="-122"/>
              </a:rPr>
              <a:t>p</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，求另外两投影</a:t>
            </a:r>
            <a:r>
              <a:rPr lang="en-US" altLang="zh-CN" sz="2400" b="1" i="1" dirty="0">
                <a:solidFill>
                  <a:srgbClr val="000000"/>
                </a:solidFill>
                <a:latin typeface="Times New Roman" pitchFamily="18" charset="0"/>
                <a:ea typeface="宋体" charset="-122"/>
              </a:rPr>
              <a:t>p</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p</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dirty="0">
                <a:solidFill>
                  <a:srgbClr val="000000"/>
                </a:solidFill>
                <a:latin typeface="Times New Roman" pitchFamily="18" charset="0"/>
                <a:ea typeface="宋体" charset="-122"/>
              </a:rPr>
              <a:t>k</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 </a:t>
            </a:r>
            <a:r>
              <a:rPr lang="zh-CN" altLang="en-US" sz="2400" b="1" dirty="0">
                <a:solidFill>
                  <a:srgbClr val="000000"/>
                </a:solidFill>
                <a:latin typeface="Times New Roman" pitchFamily="18" charset="0"/>
                <a:ea typeface="宋体" charset="-122"/>
              </a:rPr>
              <a:t>。</a:t>
            </a:r>
          </a:p>
        </p:txBody>
      </p:sp>
      <p:sp>
        <p:nvSpPr>
          <p:cNvPr id="36" name="Rectangle 36">
            <a:extLst>
              <a:ext uri="{FF2B5EF4-FFF2-40B4-BE49-F238E27FC236}">
                <a16:creationId xmlns:a16="http://schemas.microsoft.com/office/drawing/2014/main" id="{C0C37EA9-B611-B793-58B4-90D106F49FD5}"/>
              </a:ext>
            </a:extLst>
          </p:cNvPr>
          <p:cNvSpPr>
            <a:spLocks noChangeArrowheads="1"/>
          </p:cNvSpPr>
          <p:nvPr/>
        </p:nvSpPr>
        <p:spPr bwMode="auto">
          <a:xfrm>
            <a:off x="2351088" y="1862138"/>
            <a:ext cx="8124825" cy="938212"/>
          </a:xfrm>
          <a:prstGeom prst="rect">
            <a:avLst/>
          </a:prstGeom>
          <a:noFill/>
          <a:ln w="9525">
            <a:noFill/>
            <a:miter lim="800000"/>
            <a:headEnd/>
            <a:tailEnd/>
          </a:ln>
        </p:spPr>
        <p:txBody>
          <a:bodyPr anchor="ctr"/>
          <a:lstStyle/>
          <a:p>
            <a:pPr fontAlgn="base">
              <a:lnSpc>
                <a:spcPct val="120000"/>
              </a:lnSpc>
              <a:spcBef>
                <a:spcPct val="0"/>
              </a:spcBef>
              <a:spcAft>
                <a:spcPct val="0"/>
              </a:spcAft>
            </a:pPr>
            <a:r>
              <a:rPr lang="zh-CN" altLang="en-US" sz="2000" b="1" dirty="0">
                <a:solidFill>
                  <a:srgbClr val="0066FF"/>
                </a:solidFill>
                <a:latin typeface="Times New Roman" pitchFamily="18" charset="0"/>
                <a:ea typeface="宋体" charset="-122"/>
              </a:rPr>
              <a:t>分析：</a:t>
            </a:r>
            <a:r>
              <a:rPr lang="en-US" altLang="zh-CN" sz="2000" b="1" dirty="0">
                <a:solidFill>
                  <a:srgbClr val="0066FF"/>
                </a:solidFill>
                <a:latin typeface="Times New Roman" pitchFamily="18" charset="0"/>
                <a:ea typeface="宋体" charset="-122"/>
              </a:rPr>
              <a:t>1</a:t>
            </a:r>
            <a:r>
              <a:rPr lang="zh-CN" altLang="en-US" sz="2000" b="1" dirty="0">
                <a:solidFill>
                  <a:srgbClr val="0066FF"/>
                </a:solidFill>
                <a:latin typeface="Times New Roman" pitchFamily="18" charset="0"/>
                <a:ea typeface="宋体" charset="-122"/>
              </a:rPr>
              <a:t>）</a:t>
            </a:r>
            <a:r>
              <a:rPr lang="zh-CN" altLang="en-US" sz="2000" b="1" dirty="0">
                <a:solidFill>
                  <a:srgbClr val="000000"/>
                </a:solidFill>
                <a:latin typeface="Times New Roman" pitchFamily="18" charset="0"/>
                <a:ea typeface="宋体" charset="-122"/>
              </a:rPr>
              <a:t>由于</a:t>
            </a:r>
            <a:r>
              <a:rPr lang="en-US" altLang="zh-CN" sz="2400" b="1" i="1" dirty="0">
                <a:solidFill>
                  <a:srgbClr val="000000"/>
                </a:solidFill>
                <a:latin typeface="Times New Roman" pitchFamily="18" charset="0"/>
                <a:ea typeface="宋体" charset="-122"/>
              </a:rPr>
              <a:t>p</a:t>
            </a:r>
            <a:r>
              <a:rPr lang="en-US" altLang="zh-CN" sz="2000" b="1" dirty="0">
                <a:solidFill>
                  <a:srgbClr val="000000"/>
                </a:solidFill>
                <a:latin typeface="Times New Roman" pitchFamily="18" charset="0"/>
                <a:ea typeface="宋体" charset="-122"/>
              </a:rPr>
              <a:t>′</a:t>
            </a:r>
            <a:r>
              <a:rPr lang="zh-CN" altLang="en-US" sz="2000" b="1" dirty="0">
                <a:solidFill>
                  <a:srgbClr val="000000"/>
                </a:solidFill>
                <a:latin typeface="Times New Roman" pitchFamily="18" charset="0"/>
                <a:ea typeface="宋体" charset="-122"/>
              </a:rPr>
              <a:t>点位于圆柱面最左边界限素线上，其另外两投影</a:t>
            </a:r>
            <a:r>
              <a:rPr lang="en-US" altLang="zh-CN" sz="2400" b="1" i="1" dirty="0">
                <a:solidFill>
                  <a:srgbClr val="000000"/>
                </a:solidFill>
                <a:latin typeface="Times New Roman" pitchFamily="18" charset="0"/>
                <a:ea typeface="宋体" charset="-122"/>
              </a:rPr>
              <a:t>p</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p</a:t>
            </a:r>
            <a:r>
              <a:rPr lang="en-US" altLang="zh-CN" sz="2000" b="1" dirty="0">
                <a:solidFill>
                  <a:srgbClr val="000000"/>
                </a:solidFill>
                <a:latin typeface="Times New Roman" pitchFamily="18" charset="0"/>
                <a:ea typeface="宋体" charset="-122"/>
              </a:rPr>
              <a:t>″</a:t>
            </a:r>
            <a:r>
              <a:rPr lang="zh-CN" altLang="en-US" sz="2000" b="1" dirty="0">
                <a:solidFill>
                  <a:srgbClr val="000000"/>
                </a:solidFill>
                <a:latin typeface="Times New Roman" pitchFamily="18" charset="0"/>
                <a:ea typeface="宋体" charset="-122"/>
              </a:rPr>
              <a:t>可直接求出。</a:t>
            </a:r>
            <a:endParaRPr lang="zh-CN" altLang="en-US" sz="2000" b="1" dirty="0">
              <a:solidFill>
                <a:srgbClr val="FF3300"/>
              </a:solidFill>
              <a:latin typeface="Times New Roman" pitchFamily="18" charset="0"/>
              <a:ea typeface="宋体" charset="-122"/>
            </a:endParaRPr>
          </a:p>
        </p:txBody>
      </p:sp>
      <p:sp>
        <p:nvSpPr>
          <p:cNvPr id="37" name="Rectangle 37">
            <a:extLst>
              <a:ext uri="{FF2B5EF4-FFF2-40B4-BE49-F238E27FC236}">
                <a16:creationId xmlns:a16="http://schemas.microsoft.com/office/drawing/2014/main" id="{5227559E-E3D2-8269-9065-1229138AEDC6}"/>
              </a:ext>
            </a:extLst>
          </p:cNvPr>
          <p:cNvSpPr>
            <a:spLocks noChangeArrowheads="1"/>
          </p:cNvSpPr>
          <p:nvPr/>
        </p:nvSpPr>
        <p:spPr bwMode="auto">
          <a:xfrm>
            <a:off x="2357438" y="2895600"/>
            <a:ext cx="3508375" cy="1243013"/>
          </a:xfrm>
          <a:prstGeom prst="rect">
            <a:avLst/>
          </a:prstGeom>
          <a:noFill/>
          <a:ln w="9525">
            <a:noFill/>
            <a:miter lim="800000"/>
            <a:headEnd/>
            <a:tailEnd/>
          </a:ln>
        </p:spPr>
        <p:txBody>
          <a:bodyPr anchor="ctr"/>
          <a:lstStyle/>
          <a:p>
            <a:pPr fontAlgn="base">
              <a:lnSpc>
                <a:spcPct val="120000"/>
              </a:lnSpc>
              <a:spcBef>
                <a:spcPct val="0"/>
              </a:spcBef>
              <a:spcAft>
                <a:spcPct val="0"/>
              </a:spcAft>
            </a:pPr>
            <a:r>
              <a:rPr lang="en-US" altLang="zh-CN" sz="2000" b="1">
                <a:solidFill>
                  <a:srgbClr val="0066FF"/>
                </a:solidFill>
                <a:latin typeface="Times New Roman" pitchFamily="18" charset="0"/>
                <a:ea typeface="宋体" charset="-122"/>
              </a:rPr>
              <a:t>           2</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须利用圆柱面有积聚性的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投影，先求出点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的</a:t>
            </a:r>
            <a:r>
              <a:rPr lang="en-US" altLang="zh-CN" sz="2000" b="1" i="1">
                <a:solidFill>
                  <a:srgbClr val="000000"/>
                </a:solidFill>
                <a:latin typeface="Times New Roman" pitchFamily="18" charset="0"/>
                <a:ea typeface="宋体" charset="-122"/>
              </a:rPr>
              <a:t>H</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，再求出</a:t>
            </a:r>
            <a:r>
              <a:rPr lang="en-US" altLang="zh-CN" sz="2000" b="1" i="1">
                <a:solidFill>
                  <a:srgbClr val="000000"/>
                </a:solidFill>
                <a:latin typeface="Times New Roman" pitchFamily="18" charset="0"/>
                <a:ea typeface="宋体" charset="-122"/>
              </a:rPr>
              <a:t>k</a:t>
            </a:r>
            <a:r>
              <a:rPr lang="en-US" altLang="zh-CN" sz="2000" b="1">
                <a:solidFill>
                  <a:srgbClr val="000000"/>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a:t>
            </a:r>
            <a:endParaRPr lang="zh-CN" altLang="en-US" sz="2000" b="1">
              <a:solidFill>
                <a:srgbClr val="FF3300"/>
              </a:solidFill>
              <a:latin typeface="Times New Roman" pitchFamily="18" charset="0"/>
              <a:ea typeface="宋体" charset="-122"/>
            </a:endParaRPr>
          </a:p>
        </p:txBody>
      </p:sp>
      <p:sp>
        <p:nvSpPr>
          <p:cNvPr id="38" name="Oval 38">
            <a:extLst>
              <a:ext uri="{FF2B5EF4-FFF2-40B4-BE49-F238E27FC236}">
                <a16:creationId xmlns:a16="http://schemas.microsoft.com/office/drawing/2014/main" id="{D5B83D25-D0D6-E452-5130-379CAA5DD5DE}"/>
              </a:ext>
            </a:extLst>
          </p:cNvPr>
          <p:cNvSpPr>
            <a:spLocks noChangeArrowheads="1"/>
          </p:cNvSpPr>
          <p:nvPr/>
        </p:nvSpPr>
        <p:spPr bwMode="auto">
          <a:xfrm>
            <a:off x="6748463" y="3854450"/>
            <a:ext cx="71438" cy="71438"/>
          </a:xfrm>
          <a:prstGeom prst="ellipse">
            <a:avLst/>
          </a:prstGeom>
          <a:solidFill>
            <a:srgbClr val="BBE0E3"/>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9" name="Text Box 39">
            <a:extLst>
              <a:ext uri="{FF2B5EF4-FFF2-40B4-BE49-F238E27FC236}">
                <a16:creationId xmlns:a16="http://schemas.microsoft.com/office/drawing/2014/main" id="{451A5123-FE56-AF6F-D7A8-1DBA8F55CD53}"/>
              </a:ext>
            </a:extLst>
          </p:cNvPr>
          <p:cNvSpPr txBox="1">
            <a:spLocks noChangeArrowheads="1"/>
          </p:cNvSpPr>
          <p:nvPr/>
        </p:nvSpPr>
        <p:spPr bwMode="auto">
          <a:xfrm>
            <a:off x="7591426" y="2979738"/>
            <a:ext cx="696912"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k′</a:t>
            </a:r>
          </a:p>
        </p:txBody>
      </p:sp>
      <p:sp>
        <p:nvSpPr>
          <p:cNvPr id="40" name="Oval 40">
            <a:extLst>
              <a:ext uri="{FF2B5EF4-FFF2-40B4-BE49-F238E27FC236}">
                <a16:creationId xmlns:a16="http://schemas.microsoft.com/office/drawing/2014/main" id="{5C77188B-5BD5-203C-4A77-F85144BDAE3E}"/>
              </a:ext>
            </a:extLst>
          </p:cNvPr>
          <p:cNvSpPr>
            <a:spLocks noChangeArrowheads="1"/>
          </p:cNvSpPr>
          <p:nvPr/>
        </p:nvSpPr>
        <p:spPr bwMode="auto">
          <a:xfrm>
            <a:off x="7712076" y="3316288"/>
            <a:ext cx="71437" cy="71437"/>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1" name="Line 41">
            <a:extLst>
              <a:ext uri="{FF2B5EF4-FFF2-40B4-BE49-F238E27FC236}">
                <a16:creationId xmlns:a16="http://schemas.microsoft.com/office/drawing/2014/main" id="{431C0577-C985-BF52-6FF5-0DB440310F89}"/>
              </a:ext>
            </a:extLst>
          </p:cNvPr>
          <p:cNvSpPr>
            <a:spLocks noChangeShapeType="1"/>
          </p:cNvSpPr>
          <p:nvPr/>
        </p:nvSpPr>
        <p:spPr bwMode="auto">
          <a:xfrm>
            <a:off x="6784976" y="3854450"/>
            <a:ext cx="0" cy="1614488"/>
          </a:xfrm>
          <a:prstGeom prst="line">
            <a:avLst/>
          </a:prstGeom>
          <a:noFill/>
          <a:ln w="9525">
            <a:solidFill>
              <a:srgbClr val="339933"/>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2" name="Text Box 42">
            <a:extLst>
              <a:ext uri="{FF2B5EF4-FFF2-40B4-BE49-F238E27FC236}">
                <a16:creationId xmlns:a16="http://schemas.microsoft.com/office/drawing/2014/main" id="{DEF2B311-E5C0-AF44-C2DC-69EE244FF1A3}"/>
              </a:ext>
            </a:extLst>
          </p:cNvPr>
          <p:cNvSpPr txBox="1">
            <a:spLocks noChangeArrowheads="1"/>
          </p:cNvSpPr>
          <p:nvPr/>
        </p:nvSpPr>
        <p:spPr bwMode="auto">
          <a:xfrm>
            <a:off x="6411913" y="5275263"/>
            <a:ext cx="69691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p</a:t>
            </a:r>
          </a:p>
        </p:txBody>
      </p:sp>
      <p:sp>
        <p:nvSpPr>
          <p:cNvPr id="43" name="Oval 43">
            <a:extLst>
              <a:ext uri="{FF2B5EF4-FFF2-40B4-BE49-F238E27FC236}">
                <a16:creationId xmlns:a16="http://schemas.microsoft.com/office/drawing/2014/main" id="{68833981-CD3F-1F6B-0E58-1A01F2B7AC09}"/>
              </a:ext>
            </a:extLst>
          </p:cNvPr>
          <p:cNvSpPr>
            <a:spLocks noChangeArrowheads="1"/>
          </p:cNvSpPr>
          <p:nvPr/>
        </p:nvSpPr>
        <p:spPr bwMode="auto">
          <a:xfrm>
            <a:off x="6748463" y="5443538"/>
            <a:ext cx="71438" cy="71437"/>
          </a:xfrm>
          <a:prstGeom prst="ellipse">
            <a:avLst/>
          </a:prstGeom>
          <a:solidFill>
            <a:srgbClr val="BBE0E3"/>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4" name="Line 44">
            <a:extLst>
              <a:ext uri="{FF2B5EF4-FFF2-40B4-BE49-F238E27FC236}">
                <a16:creationId xmlns:a16="http://schemas.microsoft.com/office/drawing/2014/main" id="{0D156D09-7C15-6055-DFF8-FD966D601CAE}"/>
              </a:ext>
            </a:extLst>
          </p:cNvPr>
          <p:cNvSpPr>
            <a:spLocks noChangeShapeType="1"/>
          </p:cNvSpPr>
          <p:nvPr/>
        </p:nvSpPr>
        <p:spPr bwMode="auto">
          <a:xfrm>
            <a:off x="6784976" y="3854450"/>
            <a:ext cx="2670175" cy="0"/>
          </a:xfrm>
          <a:prstGeom prst="line">
            <a:avLst/>
          </a:prstGeom>
          <a:noFill/>
          <a:ln w="9525">
            <a:solidFill>
              <a:srgbClr val="339933"/>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5" name="Oval 45">
            <a:extLst>
              <a:ext uri="{FF2B5EF4-FFF2-40B4-BE49-F238E27FC236}">
                <a16:creationId xmlns:a16="http://schemas.microsoft.com/office/drawing/2014/main" id="{33B87FA3-1C1E-A2F2-C67C-3DB26263304F}"/>
              </a:ext>
            </a:extLst>
          </p:cNvPr>
          <p:cNvSpPr>
            <a:spLocks noChangeArrowheads="1"/>
          </p:cNvSpPr>
          <p:nvPr/>
        </p:nvSpPr>
        <p:spPr bwMode="auto">
          <a:xfrm>
            <a:off x="9426576" y="3824288"/>
            <a:ext cx="71437" cy="71437"/>
          </a:xfrm>
          <a:prstGeom prst="ellipse">
            <a:avLst/>
          </a:prstGeom>
          <a:solidFill>
            <a:srgbClr val="BBE0E3"/>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6" name="Text Box 46">
            <a:extLst>
              <a:ext uri="{FF2B5EF4-FFF2-40B4-BE49-F238E27FC236}">
                <a16:creationId xmlns:a16="http://schemas.microsoft.com/office/drawing/2014/main" id="{97F5ADFA-2F2C-CBF7-36EA-D5A153558652}"/>
              </a:ext>
            </a:extLst>
          </p:cNvPr>
          <p:cNvSpPr txBox="1">
            <a:spLocks noChangeArrowheads="1"/>
          </p:cNvSpPr>
          <p:nvPr/>
        </p:nvSpPr>
        <p:spPr bwMode="auto">
          <a:xfrm>
            <a:off x="7604126" y="6040438"/>
            <a:ext cx="696912"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0066FF"/>
                </a:solidFill>
                <a:effectLst>
                  <a:outerShdw blurRad="38100" dist="38100" dir="2700000" algn="tl">
                    <a:srgbClr val="C0C0C0"/>
                  </a:outerShdw>
                </a:effectLst>
                <a:latin typeface="Times New Roman" pitchFamily="18" charset="0"/>
                <a:ea typeface="宋体" pitchFamily="2" charset="-122"/>
              </a:rPr>
              <a:t>k</a:t>
            </a:r>
          </a:p>
        </p:txBody>
      </p:sp>
      <p:sp>
        <p:nvSpPr>
          <p:cNvPr id="47" name="Oval 47">
            <a:extLst>
              <a:ext uri="{FF2B5EF4-FFF2-40B4-BE49-F238E27FC236}">
                <a16:creationId xmlns:a16="http://schemas.microsoft.com/office/drawing/2014/main" id="{2325C9D7-7F7D-2548-71C7-E065CCBD678A}"/>
              </a:ext>
            </a:extLst>
          </p:cNvPr>
          <p:cNvSpPr>
            <a:spLocks noChangeArrowheads="1"/>
          </p:cNvSpPr>
          <p:nvPr/>
        </p:nvSpPr>
        <p:spPr bwMode="auto">
          <a:xfrm>
            <a:off x="7712076" y="6040438"/>
            <a:ext cx="71437" cy="71437"/>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8" name="Line 48">
            <a:extLst>
              <a:ext uri="{FF2B5EF4-FFF2-40B4-BE49-F238E27FC236}">
                <a16:creationId xmlns:a16="http://schemas.microsoft.com/office/drawing/2014/main" id="{CA27D611-3131-CC6D-3339-297AC4644EBF}"/>
              </a:ext>
            </a:extLst>
          </p:cNvPr>
          <p:cNvSpPr>
            <a:spLocks noChangeShapeType="1"/>
          </p:cNvSpPr>
          <p:nvPr/>
        </p:nvSpPr>
        <p:spPr bwMode="auto">
          <a:xfrm>
            <a:off x="7739063" y="3357563"/>
            <a:ext cx="0" cy="2728912"/>
          </a:xfrm>
          <a:prstGeom prst="line">
            <a:avLst/>
          </a:prstGeom>
          <a:noFill/>
          <a:ln w="9525">
            <a:solidFill>
              <a:srgbClr val="FF00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9" name="Line 49">
            <a:extLst>
              <a:ext uri="{FF2B5EF4-FFF2-40B4-BE49-F238E27FC236}">
                <a16:creationId xmlns:a16="http://schemas.microsoft.com/office/drawing/2014/main" id="{90A91A88-A30C-7F14-6D2D-03A7300413E0}"/>
              </a:ext>
            </a:extLst>
          </p:cNvPr>
          <p:cNvSpPr>
            <a:spLocks noChangeShapeType="1"/>
          </p:cNvSpPr>
          <p:nvPr/>
        </p:nvSpPr>
        <p:spPr bwMode="auto">
          <a:xfrm flipV="1">
            <a:off x="7743826" y="3357563"/>
            <a:ext cx="2286000" cy="1587"/>
          </a:xfrm>
          <a:prstGeom prst="line">
            <a:avLst/>
          </a:prstGeom>
          <a:noFill/>
          <a:ln w="9525">
            <a:solidFill>
              <a:srgbClr val="FF00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50" name="Group 50">
            <a:extLst>
              <a:ext uri="{FF2B5EF4-FFF2-40B4-BE49-F238E27FC236}">
                <a16:creationId xmlns:a16="http://schemas.microsoft.com/office/drawing/2014/main" id="{BDA345C7-2FE0-F274-9C2C-A9D3C1D66195}"/>
              </a:ext>
            </a:extLst>
          </p:cNvPr>
          <p:cNvGrpSpPr>
            <a:grpSpLocks/>
          </p:cNvGrpSpPr>
          <p:nvPr/>
        </p:nvGrpSpPr>
        <p:grpSpPr bwMode="auto">
          <a:xfrm>
            <a:off x="7759701" y="5510213"/>
            <a:ext cx="765175" cy="576262"/>
            <a:chOff x="3687" y="3555"/>
            <a:chExt cx="482" cy="391"/>
          </a:xfrm>
        </p:grpSpPr>
        <p:sp>
          <p:nvSpPr>
            <p:cNvPr id="51" name="Line 51">
              <a:extLst>
                <a:ext uri="{FF2B5EF4-FFF2-40B4-BE49-F238E27FC236}">
                  <a16:creationId xmlns:a16="http://schemas.microsoft.com/office/drawing/2014/main" id="{CC2EF74C-7A91-BEC1-52CF-92F286029664}"/>
                </a:ext>
              </a:extLst>
            </p:cNvPr>
            <p:cNvSpPr>
              <a:spLocks noChangeShapeType="1"/>
            </p:cNvSpPr>
            <p:nvPr/>
          </p:nvSpPr>
          <p:spPr bwMode="auto">
            <a:xfrm rot="-5400000">
              <a:off x="3928" y="3705"/>
              <a:ext cx="0" cy="482"/>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2" name="Line 52">
              <a:extLst>
                <a:ext uri="{FF2B5EF4-FFF2-40B4-BE49-F238E27FC236}">
                  <a16:creationId xmlns:a16="http://schemas.microsoft.com/office/drawing/2014/main" id="{26B9C0D0-0FA3-6B59-845C-8F33B14F1754}"/>
                </a:ext>
              </a:extLst>
            </p:cNvPr>
            <p:cNvSpPr>
              <a:spLocks noChangeShapeType="1"/>
            </p:cNvSpPr>
            <p:nvPr/>
          </p:nvSpPr>
          <p:spPr bwMode="auto">
            <a:xfrm rot="5400000" flipV="1">
              <a:off x="4043" y="3438"/>
              <a:ext cx="0" cy="234"/>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3" name="Line 53">
              <a:extLst>
                <a:ext uri="{FF2B5EF4-FFF2-40B4-BE49-F238E27FC236}">
                  <a16:creationId xmlns:a16="http://schemas.microsoft.com/office/drawing/2014/main" id="{23DEB04D-47E5-FA2C-DB04-2AA91C08AD07}"/>
                </a:ext>
              </a:extLst>
            </p:cNvPr>
            <p:cNvSpPr>
              <a:spLocks noChangeShapeType="1"/>
            </p:cNvSpPr>
            <p:nvPr/>
          </p:nvSpPr>
          <p:spPr bwMode="auto">
            <a:xfrm>
              <a:off x="4136" y="3555"/>
              <a:ext cx="0" cy="391"/>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4" name="Text Box 54">
              <a:extLst>
                <a:ext uri="{FF2B5EF4-FFF2-40B4-BE49-F238E27FC236}">
                  <a16:creationId xmlns:a16="http://schemas.microsoft.com/office/drawing/2014/main" id="{17640C58-C161-E426-4115-A4C5FF63DE83}"/>
                </a:ext>
              </a:extLst>
            </p:cNvPr>
            <p:cNvSpPr txBox="1">
              <a:spLocks noChangeArrowheads="1"/>
            </p:cNvSpPr>
            <p:nvPr/>
          </p:nvSpPr>
          <p:spPr bwMode="auto">
            <a:xfrm rot="-5400000">
              <a:off x="3894" y="3642"/>
              <a:ext cx="28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33CC"/>
                  </a:solidFill>
                  <a:latin typeface="Times New Roman" pitchFamily="18" charset="0"/>
                  <a:ea typeface="宋体" charset="-122"/>
                </a:rPr>
                <a:t>Y</a:t>
              </a:r>
              <a:r>
                <a:rPr lang="en-US" altLang="zh-CN" sz="1600" b="1" i="1" baseline="-25000">
                  <a:solidFill>
                    <a:srgbClr val="0033CC"/>
                  </a:solidFill>
                  <a:latin typeface="Times New Roman" pitchFamily="18" charset="0"/>
                  <a:ea typeface="宋体" charset="-122"/>
                </a:rPr>
                <a:t>k</a:t>
              </a:r>
              <a:endParaRPr lang="en-US" altLang="zh-CN" sz="1600" b="1" baseline="-25000">
                <a:solidFill>
                  <a:srgbClr val="0033CC"/>
                </a:solidFill>
                <a:latin typeface="Times New Roman" pitchFamily="18" charset="0"/>
                <a:ea typeface="宋体" charset="-122"/>
              </a:endParaRPr>
            </a:p>
          </p:txBody>
        </p:sp>
      </p:grpSp>
      <p:sp>
        <p:nvSpPr>
          <p:cNvPr id="55" name="Oval 55">
            <a:extLst>
              <a:ext uri="{FF2B5EF4-FFF2-40B4-BE49-F238E27FC236}">
                <a16:creationId xmlns:a16="http://schemas.microsoft.com/office/drawing/2014/main" id="{6A743EFF-F216-C068-3059-49675AF39A0A}"/>
              </a:ext>
            </a:extLst>
          </p:cNvPr>
          <p:cNvSpPr>
            <a:spLocks noChangeArrowheads="1"/>
          </p:cNvSpPr>
          <p:nvPr/>
        </p:nvSpPr>
        <p:spPr bwMode="auto">
          <a:xfrm>
            <a:off x="9988551" y="3314700"/>
            <a:ext cx="71437" cy="71438"/>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56" name="Group 56">
            <a:extLst>
              <a:ext uri="{FF2B5EF4-FFF2-40B4-BE49-F238E27FC236}">
                <a16:creationId xmlns:a16="http://schemas.microsoft.com/office/drawing/2014/main" id="{4E8B1F84-6795-84EC-ED90-B9E3617CC4B7}"/>
              </a:ext>
            </a:extLst>
          </p:cNvPr>
          <p:cNvGrpSpPr>
            <a:grpSpLocks/>
          </p:cNvGrpSpPr>
          <p:nvPr/>
        </p:nvGrpSpPr>
        <p:grpSpPr bwMode="auto">
          <a:xfrm>
            <a:off x="9455151" y="3116263"/>
            <a:ext cx="577850" cy="1787525"/>
            <a:chOff x="4755" y="2047"/>
            <a:chExt cx="364" cy="1126"/>
          </a:xfrm>
        </p:grpSpPr>
        <p:sp>
          <p:nvSpPr>
            <p:cNvPr id="57" name="Line 57">
              <a:extLst>
                <a:ext uri="{FF2B5EF4-FFF2-40B4-BE49-F238E27FC236}">
                  <a16:creationId xmlns:a16="http://schemas.microsoft.com/office/drawing/2014/main" id="{D77ACB9B-6E90-8E19-4E3B-670A188B9613}"/>
                </a:ext>
              </a:extLst>
            </p:cNvPr>
            <p:cNvSpPr>
              <a:spLocks noChangeShapeType="1"/>
            </p:cNvSpPr>
            <p:nvPr/>
          </p:nvSpPr>
          <p:spPr bwMode="auto">
            <a:xfrm>
              <a:off x="4755" y="2864"/>
              <a:ext cx="1" cy="309"/>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8" name="Line 58">
              <a:extLst>
                <a:ext uri="{FF2B5EF4-FFF2-40B4-BE49-F238E27FC236}">
                  <a16:creationId xmlns:a16="http://schemas.microsoft.com/office/drawing/2014/main" id="{CBC4EA22-3B07-E690-EC92-928D31F299BF}"/>
                </a:ext>
              </a:extLst>
            </p:cNvPr>
            <p:cNvSpPr>
              <a:spLocks noChangeShapeType="1"/>
            </p:cNvSpPr>
            <p:nvPr/>
          </p:nvSpPr>
          <p:spPr bwMode="auto">
            <a:xfrm rot="10800000" flipV="1">
              <a:off x="5119" y="2047"/>
              <a:ext cx="0" cy="1117"/>
            </a:xfrm>
            <a:prstGeom prst="line">
              <a:avLst/>
            </a:prstGeom>
            <a:noFill/>
            <a:ln w="9525">
              <a:solidFill>
                <a:srgbClr val="0066FF"/>
              </a:solidFill>
              <a:round/>
              <a:headEnd/>
              <a:tailEnd type="non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9" name="Line 59">
              <a:extLst>
                <a:ext uri="{FF2B5EF4-FFF2-40B4-BE49-F238E27FC236}">
                  <a16:creationId xmlns:a16="http://schemas.microsoft.com/office/drawing/2014/main" id="{BC5D665C-2904-E431-571A-57E9ED6B76B5}"/>
                </a:ext>
              </a:extLst>
            </p:cNvPr>
            <p:cNvSpPr>
              <a:spLocks noChangeShapeType="1"/>
            </p:cNvSpPr>
            <p:nvPr/>
          </p:nvSpPr>
          <p:spPr bwMode="auto">
            <a:xfrm rot="5400000">
              <a:off x="4937" y="2958"/>
              <a:ext cx="0" cy="363"/>
            </a:xfrm>
            <a:prstGeom prst="line">
              <a:avLst/>
            </a:prstGeom>
            <a:noFill/>
            <a:ln w="9525">
              <a:solidFill>
                <a:srgbClr val="0066FF"/>
              </a:solidFill>
              <a:round/>
              <a:headEnd type="triangle" w="sm" len="lg"/>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0" name="Text Box 60">
              <a:extLst>
                <a:ext uri="{FF2B5EF4-FFF2-40B4-BE49-F238E27FC236}">
                  <a16:creationId xmlns:a16="http://schemas.microsoft.com/office/drawing/2014/main" id="{27551167-3E2C-D6AA-B758-72BFC120D5E6}"/>
                </a:ext>
              </a:extLst>
            </p:cNvPr>
            <p:cNvSpPr txBox="1">
              <a:spLocks noChangeArrowheads="1"/>
            </p:cNvSpPr>
            <p:nvPr/>
          </p:nvSpPr>
          <p:spPr bwMode="auto">
            <a:xfrm>
              <a:off x="4809" y="2933"/>
              <a:ext cx="262" cy="212"/>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33CC"/>
                  </a:solidFill>
                  <a:latin typeface="Times New Roman" pitchFamily="18" charset="0"/>
                  <a:ea typeface="宋体" charset="-122"/>
                </a:rPr>
                <a:t>Y</a:t>
              </a:r>
              <a:r>
                <a:rPr lang="en-US" altLang="zh-CN" sz="1600" b="1" i="1" baseline="-25000">
                  <a:solidFill>
                    <a:srgbClr val="0033CC"/>
                  </a:solidFill>
                  <a:latin typeface="Times New Roman" pitchFamily="18" charset="0"/>
                  <a:ea typeface="宋体" charset="-122"/>
                </a:rPr>
                <a:t>k</a:t>
              </a:r>
              <a:endParaRPr lang="en-US" altLang="zh-CN" sz="1600" b="1" baseline="-25000">
                <a:solidFill>
                  <a:srgbClr val="0033CC"/>
                </a:solidFill>
                <a:latin typeface="Times New Roman" pitchFamily="18" charset="0"/>
                <a:ea typeface="宋体" charset="-122"/>
              </a:endParaRPr>
            </a:p>
          </p:txBody>
        </p:sp>
      </p:grpSp>
      <p:sp>
        <p:nvSpPr>
          <p:cNvPr id="61" name="Line 61">
            <a:extLst>
              <a:ext uri="{FF2B5EF4-FFF2-40B4-BE49-F238E27FC236}">
                <a16:creationId xmlns:a16="http://schemas.microsoft.com/office/drawing/2014/main" id="{739F887B-5633-B04D-2077-E23722DA8C7F}"/>
              </a:ext>
            </a:extLst>
          </p:cNvPr>
          <p:cNvSpPr>
            <a:spLocks noChangeShapeType="1"/>
          </p:cNvSpPr>
          <p:nvPr/>
        </p:nvSpPr>
        <p:spPr bwMode="auto">
          <a:xfrm>
            <a:off x="7940676" y="5510213"/>
            <a:ext cx="1511300" cy="0"/>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2" name="Line 62">
            <a:extLst>
              <a:ext uri="{FF2B5EF4-FFF2-40B4-BE49-F238E27FC236}">
                <a16:creationId xmlns:a16="http://schemas.microsoft.com/office/drawing/2014/main" id="{C0B1709D-EF9A-0F60-0FBC-58F47874CD48}"/>
              </a:ext>
            </a:extLst>
          </p:cNvPr>
          <p:cNvSpPr>
            <a:spLocks noChangeShapeType="1"/>
          </p:cNvSpPr>
          <p:nvPr/>
        </p:nvSpPr>
        <p:spPr bwMode="auto">
          <a:xfrm>
            <a:off x="9455151" y="4413250"/>
            <a:ext cx="0" cy="1104900"/>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3" name="Line 63">
            <a:extLst>
              <a:ext uri="{FF2B5EF4-FFF2-40B4-BE49-F238E27FC236}">
                <a16:creationId xmlns:a16="http://schemas.microsoft.com/office/drawing/2014/main" id="{8BA67A28-B8DD-1A02-ADF4-8012DB2D569B}"/>
              </a:ext>
            </a:extLst>
          </p:cNvPr>
          <p:cNvSpPr>
            <a:spLocks noChangeShapeType="1"/>
          </p:cNvSpPr>
          <p:nvPr/>
        </p:nvSpPr>
        <p:spPr bwMode="auto">
          <a:xfrm>
            <a:off x="9134476" y="5186363"/>
            <a:ext cx="989012" cy="989012"/>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4" name="Line 64">
            <a:extLst>
              <a:ext uri="{FF2B5EF4-FFF2-40B4-BE49-F238E27FC236}">
                <a16:creationId xmlns:a16="http://schemas.microsoft.com/office/drawing/2014/main" id="{0FA98CF2-6F2E-6A7A-4ED3-BC0996BCF11F}"/>
              </a:ext>
            </a:extLst>
          </p:cNvPr>
          <p:cNvSpPr>
            <a:spLocks noChangeShapeType="1"/>
          </p:cNvSpPr>
          <p:nvPr/>
        </p:nvSpPr>
        <p:spPr bwMode="auto">
          <a:xfrm>
            <a:off x="7759701" y="6086475"/>
            <a:ext cx="2271712" cy="0"/>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5" name="Line 65">
            <a:extLst>
              <a:ext uri="{FF2B5EF4-FFF2-40B4-BE49-F238E27FC236}">
                <a16:creationId xmlns:a16="http://schemas.microsoft.com/office/drawing/2014/main" id="{13B92906-5A3D-C3E5-F5A2-10CB223F62BC}"/>
              </a:ext>
            </a:extLst>
          </p:cNvPr>
          <p:cNvSpPr>
            <a:spLocks noChangeShapeType="1"/>
          </p:cNvSpPr>
          <p:nvPr/>
        </p:nvSpPr>
        <p:spPr bwMode="auto">
          <a:xfrm>
            <a:off x="10031413" y="3348038"/>
            <a:ext cx="0" cy="2741612"/>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6" name="Rectangle 66">
            <a:extLst>
              <a:ext uri="{FF2B5EF4-FFF2-40B4-BE49-F238E27FC236}">
                <a16:creationId xmlns:a16="http://schemas.microsoft.com/office/drawing/2014/main" id="{A65A3D14-FCEA-2E05-F26E-6B3EB349D16B}"/>
              </a:ext>
            </a:extLst>
          </p:cNvPr>
          <p:cNvSpPr>
            <a:spLocks noChangeArrowheads="1"/>
          </p:cNvSpPr>
          <p:nvPr/>
        </p:nvSpPr>
        <p:spPr bwMode="auto">
          <a:xfrm>
            <a:off x="2395538" y="4202113"/>
            <a:ext cx="3663950" cy="1531937"/>
          </a:xfrm>
          <a:prstGeom prst="rect">
            <a:avLst/>
          </a:prstGeom>
          <a:noFill/>
          <a:ln w="9525">
            <a:noFill/>
            <a:miter lim="800000"/>
            <a:headEnd/>
            <a:tailEnd/>
          </a:ln>
        </p:spPr>
        <p:txBody>
          <a:bodyPr anchor="ctr"/>
          <a:lstStyle/>
          <a:p>
            <a:pPr fontAlgn="base">
              <a:lnSpc>
                <a:spcPct val="120000"/>
              </a:lnSpc>
              <a:spcBef>
                <a:spcPct val="0"/>
              </a:spcBef>
              <a:spcAft>
                <a:spcPct val="0"/>
              </a:spcAft>
            </a:pPr>
            <a:r>
              <a:rPr lang="en-US" altLang="zh-CN" sz="2000" b="1">
                <a:solidFill>
                  <a:srgbClr val="0066FF"/>
                </a:solidFill>
                <a:latin typeface="Times New Roman" pitchFamily="18" charset="0"/>
                <a:ea typeface="宋体" charset="-122"/>
              </a:rPr>
              <a:t>           3</a:t>
            </a:r>
            <a:r>
              <a:rPr lang="zh-CN" altLang="en-US" sz="2000" b="1">
                <a:solidFill>
                  <a:srgbClr val="0066FF"/>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的可见性判别：由于点</a:t>
            </a:r>
            <a:r>
              <a:rPr lang="en-US" altLang="zh-CN" sz="2000" b="1" i="1">
                <a:solidFill>
                  <a:srgbClr val="000000"/>
                </a:solidFill>
                <a:latin typeface="Times New Roman" pitchFamily="18" charset="0"/>
                <a:ea typeface="宋体" charset="-122"/>
              </a:rPr>
              <a:t>K</a:t>
            </a:r>
            <a:r>
              <a:rPr lang="zh-CN" altLang="en-US" sz="2000" b="1">
                <a:solidFill>
                  <a:srgbClr val="000000"/>
                </a:solidFill>
                <a:latin typeface="Times New Roman" pitchFamily="18" charset="0"/>
                <a:ea typeface="宋体" charset="-122"/>
              </a:rPr>
              <a:t>位于圆柱面的前面右半部分，其</a:t>
            </a:r>
            <a:r>
              <a:rPr lang="en-US" altLang="zh-CN" sz="2000" b="1" i="1">
                <a:solidFill>
                  <a:srgbClr val="000000"/>
                </a:solidFill>
                <a:latin typeface="Times New Roman" pitchFamily="18" charset="0"/>
                <a:ea typeface="宋体" charset="-122"/>
              </a:rPr>
              <a:t>W</a:t>
            </a:r>
            <a:r>
              <a:rPr lang="zh-CN" altLang="en-US" sz="2000" b="1">
                <a:solidFill>
                  <a:srgbClr val="000000"/>
                </a:solidFill>
                <a:latin typeface="Times New Roman" pitchFamily="18" charset="0"/>
                <a:ea typeface="宋体" charset="-122"/>
              </a:rPr>
              <a:t>投影</a:t>
            </a:r>
            <a:r>
              <a:rPr lang="en-US" altLang="zh-CN" sz="2000" b="1" i="1">
                <a:solidFill>
                  <a:srgbClr val="000000"/>
                </a:solidFill>
                <a:latin typeface="Times New Roman" pitchFamily="18" charset="0"/>
                <a:ea typeface="宋体" charset="-122"/>
              </a:rPr>
              <a:t>k</a:t>
            </a:r>
            <a:r>
              <a:rPr lang="en-US" altLang="zh-CN" sz="2000" b="1">
                <a:solidFill>
                  <a:srgbClr val="000000"/>
                </a:solidFill>
                <a:latin typeface="Times New Roman" pitchFamily="18" charset="0"/>
                <a:ea typeface="宋体" charset="-122"/>
              </a:rPr>
              <a:t>″</a:t>
            </a:r>
            <a:r>
              <a:rPr lang="zh-CN" altLang="en-US" sz="2000" b="1">
                <a:solidFill>
                  <a:srgbClr val="000000"/>
                </a:solidFill>
                <a:latin typeface="Times New Roman" pitchFamily="18" charset="0"/>
                <a:ea typeface="宋体" charset="-122"/>
              </a:rPr>
              <a:t>不可见。</a:t>
            </a:r>
            <a:endParaRPr lang="zh-CN" altLang="en-US" sz="2000" b="1">
              <a:solidFill>
                <a:srgbClr val="FF3300"/>
              </a:solidFill>
              <a:latin typeface="Times New Roman" pitchFamily="18" charset="0"/>
              <a:ea typeface="宋体" charset="-122"/>
            </a:endParaRPr>
          </a:p>
        </p:txBody>
      </p:sp>
    </p:spTree>
    <p:extLst>
      <p:ext uri="{BB962C8B-B14F-4D97-AF65-F5344CB8AC3E}">
        <p14:creationId xmlns:p14="http://schemas.microsoft.com/office/powerpoint/2010/main" val="1113236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up)">
                                      <p:cBhvr>
                                        <p:cTn id="17" dur="500"/>
                                        <p:tgtEl>
                                          <p:spTgt spid="41"/>
                                        </p:tgtEl>
                                      </p:cBhvr>
                                    </p:animEffect>
                                  </p:childTnLst>
                                </p:cTn>
                              </p:par>
                            </p:childTnLst>
                          </p:cTn>
                        </p:par>
                        <p:par>
                          <p:cTn id="18" fill="hold">
                            <p:stCondLst>
                              <p:cond delay="500"/>
                            </p:stCondLst>
                            <p:childTnLst>
                              <p:par>
                                <p:cTn id="19" presetID="26" presetClass="entr" presetSubtype="0" fill="hold" grpId="0" nodeType="after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wipe(down)">
                                      <p:cBhvr>
                                        <p:cTn id="21" dur="290">
                                          <p:stCondLst>
                                            <p:cond delay="0"/>
                                          </p:stCondLst>
                                        </p:cTn>
                                        <p:tgtEl>
                                          <p:spTgt spid="43"/>
                                        </p:tgtEl>
                                      </p:cBhvr>
                                    </p:animEffect>
                                    <p:anim calcmode="lin" valueType="num">
                                      <p:cBhvr>
                                        <p:cTn id="22" dur="911"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23" dur="332"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24" dur="332" tmFilter="0, 0; 0.125,0.2665; 0.25,0.4; 0.375,0.465; 0.5,0.5;  0.625,0.535; 0.75,0.6; 0.875,0.7335; 1,1">
                                          <p:stCondLst>
                                            <p:cond delay="332"/>
                                          </p:stCondLst>
                                        </p:cTn>
                                        <p:tgtEl>
                                          <p:spTgt spid="43"/>
                                        </p:tgtEl>
                                        <p:attrNameLst>
                                          <p:attrName>ppt_y</p:attrName>
                                        </p:attrNameLst>
                                      </p:cBhvr>
                                      <p:tavLst>
                                        <p:tav tm="0" fmla="#ppt_y-sin(pi*$)/9">
                                          <p:val>
                                            <p:fltVal val="0"/>
                                          </p:val>
                                        </p:tav>
                                        <p:tav tm="100000">
                                          <p:val>
                                            <p:fltVal val="1"/>
                                          </p:val>
                                        </p:tav>
                                      </p:tavLst>
                                    </p:anim>
                                    <p:anim calcmode="lin" valueType="num">
                                      <p:cBhvr>
                                        <p:cTn id="25" dur="166" tmFilter="0, 0; 0.125,0.2665; 0.25,0.4; 0.375,0.465; 0.5,0.5;  0.625,0.535; 0.75,0.6; 0.875,0.7335; 1,1">
                                          <p:stCondLst>
                                            <p:cond delay="662"/>
                                          </p:stCondLst>
                                        </p:cTn>
                                        <p:tgtEl>
                                          <p:spTgt spid="43"/>
                                        </p:tgtEl>
                                        <p:attrNameLst>
                                          <p:attrName>ppt_y</p:attrName>
                                        </p:attrNameLst>
                                      </p:cBhvr>
                                      <p:tavLst>
                                        <p:tav tm="0" fmla="#ppt_y-sin(pi*$)/27">
                                          <p:val>
                                            <p:fltVal val="0"/>
                                          </p:val>
                                        </p:tav>
                                        <p:tav tm="100000">
                                          <p:val>
                                            <p:fltVal val="1"/>
                                          </p:val>
                                        </p:tav>
                                      </p:tavLst>
                                    </p:anim>
                                    <p:anim calcmode="lin" valueType="num">
                                      <p:cBhvr>
                                        <p:cTn id="26" dur="82" tmFilter="0, 0; 0.125,0.2665; 0.25,0.4; 0.375,0.465; 0.5,0.5;  0.625,0.535; 0.75,0.6; 0.875,0.7335; 1,1">
                                          <p:stCondLst>
                                            <p:cond delay="828"/>
                                          </p:stCondLst>
                                        </p:cTn>
                                        <p:tgtEl>
                                          <p:spTgt spid="43"/>
                                        </p:tgtEl>
                                        <p:attrNameLst>
                                          <p:attrName>ppt_y</p:attrName>
                                        </p:attrNameLst>
                                      </p:cBhvr>
                                      <p:tavLst>
                                        <p:tav tm="0" fmla="#ppt_y-sin(pi*$)/81">
                                          <p:val>
                                            <p:fltVal val="0"/>
                                          </p:val>
                                        </p:tav>
                                        <p:tav tm="100000">
                                          <p:val>
                                            <p:fltVal val="1"/>
                                          </p:val>
                                        </p:tav>
                                      </p:tavLst>
                                    </p:anim>
                                    <p:animScale>
                                      <p:cBhvr>
                                        <p:cTn id="27" dur="13">
                                          <p:stCondLst>
                                            <p:cond delay="325"/>
                                          </p:stCondLst>
                                        </p:cTn>
                                        <p:tgtEl>
                                          <p:spTgt spid="43"/>
                                        </p:tgtEl>
                                      </p:cBhvr>
                                      <p:to x="100000" y="60000"/>
                                    </p:animScale>
                                    <p:animScale>
                                      <p:cBhvr>
                                        <p:cTn id="28" dur="83" decel="50000">
                                          <p:stCondLst>
                                            <p:cond delay="338"/>
                                          </p:stCondLst>
                                        </p:cTn>
                                        <p:tgtEl>
                                          <p:spTgt spid="43"/>
                                        </p:tgtEl>
                                      </p:cBhvr>
                                      <p:to x="100000" y="100000"/>
                                    </p:animScale>
                                    <p:animScale>
                                      <p:cBhvr>
                                        <p:cTn id="29" dur="13">
                                          <p:stCondLst>
                                            <p:cond delay="656"/>
                                          </p:stCondLst>
                                        </p:cTn>
                                        <p:tgtEl>
                                          <p:spTgt spid="43"/>
                                        </p:tgtEl>
                                      </p:cBhvr>
                                      <p:to x="100000" y="80000"/>
                                    </p:animScale>
                                    <p:animScale>
                                      <p:cBhvr>
                                        <p:cTn id="30" dur="83" decel="50000">
                                          <p:stCondLst>
                                            <p:cond delay="669"/>
                                          </p:stCondLst>
                                        </p:cTn>
                                        <p:tgtEl>
                                          <p:spTgt spid="43"/>
                                        </p:tgtEl>
                                      </p:cBhvr>
                                      <p:to x="100000" y="100000"/>
                                    </p:animScale>
                                    <p:animScale>
                                      <p:cBhvr>
                                        <p:cTn id="31" dur="13">
                                          <p:stCondLst>
                                            <p:cond delay="821"/>
                                          </p:stCondLst>
                                        </p:cTn>
                                        <p:tgtEl>
                                          <p:spTgt spid="43"/>
                                        </p:tgtEl>
                                      </p:cBhvr>
                                      <p:to x="100000" y="90000"/>
                                    </p:animScale>
                                    <p:animScale>
                                      <p:cBhvr>
                                        <p:cTn id="32" dur="83" decel="50000">
                                          <p:stCondLst>
                                            <p:cond delay="834"/>
                                          </p:stCondLst>
                                        </p:cTn>
                                        <p:tgtEl>
                                          <p:spTgt spid="43"/>
                                        </p:tgtEl>
                                      </p:cBhvr>
                                      <p:to x="100000" y="100000"/>
                                    </p:animScale>
                                    <p:animScale>
                                      <p:cBhvr>
                                        <p:cTn id="33" dur="13">
                                          <p:stCondLst>
                                            <p:cond delay="904"/>
                                          </p:stCondLst>
                                        </p:cTn>
                                        <p:tgtEl>
                                          <p:spTgt spid="43"/>
                                        </p:tgtEl>
                                      </p:cBhvr>
                                      <p:to x="100000" y="95000"/>
                                    </p:animScale>
                                    <p:animScale>
                                      <p:cBhvr>
                                        <p:cTn id="34" dur="83" decel="50000">
                                          <p:stCondLst>
                                            <p:cond delay="917"/>
                                          </p:stCondLst>
                                        </p:cTn>
                                        <p:tgtEl>
                                          <p:spTgt spid="43"/>
                                        </p:tgtEl>
                                      </p:cBhvr>
                                      <p:to x="100000" y="100000"/>
                                    </p:animScale>
                                  </p:childTnLst>
                                </p:cTn>
                              </p:par>
                            </p:childTnLst>
                          </p:cTn>
                        </p:par>
                        <p:par>
                          <p:cTn id="35" fill="hold">
                            <p:stCondLst>
                              <p:cond delay="1500"/>
                            </p:stCondLst>
                            <p:childTnLst>
                              <p:par>
                                <p:cTn id="36" presetID="3" presetClass="entr" presetSubtype="10" fill="hold" grpId="0" nodeType="after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blinds(horizontal)">
                                      <p:cBhvr>
                                        <p:cTn id="38" dur="500"/>
                                        <p:tgtEl>
                                          <p:spTgt spid="4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wipe(left)">
                                      <p:cBhvr>
                                        <p:cTn id="43" dur="500"/>
                                        <p:tgtEl>
                                          <p:spTgt spid="44"/>
                                        </p:tgtEl>
                                      </p:cBhvr>
                                    </p:animEffect>
                                  </p:childTnLst>
                                </p:cTn>
                              </p:par>
                            </p:childTnLst>
                          </p:cTn>
                        </p:par>
                        <p:par>
                          <p:cTn id="44" fill="hold">
                            <p:stCondLst>
                              <p:cond delay="500"/>
                            </p:stCondLst>
                            <p:childTnLst>
                              <p:par>
                                <p:cTn id="45" presetID="26" presetClass="entr" presetSubtype="0" fill="hold" grpId="0"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wipe(down)">
                                      <p:cBhvr>
                                        <p:cTn id="47" dur="290">
                                          <p:stCondLst>
                                            <p:cond delay="0"/>
                                          </p:stCondLst>
                                        </p:cTn>
                                        <p:tgtEl>
                                          <p:spTgt spid="45"/>
                                        </p:tgtEl>
                                      </p:cBhvr>
                                    </p:animEffect>
                                    <p:anim calcmode="lin" valueType="num">
                                      <p:cBhvr>
                                        <p:cTn id="48" dur="911"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49" dur="332"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50" dur="332" tmFilter="0, 0; 0.125,0.2665; 0.25,0.4; 0.375,0.465; 0.5,0.5;  0.625,0.535; 0.75,0.6; 0.875,0.7335; 1,1">
                                          <p:stCondLst>
                                            <p:cond delay="332"/>
                                          </p:stCondLst>
                                        </p:cTn>
                                        <p:tgtEl>
                                          <p:spTgt spid="45"/>
                                        </p:tgtEl>
                                        <p:attrNameLst>
                                          <p:attrName>ppt_y</p:attrName>
                                        </p:attrNameLst>
                                      </p:cBhvr>
                                      <p:tavLst>
                                        <p:tav tm="0" fmla="#ppt_y-sin(pi*$)/9">
                                          <p:val>
                                            <p:fltVal val="0"/>
                                          </p:val>
                                        </p:tav>
                                        <p:tav tm="100000">
                                          <p:val>
                                            <p:fltVal val="1"/>
                                          </p:val>
                                        </p:tav>
                                      </p:tavLst>
                                    </p:anim>
                                    <p:anim calcmode="lin" valueType="num">
                                      <p:cBhvr>
                                        <p:cTn id="51" dur="166" tmFilter="0, 0; 0.125,0.2665; 0.25,0.4; 0.375,0.465; 0.5,0.5;  0.625,0.535; 0.75,0.6; 0.875,0.7335; 1,1">
                                          <p:stCondLst>
                                            <p:cond delay="662"/>
                                          </p:stCondLst>
                                        </p:cTn>
                                        <p:tgtEl>
                                          <p:spTgt spid="45"/>
                                        </p:tgtEl>
                                        <p:attrNameLst>
                                          <p:attrName>ppt_y</p:attrName>
                                        </p:attrNameLst>
                                      </p:cBhvr>
                                      <p:tavLst>
                                        <p:tav tm="0" fmla="#ppt_y-sin(pi*$)/27">
                                          <p:val>
                                            <p:fltVal val="0"/>
                                          </p:val>
                                        </p:tav>
                                        <p:tav tm="100000">
                                          <p:val>
                                            <p:fltVal val="1"/>
                                          </p:val>
                                        </p:tav>
                                      </p:tavLst>
                                    </p:anim>
                                    <p:anim calcmode="lin" valueType="num">
                                      <p:cBhvr>
                                        <p:cTn id="52" dur="82" tmFilter="0, 0; 0.125,0.2665; 0.25,0.4; 0.375,0.465; 0.5,0.5;  0.625,0.535; 0.75,0.6; 0.875,0.7335; 1,1">
                                          <p:stCondLst>
                                            <p:cond delay="828"/>
                                          </p:stCondLst>
                                        </p:cTn>
                                        <p:tgtEl>
                                          <p:spTgt spid="45"/>
                                        </p:tgtEl>
                                        <p:attrNameLst>
                                          <p:attrName>ppt_y</p:attrName>
                                        </p:attrNameLst>
                                      </p:cBhvr>
                                      <p:tavLst>
                                        <p:tav tm="0" fmla="#ppt_y-sin(pi*$)/81">
                                          <p:val>
                                            <p:fltVal val="0"/>
                                          </p:val>
                                        </p:tav>
                                        <p:tav tm="100000">
                                          <p:val>
                                            <p:fltVal val="1"/>
                                          </p:val>
                                        </p:tav>
                                      </p:tavLst>
                                    </p:anim>
                                    <p:animScale>
                                      <p:cBhvr>
                                        <p:cTn id="53" dur="13">
                                          <p:stCondLst>
                                            <p:cond delay="325"/>
                                          </p:stCondLst>
                                        </p:cTn>
                                        <p:tgtEl>
                                          <p:spTgt spid="45"/>
                                        </p:tgtEl>
                                      </p:cBhvr>
                                      <p:to x="100000" y="60000"/>
                                    </p:animScale>
                                    <p:animScale>
                                      <p:cBhvr>
                                        <p:cTn id="54" dur="83" decel="50000">
                                          <p:stCondLst>
                                            <p:cond delay="338"/>
                                          </p:stCondLst>
                                        </p:cTn>
                                        <p:tgtEl>
                                          <p:spTgt spid="45"/>
                                        </p:tgtEl>
                                      </p:cBhvr>
                                      <p:to x="100000" y="100000"/>
                                    </p:animScale>
                                    <p:animScale>
                                      <p:cBhvr>
                                        <p:cTn id="55" dur="13">
                                          <p:stCondLst>
                                            <p:cond delay="656"/>
                                          </p:stCondLst>
                                        </p:cTn>
                                        <p:tgtEl>
                                          <p:spTgt spid="45"/>
                                        </p:tgtEl>
                                      </p:cBhvr>
                                      <p:to x="100000" y="80000"/>
                                    </p:animScale>
                                    <p:animScale>
                                      <p:cBhvr>
                                        <p:cTn id="56" dur="83" decel="50000">
                                          <p:stCondLst>
                                            <p:cond delay="669"/>
                                          </p:stCondLst>
                                        </p:cTn>
                                        <p:tgtEl>
                                          <p:spTgt spid="45"/>
                                        </p:tgtEl>
                                      </p:cBhvr>
                                      <p:to x="100000" y="100000"/>
                                    </p:animScale>
                                    <p:animScale>
                                      <p:cBhvr>
                                        <p:cTn id="57" dur="13">
                                          <p:stCondLst>
                                            <p:cond delay="821"/>
                                          </p:stCondLst>
                                        </p:cTn>
                                        <p:tgtEl>
                                          <p:spTgt spid="45"/>
                                        </p:tgtEl>
                                      </p:cBhvr>
                                      <p:to x="100000" y="90000"/>
                                    </p:animScale>
                                    <p:animScale>
                                      <p:cBhvr>
                                        <p:cTn id="58" dur="83" decel="50000">
                                          <p:stCondLst>
                                            <p:cond delay="834"/>
                                          </p:stCondLst>
                                        </p:cTn>
                                        <p:tgtEl>
                                          <p:spTgt spid="45"/>
                                        </p:tgtEl>
                                      </p:cBhvr>
                                      <p:to x="100000" y="100000"/>
                                    </p:animScale>
                                    <p:animScale>
                                      <p:cBhvr>
                                        <p:cTn id="59" dur="13">
                                          <p:stCondLst>
                                            <p:cond delay="904"/>
                                          </p:stCondLst>
                                        </p:cTn>
                                        <p:tgtEl>
                                          <p:spTgt spid="45"/>
                                        </p:tgtEl>
                                      </p:cBhvr>
                                      <p:to x="100000" y="95000"/>
                                    </p:animScale>
                                    <p:animScale>
                                      <p:cBhvr>
                                        <p:cTn id="60" dur="83" decel="50000">
                                          <p:stCondLst>
                                            <p:cond delay="917"/>
                                          </p:stCondLst>
                                        </p:cTn>
                                        <p:tgtEl>
                                          <p:spTgt spid="45"/>
                                        </p:tgtEl>
                                      </p:cBhvr>
                                      <p:to x="100000" y="100000"/>
                                    </p:animScale>
                                  </p:childTnLst>
                                </p:cTn>
                              </p:par>
                            </p:childTnLst>
                          </p:cTn>
                        </p:par>
                        <p:par>
                          <p:cTn id="61" fill="hold">
                            <p:stCondLst>
                              <p:cond delay="1500"/>
                            </p:stCondLst>
                            <p:childTnLst>
                              <p:par>
                                <p:cTn id="62" presetID="22" presetClass="entr" presetSubtype="4" fill="hold" grpId="0" nodeType="after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wipe(down)">
                                      <p:cBhvr>
                                        <p:cTn id="64" dur="500"/>
                                        <p:tgtEl>
                                          <p:spTgt spid="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wipe(up)">
                                      <p:cBhvr>
                                        <p:cTn id="69" dur="500"/>
                                        <p:tgtEl>
                                          <p:spTgt spid="3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wipe(up)">
                                      <p:cBhvr>
                                        <p:cTn id="74" dur="500"/>
                                        <p:tgtEl>
                                          <p:spTgt spid="48"/>
                                        </p:tgtEl>
                                      </p:cBhvr>
                                    </p:animEffect>
                                  </p:childTnLst>
                                </p:cTn>
                              </p:par>
                            </p:childTnLst>
                          </p:cTn>
                        </p:par>
                        <p:par>
                          <p:cTn id="75" fill="hold">
                            <p:stCondLst>
                              <p:cond delay="500"/>
                            </p:stCondLst>
                            <p:childTnLst>
                              <p:par>
                                <p:cTn id="76" presetID="26" presetClass="entr" presetSubtype="0" fill="hold" grpId="0" nodeType="afterEffect">
                                  <p:stCondLst>
                                    <p:cond delay="0"/>
                                  </p:stCondLst>
                                  <p:childTnLst>
                                    <p:set>
                                      <p:cBhvr>
                                        <p:cTn id="77" dur="1" fill="hold">
                                          <p:stCondLst>
                                            <p:cond delay="0"/>
                                          </p:stCondLst>
                                        </p:cTn>
                                        <p:tgtEl>
                                          <p:spTgt spid="47"/>
                                        </p:tgtEl>
                                        <p:attrNameLst>
                                          <p:attrName>style.visibility</p:attrName>
                                        </p:attrNameLst>
                                      </p:cBhvr>
                                      <p:to>
                                        <p:strVal val="visible"/>
                                      </p:to>
                                    </p:set>
                                    <p:animEffect transition="in" filter="wipe(down)">
                                      <p:cBhvr>
                                        <p:cTn id="78" dur="290">
                                          <p:stCondLst>
                                            <p:cond delay="0"/>
                                          </p:stCondLst>
                                        </p:cTn>
                                        <p:tgtEl>
                                          <p:spTgt spid="47"/>
                                        </p:tgtEl>
                                      </p:cBhvr>
                                    </p:animEffect>
                                    <p:anim calcmode="lin" valueType="num">
                                      <p:cBhvr>
                                        <p:cTn id="79" dur="911"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80" dur="332"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81" dur="332" tmFilter="0, 0; 0.125,0.2665; 0.25,0.4; 0.375,0.465; 0.5,0.5;  0.625,0.535; 0.75,0.6; 0.875,0.7335; 1,1">
                                          <p:stCondLst>
                                            <p:cond delay="332"/>
                                          </p:stCondLst>
                                        </p:cTn>
                                        <p:tgtEl>
                                          <p:spTgt spid="47"/>
                                        </p:tgtEl>
                                        <p:attrNameLst>
                                          <p:attrName>ppt_y</p:attrName>
                                        </p:attrNameLst>
                                      </p:cBhvr>
                                      <p:tavLst>
                                        <p:tav tm="0" fmla="#ppt_y-sin(pi*$)/9">
                                          <p:val>
                                            <p:fltVal val="0"/>
                                          </p:val>
                                        </p:tav>
                                        <p:tav tm="100000">
                                          <p:val>
                                            <p:fltVal val="1"/>
                                          </p:val>
                                        </p:tav>
                                      </p:tavLst>
                                    </p:anim>
                                    <p:anim calcmode="lin" valueType="num">
                                      <p:cBhvr>
                                        <p:cTn id="82" dur="166" tmFilter="0, 0; 0.125,0.2665; 0.25,0.4; 0.375,0.465; 0.5,0.5;  0.625,0.535; 0.75,0.6; 0.875,0.7335; 1,1">
                                          <p:stCondLst>
                                            <p:cond delay="662"/>
                                          </p:stCondLst>
                                        </p:cTn>
                                        <p:tgtEl>
                                          <p:spTgt spid="47"/>
                                        </p:tgtEl>
                                        <p:attrNameLst>
                                          <p:attrName>ppt_y</p:attrName>
                                        </p:attrNameLst>
                                      </p:cBhvr>
                                      <p:tavLst>
                                        <p:tav tm="0" fmla="#ppt_y-sin(pi*$)/27">
                                          <p:val>
                                            <p:fltVal val="0"/>
                                          </p:val>
                                        </p:tav>
                                        <p:tav tm="100000">
                                          <p:val>
                                            <p:fltVal val="1"/>
                                          </p:val>
                                        </p:tav>
                                      </p:tavLst>
                                    </p:anim>
                                    <p:anim calcmode="lin" valueType="num">
                                      <p:cBhvr>
                                        <p:cTn id="83" dur="82" tmFilter="0, 0; 0.125,0.2665; 0.25,0.4; 0.375,0.465; 0.5,0.5;  0.625,0.535; 0.75,0.6; 0.875,0.7335; 1,1">
                                          <p:stCondLst>
                                            <p:cond delay="828"/>
                                          </p:stCondLst>
                                        </p:cTn>
                                        <p:tgtEl>
                                          <p:spTgt spid="47"/>
                                        </p:tgtEl>
                                        <p:attrNameLst>
                                          <p:attrName>ppt_y</p:attrName>
                                        </p:attrNameLst>
                                      </p:cBhvr>
                                      <p:tavLst>
                                        <p:tav tm="0" fmla="#ppt_y-sin(pi*$)/81">
                                          <p:val>
                                            <p:fltVal val="0"/>
                                          </p:val>
                                        </p:tav>
                                        <p:tav tm="100000">
                                          <p:val>
                                            <p:fltVal val="1"/>
                                          </p:val>
                                        </p:tav>
                                      </p:tavLst>
                                    </p:anim>
                                    <p:animScale>
                                      <p:cBhvr>
                                        <p:cTn id="84" dur="13">
                                          <p:stCondLst>
                                            <p:cond delay="325"/>
                                          </p:stCondLst>
                                        </p:cTn>
                                        <p:tgtEl>
                                          <p:spTgt spid="47"/>
                                        </p:tgtEl>
                                      </p:cBhvr>
                                      <p:to x="100000" y="60000"/>
                                    </p:animScale>
                                    <p:animScale>
                                      <p:cBhvr>
                                        <p:cTn id="85" dur="83" decel="50000">
                                          <p:stCondLst>
                                            <p:cond delay="338"/>
                                          </p:stCondLst>
                                        </p:cTn>
                                        <p:tgtEl>
                                          <p:spTgt spid="47"/>
                                        </p:tgtEl>
                                      </p:cBhvr>
                                      <p:to x="100000" y="100000"/>
                                    </p:animScale>
                                    <p:animScale>
                                      <p:cBhvr>
                                        <p:cTn id="86" dur="13">
                                          <p:stCondLst>
                                            <p:cond delay="656"/>
                                          </p:stCondLst>
                                        </p:cTn>
                                        <p:tgtEl>
                                          <p:spTgt spid="47"/>
                                        </p:tgtEl>
                                      </p:cBhvr>
                                      <p:to x="100000" y="80000"/>
                                    </p:animScale>
                                    <p:animScale>
                                      <p:cBhvr>
                                        <p:cTn id="87" dur="83" decel="50000">
                                          <p:stCondLst>
                                            <p:cond delay="669"/>
                                          </p:stCondLst>
                                        </p:cTn>
                                        <p:tgtEl>
                                          <p:spTgt spid="47"/>
                                        </p:tgtEl>
                                      </p:cBhvr>
                                      <p:to x="100000" y="100000"/>
                                    </p:animScale>
                                    <p:animScale>
                                      <p:cBhvr>
                                        <p:cTn id="88" dur="13">
                                          <p:stCondLst>
                                            <p:cond delay="821"/>
                                          </p:stCondLst>
                                        </p:cTn>
                                        <p:tgtEl>
                                          <p:spTgt spid="47"/>
                                        </p:tgtEl>
                                      </p:cBhvr>
                                      <p:to x="100000" y="90000"/>
                                    </p:animScale>
                                    <p:animScale>
                                      <p:cBhvr>
                                        <p:cTn id="89" dur="83" decel="50000">
                                          <p:stCondLst>
                                            <p:cond delay="834"/>
                                          </p:stCondLst>
                                        </p:cTn>
                                        <p:tgtEl>
                                          <p:spTgt spid="47"/>
                                        </p:tgtEl>
                                      </p:cBhvr>
                                      <p:to x="100000" y="100000"/>
                                    </p:animScale>
                                    <p:animScale>
                                      <p:cBhvr>
                                        <p:cTn id="90" dur="13">
                                          <p:stCondLst>
                                            <p:cond delay="904"/>
                                          </p:stCondLst>
                                        </p:cTn>
                                        <p:tgtEl>
                                          <p:spTgt spid="47"/>
                                        </p:tgtEl>
                                      </p:cBhvr>
                                      <p:to x="100000" y="95000"/>
                                    </p:animScale>
                                    <p:animScale>
                                      <p:cBhvr>
                                        <p:cTn id="91" dur="83" decel="50000">
                                          <p:stCondLst>
                                            <p:cond delay="917"/>
                                          </p:stCondLst>
                                        </p:cTn>
                                        <p:tgtEl>
                                          <p:spTgt spid="47"/>
                                        </p:tgtEl>
                                      </p:cBhvr>
                                      <p:to x="100000" y="100000"/>
                                    </p:animScale>
                                  </p:childTnLst>
                                </p:cTn>
                              </p:par>
                            </p:childTnLst>
                          </p:cTn>
                        </p:par>
                        <p:par>
                          <p:cTn id="92" fill="hold">
                            <p:stCondLst>
                              <p:cond delay="1500"/>
                            </p:stCondLst>
                            <p:childTnLst>
                              <p:par>
                                <p:cTn id="93" presetID="3" presetClass="entr" presetSubtype="10" fill="hold" grpId="0" nodeType="afterEffect">
                                  <p:stCondLst>
                                    <p:cond delay="0"/>
                                  </p:stCondLst>
                                  <p:childTnLst>
                                    <p:set>
                                      <p:cBhvr>
                                        <p:cTn id="94" dur="1" fill="hold">
                                          <p:stCondLst>
                                            <p:cond delay="0"/>
                                          </p:stCondLst>
                                        </p:cTn>
                                        <p:tgtEl>
                                          <p:spTgt spid="46"/>
                                        </p:tgtEl>
                                        <p:attrNameLst>
                                          <p:attrName>style.visibility</p:attrName>
                                        </p:attrNameLst>
                                      </p:cBhvr>
                                      <p:to>
                                        <p:strVal val="visible"/>
                                      </p:to>
                                    </p:set>
                                    <p:animEffect transition="in" filter="blinds(horizontal)">
                                      <p:cBhvr>
                                        <p:cTn id="95" dur="500"/>
                                        <p:tgtEl>
                                          <p:spTgt spid="4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wipe(left)">
                                      <p:cBhvr>
                                        <p:cTn id="100" dur="500"/>
                                        <p:tgtEl>
                                          <p:spTgt spid="49"/>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50"/>
                                        </p:tgtEl>
                                        <p:attrNameLst>
                                          <p:attrName>style.visibility</p:attrName>
                                        </p:attrNameLst>
                                      </p:cBhvr>
                                      <p:to>
                                        <p:strVal val="visible"/>
                                      </p:to>
                                    </p:set>
                                    <p:animEffect transition="in" filter="wipe(left)">
                                      <p:cBhvr>
                                        <p:cTn id="105" dur="500"/>
                                        <p:tgtEl>
                                          <p:spTgt spid="50"/>
                                        </p:tgtEl>
                                      </p:cBhvr>
                                    </p:animEffect>
                                  </p:childTnLst>
                                </p:cTn>
                              </p:par>
                            </p:childTnLst>
                          </p:cTn>
                        </p:par>
                        <p:par>
                          <p:cTn id="106" fill="hold">
                            <p:stCondLst>
                              <p:cond delay="500"/>
                            </p:stCondLst>
                            <p:childTnLst>
                              <p:par>
                                <p:cTn id="107" presetID="22" presetClass="entr" presetSubtype="4" fill="hold" nodeType="after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wipe(down)">
                                      <p:cBhvr>
                                        <p:cTn id="109" dur="500"/>
                                        <p:tgtEl>
                                          <p:spTgt spid="56"/>
                                        </p:tgtEl>
                                      </p:cBhvr>
                                    </p:animEffect>
                                  </p:childTnLst>
                                </p:cTn>
                              </p:par>
                            </p:childTnLst>
                          </p:cTn>
                        </p:par>
                        <p:par>
                          <p:cTn id="110" fill="hold">
                            <p:stCondLst>
                              <p:cond delay="1000"/>
                            </p:stCondLst>
                            <p:childTnLst>
                              <p:par>
                                <p:cTn id="111" presetID="26" presetClass="entr" presetSubtype="0" fill="hold" grpId="0" nodeType="after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wipe(down)">
                                      <p:cBhvr>
                                        <p:cTn id="113" dur="290">
                                          <p:stCondLst>
                                            <p:cond delay="0"/>
                                          </p:stCondLst>
                                        </p:cTn>
                                        <p:tgtEl>
                                          <p:spTgt spid="55"/>
                                        </p:tgtEl>
                                      </p:cBhvr>
                                    </p:animEffect>
                                    <p:anim calcmode="lin" valueType="num">
                                      <p:cBhvr>
                                        <p:cTn id="114" dur="911"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115" dur="332"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116" dur="332" tmFilter="0, 0; 0.125,0.2665; 0.25,0.4; 0.375,0.465; 0.5,0.5;  0.625,0.535; 0.75,0.6; 0.875,0.7335; 1,1">
                                          <p:stCondLst>
                                            <p:cond delay="332"/>
                                          </p:stCondLst>
                                        </p:cTn>
                                        <p:tgtEl>
                                          <p:spTgt spid="55"/>
                                        </p:tgtEl>
                                        <p:attrNameLst>
                                          <p:attrName>ppt_y</p:attrName>
                                        </p:attrNameLst>
                                      </p:cBhvr>
                                      <p:tavLst>
                                        <p:tav tm="0" fmla="#ppt_y-sin(pi*$)/9">
                                          <p:val>
                                            <p:fltVal val="0"/>
                                          </p:val>
                                        </p:tav>
                                        <p:tav tm="100000">
                                          <p:val>
                                            <p:fltVal val="1"/>
                                          </p:val>
                                        </p:tav>
                                      </p:tavLst>
                                    </p:anim>
                                    <p:anim calcmode="lin" valueType="num">
                                      <p:cBhvr>
                                        <p:cTn id="117" dur="166" tmFilter="0, 0; 0.125,0.2665; 0.25,0.4; 0.375,0.465; 0.5,0.5;  0.625,0.535; 0.75,0.6; 0.875,0.7335; 1,1">
                                          <p:stCondLst>
                                            <p:cond delay="662"/>
                                          </p:stCondLst>
                                        </p:cTn>
                                        <p:tgtEl>
                                          <p:spTgt spid="55"/>
                                        </p:tgtEl>
                                        <p:attrNameLst>
                                          <p:attrName>ppt_y</p:attrName>
                                        </p:attrNameLst>
                                      </p:cBhvr>
                                      <p:tavLst>
                                        <p:tav tm="0" fmla="#ppt_y-sin(pi*$)/27">
                                          <p:val>
                                            <p:fltVal val="0"/>
                                          </p:val>
                                        </p:tav>
                                        <p:tav tm="100000">
                                          <p:val>
                                            <p:fltVal val="1"/>
                                          </p:val>
                                        </p:tav>
                                      </p:tavLst>
                                    </p:anim>
                                    <p:anim calcmode="lin" valueType="num">
                                      <p:cBhvr>
                                        <p:cTn id="118" dur="82" tmFilter="0, 0; 0.125,0.2665; 0.25,0.4; 0.375,0.465; 0.5,0.5;  0.625,0.535; 0.75,0.6; 0.875,0.7335; 1,1">
                                          <p:stCondLst>
                                            <p:cond delay="828"/>
                                          </p:stCondLst>
                                        </p:cTn>
                                        <p:tgtEl>
                                          <p:spTgt spid="55"/>
                                        </p:tgtEl>
                                        <p:attrNameLst>
                                          <p:attrName>ppt_y</p:attrName>
                                        </p:attrNameLst>
                                      </p:cBhvr>
                                      <p:tavLst>
                                        <p:tav tm="0" fmla="#ppt_y-sin(pi*$)/81">
                                          <p:val>
                                            <p:fltVal val="0"/>
                                          </p:val>
                                        </p:tav>
                                        <p:tav tm="100000">
                                          <p:val>
                                            <p:fltVal val="1"/>
                                          </p:val>
                                        </p:tav>
                                      </p:tavLst>
                                    </p:anim>
                                    <p:animScale>
                                      <p:cBhvr>
                                        <p:cTn id="119" dur="13">
                                          <p:stCondLst>
                                            <p:cond delay="325"/>
                                          </p:stCondLst>
                                        </p:cTn>
                                        <p:tgtEl>
                                          <p:spTgt spid="55"/>
                                        </p:tgtEl>
                                      </p:cBhvr>
                                      <p:to x="100000" y="60000"/>
                                    </p:animScale>
                                    <p:animScale>
                                      <p:cBhvr>
                                        <p:cTn id="120" dur="83" decel="50000">
                                          <p:stCondLst>
                                            <p:cond delay="338"/>
                                          </p:stCondLst>
                                        </p:cTn>
                                        <p:tgtEl>
                                          <p:spTgt spid="55"/>
                                        </p:tgtEl>
                                      </p:cBhvr>
                                      <p:to x="100000" y="100000"/>
                                    </p:animScale>
                                    <p:animScale>
                                      <p:cBhvr>
                                        <p:cTn id="121" dur="13">
                                          <p:stCondLst>
                                            <p:cond delay="656"/>
                                          </p:stCondLst>
                                        </p:cTn>
                                        <p:tgtEl>
                                          <p:spTgt spid="55"/>
                                        </p:tgtEl>
                                      </p:cBhvr>
                                      <p:to x="100000" y="80000"/>
                                    </p:animScale>
                                    <p:animScale>
                                      <p:cBhvr>
                                        <p:cTn id="122" dur="83" decel="50000">
                                          <p:stCondLst>
                                            <p:cond delay="669"/>
                                          </p:stCondLst>
                                        </p:cTn>
                                        <p:tgtEl>
                                          <p:spTgt spid="55"/>
                                        </p:tgtEl>
                                      </p:cBhvr>
                                      <p:to x="100000" y="100000"/>
                                    </p:animScale>
                                    <p:animScale>
                                      <p:cBhvr>
                                        <p:cTn id="123" dur="13">
                                          <p:stCondLst>
                                            <p:cond delay="821"/>
                                          </p:stCondLst>
                                        </p:cTn>
                                        <p:tgtEl>
                                          <p:spTgt spid="55"/>
                                        </p:tgtEl>
                                      </p:cBhvr>
                                      <p:to x="100000" y="90000"/>
                                    </p:animScale>
                                    <p:animScale>
                                      <p:cBhvr>
                                        <p:cTn id="124" dur="83" decel="50000">
                                          <p:stCondLst>
                                            <p:cond delay="834"/>
                                          </p:stCondLst>
                                        </p:cTn>
                                        <p:tgtEl>
                                          <p:spTgt spid="55"/>
                                        </p:tgtEl>
                                      </p:cBhvr>
                                      <p:to x="100000" y="100000"/>
                                    </p:animScale>
                                    <p:animScale>
                                      <p:cBhvr>
                                        <p:cTn id="125" dur="13">
                                          <p:stCondLst>
                                            <p:cond delay="904"/>
                                          </p:stCondLst>
                                        </p:cTn>
                                        <p:tgtEl>
                                          <p:spTgt spid="55"/>
                                        </p:tgtEl>
                                      </p:cBhvr>
                                      <p:to x="100000" y="95000"/>
                                    </p:animScale>
                                    <p:animScale>
                                      <p:cBhvr>
                                        <p:cTn id="126" dur="83" decel="50000">
                                          <p:stCondLst>
                                            <p:cond delay="917"/>
                                          </p:stCondLst>
                                        </p:cTn>
                                        <p:tgtEl>
                                          <p:spTgt spid="55"/>
                                        </p:tgtEl>
                                      </p:cBhvr>
                                      <p:to x="100000" y="100000"/>
                                    </p:animScale>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66"/>
                                        </p:tgtEl>
                                        <p:attrNameLst>
                                          <p:attrName>style.visibility</p:attrName>
                                        </p:attrNameLst>
                                      </p:cBhvr>
                                      <p:to>
                                        <p:strVal val="visible"/>
                                      </p:to>
                                    </p:set>
                                    <p:animEffect transition="in" filter="wipe(up)">
                                      <p:cBhvr>
                                        <p:cTn id="131" dur="500"/>
                                        <p:tgtEl>
                                          <p:spTgt spid="66"/>
                                        </p:tgtEl>
                                      </p:cBhvr>
                                    </p:animEffect>
                                  </p:childTnLst>
                                </p:cTn>
                              </p:par>
                            </p:childTnLst>
                          </p:cTn>
                        </p:par>
                      </p:childTnLst>
                    </p:cTn>
                  </p:par>
                  <p:par>
                    <p:cTn id="132" fill="hold">
                      <p:stCondLst>
                        <p:cond delay="indefinite"/>
                      </p:stCondLst>
                      <p:childTnLst>
                        <p:par>
                          <p:cTn id="133" fill="hold">
                            <p:stCondLst>
                              <p:cond delay="0"/>
                            </p:stCondLst>
                            <p:childTnLst>
                              <p:par>
                                <p:cTn id="134" presetID="26" presetClass="entr" presetSubtype="0" fill="hold" grpId="0" nodeType="clickEffect">
                                  <p:stCondLst>
                                    <p:cond delay="0"/>
                                  </p:stCondLst>
                                  <p:childTnLst>
                                    <p:set>
                                      <p:cBhvr>
                                        <p:cTn id="135" dur="1" fill="hold">
                                          <p:stCondLst>
                                            <p:cond delay="0"/>
                                          </p:stCondLst>
                                        </p:cTn>
                                        <p:tgtEl>
                                          <p:spTgt spid="5"/>
                                        </p:tgtEl>
                                        <p:attrNameLst>
                                          <p:attrName>style.visibility</p:attrName>
                                        </p:attrNameLst>
                                      </p:cBhvr>
                                      <p:to>
                                        <p:strVal val="visible"/>
                                      </p:to>
                                    </p:set>
                                    <p:animEffect transition="in" filter="wipe(down)">
                                      <p:cBhvr>
                                        <p:cTn id="136" dur="145">
                                          <p:stCondLst>
                                            <p:cond delay="0"/>
                                          </p:stCondLst>
                                        </p:cTn>
                                        <p:tgtEl>
                                          <p:spTgt spid="5"/>
                                        </p:tgtEl>
                                      </p:cBhvr>
                                    </p:animEffect>
                                    <p:anim calcmode="lin" valueType="num">
                                      <p:cBhvr>
                                        <p:cTn id="137" dur="456"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8" dur="166"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39" dur="166" tmFilter="0, 0; 0.125,0.2665; 0.25,0.4; 0.375,0.465; 0.5,0.5;  0.625,0.535; 0.75,0.6; 0.875,0.7335; 1,1">
                                          <p:stCondLst>
                                            <p:cond delay="166"/>
                                          </p:stCondLst>
                                        </p:cTn>
                                        <p:tgtEl>
                                          <p:spTgt spid="5"/>
                                        </p:tgtEl>
                                        <p:attrNameLst>
                                          <p:attrName>ppt_y</p:attrName>
                                        </p:attrNameLst>
                                      </p:cBhvr>
                                      <p:tavLst>
                                        <p:tav tm="0" fmla="#ppt_y-sin(pi*$)/9">
                                          <p:val>
                                            <p:fltVal val="0"/>
                                          </p:val>
                                        </p:tav>
                                        <p:tav tm="100000">
                                          <p:val>
                                            <p:fltVal val="1"/>
                                          </p:val>
                                        </p:tav>
                                      </p:tavLst>
                                    </p:anim>
                                    <p:anim calcmode="lin" valueType="num">
                                      <p:cBhvr>
                                        <p:cTn id="140" dur="83" tmFilter="0, 0; 0.125,0.2665; 0.25,0.4; 0.375,0.465; 0.5,0.5;  0.625,0.535; 0.75,0.6; 0.875,0.7335; 1,1">
                                          <p:stCondLst>
                                            <p:cond delay="331"/>
                                          </p:stCondLst>
                                        </p:cTn>
                                        <p:tgtEl>
                                          <p:spTgt spid="5"/>
                                        </p:tgtEl>
                                        <p:attrNameLst>
                                          <p:attrName>ppt_y</p:attrName>
                                        </p:attrNameLst>
                                      </p:cBhvr>
                                      <p:tavLst>
                                        <p:tav tm="0" fmla="#ppt_y-sin(pi*$)/27">
                                          <p:val>
                                            <p:fltVal val="0"/>
                                          </p:val>
                                        </p:tav>
                                        <p:tav tm="100000">
                                          <p:val>
                                            <p:fltVal val="1"/>
                                          </p:val>
                                        </p:tav>
                                      </p:tavLst>
                                    </p:anim>
                                    <p:anim calcmode="lin" valueType="num">
                                      <p:cBhvr>
                                        <p:cTn id="141" dur="41" tmFilter="0, 0; 0.125,0.2665; 0.25,0.4; 0.375,0.465; 0.5,0.5;  0.625,0.535; 0.75,0.6; 0.875,0.7335; 1,1">
                                          <p:stCondLst>
                                            <p:cond delay="414"/>
                                          </p:stCondLst>
                                        </p:cTn>
                                        <p:tgtEl>
                                          <p:spTgt spid="5"/>
                                        </p:tgtEl>
                                        <p:attrNameLst>
                                          <p:attrName>ppt_y</p:attrName>
                                        </p:attrNameLst>
                                      </p:cBhvr>
                                      <p:tavLst>
                                        <p:tav tm="0" fmla="#ppt_y-sin(pi*$)/81">
                                          <p:val>
                                            <p:fltVal val="0"/>
                                          </p:val>
                                        </p:tav>
                                        <p:tav tm="100000">
                                          <p:val>
                                            <p:fltVal val="1"/>
                                          </p:val>
                                        </p:tav>
                                      </p:tavLst>
                                    </p:anim>
                                    <p:animScale>
                                      <p:cBhvr>
                                        <p:cTn id="142" dur="7">
                                          <p:stCondLst>
                                            <p:cond delay="162"/>
                                          </p:stCondLst>
                                        </p:cTn>
                                        <p:tgtEl>
                                          <p:spTgt spid="5"/>
                                        </p:tgtEl>
                                      </p:cBhvr>
                                      <p:to x="100000" y="60000"/>
                                    </p:animScale>
                                    <p:animScale>
                                      <p:cBhvr>
                                        <p:cTn id="143" dur="41" decel="50000">
                                          <p:stCondLst>
                                            <p:cond delay="169"/>
                                          </p:stCondLst>
                                        </p:cTn>
                                        <p:tgtEl>
                                          <p:spTgt spid="5"/>
                                        </p:tgtEl>
                                      </p:cBhvr>
                                      <p:to x="100000" y="100000"/>
                                    </p:animScale>
                                    <p:animScale>
                                      <p:cBhvr>
                                        <p:cTn id="144" dur="7">
                                          <p:stCondLst>
                                            <p:cond delay="328"/>
                                          </p:stCondLst>
                                        </p:cTn>
                                        <p:tgtEl>
                                          <p:spTgt spid="5"/>
                                        </p:tgtEl>
                                      </p:cBhvr>
                                      <p:to x="100000" y="80000"/>
                                    </p:animScale>
                                    <p:animScale>
                                      <p:cBhvr>
                                        <p:cTn id="145" dur="41" decel="50000">
                                          <p:stCondLst>
                                            <p:cond delay="335"/>
                                          </p:stCondLst>
                                        </p:cTn>
                                        <p:tgtEl>
                                          <p:spTgt spid="5"/>
                                        </p:tgtEl>
                                      </p:cBhvr>
                                      <p:to x="100000" y="100000"/>
                                    </p:animScale>
                                    <p:animScale>
                                      <p:cBhvr>
                                        <p:cTn id="146" dur="7">
                                          <p:stCondLst>
                                            <p:cond delay="410"/>
                                          </p:stCondLst>
                                        </p:cTn>
                                        <p:tgtEl>
                                          <p:spTgt spid="5"/>
                                        </p:tgtEl>
                                      </p:cBhvr>
                                      <p:to x="100000" y="90000"/>
                                    </p:animScale>
                                    <p:animScale>
                                      <p:cBhvr>
                                        <p:cTn id="147" dur="41" decel="50000">
                                          <p:stCondLst>
                                            <p:cond delay="417"/>
                                          </p:stCondLst>
                                        </p:cTn>
                                        <p:tgtEl>
                                          <p:spTgt spid="5"/>
                                        </p:tgtEl>
                                      </p:cBhvr>
                                      <p:to x="100000" y="100000"/>
                                    </p:animScale>
                                    <p:animScale>
                                      <p:cBhvr>
                                        <p:cTn id="148" dur="7">
                                          <p:stCondLst>
                                            <p:cond delay="452"/>
                                          </p:stCondLst>
                                        </p:cTn>
                                        <p:tgtEl>
                                          <p:spTgt spid="5"/>
                                        </p:tgtEl>
                                      </p:cBhvr>
                                      <p:to x="100000" y="95000"/>
                                    </p:animScale>
                                    <p:animScale>
                                      <p:cBhvr>
                                        <p:cTn id="149" dur="41" decel="50000">
                                          <p:stCondLst>
                                            <p:cond delay="458"/>
                                          </p:stCondLst>
                                        </p:cTn>
                                        <p:tgtEl>
                                          <p:spTgt spid="5"/>
                                        </p:tgtEl>
                                      </p:cBhvr>
                                      <p:to x="100000" y="100000"/>
                                    </p:animScale>
                                  </p:childTnLst>
                                </p:cTn>
                              </p:par>
                            </p:childTnLst>
                          </p:cTn>
                        </p:par>
                      </p:childTnLst>
                    </p:cTn>
                  </p:par>
                  <p:par>
                    <p:cTn id="150" fill="hold">
                      <p:stCondLst>
                        <p:cond delay="indefinite"/>
                      </p:stCondLst>
                      <p:childTnLst>
                        <p:par>
                          <p:cTn id="151" fill="hold">
                            <p:stCondLst>
                              <p:cond delay="0"/>
                            </p:stCondLst>
                            <p:childTnLst>
                              <p:par>
                                <p:cTn id="152" presetID="22" presetClass="exit" presetSubtype="1" fill="hold" nodeType="clickEffect">
                                  <p:stCondLst>
                                    <p:cond delay="0"/>
                                  </p:stCondLst>
                                  <p:childTnLst>
                                    <p:animEffect transition="out" filter="wipe(up)">
                                      <p:cBhvr>
                                        <p:cTn id="153" dur="500"/>
                                        <p:tgtEl>
                                          <p:spTgt spid="56"/>
                                        </p:tgtEl>
                                      </p:cBhvr>
                                    </p:animEffect>
                                    <p:set>
                                      <p:cBhvr>
                                        <p:cTn id="154" dur="1" fill="hold">
                                          <p:stCondLst>
                                            <p:cond delay="499"/>
                                          </p:stCondLst>
                                        </p:cTn>
                                        <p:tgtEl>
                                          <p:spTgt spid="56"/>
                                        </p:tgtEl>
                                        <p:attrNameLst>
                                          <p:attrName>style.visibility</p:attrName>
                                        </p:attrNameLst>
                                      </p:cBhvr>
                                      <p:to>
                                        <p:strVal val="hidden"/>
                                      </p:to>
                                    </p:set>
                                  </p:childTnLst>
                                </p:cTn>
                              </p:par>
                            </p:childTnLst>
                          </p:cTn>
                        </p:par>
                        <p:par>
                          <p:cTn id="155" fill="hold">
                            <p:stCondLst>
                              <p:cond delay="500"/>
                            </p:stCondLst>
                            <p:childTnLst>
                              <p:par>
                                <p:cTn id="156" presetID="22" presetClass="exit" presetSubtype="2" fill="hold" nodeType="afterEffect">
                                  <p:stCondLst>
                                    <p:cond delay="0"/>
                                  </p:stCondLst>
                                  <p:childTnLst>
                                    <p:animEffect transition="out" filter="wipe(right)">
                                      <p:cBhvr>
                                        <p:cTn id="157" dur="500"/>
                                        <p:tgtEl>
                                          <p:spTgt spid="50"/>
                                        </p:tgtEl>
                                      </p:cBhvr>
                                    </p:animEffect>
                                    <p:set>
                                      <p:cBhvr>
                                        <p:cTn id="158" dur="1" fill="hold">
                                          <p:stCondLst>
                                            <p:cond delay="499"/>
                                          </p:stCondLst>
                                        </p:cTn>
                                        <p:tgtEl>
                                          <p:spTgt spid="50"/>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grpId="0" nodeType="click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wipe(left)">
                                      <p:cBhvr>
                                        <p:cTn id="163" dur="500"/>
                                        <p:tgtEl>
                                          <p:spTgt spid="61"/>
                                        </p:tgtEl>
                                      </p:cBhvr>
                                    </p:animEffect>
                                  </p:childTnLst>
                                </p:cTn>
                              </p:par>
                            </p:childTnLst>
                          </p:cTn>
                        </p:par>
                        <p:par>
                          <p:cTn id="164" fill="hold">
                            <p:stCondLst>
                              <p:cond delay="500"/>
                            </p:stCondLst>
                            <p:childTnLst>
                              <p:par>
                                <p:cTn id="165" presetID="22" presetClass="entr" presetSubtype="1" fill="hold" grpId="0" nodeType="afterEffect">
                                  <p:stCondLst>
                                    <p:cond delay="0"/>
                                  </p:stCondLst>
                                  <p:childTnLst>
                                    <p:set>
                                      <p:cBhvr>
                                        <p:cTn id="166" dur="1" fill="hold">
                                          <p:stCondLst>
                                            <p:cond delay="0"/>
                                          </p:stCondLst>
                                        </p:cTn>
                                        <p:tgtEl>
                                          <p:spTgt spid="62"/>
                                        </p:tgtEl>
                                        <p:attrNameLst>
                                          <p:attrName>style.visibility</p:attrName>
                                        </p:attrNameLst>
                                      </p:cBhvr>
                                      <p:to>
                                        <p:strVal val="visible"/>
                                      </p:to>
                                    </p:set>
                                    <p:animEffect transition="in" filter="wipe(up)">
                                      <p:cBhvr>
                                        <p:cTn id="167" dur="500"/>
                                        <p:tgtEl>
                                          <p:spTgt spid="62"/>
                                        </p:tgtEl>
                                      </p:cBhvr>
                                    </p:animEffect>
                                  </p:childTnLst>
                                </p:cTn>
                              </p:par>
                            </p:childTnLst>
                          </p:cTn>
                        </p:par>
                        <p:par>
                          <p:cTn id="168" fill="hold">
                            <p:stCondLst>
                              <p:cond delay="1000"/>
                            </p:stCondLst>
                            <p:childTnLst>
                              <p:par>
                                <p:cTn id="169" presetID="22" presetClass="entr" presetSubtype="1" fill="hold" grpId="0" nodeType="afterEffect">
                                  <p:stCondLst>
                                    <p:cond delay="0"/>
                                  </p:stCondLst>
                                  <p:childTnLst>
                                    <p:set>
                                      <p:cBhvr>
                                        <p:cTn id="170" dur="1" fill="hold">
                                          <p:stCondLst>
                                            <p:cond delay="0"/>
                                          </p:stCondLst>
                                        </p:cTn>
                                        <p:tgtEl>
                                          <p:spTgt spid="63"/>
                                        </p:tgtEl>
                                        <p:attrNameLst>
                                          <p:attrName>style.visibility</p:attrName>
                                        </p:attrNameLst>
                                      </p:cBhvr>
                                      <p:to>
                                        <p:strVal val="visible"/>
                                      </p:to>
                                    </p:set>
                                    <p:animEffect transition="in" filter="wipe(up)">
                                      <p:cBhvr>
                                        <p:cTn id="171" dur="500"/>
                                        <p:tgtEl>
                                          <p:spTgt spid="63"/>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ntr" presetSubtype="8" fill="hold" grpId="0" nodeType="clickEffect">
                                  <p:stCondLst>
                                    <p:cond delay="0"/>
                                  </p:stCondLst>
                                  <p:childTnLst>
                                    <p:set>
                                      <p:cBhvr>
                                        <p:cTn id="175" dur="1" fill="hold">
                                          <p:stCondLst>
                                            <p:cond delay="0"/>
                                          </p:stCondLst>
                                        </p:cTn>
                                        <p:tgtEl>
                                          <p:spTgt spid="64"/>
                                        </p:tgtEl>
                                        <p:attrNameLst>
                                          <p:attrName>style.visibility</p:attrName>
                                        </p:attrNameLst>
                                      </p:cBhvr>
                                      <p:to>
                                        <p:strVal val="visible"/>
                                      </p:to>
                                    </p:set>
                                    <p:animEffect transition="in" filter="wipe(left)">
                                      <p:cBhvr>
                                        <p:cTn id="176" dur="500"/>
                                        <p:tgtEl>
                                          <p:spTgt spid="64"/>
                                        </p:tgtEl>
                                      </p:cBhvr>
                                    </p:animEffect>
                                  </p:childTnLst>
                                </p:cTn>
                              </p:par>
                            </p:childTnLst>
                          </p:cTn>
                        </p:par>
                        <p:par>
                          <p:cTn id="177" fill="hold">
                            <p:stCondLst>
                              <p:cond delay="500"/>
                            </p:stCondLst>
                            <p:childTnLst>
                              <p:par>
                                <p:cTn id="178" presetID="22" presetClass="entr" presetSubtype="4" fill="hold" grpId="0" nodeType="after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wipe(down)">
                                      <p:cBhvr>
                                        <p:cTn id="18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5" grpId="0"/>
      <p:bldP spid="36" grpId="0"/>
      <p:bldP spid="37" grpId="0"/>
      <p:bldP spid="41" grpId="0" animBg="1"/>
      <p:bldP spid="42" grpId="0"/>
      <p:bldP spid="43" grpId="0" animBg="1"/>
      <p:bldP spid="44" grpId="0" animBg="1"/>
      <p:bldP spid="45" grpId="0" animBg="1"/>
      <p:bldP spid="46" grpId="0"/>
      <p:bldP spid="47" grpId="0" animBg="1"/>
      <p:bldP spid="48" grpId="0" animBg="1"/>
      <p:bldP spid="49" grpId="0" animBg="1"/>
      <p:bldP spid="55" grpId="0" animBg="1"/>
      <p:bldP spid="61" grpId="0" animBg="1"/>
      <p:bldP spid="62" grpId="0" animBg="1"/>
      <p:bldP spid="63" grpId="0" animBg="1"/>
      <p:bldP spid="64" grpId="0" animBg="1"/>
      <p:bldP spid="65" grpId="0" animBg="1"/>
      <p:bldP spid="6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Line 2">
            <a:extLst>
              <a:ext uri="{FF2B5EF4-FFF2-40B4-BE49-F238E27FC236}">
                <a16:creationId xmlns:a16="http://schemas.microsoft.com/office/drawing/2014/main" id="{CD1F533F-2646-FEF6-BF6F-C1C4A6970F66}"/>
              </a:ext>
            </a:extLst>
          </p:cNvPr>
          <p:cNvSpPr>
            <a:spLocks noChangeShapeType="1"/>
          </p:cNvSpPr>
          <p:nvPr/>
        </p:nvSpPr>
        <p:spPr bwMode="auto">
          <a:xfrm flipV="1">
            <a:off x="8829675" y="2782887"/>
            <a:ext cx="0" cy="609600"/>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8" name="Group 3">
            <a:extLst>
              <a:ext uri="{FF2B5EF4-FFF2-40B4-BE49-F238E27FC236}">
                <a16:creationId xmlns:a16="http://schemas.microsoft.com/office/drawing/2014/main" id="{1DF1282B-C947-744A-953F-3F3D526A03CD}"/>
              </a:ext>
            </a:extLst>
          </p:cNvPr>
          <p:cNvGrpSpPr>
            <a:grpSpLocks/>
          </p:cNvGrpSpPr>
          <p:nvPr/>
        </p:nvGrpSpPr>
        <p:grpSpPr bwMode="auto">
          <a:xfrm>
            <a:off x="4826000" y="1871662"/>
            <a:ext cx="5332413" cy="4252913"/>
            <a:chOff x="2441" y="1289"/>
            <a:chExt cx="3359" cy="2679"/>
          </a:xfrm>
        </p:grpSpPr>
        <p:grpSp>
          <p:nvGrpSpPr>
            <p:cNvPr id="69" name="Group 4">
              <a:extLst>
                <a:ext uri="{FF2B5EF4-FFF2-40B4-BE49-F238E27FC236}">
                  <a16:creationId xmlns:a16="http://schemas.microsoft.com/office/drawing/2014/main" id="{B2808863-1714-4C72-DCBF-A8B2046B1F05}"/>
                </a:ext>
              </a:extLst>
            </p:cNvPr>
            <p:cNvGrpSpPr>
              <a:grpSpLocks/>
            </p:cNvGrpSpPr>
            <p:nvPr/>
          </p:nvGrpSpPr>
          <p:grpSpPr bwMode="auto">
            <a:xfrm>
              <a:off x="3346" y="1480"/>
              <a:ext cx="1616" cy="2371"/>
              <a:chOff x="3346" y="1433"/>
              <a:chExt cx="1616" cy="2371"/>
            </a:xfrm>
          </p:grpSpPr>
          <p:sp>
            <p:nvSpPr>
              <p:cNvPr id="118" name="Line 5">
                <a:extLst>
                  <a:ext uri="{FF2B5EF4-FFF2-40B4-BE49-F238E27FC236}">
                    <a16:creationId xmlns:a16="http://schemas.microsoft.com/office/drawing/2014/main" id="{2E21EFA2-EA9D-BC9F-C223-194DC524F2B8}"/>
                  </a:ext>
                </a:extLst>
              </p:cNvPr>
              <p:cNvSpPr>
                <a:spLocks noChangeShapeType="1"/>
              </p:cNvSpPr>
              <p:nvPr/>
            </p:nvSpPr>
            <p:spPr bwMode="auto">
              <a:xfrm flipH="1">
                <a:off x="4962" y="1799"/>
                <a:ext cx="0" cy="1645"/>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9" name="Line 6">
                <a:extLst>
                  <a:ext uri="{FF2B5EF4-FFF2-40B4-BE49-F238E27FC236}">
                    <a16:creationId xmlns:a16="http://schemas.microsoft.com/office/drawing/2014/main" id="{6C424AA2-0F43-D169-E15F-6A10FE7AA231}"/>
                  </a:ext>
                </a:extLst>
              </p:cNvPr>
              <p:cNvSpPr>
                <a:spLocks noChangeShapeType="1"/>
              </p:cNvSpPr>
              <p:nvPr/>
            </p:nvSpPr>
            <p:spPr bwMode="auto">
              <a:xfrm>
                <a:off x="3346" y="1791"/>
                <a:ext cx="0" cy="1632"/>
              </a:xfrm>
              <a:prstGeom prst="line">
                <a:avLst/>
              </a:prstGeom>
              <a:noFill/>
              <a:ln w="19050">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20" name="Oval 7">
                <a:extLst>
                  <a:ext uri="{FF2B5EF4-FFF2-40B4-BE49-F238E27FC236}">
                    <a16:creationId xmlns:a16="http://schemas.microsoft.com/office/drawing/2014/main" id="{2D33013A-3B0E-5AAF-EACE-130C9057BFE8}"/>
                  </a:ext>
                </a:extLst>
              </p:cNvPr>
              <p:cNvSpPr>
                <a:spLocks noChangeArrowheads="1"/>
              </p:cNvSpPr>
              <p:nvPr/>
            </p:nvSpPr>
            <p:spPr bwMode="auto">
              <a:xfrm>
                <a:off x="3346" y="1433"/>
                <a:ext cx="1616" cy="726"/>
              </a:xfrm>
              <a:prstGeom prst="ellipse">
                <a:avLst/>
              </a:prstGeom>
              <a:no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21" name="Oval 8">
                <a:extLst>
                  <a:ext uri="{FF2B5EF4-FFF2-40B4-BE49-F238E27FC236}">
                    <a16:creationId xmlns:a16="http://schemas.microsoft.com/office/drawing/2014/main" id="{B8A85F07-A674-E455-F051-5AB91D8F9F75}"/>
                  </a:ext>
                </a:extLst>
              </p:cNvPr>
              <p:cNvSpPr>
                <a:spLocks noChangeArrowheads="1"/>
              </p:cNvSpPr>
              <p:nvPr/>
            </p:nvSpPr>
            <p:spPr bwMode="auto">
              <a:xfrm>
                <a:off x="3346" y="3078"/>
                <a:ext cx="1616" cy="726"/>
              </a:xfrm>
              <a:prstGeom prst="ellipse">
                <a:avLst/>
              </a:prstGeom>
              <a:no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70" name="Freeform 9">
              <a:extLst>
                <a:ext uri="{FF2B5EF4-FFF2-40B4-BE49-F238E27FC236}">
                  <a16:creationId xmlns:a16="http://schemas.microsoft.com/office/drawing/2014/main" id="{23675CD8-5093-BA74-4CE6-393E70C087AD}"/>
                </a:ext>
              </a:extLst>
            </p:cNvPr>
            <p:cNvSpPr>
              <a:spLocks/>
            </p:cNvSpPr>
            <p:nvPr/>
          </p:nvSpPr>
          <p:spPr bwMode="auto">
            <a:xfrm>
              <a:off x="2441" y="1289"/>
              <a:ext cx="3359" cy="2679"/>
            </a:xfrm>
            <a:custGeom>
              <a:avLst/>
              <a:gdLst>
                <a:gd name="T0" fmla="*/ 3359 w 3359"/>
                <a:gd name="T1" fmla="*/ 677 h 2679"/>
                <a:gd name="T2" fmla="*/ 2021 w 3359"/>
                <a:gd name="T3" fmla="*/ 0 h 2679"/>
                <a:gd name="T4" fmla="*/ 0 w 3359"/>
                <a:gd name="T5" fmla="*/ 1993 h 2679"/>
                <a:gd name="T6" fmla="*/ 1357 w 3359"/>
                <a:gd name="T7" fmla="*/ 2679 h 2679"/>
                <a:gd name="T8" fmla="*/ 3359 w 3359"/>
                <a:gd name="T9" fmla="*/ 677 h 2679"/>
                <a:gd name="T10" fmla="*/ 0 60000 65536"/>
                <a:gd name="T11" fmla="*/ 0 60000 65536"/>
                <a:gd name="T12" fmla="*/ 0 60000 65536"/>
                <a:gd name="T13" fmla="*/ 0 60000 65536"/>
                <a:gd name="T14" fmla="*/ 0 60000 65536"/>
                <a:gd name="T15" fmla="*/ 0 w 3359"/>
                <a:gd name="T16" fmla="*/ 0 h 2679"/>
                <a:gd name="T17" fmla="*/ 3359 w 3359"/>
                <a:gd name="T18" fmla="*/ 2679 h 2679"/>
              </a:gdLst>
              <a:ahLst/>
              <a:cxnLst>
                <a:cxn ang="T10">
                  <a:pos x="T0" y="T1"/>
                </a:cxn>
                <a:cxn ang="T11">
                  <a:pos x="T2" y="T3"/>
                </a:cxn>
                <a:cxn ang="T12">
                  <a:pos x="T4" y="T5"/>
                </a:cxn>
                <a:cxn ang="T13">
                  <a:pos x="T6" y="T7"/>
                </a:cxn>
                <a:cxn ang="T14">
                  <a:pos x="T8" y="T9"/>
                </a:cxn>
              </a:cxnLst>
              <a:rect l="T15" t="T16" r="T17" b="T18"/>
              <a:pathLst>
                <a:path w="3359" h="2679">
                  <a:moveTo>
                    <a:pt x="3359" y="677"/>
                  </a:moveTo>
                  <a:lnTo>
                    <a:pt x="2021" y="0"/>
                  </a:lnTo>
                  <a:lnTo>
                    <a:pt x="0" y="1993"/>
                  </a:lnTo>
                  <a:lnTo>
                    <a:pt x="1357" y="2679"/>
                  </a:lnTo>
                  <a:lnTo>
                    <a:pt x="3359" y="677"/>
                  </a:lnTo>
                  <a:close/>
                </a:path>
              </a:pathLst>
            </a:custGeom>
            <a:noFill/>
            <a:ln w="9525">
              <a:solidFill>
                <a:srgbClr val="0066FF"/>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1" name="Line 10">
              <a:extLst>
                <a:ext uri="{FF2B5EF4-FFF2-40B4-BE49-F238E27FC236}">
                  <a16:creationId xmlns:a16="http://schemas.microsoft.com/office/drawing/2014/main" id="{96506D22-58FB-1454-1C48-4812B6BCE8E8}"/>
                </a:ext>
              </a:extLst>
            </p:cNvPr>
            <p:cNvSpPr>
              <a:spLocks noChangeShapeType="1"/>
            </p:cNvSpPr>
            <p:nvPr/>
          </p:nvSpPr>
          <p:spPr bwMode="auto">
            <a:xfrm flipV="1">
              <a:off x="3346" y="3491"/>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2" name="Line 11">
              <a:extLst>
                <a:ext uri="{FF2B5EF4-FFF2-40B4-BE49-F238E27FC236}">
                  <a16:creationId xmlns:a16="http://schemas.microsoft.com/office/drawing/2014/main" id="{03463E21-577A-2244-3778-DC4B5F4F2796}"/>
                </a:ext>
              </a:extLst>
            </p:cNvPr>
            <p:cNvSpPr>
              <a:spLocks noChangeShapeType="1"/>
            </p:cNvSpPr>
            <p:nvPr/>
          </p:nvSpPr>
          <p:spPr bwMode="auto">
            <a:xfrm flipV="1">
              <a:off x="3419" y="3577"/>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3" name="Line 12">
              <a:extLst>
                <a:ext uri="{FF2B5EF4-FFF2-40B4-BE49-F238E27FC236}">
                  <a16:creationId xmlns:a16="http://schemas.microsoft.com/office/drawing/2014/main" id="{23F854A3-B97B-8E91-7366-EC18294A108B}"/>
                </a:ext>
              </a:extLst>
            </p:cNvPr>
            <p:cNvSpPr>
              <a:spLocks noChangeShapeType="1"/>
            </p:cNvSpPr>
            <p:nvPr/>
          </p:nvSpPr>
          <p:spPr bwMode="auto">
            <a:xfrm flipV="1">
              <a:off x="3532" y="3633"/>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Line 13">
              <a:extLst>
                <a:ext uri="{FF2B5EF4-FFF2-40B4-BE49-F238E27FC236}">
                  <a16:creationId xmlns:a16="http://schemas.microsoft.com/office/drawing/2014/main" id="{196E05E8-ED03-E882-1DD6-074E2DAD30E9}"/>
                </a:ext>
              </a:extLst>
            </p:cNvPr>
            <p:cNvSpPr>
              <a:spLocks noChangeShapeType="1"/>
            </p:cNvSpPr>
            <p:nvPr/>
          </p:nvSpPr>
          <p:spPr bwMode="auto">
            <a:xfrm flipV="1">
              <a:off x="3645" y="3691"/>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5" name="Line 14">
              <a:extLst>
                <a:ext uri="{FF2B5EF4-FFF2-40B4-BE49-F238E27FC236}">
                  <a16:creationId xmlns:a16="http://schemas.microsoft.com/office/drawing/2014/main" id="{6CC2200F-4D3A-13EB-B437-559ECB3CAB39}"/>
                </a:ext>
              </a:extLst>
            </p:cNvPr>
            <p:cNvSpPr>
              <a:spLocks noChangeShapeType="1"/>
            </p:cNvSpPr>
            <p:nvPr/>
          </p:nvSpPr>
          <p:spPr bwMode="auto">
            <a:xfrm flipV="1">
              <a:off x="3758" y="3748"/>
              <a:ext cx="51"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6" name="Line 15">
              <a:extLst>
                <a:ext uri="{FF2B5EF4-FFF2-40B4-BE49-F238E27FC236}">
                  <a16:creationId xmlns:a16="http://schemas.microsoft.com/office/drawing/2014/main" id="{7C44C3DF-A814-25D1-1988-0727F6DA3A56}"/>
                </a:ext>
              </a:extLst>
            </p:cNvPr>
            <p:cNvSpPr>
              <a:spLocks noChangeShapeType="1"/>
            </p:cNvSpPr>
            <p:nvPr/>
          </p:nvSpPr>
          <p:spPr bwMode="auto">
            <a:xfrm flipV="1">
              <a:off x="3892" y="3809"/>
              <a:ext cx="31" cy="42"/>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7" name="Line 16">
              <a:extLst>
                <a:ext uri="{FF2B5EF4-FFF2-40B4-BE49-F238E27FC236}">
                  <a16:creationId xmlns:a16="http://schemas.microsoft.com/office/drawing/2014/main" id="{6827AE53-42C2-EE5E-9F3A-24ECA7D9D4EB}"/>
                </a:ext>
              </a:extLst>
            </p:cNvPr>
            <p:cNvSpPr>
              <a:spLocks noChangeShapeType="1"/>
            </p:cNvSpPr>
            <p:nvPr/>
          </p:nvSpPr>
          <p:spPr bwMode="auto">
            <a:xfrm flipV="1">
              <a:off x="3305" y="3322"/>
              <a:ext cx="85" cy="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8" name="Line 17">
              <a:extLst>
                <a:ext uri="{FF2B5EF4-FFF2-40B4-BE49-F238E27FC236}">
                  <a16:creationId xmlns:a16="http://schemas.microsoft.com/office/drawing/2014/main" id="{75F1D414-D095-F568-D956-B860BF4861AA}"/>
                </a:ext>
              </a:extLst>
            </p:cNvPr>
            <p:cNvSpPr>
              <a:spLocks noChangeShapeType="1"/>
            </p:cNvSpPr>
            <p:nvPr/>
          </p:nvSpPr>
          <p:spPr bwMode="auto">
            <a:xfrm flipV="1">
              <a:off x="3279" y="3209"/>
              <a:ext cx="111" cy="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9" name="Line 18">
              <a:extLst>
                <a:ext uri="{FF2B5EF4-FFF2-40B4-BE49-F238E27FC236}">
                  <a16:creationId xmlns:a16="http://schemas.microsoft.com/office/drawing/2014/main" id="{EB91B456-F5AC-2D59-3FB3-E397897743C4}"/>
                </a:ext>
              </a:extLst>
            </p:cNvPr>
            <p:cNvSpPr>
              <a:spLocks noChangeShapeType="1"/>
            </p:cNvSpPr>
            <p:nvPr/>
          </p:nvSpPr>
          <p:spPr bwMode="auto">
            <a:xfrm flipH="1" flipV="1">
              <a:off x="3362" y="3321"/>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0" name="Line 19">
              <a:extLst>
                <a:ext uri="{FF2B5EF4-FFF2-40B4-BE49-F238E27FC236}">
                  <a16:creationId xmlns:a16="http://schemas.microsoft.com/office/drawing/2014/main" id="{0DB4B257-1E66-9EEC-A915-A160674E6738}"/>
                </a:ext>
              </a:extLst>
            </p:cNvPr>
            <p:cNvSpPr>
              <a:spLocks noChangeShapeType="1"/>
            </p:cNvSpPr>
            <p:nvPr/>
          </p:nvSpPr>
          <p:spPr bwMode="auto">
            <a:xfrm flipH="1" flipV="1">
              <a:off x="3447" y="3209"/>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1" name="Line 20">
              <a:extLst>
                <a:ext uri="{FF2B5EF4-FFF2-40B4-BE49-F238E27FC236}">
                  <a16:creationId xmlns:a16="http://schemas.microsoft.com/office/drawing/2014/main" id="{A3A44BA0-3EA2-E104-C8E6-F3035394803B}"/>
                </a:ext>
              </a:extLst>
            </p:cNvPr>
            <p:cNvSpPr>
              <a:spLocks noChangeShapeType="1"/>
            </p:cNvSpPr>
            <p:nvPr/>
          </p:nvSpPr>
          <p:spPr bwMode="auto">
            <a:xfrm flipH="1" flipV="1">
              <a:off x="3562" y="3179"/>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Line 21">
              <a:extLst>
                <a:ext uri="{FF2B5EF4-FFF2-40B4-BE49-F238E27FC236}">
                  <a16:creationId xmlns:a16="http://schemas.microsoft.com/office/drawing/2014/main" id="{C1A1418D-5BB1-CAD3-DEFD-A85BE86782D1}"/>
                </a:ext>
              </a:extLst>
            </p:cNvPr>
            <p:cNvSpPr>
              <a:spLocks noChangeShapeType="1"/>
            </p:cNvSpPr>
            <p:nvPr/>
          </p:nvSpPr>
          <p:spPr bwMode="auto">
            <a:xfrm flipH="1" flipV="1">
              <a:off x="3703" y="3124"/>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3" name="Line 22">
              <a:extLst>
                <a:ext uri="{FF2B5EF4-FFF2-40B4-BE49-F238E27FC236}">
                  <a16:creationId xmlns:a16="http://schemas.microsoft.com/office/drawing/2014/main" id="{D5E008D6-179B-3ADD-40CA-D3D14E9B56A9}"/>
                </a:ext>
              </a:extLst>
            </p:cNvPr>
            <p:cNvSpPr>
              <a:spLocks noChangeShapeType="1"/>
            </p:cNvSpPr>
            <p:nvPr/>
          </p:nvSpPr>
          <p:spPr bwMode="auto">
            <a:xfrm flipH="1" flipV="1">
              <a:off x="3817" y="3096"/>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4" name="Line 23">
              <a:extLst>
                <a:ext uri="{FF2B5EF4-FFF2-40B4-BE49-F238E27FC236}">
                  <a16:creationId xmlns:a16="http://schemas.microsoft.com/office/drawing/2014/main" id="{8D5CB1C0-EC01-6371-CCA2-474548A42590}"/>
                </a:ext>
              </a:extLst>
            </p:cNvPr>
            <p:cNvSpPr>
              <a:spLocks noChangeShapeType="1"/>
            </p:cNvSpPr>
            <p:nvPr/>
          </p:nvSpPr>
          <p:spPr bwMode="auto">
            <a:xfrm flipH="1" flipV="1">
              <a:off x="3959" y="306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5" name="Line 24">
              <a:extLst>
                <a:ext uri="{FF2B5EF4-FFF2-40B4-BE49-F238E27FC236}">
                  <a16:creationId xmlns:a16="http://schemas.microsoft.com/office/drawing/2014/main" id="{62992942-7D9A-1F0E-FAE4-A0A0F1E2C26A}"/>
                </a:ext>
              </a:extLst>
            </p:cNvPr>
            <p:cNvSpPr>
              <a:spLocks noChangeShapeType="1"/>
            </p:cNvSpPr>
            <p:nvPr/>
          </p:nvSpPr>
          <p:spPr bwMode="auto">
            <a:xfrm flipH="1" flipV="1">
              <a:off x="4100" y="306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6" name="Line 25">
              <a:extLst>
                <a:ext uri="{FF2B5EF4-FFF2-40B4-BE49-F238E27FC236}">
                  <a16:creationId xmlns:a16="http://schemas.microsoft.com/office/drawing/2014/main" id="{F9C4A805-7D00-86D6-DC85-15F1CF603FA9}"/>
                </a:ext>
              </a:extLst>
            </p:cNvPr>
            <p:cNvSpPr>
              <a:spLocks noChangeShapeType="1"/>
            </p:cNvSpPr>
            <p:nvPr/>
          </p:nvSpPr>
          <p:spPr bwMode="auto">
            <a:xfrm flipH="1" flipV="1">
              <a:off x="4242" y="3066"/>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7" name="Line 26">
              <a:extLst>
                <a:ext uri="{FF2B5EF4-FFF2-40B4-BE49-F238E27FC236}">
                  <a16:creationId xmlns:a16="http://schemas.microsoft.com/office/drawing/2014/main" id="{B00E29AD-BB1E-7D61-9F2C-66F44C6C8D64}"/>
                </a:ext>
              </a:extLst>
            </p:cNvPr>
            <p:cNvSpPr>
              <a:spLocks noChangeShapeType="1"/>
            </p:cNvSpPr>
            <p:nvPr/>
          </p:nvSpPr>
          <p:spPr bwMode="auto">
            <a:xfrm flipH="1" flipV="1">
              <a:off x="4384" y="306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8" name="Line 27">
              <a:extLst>
                <a:ext uri="{FF2B5EF4-FFF2-40B4-BE49-F238E27FC236}">
                  <a16:creationId xmlns:a16="http://schemas.microsoft.com/office/drawing/2014/main" id="{4A8D6029-3C12-5C25-436C-B98D4B69B52E}"/>
                </a:ext>
              </a:extLst>
            </p:cNvPr>
            <p:cNvSpPr>
              <a:spLocks noChangeShapeType="1"/>
            </p:cNvSpPr>
            <p:nvPr/>
          </p:nvSpPr>
          <p:spPr bwMode="auto">
            <a:xfrm flipH="1" flipV="1">
              <a:off x="4526" y="3096"/>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9" name="Line 28">
              <a:extLst>
                <a:ext uri="{FF2B5EF4-FFF2-40B4-BE49-F238E27FC236}">
                  <a16:creationId xmlns:a16="http://schemas.microsoft.com/office/drawing/2014/main" id="{DE867352-FB19-EE38-4D34-5EA9B901D338}"/>
                </a:ext>
              </a:extLst>
            </p:cNvPr>
            <p:cNvSpPr>
              <a:spLocks noChangeShapeType="1"/>
            </p:cNvSpPr>
            <p:nvPr/>
          </p:nvSpPr>
          <p:spPr bwMode="auto">
            <a:xfrm flipH="1" flipV="1">
              <a:off x="4667" y="312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0" name="Line 29">
              <a:extLst>
                <a:ext uri="{FF2B5EF4-FFF2-40B4-BE49-F238E27FC236}">
                  <a16:creationId xmlns:a16="http://schemas.microsoft.com/office/drawing/2014/main" id="{681E258D-4E66-DAAD-E1D5-ED756907AABD}"/>
                </a:ext>
              </a:extLst>
            </p:cNvPr>
            <p:cNvSpPr>
              <a:spLocks noChangeShapeType="1"/>
            </p:cNvSpPr>
            <p:nvPr/>
          </p:nvSpPr>
          <p:spPr bwMode="auto">
            <a:xfrm flipH="1" flipV="1">
              <a:off x="4808" y="3181"/>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1" name="Line 30">
              <a:extLst>
                <a:ext uri="{FF2B5EF4-FFF2-40B4-BE49-F238E27FC236}">
                  <a16:creationId xmlns:a16="http://schemas.microsoft.com/office/drawing/2014/main" id="{D2E83E21-AC7F-C8A7-A81E-CE2928209065}"/>
                </a:ext>
              </a:extLst>
            </p:cNvPr>
            <p:cNvSpPr>
              <a:spLocks noChangeShapeType="1"/>
            </p:cNvSpPr>
            <p:nvPr/>
          </p:nvSpPr>
          <p:spPr bwMode="auto">
            <a:xfrm flipH="1" flipV="1">
              <a:off x="4923" y="329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2" name="Oval 31">
              <a:extLst>
                <a:ext uri="{FF2B5EF4-FFF2-40B4-BE49-F238E27FC236}">
                  <a16:creationId xmlns:a16="http://schemas.microsoft.com/office/drawing/2014/main" id="{FFB7BCA2-B223-C419-0A49-9CDD4C3CC027}"/>
                </a:ext>
              </a:extLst>
            </p:cNvPr>
            <p:cNvSpPr>
              <a:spLocks noChangeArrowheads="1"/>
            </p:cNvSpPr>
            <p:nvPr/>
          </p:nvSpPr>
          <p:spPr bwMode="auto">
            <a:xfrm rot="3147263">
              <a:off x="3663" y="1696"/>
              <a:ext cx="973" cy="1895"/>
            </a:xfrm>
            <a:prstGeom prst="ellipse">
              <a:avLst/>
            </a:prstGeom>
            <a:noFill/>
            <a:ln w="19050">
              <a:solidFill>
                <a:srgbClr val="3366FF"/>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3" name="Line 32">
              <a:extLst>
                <a:ext uri="{FF2B5EF4-FFF2-40B4-BE49-F238E27FC236}">
                  <a16:creationId xmlns:a16="http://schemas.microsoft.com/office/drawing/2014/main" id="{623B6DD2-6673-7C7A-B4C7-50CBC92996C5}"/>
                </a:ext>
              </a:extLst>
            </p:cNvPr>
            <p:cNvSpPr>
              <a:spLocks noChangeShapeType="1"/>
            </p:cNvSpPr>
            <p:nvPr/>
          </p:nvSpPr>
          <p:spPr bwMode="auto">
            <a:xfrm flipH="1" flipV="1">
              <a:off x="3363" y="2782"/>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4" name="Line 33">
              <a:extLst>
                <a:ext uri="{FF2B5EF4-FFF2-40B4-BE49-F238E27FC236}">
                  <a16:creationId xmlns:a16="http://schemas.microsoft.com/office/drawing/2014/main" id="{DF063CBE-3C07-908A-1E78-496E15717C3F}"/>
                </a:ext>
              </a:extLst>
            </p:cNvPr>
            <p:cNvSpPr>
              <a:spLocks noChangeShapeType="1"/>
            </p:cNvSpPr>
            <p:nvPr/>
          </p:nvSpPr>
          <p:spPr bwMode="auto">
            <a:xfrm flipH="1" flipV="1">
              <a:off x="3419" y="2642"/>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5" name="Line 34">
              <a:extLst>
                <a:ext uri="{FF2B5EF4-FFF2-40B4-BE49-F238E27FC236}">
                  <a16:creationId xmlns:a16="http://schemas.microsoft.com/office/drawing/2014/main" id="{5AC8404D-4362-8C33-5A0B-99DDD066A2D3}"/>
                </a:ext>
              </a:extLst>
            </p:cNvPr>
            <p:cNvSpPr>
              <a:spLocks noChangeShapeType="1"/>
            </p:cNvSpPr>
            <p:nvPr/>
          </p:nvSpPr>
          <p:spPr bwMode="auto">
            <a:xfrm flipH="1" flipV="1">
              <a:off x="3504" y="2529"/>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6" name="Line 35">
              <a:extLst>
                <a:ext uri="{FF2B5EF4-FFF2-40B4-BE49-F238E27FC236}">
                  <a16:creationId xmlns:a16="http://schemas.microsoft.com/office/drawing/2014/main" id="{4ED55474-A745-693E-80C7-823F33F292A7}"/>
                </a:ext>
              </a:extLst>
            </p:cNvPr>
            <p:cNvSpPr>
              <a:spLocks noChangeShapeType="1"/>
            </p:cNvSpPr>
            <p:nvPr/>
          </p:nvSpPr>
          <p:spPr bwMode="auto">
            <a:xfrm flipH="1" flipV="1">
              <a:off x="3589" y="2414"/>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7" name="Line 36">
              <a:extLst>
                <a:ext uri="{FF2B5EF4-FFF2-40B4-BE49-F238E27FC236}">
                  <a16:creationId xmlns:a16="http://schemas.microsoft.com/office/drawing/2014/main" id="{6447639B-5EBB-643D-A954-23B7662D73C2}"/>
                </a:ext>
              </a:extLst>
            </p:cNvPr>
            <p:cNvSpPr>
              <a:spLocks noChangeShapeType="1"/>
            </p:cNvSpPr>
            <p:nvPr/>
          </p:nvSpPr>
          <p:spPr bwMode="auto">
            <a:xfrm flipH="1" flipV="1">
              <a:off x="3789" y="2245"/>
              <a:ext cx="27" cy="143"/>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8" name="Line 37">
              <a:extLst>
                <a:ext uri="{FF2B5EF4-FFF2-40B4-BE49-F238E27FC236}">
                  <a16:creationId xmlns:a16="http://schemas.microsoft.com/office/drawing/2014/main" id="{41E2687F-A00B-0519-F471-8BAA28E2F236}"/>
                </a:ext>
              </a:extLst>
            </p:cNvPr>
            <p:cNvSpPr>
              <a:spLocks noChangeShapeType="1"/>
            </p:cNvSpPr>
            <p:nvPr/>
          </p:nvSpPr>
          <p:spPr bwMode="auto">
            <a:xfrm flipH="1" flipV="1">
              <a:off x="3703" y="2318"/>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99" name="Line 38">
              <a:extLst>
                <a:ext uri="{FF2B5EF4-FFF2-40B4-BE49-F238E27FC236}">
                  <a16:creationId xmlns:a16="http://schemas.microsoft.com/office/drawing/2014/main" id="{CBEE6A38-46C9-A96C-FC6C-0AABD8D83A4E}"/>
                </a:ext>
              </a:extLst>
            </p:cNvPr>
            <p:cNvSpPr>
              <a:spLocks noChangeShapeType="1"/>
            </p:cNvSpPr>
            <p:nvPr/>
          </p:nvSpPr>
          <p:spPr bwMode="auto">
            <a:xfrm flipH="1" flipV="1">
              <a:off x="3892" y="2162"/>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0" name="Line 39">
              <a:extLst>
                <a:ext uri="{FF2B5EF4-FFF2-40B4-BE49-F238E27FC236}">
                  <a16:creationId xmlns:a16="http://schemas.microsoft.com/office/drawing/2014/main" id="{9F105EEA-3F10-FBDC-0C91-C65F0AE8932D}"/>
                </a:ext>
              </a:extLst>
            </p:cNvPr>
            <p:cNvSpPr>
              <a:spLocks noChangeShapeType="1"/>
            </p:cNvSpPr>
            <p:nvPr/>
          </p:nvSpPr>
          <p:spPr bwMode="auto">
            <a:xfrm flipH="1" flipV="1">
              <a:off x="3987" y="207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1" name="Line 40">
              <a:extLst>
                <a:ext uri="{FF2B5EF4-FFF2-40B4-BE49-F238E27FC236}">
                  <a16:creationId xmlns:a16="http://schemas.microsoft.com/office/drawing/2014/main" id="{16786CB9-09A4-5A04-D71C-FC03C6086AC0}"/>
                </a:ext>
              </a:extLst>
            </p:cNvPr>
            <p:cNvSpPr>
              <a:spLocks noChangeShapeType="1"/>
            </p:cNvSpPr>
            <p:nvPr/>
          </p:nvSpPr>
          <p:spPr bwMode="auto">
            <a:xfrm flipH="1" flipV="1">
              <a:off x="4129" y="201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2" name="Line 41">
              <a:extLst>
                <a:ext uri="{FF2B5EF4-FFF2-40B4-BE49-F238E27FC236}">
                  <a16:creationId xmlns:a16="http://schemas.microsoft.com/office/drawing/2014/main" id="{44B9B993-3B79-BF63-E968-1EBA89F9D27C}"/>
                </a:ext>
              </a:extLst>
            </p:cNvPr>
            <p:cNvSpPr>
              <a:spLocks noChangeShapeType="1"/>
            </p:cNvSpPr>
            <p:nvPr/>
          </p:nvSpPr>
          <p:spPr bwMode="auto">
            <a:xfrm flipH="1" flipV="1">
              <a:off x="4270" y="194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3" name="Line 42">
              <a:extLst>
                <a:ext uri="{FF2B5EF4-FFF2-40B4-BE49-F238E27FC236}">
                  <a16:creationId xmlns:a16="http://schemas.microsoft.com/office/drawing/2014/main" id="{98D24053-0893-A5DA-FA79-D5C842DC3C53}"/>
                </a:ext>
              </a:extLst>
            </p:cNvPr>
            <p:cNvSpPr>
              <a:spLocks noChangeShapeType="1"/>
            </p:cNvSpPr>
            <p:nvPr/>
          </p:nvSpPr>
          <p:spPr bwMode="auto">
            <a:xfrm flipH="1" flipV="1">
              <a:off x="4412" y="191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4" name="Line 43">
              <a:extLst>
                <a:ext uri="{FF2B5EF4-FFF2-40B4-BE49-F238E27FC236}">
                  <a16:creationId xmlns:a16="http://schemas.microsoft.com/office/drawing/2014/main" id="{DB9A1227-9AAF-FE1C-57BA-B9B5B42BDF2C}"/>
                </a:ext>
              </a:extLst>
            </p:cNvPr>
            <p:cNvSpPr>
              <a:spLocks noChangeShapeType="1"/>
            </p:cNvSpPr>
            <p:nvPr/>
          </p:nvSpPr>
          <p:spPr bwMode="auto">
            <a:xfrm flipH="1" flipV="1">
              <a:off x="4554" y="1885"/>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5" name="Line 44">
              <a:extLst>
                <a:ext uri="{FF2B5EF4-FFF2-40B4-BE49-F238E27FC236}">
                  <a16:creationId xmlns:a16="http://schemas.microsoft.com/office/drawing/2014/main" id="{DF5603FC-801F-3F8A-1A0C-2DB53654DDA3}"/>
                </a:ext>
              </a:extLst>
            </p:cNvPr>
            <p:cNvSpPr>
              <a:spLocks noChangeShapeType="1"/>
            </p:cNvSpPr>
            <p:nvPr/>
          </p:nvSpPr>
          <p:spPr bwMode="auto">
            <a:xfrm flipH="1" flipV="1">
              <a:off x="4696" y="1885"/>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6" name="Line 45">
              <a:extLst>
                <a:ext uri="{FF2B5EF4-FFF2-40B4-BE49-F238E27FC236}">
                  <a16:creationId xmlns:a16="http://schemas.microsoft.com/office/drawing/2014/main" id="{3487A4C1-A80E-980C-6A25-2724D60E352C}"/>
                </a:ext>
              </a:extLst>
            </p:cNvPr>
            <p:cNvSpPr>
              <a:spLocks noChangeShapeType="1"/>
            </p:cNvSpPr>
            <p:nvPr/>
          </p:nvSpPr>
          <p:spPr bwMode="auto">
            <a:xfrm flipH="1" flipV="1">
              <a:off x="4809" y="1905"/>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7" name="Line 46">
              <a:extLst>
                <a:ext uri="{FF2B5EF4-FFF2-40B4-BE49-F238E27FC236}">
                  <a16:creationId xmlns:a16="http://schemas.microsoft.com/office/drawing/2014/main" id="{475F0E52-3705-0D44-1964-CBCC75B3172E}"/>
                </a:ext>
              </a:extLst>
            </p:cNvPr>
            <p:cNvSpPr>
              <a:spLocks noChangeShapeType="1"/>
            </p:cNvSpPr>
            <p:nvPr/>
          </p:nvSpPr>
          <p:spPr bwMode="auto">
            <a:xfrm flipV="1">
              <a:off x="4923" y="2090"/>
              <a:ext cx="27" cy="127"/>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8" name="Oval 47">
              <a:extLst>
                <a:ext uri="{FF2B5EF4-FFF2-40B4-BE49-F238E27FC236}">
                  <a16:creationId xmlns:a16="http://schemas.microsoft.com/office/drawing/2014/main" id="{D3DEE940-A2EC-06F1-FB2C-17CFEBEBFBEA}"/>
                </a:ext>
              </a:extLst>
            </p:cNvPr>
            <p:cNvSpPr>
              <a:spLocks noChangeArrowheads="1"/>
            </p:cNvSpPr>
            <p:nvPr/>
          </p:nvSpPr>
          <p:spPr bwMode="auto">
            <a:xfrm>
              <a:off x="3346" y="1480"/>
              <a:ext cx="1616" cy="726"/>
            </a:xfrm>
            <a:prstGeom prst="ellipse">
              <a:avLst/>
            </a:prstGeom>
            <a:noFill/>
            <a:ln w="2857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09" name="Text Box 48">
              <a:extLst>
                <a:ext uri="{FF2B5EF4-FFF2-40B4-BE49-F238E27FC236}">
                  <a16:creationId xmlns:a16="http://schemas.microsoft.com/office/drawing/2014/main" id="{F6C5B594-19EE-F489-0EFF-EF7B6B04416D}"/>
                </a:ext>
              </a:extLst>
            </p:cNvPr>
            <p:cNvSpPr txBox="1">
              <a:spLocks noChangeArrowheads="1"/>
            </p:cNvSpPr>
            <p:nvPr/>
          </p:nvSpPr>
          <p:spPr bwMode="auto">
            <a:xfrm rot="934314">
              <a:off x="5263" y="1787"/>
              <a:ext cx="339"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zh-CN" sz="2400" b="1" i="1" u="none" strike="noStrike" kern="0" cap="none" spc="0" normalizeH="0" baseline="0" noProof="0">
                  <a:ln>
                    <a:noFill/>
                  </a:ln>
                  <a:solidFill>
                    <a:srgbClr val="0066FF"/>
                  </a:solidFill>
                  <a:effectLst/>
                  <a:uLnTx/>
                  <a:uFillTx/>
                  <a:latin typeface="Times New Roman" pitchFamily="18" charset="0"/>
                  <a:ea typeface="宋体" charset="-122"/>
                </a:rPr>
                <a:t>P</a:t>
              </a:r>
            </a:p>
          </p:txBody>
        </p:sp>
        <p:sp>
          <p:nvSpPr>
            <p:cNvPr id="110" name="Line 49">
              <a:extLst>
                <a:ext uri="{FF2B5EF4-FFF2-40B4-BE49-F238E27FC236}">
                  <a16:creationId xmlns:a16="http://schemas.microsoft.com/office/drawing/2014/main" id="{653E7E1A-D742-3AF1-2C45-F2C0937F6585}"/>
                </a:ext>
              </a:extLst>
            </p:cNvPr>
            <p:cNvSpPr>
              <a:spLocks noChangeShapeType="1"/>
            </p:cNvSpPr>
            <p:nvPr/>
          </p:nvSpPr>
          <p:spPr bwMode="auto">
            <a:xfrm>
              <a:off x="3658" y="2357"/>
              <a:ext cx="1008" cy="512"/>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1" name="Line 50">
              <a:extLst>
                <a:ext uri="{FF2B5EF4-FFF2-40B4-BE49-F238E27FC236}">
                  <a16:creationId xmlns:a16="http://schemas.microsoft.com/office/drawing/2014/main" id="{02365804-568D-0391-F3BC-5330414FD4D6}"/>
                </a:ext>
              </a:extLst>
            </p:cNvPr>
            <p:cNvSpPr>
              <a:spLocks noChangeShapeType="1"/>
            </p:cNvSpPr>
            <p:nvPr/>
          </p:nvSpPr>
          <p:spPr bwMode="auto">
            <a:xfrm flipH="1">
              <a:off x="3419" y="1912"/>
              <a:ext cx="1477" cy="146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2" name="Line 51">
              <a:extLst>
                <a:ext uri="{FF2B5EF4-FFF2-40B4-BE49-F238E27FC236}">
                  <a16:creationId xmlns:a16="http://schemas.microsoft.com/office/drawing/2014/main" id="{0FC4A4B8-63C6-F93A-7559-D6FBFB67CA7D}"/>
                </a:ext>
              </a:extLst>
            </p:cNvPr>
            <p:cNvSpPr>
              <a:spLocks noChangeShapeType="1"/>
            </p:cNvSpPr>
            <p:nvPr/>
          </p:nvSpPr>
          <p:spPr bwMode="auto">
            <a:xfrm flipH="1" flipV="1">
              <a:off x="4269" y="2461"/>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3" name="Line 52">
              <a:extLst>
                <a:ext uri="{FF2B5EF4-FFF2-40B4-BE49-F238E27FC236}">
                  <a16:creationId xmlns:a16="http://schemas.microsoft.com/office/drawing/2014/main" id="{508810CA-B69A-2EA8-31F2-2C8DCD2823D7}"/>
                </a:ext>
              </a:extLst>
            </p:cNvPr>
            <p:cNvSpPr>
              <a:spLocks noChangeShapeType="1"/>
            </p:cNvSpPr>
            <p:nvPr/>
          </p:nvSpPr>
          <p:spPr bwMode="auto">
            <a:xfrm flipH="1" flipV="1">
              <a:off x="4297" y="2414"/>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4" name="Line 53">
              <a:extLst>
                <a:ext uri="{FF2B5EF4-FFF2-40B4-BE49-F238E27FC236}">
                  <a16:creationId xmlns:a16="http://schemas.microsoft.com/office/drawing/2014/main" id="{651349F1-AE75-8E48-2ECD-82EEB85EAC13}"/>
                </a:ext>
              </a:extLst>
            </p:cNvPr>
            <p:cNvSpPr>
              <a:spLocks noChangeShapeType="1"/>
            </p:cNvSpPr>
            <p:nvPr/>
          </p:nvSpPr>
          <p:spPr bwMode="auto">
            <a:xfrm flipH="1" flipV="1">
              <a:off x="3758" y="2970"/>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5" name="Line 54">
              <a:extLst>
                <a:ext uri="{FF2B5EF4-FFF2-40B4-BE49-F238E27FC236}">
                  <a16:creationId xmlns:a16="http://schemas.microsoft.com/office/drawing/2014/main" id="{55A9B20B-ABF8-FAAD-7739-7BB75107AA53}"/>
                </a:ext>
              </a:extLst>
            </p:cNvPr>
            <p:cNvSpPr>
              <a:spLocks noChangeShapeType="1"/>
            </p:cNvSpPr>
            <p:nvPr/>
          </p:nvSpPr>
          <p:spPr bwMode="auto">
            <a:xfrm flipH="1" flipV="1">
              <a:off x="3786" y="2923"/>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6" name="Line 55">
              <a:extLst>
                <a:ext uri="{FF2B5EF4-FFF2-40B4-BE49-F238E27FC236}">
                  <a16:creationId xmlns:a16="http://schemas.microsoft.com/office/drawing/2014/main" id="{E0088D89-D531-B80A-7531-1B4B750CEDE9}"/>
                </a:ext>
              </a:extLst>
            </p:cNvPr>
            <p:cNvSpPr>
              <a:spLocks noChangeShapeType="1"/>
            </p:cNvSpPr>
            <p:nvPr/>
          </p:nvSpPr>
          <p:spPr bwMode="auto">
            <a:xfrm flipH="1" flipV="1">
              <a:off x="4242" y="2617"/>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17" name="Line 56">
              <a:extLst>
                <a:ext uri="{FF2B5EF4-FFF2-40B4-BE49-F238E27FC236}">
                  <a16:creationId xmlns:a16="http://schemas.microsoft.com/office/drawing/2014/main" id="{9B99F1BC-2B6F-A0E3-E15C-77F8ABD9BFEE}"/>
                </a:ext>
              </a:extLst>
            </p:cNvPr>
            <p:cNvSpPr>
              <a:spLocks noChangeShapeType="1"/>
            </p:cNvSpPr>
            <p:nvPr/>
          </p:nvSpPr>
          <p:spPr bwMode="auto">
            <a:xfrm flipH="1" flipV="1">
              <a:off x="4270" y="2570"/>
              <a:ext cx="27" cy="143"/>
            </a:xfrm>
            <a:prstGeom prst="line">
              <a:avLst/>
            </a:prstGeom>
            <a:noFill/>
            <a:ln w="28575">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122" name="Freeform 57">
            <a:extLst>
              <a:ext uri="{FF2B5EF4-FFF2-40B4-BE49-F238E27FC236}">
                <a16:creationId xmlns:a16="http://schemas.microsoft.com/office/drawing/2014/main" id="{897E2B24-39E1-52B5-73C1-6CDC6D073F35}"/>
              </a:ext>
            </a:extLst>
          </p:cNvPr>
          <p:cNvSpPr>
            <a:spLocks/>
          </p:cNvSpPr>
          <p:nvPr/>
        </p:nvSpPr>
        <p:spPr bwMode="auto">
          <a:xfrm>
            <a:off x="4819650" y="1868487"/>
            <a:ext cx="5337175" cy="4257675"/>
          </a:xfrm>
          <a:custGeom>
            <a:avLst/>
            <a:gdLst>
              <a:gd name="T0" fmla="*/ 1438275 w 3362"/>
              <a:gd name="T1" fmla="*/ 1743075 h 2682"/>
              <a:gd name="T2" fmla="*/ 0 w 3362"/>
              <a:gd name="T3" fmla="*/ 3162300 h 2682"/>
              <a:gd name="T4" fmla="*/ 2162175 w 3362"/>
              <a:gd name="T5" fmla="*/ 4257675 h 2682"/>
              <a:gd name="T6" fmla="*/ 5337175 w 3362"/>
              <a:gd name="T7" fmla="*/ 1069975 h 2682"/>
              <a:gd name="T8" fmla="*/ 3219450 w 3362"/>
              <a:gd name="T9" fmla="*/ 0 h 2682"/>
              <a:gd name="T10" fmla="*/ 2895600 w 3362"/>
              <a:gd name="T11" fmla="*/ 304800 h 2682"/>
              <a:gd name="T12" fmla="*/ 0 60000 65536"/>
              <a:gd name="T13" fmla="*/ 0 60000 65536"/>
              <a:gd name="T14" fmla="*/ 0 60000 65536"/>
              <a:gd name="T15" fmla="*/ 0 60000 65536"/>
              <a:gd name="T16" fmla="*/ 0 60000 65536"/>
              <a:gd name="T17" fmla="*/ 0 60000 65536"/>
              <a:gd name="T18" fmla="*/ 0 w 3362"/>
              <a:gd name="T19" fmla="*/ 0 h 2682"/>
              <a:gd name="T20" fmla="*/ 3362 w 3362"/>
              <a:gd name="T21" fmla="*/ 2682 h 2682"/>
            </a:gdLst>
            <a:ahLst/>
            <a:cxnLst>
              <a:cxn ang="T12">
                <a:pos x="T0" y="T1"/>
              </a:cxn>
              <a:cxn ang="T13">
                <a:pos x="T2" y="T3"/>
              </a:cxn>
              <a:cxn ang="T14">
                <a:pos x="T4" y="T5"/>
              </a:cxn>
              <a:cxn ang="T15">
                <a:pos x="T6" y="T7"/>
              </a:cxn>
              <a:cxn ang="T16">
                <a:pos x="T8" y="T9"/>
              </a:cxn>
              <a:cxn ang="T17">
                <a:pos x="T10" y="T11"/>
              </a:cxn>
            </a:cxnLst>
            <a:rect l="T18" t="T19" r="T20" b="T21"/>
            <a:pathLst>
              <a:path w="3362" h="2682">
                <a:moveTo>
                  <a:pt x="906" y="1098"/>
                </a:moveTo>
                <a:lnTo>
                  <a:pt x="0" y="1992"/>
                </a:lnTo>
                <a:lnTo>
                  <a:pt x="1362" y="2682"/>
                </a:lnTo>
                <a:lnTo>
                  <a:pt x="3362" y="674"/>
                </a:lnTo>
                <a:lnTo>
                  <a:pt x="2028" y="0"/>
                </a:lnTo>
                <a:lnTo>
                  <a:pt x="1824" y="192"/>
                </a:lnTo>
              </a:path>
            </a:pathLst>
          </a:custGeom>
          <a:noFill/>
          <a:ln w="28575">
            <a:solidFill>
              <a:srgbClr val="33CCCC"/>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23" name="AutoShape 58">
            <a:extLst>
              <a:ext uri="{FF2B5EF4-FFF2-40B4-BE49-F238E27FC236}">
                <a16:creationId xmlns:a16="http://schemas.microsoft.com/office/drawing/2014/main" id="{A94700CB-4AE9-BE01-8336-FF3FFEC97996}"/>
              </a:ext>
            </a:extLst>
          </p:cNvPr>
          <p:cNvSpPr>
            <a:spLocks noChangeArrowheads="1"/>
          </p:cNvSpPr>
          <p:nvPr/>
        </p:nvSpPr>
        <p:spPr bwMode="auto">
          <a:xfrm>
            <a:off x="1470025" y="3252787"/>
            <a:ext cx="3240088" cy="1792288"/>
          </a:xfrm>
          <a:prstGeom prst="roundRect">
            <a:avLst>
              <a:gd name="adj" fmla="val 16667"/>
            </a:avLst>
          </a:prstGeom>
          <a:gradFill rotWithShape="1">
            <a:gsLst>
              <a:gs pos="0">
                <a:srgbClr val="BBE0E3"/>
              </a:gs>
              <a:gs pos="50000">
                <a:srgbClr val="BBE0E3">
                  <a:gamma/>
                  <a:tint val="0"/>
                  <a:invGamma/>
                </a:srgbClr>
              </a:gs>
              <a:gs pos="100000">
                <a:srgbClr val="BBE0E3"/>
              </a:gs>
            </a:gsLst>
            <a:lin ang="5400000" scaled="1"/>
          </a:gradFill>
          <a:ln w="9525">
            <a:solidFill>
              <a:srgbClr val="000000"/>
            </a:solidFill>
            <a:round/>
            <a:headEnd/>
            <a:tailEnd/>
          </a:ln>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pitchFamily="2" charset="-122"/>
            </a:endParaRPr>
          </a:p>
        </p:txBody>
      </p:sp>
      <p:sp>
        <p:nvSpPr>
          <p:cNvPr id="124" name="Rectangle 59">
            <a:extLst>
              <a:ext uri="{FF2B5EF4-FFF2-40B4-BE49-F238E27FC236}">
                <a16:creationId xmlns:a16="http://schemas.microsoft.com/office/drawing/2014/main" id="{DBA0AAFD-CF66-CA05-AF1F-0062C5E0103F}"/>
              </a:ext>
            </a:extLst>
          </p:cNvPr>
          <p:cNvSpPr txBox="1">
            <a:spLocks noChangeArrowheads="1"/>
          </p:cNvSpPr>
          <p:nvPr/>
        </p:nvSpPr>
        <p:spPr bwMode="auto">
          <a:xfrm>
            <a:off x="1657350" y="0"/>
            <a:ext cx="4205288" cy="67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endParaRPr lang="zh-CN" altLang="en-US" sz="2800" b="1" kern="0" dirty="0">
              <a:latin typeface="Times New Roman" pitchFamily="18" charset="0"/>
            </a:endParaRPr>
          </a:p>
        </p:txBody>
      </p:sp>
      <p:sp>
        <p:nvSpPr>
          <p:cNvPr id="125" name="Rectangle 60">
            <a:extLst>
              <a:ext uri="{FF2B5EF4-FFF2-40B4-BE49-F238E27FC236}">
                <a16:creationId xmlns:a16="http://schemas.microsoft.com/office/drawing/2014/main" id="{A9C33933-B5E2-E9E5-87E7-D8CF432CBD3D}"/>
              </a:ext>
            </a:extLst>
          </p:cNvPr>
          <p:cNvSpPr>
            <a:spLocks noChangeArrowheads="1"/>
          </p:cNvSpPr>
          <p:nvPr/>
        </p:nvSpPr>
        <p:spPr bwMode="auto">
          <a:xfrm>
            <a:off x="1362075" y="536575"/>
            <a:ext cx="8128000" cy="457200"/>
          </a:xfrm>
          <a:prstGeom prst="rect">
            <a:avLst/>
          </a:prstGeom>
          <a:noFill/>
          <a:ln w="9525">
            <a:noFill/>
            <a:miter lim="800000"/>
            <a:headEnd/>
            <a:tailEnd/>
          </a:ln>
        </p:spPr>
        <p:txBody>
          <a:bodyPr anchor="ctr">
            <a:spAutoFit/>
          </a:bodyPr>
          <a:lstStyle/>
          <a:p>
            <a:pPr indent="266700" fontAlgn="base">
              <a:spcBef>
                <a:spcPct val="0"/>
              </a:spcBef>
              <a:spcAft>
                <a:spcPct val="0"/>
              </a:spcAft>
            </a:pPr>
            <a:r>
              <a:rPr lang="en-US" altLang="zh-CN" sz="2400" b="1">
                <a:solidFill>
                  <a:srgbClr val="000000"/>
                </a:solidFill>
                <a:latin typeface="Times New Roman" pitchFamily="18" charset="0"/>
                <a:ea typeface="宋体" charset="-122"/>
              </a:rPr>
              <a:t>   </a:t>
            </a:r>
            <a:r>
              <a:rPr lang="zh-CN" altLang="en-US" sz="2400" b="1">
                <a:solidFill>
                  <a:srgbClr val="000000"/>
                </a:solidFill>
                <a:latin typeface="Times New Roman" pitchFamily="18" charset="0"/>
                <a:ea typeface="宋体" charset="-122"/>
              </a:rPr>
              <a:t>求圆柱面上的曲线时，通常采用取点的方法。</a:t>
            </a:r>
          </a:p>
        </p:txBody>
      </p:sp>
      <p:sp>
        <p:nvSpPr>
          <p:cNvPr id="126" name="Rectangle 61">
            <a:extLst>
              <a:ext uri="{FF2B5EF4-FFF2-40B4-BE49-F238E27FC236}">
                <a16:creationId xmlns:a16="http://schemas.microsoft.com/office/drawing/2014/main" id="{8BC433DA-00C1-0CE2-5F4C-31C00E718DF7}"/>
              </a:ext>
            </a:extLst>
          </p:cNvPr>
          <p:cNvSpPr>
            <a:spLocks noChangeArrowheads="1"/>
          </p:cNvSpPr>
          <p:nvPr/>
        </p:nvSpPr>
        <p:spPr bwMode="auto">
          <a:xfrm>
            <a:off x="3086100" y="1111250"/>
            <a:ext cx="1546225" cy="466725"/>
          </a:xfrm>
          <a:prstGeom prst="rect">
            <a:avLst/>
          </a:prstGeom>
          <a:gradFill rotWithShape="1">
            <a:gsLst>
              <a:gs pos="0">
                <a:srgbClr val="FFCCFF"/>
              </a:gs>
              <a:gs pos="50000">
                <a:srgbClr val="FFFFFF"/>
              </a:gs>
              <a:gs pos="100000">
                <a:srgbClr val="FFCCFF"/>
              </a:gs>
            </a:gsLst>
            <a:lin ang="5400000" scaled="1"/>
          </a:gradFill>
          <a:ln w="9525">
            <a:solidFill>
              <a:srgbClr val="009999"/>
            </a:solidFill>
            <a:miter lim="800000"/>
            <a:headEnd/>
            <a:tailEnd/>
          </a:ln>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求特殊点</a:t>
            </a:r>
          </a:p>
        </p:txBody>
      </p:sp>
      <p:sp>
        <p:nvSpPr>
          <p:cNvPr id="127" name="Rectangle 62">
            <a:extLst>
              <a:ext uri="{FF2B5EF4-FFF2-40B4-BE49-F238E27FC236}">
                <a16:creationId xmlns:a16="http://schemas.microsoft.com/office/drawing/2014/main" id="{0DE850DF-A70C-3603-4754-C6FBB000B768}"/>
              </a:ext>
            </a:extLst>
          </p:cNvPr>
          <p:cNvSpPr>
            <a:spLocks noChangeArrowheads="1"/>
          </p:cNvSpPr>
          <p:nvPr/>
        </p:nvSpPr>
        <p:spPr bwMode="auto">
          <a:xfrm>
            <a:off x="5334000" y="1111250"/>
            <a:ext cx="1517650" cy="466725"/>
          </a:xfrm>
          <a:prstGeom prst="rect">
            <a:avLst/>
          </a:prstGeom>
          <a:gradFill rotWithShape="1">
            <a:gsLst>
              <a:gs pos="0">
                <a:srgbClr val="FFCCFF"/>
              </a:gs>
              <a:gs pos="50000">
                <a:srgbClr val="FFFFFF"/>
              </a:gs>
              <a:gs pos="100000">
                <a:srgbClr val="FFCCFF"/>
              </a:gs>
            </a:gsLst>
            <a:lin ang="5400000" scaled="1"/>
          </a:gradFill>
          <a:ln w="9525" algn="ctr">
            <a:solidFill>
              <a:srgbClr val="009999"/>
            </a:solidFill>
            <a:miter lim="800000"/>
            <a:headEnd/>
            <a:tailEnd/>
          </a:ln>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求一般点</a:t>
            </a:r>
          </a:p>
        </p:txBody>
      </p:sp>
      <p:sp>
        <p:nvSpPr>
          <p:cNvPr id="128" name="Rectangle 63">
            <a:extLst>
              <a:ext uri="{FF2B5EF4-FFF2-40B4-BE49-F238E27FC236}">
                <a16:creationId xmlns:a16="http://schemas.microsoft.com/office/drawing/2014/main" id="{02C6F928-C6D1-AB96-976C-6BD26629008A}"/>
              </a:ext>
            </a:extLst>
          </p:cNvPr>
          <p:cNvSpPr>
            <a:spLocks noChangeArrowheads="1"/>
          </p:cNvSpPr>
          <p:nvPr/>
        </p:nvSpPr>
        <p:spPr bwMode="auto">
          <a:xfrm>
            <a:off x="7524750" y="1111250"/>
            <a:ext cx="1487488" cy="466725"/>
          </a:xfrm>
          <a:prstGeom prst="rect">
            <a:avLst/>
          </a:prstGeom>
          <a:gradFill rotWithShape="1">
            <a:gsLst>
              <a:gs pos="0">
                <a:srgbClr val="FFCCFF"/>
              </a:gs>
              <a:gs pos="50000">
                <a:srgbClr val="FFFFFF"/>
              </a:gs>
              <a:gs pos="100000">
                <a:srgbClr val="FFCCFF"/>
              </a:gs>
            </a:gsLst>
            <a:lin ang="5400000" scaled="1"/>
          </a:gradFill>
          <a:ln w="9525" algn="ctr">
            <a:solidFill>
              <a:srgbClr val="009999"/>
            </a:solidFill>
            <a:miter lim="800000"/>
            <a:headEnd/>
            <a:tailEnd/>
          </a:ln>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顺序连接</a:t>
            </a:r>
          </a:p>
        </p:txBody>
      </p:sp>
      <p:sp>
        <p:nvSpPr>
          <p:cNvPr id="129" name="AutoShape 64">
            <a:extLst>
              <a:ext uri="{FF2B5EF4-FFF2-40B4-BE49-F238E27FC236}">
                <a16:creationId xmlns:a16="http://schemas.microsoft.com/office/drawing/2014/main" id="{0D212164-CA07-65A0-B589-EA17BF80EBC2}"/>
              </a:ext>
            </a:extLst>
          </p:cNvPr>
          <p:cNvSpPr>
            <a:spLocks noChangeArrowheads="1"/>
          </p:cNvSpPr>
          <p:nvPr/>
        </p:nvSpPr>
        <p:spPr bwMode="auto">
          <a:xfrm>
            <a:off x="4689475" y="1122362"/>
            <a:ext cx="542925" cy="457200"/>
          </a:xfrm>
          <a:prstGeom prst="rightArrow">
            <a:avLst>
              <a:gd name="adj1" fmla="val 50000"/>
              <a:gd name="adj2" fmla="val 41667"/>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0" name="AutoShape 65">
            <a:extLst>
              <a:ext uri="{FF2B5EF4-FFF2-40B4-BE49-F238E27FC236}">
                <a16:creationId xmlns:a16="http://schemas.microsoft.com/office/drawing/2014/main" id="{0F52C605-CD8C-A14E-B807-554D6C7331EF}"/>
              </a:ext>
            </a:extLst>
          </p:cNvPr>
          <p:cNvSpPr>
            <a:spLocks noChangeArrowheads="1"/>
          </p:cNvSpPr>
          <p:nvPr/>
        </p:nvSpPr>
        <p:spPr bwMode="auto">
          <a:xfrm>
            <a:off x="6894513" y="1128712"/>
            <a:ext cx="542925" cy="457200"/>
          </a:xfrm>
          <a:prstGeom prst="rightArrow">
            <a:avLst>
              <a:gd name="adj1" fmla="val 50000"/>
              <a:gd name="adj2" fmla="val 41667"/>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1" name="AutoShape 66">
            <a:extLst>
              <a:ext uri="{FF2B5EF4-FFF2-40B4-BE49-F238E27FC236}">
                <a16:creationId xmlns:a16="http://schemas.microsoft.com/office/drawing/2014/main" id="{F45A8B65-5F76-5DBD-54C1-C00AC0A107C9}"/>
              </a:ext>
            </a:extLst>
          </p:cNvPr>
          <p:cNvSpPr>
            <a:spLocks noChangeArrowheads="1"/>
          </p:cNvSpPr>
          <p:nvPr/>
        </p:nvSpPr>
        <p:spPr bwMode="auto">
          <a:xfrm rot="5850375">
            <a:off x="2558257" y="2135980"/>
            <a:ext cx="1479550" cy="538163"/>
          </a:xfrm>
          <a:prstGeom prst="notchedRightArrow">
            <a:avLst>
              <a:gd name="adj1" fmla="val 54880"/>
              <a:gd name="adj2" fmla="val 70946"/>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32" name="Text Box 67">
            <a:extLst>
              <a:ext uri="{FF2B5EF4-FFF2-40B4-BE49-F238E27FC236}">
                <a16:creationId xmlns:a16="http://schemas.microsoft.com/office/drawing/2014/main" id="{3E2FBC84-8C1B-6DFD-0F51-35DF9A9AB4EA}"/>
              </a:ext>
            </a:extLst>
          </p:cNvPr>
          <p:cNvSpPr txBox="1">
            <a:spLocks noChangeArrowheads="1"/>
          </p:cNvSpPr>
          <p:nvPr/>
        </p:nvSpPr>
        <p:spPr bwMode="auto">
          <a:xfrm>
            <a:off x="2036763" y="1111250"/>
            <a:ext cx="1125537" cy="457200"/>
          </a:xfrm>
          <a:prstGeom prst="rect">
            <a:avLst/>
          </a:prstGeom>
          <a:noFill/>
          <a:ln w="9525">
            <a:noFill/>
            <a:miter lim="800000"/>
            <a:headEnd/>
            <a:tailEnd/>
          </a:ln>
        </p:spPr>
        <p:txBody>
          <a:bodyPr>
            <a:spAutoFit/>
          </a:bodyPr>
          <a:lstStyle/>
          <a:p>
            <a:pPr fontAlgn="base">
              <a:spcBef>
                <a:spcPct val="50000"/>
              </a:spcBef>
              <a:spcAft>
                <a:spcPct val="0"/>
              </a:spcAft>
            </a:pPr>
            <a:r>
              <a:rPr lang="zh-CN" altLang="en-US" sz="2400" b="1">
                <a:solidFill>
                  <a:srgbClr val="000000"/>
                </a:solidFill>
                <a:latin typeface="Times New Roman" pitchFamily="18" charset="0"/>
                <a:ea typeface="宋体" charset="-122"/>
              </a:rPr>
              <a:t>步骤：</a:t>
            </a:r>
          </a:p>
        </p:txBody>
      </p:sp>
      <p:sp>
        <p:nvSpPr>
          <p:cNvPr id="133" name="Rectangle 68">
            <a:extLst>
              <a:ext uri="{FF2B5EF4-FFF2-40B4-BE49-F238E27FC236}">
                <a16:creationId xmlns:a16="http://schemas.microsoft.com/office/drawing/2014/main" id="{8915212C-29FA-728D-7789-8AB9C49F8512}"/>
              </a:ext>
            </a:extLst>
          </p:cNvPr>
          <p:cNvSpPr>
            <a:spLocks noChangeArrowheads="1"/>
          </p:cNvSpPr>
          <p:nvPr/>
        </p:nvSpPr>
        <p:spPr bwMode="auto">
          <a:xfrm>
            <a:off x="1444625" y="3381375"/>
            <a:ext cx="3248025" cy="457200"/>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2400" b="1">
                <a:solidFill>
                  <a:srgbClr val="000000"/>
                </a:solidFill>
                <a:latin typeface="Times New Roman" pitchFamily="18" charset="0"/>
                <a:ea typeface="宋体" charset="-122"/>
              </a:rPr>
              <a:t>回转体</a:t>
            </a:r>
            <a:r>
              <a:rPr lang="zh-CN" altLang="en-US" sz="2400" b="1">
                <a:solidFill>
                  <a:srgbClr val="0033CC"/>
                </a:solidFill>
                <a:latin typeface="RomanD" pitchFamily="2" charset="0"/>
                <a:ea typeface="宋体" charset="-122"/>
              </a:rPr>
              <a:t>界限素线</a:t>
            </a:r>
            <a:r>
              <a:rPr lang="zh-CN" altLang="en-US" sz="2400" b="1">
                <a:solidFill>
                  <a:srgbClr val="000000"/>
                </a:solidFill>
                <a:latin typeface="Times New Roman" pitchFamily="18" charset="0"/>
                <a:ea typeface="宋体" charset="-122"/>
              </a:rPr>
              <a:t>上的点</a:t>
            </a:r>
          </a:p>
        </p:txBody>
      </p:sp>
      <p:sp>
        <p:nvSpPr>
          <p:cNvPr id="134" name="Rectangle 69">
            <a:extLst>
              <a:ext uri="{FF2B5EF4-FFF2-40B4-BE49-F238E27FC236}">
                <a16:creationId xmlns:a16="http://schemas.microsoft.com/office/drawing/2014/main" id="{A759D614-38E3-05AF-424C-24FAC6D2A6D3}"/>
              </a:ext>
            </a:extLst>
          </p:cNvPr>
          <p:cNvSpPr>
            <a:spLocks noChangeArrowheads="1"/>
          </p:cNvSpPr>
          <p:nvPr/>
        </p:nvSpPr>
        <p:spPr bwMode="auto">
          <a:xfrm>
            <a:off x="1470025" y="4046537"/>
            <a:ext cx="3248025" cy="457200"/>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2400" b="1">
                <a:solidFill>
                  <a:srgbClr val="000000"/>
                </a:solidFill>
                <a:latin typeface="Times New Roman" pitchFamily="18" charset="0"/>
                <a:ea typeface="宋体" charset="-122"/>
              </a:rPr>
              <a:t>其它对作图有意义的点</a:t>
            </a:r>
          </a:p>
        </p:txBody>
      </p:sp>
      <p:sp>
        <p:nvSpPr>
          <p:cNvPr id="135" name="Rectangle 70">
            <a:extLst>
              <a:ext uri="{FF2B5EF4-FFF2-40B4-BE49-F238E27FC236}">
                <a16:creationId xmlns:a16="http://schemas.microsoft.com/office/drawing/2014/main" id="{E34E481E-28B3-A2FF-2FBB-3B4247292018}"/>
              </a:ext>
            </a:extLst>
          </p:cNvPr>
          <p:cNvSpPr>
            <a:spLocks noChangeArrowheads="1"/>
          </p:cNvSpPr>
          <p:nvPr/>
        </p:nvSpPr>
        <p:spPr bwMode="auto">
          <a:xfrm>
            <a:off x="1316038" y="4460875"/>
            <a:ext cx="3554412" cy="457200"/>
          </a:xfrm>
          <a:prstGeom prst="rect">
            <a:avLst/>
          </a:prstGeom>
          <a:noFill/>
          <a:ln w="9525">
            <a:noFill/>
            <a:miter lim="800000"/>
            <a:headEnd/>
            <a:tailEnd/>
          </a:ln>
        </p:spPr>
        <p:txBody>
          <a:bodyPr wrap="none">
            <a:spAutoFit/>
          </a:bodyPr>
          <a:lstStyle/>
          <a:p>
            <a:pPr fontAlgn="base">
              <a:spcBef>
                <a:spcPct val="0"/>
              </a:spcBef>
              <a:spcAft>
                <a:spcPct val="0"/>
              </a:spcAft>
            </a:pPr>
            <a:r>
              <a:rPr lang="zh-CN" altLang="en-US" sz="2400" b="1">
                <a:solidFill>
                  <a:srgbClr val="000000"/>
                </a:solidFill>
                <a:latin typeface="Times New Roman" pitchFamily="18" charset="0"/>
                <a:ea typeface="宋体" charset="-122"/>
              </a:rPr>
              <a:t>（如椭圆长短轴的端点）</a:t>
            </a:r>
          </a:p>
        </p:txBody>
      </p:sp>
      <p:grpSp>
        <p:nvGrpSpPr>
          <p:cNvPr id="136" name="Group 71">
            <a:extLst>
              <a:ext uri="{FF2B5EF4-FFF2-40B4-BE49-F238E27FC236}">
                <a16:creationId xmlns:a16="http://schemas.microsoft.com/office/drawing/2014/main" id="{9AABE3FE-6071-A999-1BC9-A7F15DFE81E2}"/>
              </a:ext>
            </a:extLst>
          </p:cNvPr>
          <p:cNvGrpSpPr>
            <a:grpSpLocks/>
          </p:cNvGrpSpPr>
          <p:nvPr/>
        </p:nvGrpSpPr>
        <p:grpSpPr bwMode="auto">
          <a:xfrm>
            <a:off x="4692650" y="5357812"/>
            <a:ext cx="1006475" cy="457200"/>
            <a:chOff x="2357" y="3485"/>
            <a:chExt cx="634" cy="288"/>
          </a:xfrm>
        </p:grpSpPr>
        <p:sp>
          <p:nvSpPr>
            <p:cNvPr id="137" name="AutoShape 72">
              <a:extLst>
                <a:ext uri="{FF2B5EF4-FFF2-40B4-BE49-F238E27FC236}">
                  <a16:creationId xmlns:a16="http://schemas.microsoft.com/office/drawing/2014/main" id="{257DF0BF-01C5-0583-72AB-DB4384E4547B}"/>
                </a:ext>
              </a:extLst>
            </p:cNvPr>
            <p:cNvSpPr>
              <a:spLocks noChangeArrowheads="1"/>
            </p:cNvSpPr>
            <p:nvPr/>
          </p:nvSpPr>
          <p:spPr bwMode="auto">
            <a:xfrm>
              <a:off x="2357" y="3527"/>
              <a:ext cx="518" cy="224"/>
            </a:xfrm>
            <a:prstGeom prst="wedgeRectCallout">
              <a:avLst>
                <a:gd name="adj1" fmla="val 167181"/>
                <a:gd name="adj2" fmla="val -147769"/>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138" name="Rectangle 73">
              <a:extLst>
                <a:ext uri="{FF2B5EF4-FFF2-40B4-BE49-F238E27FC236}">
                  <a16:creationId xmlns:a16="http://schemas.microsoft.com/office/drawing/2014/main" id="{ADD04350-6931-CF7F-D6A5-B7623B419552}"/>
                </a:ext>
              </a:extLst>
            </p:cNvPr>
            <p:cNvSpPr>
              <a:spLocks noChangeArrowheads="1"/>
            </p:cNvSpPr>
            <p:nvPr/>
          </p:nvSpPr>
          <p:spPr bwMode="auto">
            <a:xfrm>
              <a:off x="2370" y="348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最左</a:t>
              </a:r>
            </a:p>
          </p:txBody>
        </p:sp>
      </p:grpSp>
      <p:grpSp>
        <p:nvGrpSpPr>
          <p:cNvPr id="139" name="Group 74">
            <a:extLst>
              <a:ext uri="{FF2B5EF4-FFF2-40B4-BE49-F238E27FC236}">
                <a16:creationId xmlns:a16="http://schemas.microsoft.com/office/drawing/2014/main" id="{BBF32338-9D13-222B-DD6D-2872D72A86ED}"/>
              </a:ext>
            </a:extLst>
          </p:cNvPr>
          <p:cNvGrpSpPr>
            <a:grpSpLocks/>
          </p:cNvGrpSpPr>
          <p:nvPr/>
        </p:nvGrpSpPr>
        <p:grpSpPr bwMode="auto">
          <a:xfrm>
            <a:off x="9021763" y="1536700"/>
            <a:ext cx="1001712" cy="457200"/>
            <a:chOff x="5084" y="1078"/>
            <a:chExt cx="631" cy="288"/>
          </a:xfrm>
        </p:grpSpPr>
        <p:sp>
          <p:nvSpPr>
            <p:cNvPr id="140" name="AutoShape 75">
              <a:extLst>
                <a:ext uri="{FF2B5EF4-FFF2-40B4-BE49-F238E27FC236}">
                  <a16:creationId xmlns:a16="http://schemas.microsoft.com/office/drawing/2014/main" id="{3DC54E53-C983-9751-E75C-0A9516544C89}"/>
                </a:ext>
              </a:extLst>
            </p:cNvPr>
            <p:cNvSpPr>
              <a:spLocks noChangeArrowheads="1"/>
            </p:cNvSpPr>
            <p:nvPr/>
          </p:nvSpPr>
          <p:spPr bwMode="auto">
            <a:xfrm>
              <a:off x="5084" y="1142"/>
              <a:ext cx="518" cy="224"/>
            </a:xfrm>
            <a:prstGeom prst="wedgeRectCallout">
              <a:avLst>
                <a:gd name="adj1" fmla="val -102125"/>
                <a:gd name="adj2" fmla="val 326787"/>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141" name="Rectangle 76">
              <a:extLst>
                <a:ext uri="{FF2B5EF4-FFF2-40B4-BE49-F238E27FC236}">
                  <a16:creationId xmlns:a16="http://schemas.microsoft.com/office/drawing/2014/main" id="{30168F22-7FF3-2193-78EF-4C453E754C82}"/>
                </a:ext>
              </a:extLst>
            </p:cNvPr>
            <p:cNvSpPr>
              <a:spLocks noChangeArrowheads="1"/>
            </p:cNvSpPr>
            <p:nvPr/>
          </p:nvSpPr>
          <p:spPr bwMode="auto">
            <a:xfrm>
              <a:off x="5094" y="1078"/>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最右</a:t>
              </a:r>
            </a:p>
          </p:txBody>
        </p:sp>
      </p:grpSp>
      <p:sp>
        <p:nvSpPr>
          <p:cNvPr id="142" name="AutoShape 77">
            <a:extLst>
              <a:ext uri="{FF2B5EF4-FFF2-40B4-BE49-F238E27FC236}">
                <a16:creationId xmlns:a16="http://schemas.microsoft.com/office/drawing/2014/main" id="{3AD6263D-61C5-99A5-17ED-7A3B6386A1B7}"/>
              </a:ext>
            </a:extLst>
          </p:cNvPr>
          <p:cNvSpPr>
            <a:spLocks noChangeArrowheads="1"/>
          </p:cNvSpPr>
          <p:nvPr/>
        </p:nvSpPr>
        <p:spPr bwMode="auto">
          <a:xfrm rot="20434747">
            <a:off x="3732213" y="1771650"/>
            <a:ext cx="900112" cy="1574800"/>
          </a:xfrm>
          <a:prstGeom prst="curvedRightArrow">
            <a:avLst>
              <a:gd name="adj1" fmla="val 27790"/>
              <a:gd name="adj2" fmla="val 62782"/>
              <a:gd name="adj3" fmla="val 33333"/>
            </a:avLst>
          </a:pr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3" name="Line 78">
            <a:extLst>
              <a:ext uri="{FF2B5EF4-FFF2-40B4-BE49-F238E27FC236}">
                <a16:creationId xmlns:a16="http://schemas.microsoft.com/office/drawing/2014/main" id="{D6B91DDA-70C0-9B17-49C4-8F9C12D80769}"/>
              </a:ext>
            </a:extLst>
          </p:cNvPr>
          <p:cNvSpPr>
            <a:spLocks noChangeShapeType="1"/>
          </p:cNvSpPr>
          <p:nvPr/>
        </p:nvSpPr>
        <p:spPr bwMode="auto">
          <a:xfrm>
            <a:off x="6311900" y="350520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4" name="Line 79">
            <a:extLst>
              <a:ext uri="{FF2B5EF4-FFF2-40B4-BE49-F238E27FC236}">
                <a16:creationId xmlns:a16="http://schemas.microsoft.com/office/drawing/2014/main" id="{3904736A-94BC-40EE-A6B1-EC2E4C174291}"/>
              </a:ext>
            </a:extLst>
          </p:cNvPr>
          <p:cNvSpPr>
            <a:spLocks noChangeShapeType="1"/>
          </p:cNvSpPr>
          <p:nvPr/>
        </p:nvSpPr>
        <p:spPr bwMode="auto">
          <a:xfrm>
            <a:off x="6491288" y="332740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5" name="Line 80">
            <a:extLst>
              <a:ext uri="{FF2B5EF4-FFF2-40B4-BE49-F238E27FC236}">
                <a16:creationId xmlns:a16="http://schemas.microsoft.com/office/drawing/2014/main" id="{F075A916-7916-BE32-A6FB-396FAFF9F008}"/>
              </a:ext>
            </a:extLst>
          </p:cNvPr>
          <p:cNvSpPr>
            <a:spLocks noChangeShapeType="1"/>
          </p:cNvSpPr>
          <p:nvPr/>
        </p:nvSpPr>
        <p:spPr bwMode="auto">
          <a:xfrm>
            <a:off x="6638925" y="319405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6" name="Line 81">
            <a:extLst>
              <a:ext uri="{FF2B5EF4-FFF2-40B4-BE49-F238E27FC236}">
                <a16:creationId xmlns:a16="http://schemas.microsoft.com/office/drawing/2014/main" id="{505320F4-80DD-4BC7-C3CA-DCE0E463AAF9}"/>
              </a:ext>
            </a:extLst>
          </p:cNvPr>
          <p:cNvSpPr>
            <a:spLocks noChangeShapeType="1"/>
          </p:cNvSpPr>
          <p:nvPr/>
        </p:nvSpPr>
        <p:spPr bwMode="auto">
          <a:xfrm>
            <a:off x="6807200" y="3019425"/>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7" name="Line 82">
            <a:extLst>
              <a:ext uri="{FF2B5EF4-FFF2-40B4-BE49-F238E27FC236}">
                <a16:creationId xmlns:a16="http://schemas.microsoft.com/office/drawing/2014/main" id="{AA3D0843-23D5-68D1-0D9C-581FAFD708DA}"/>
              </a:ext>
            </a:extLst>
          </p:cNvPr>
          <p:cNvSpPr>
            <a:spLocks noChangeShapeType="1"/>
          </p:cNvSpPr>
          <p:nvPr/>
        </p:nvSpPr>
        <p:spPr bwMode="auto">
          <a:xfrm>
            <a:off x="6965950" y="2867025"/>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8" name="Line 83">
            <a:extLst>
              <a:ext uri="{FF2B5EF4-FFF2-40B4-BE49-F238E27FC236}">
                <a16:creationId xmlns:a16="http://schemas.microsoft.com/office/drawing/2014/main" id="{E7E59AD9-7452-C2C2-CEA1-1BC22F14AE49}"/>
              </a:ext>
            </a:extLst>
          </p:cNvPr>
          <p:cNvSpPr>
            <a:spLocks noChangeShapeType="1"/>
          </p:cNvSpPr>
          <p:nvPr/>
        </p:nvSpPr>
        <p:spPr bwMode="auto">
          <a:xfrm>
            <a:off x="7126288" y="2733675"/>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9" name="Line 84">
            <a:extLst>
              <a:ext uri="{FF2B5EF4-FFF2-40B4-BE49-F238E27FC236}">
                <a16:creationId xmlns:a16="http://schemas.microsoft.com/office/drawing/2014/main" id="{40BBF7FF-497A-713A-D83E-B786A1A41573}"/>
              </a:ext>
            </a:extLst>
          </p:cNvPr>
          <p:cNvSpPr>
            <a:spLocks noChangeShapeType="1"/>
          </p:cNvSpPr>
          <p:nvPr/>
        </p:nvSpPr>
        <p:spPr bwMode="auto">
          <a:xfrm>
            <a:off x="7278688" y="2538412"/>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0" name="Line 85">
            <a:extLst>
              <a:ext uri="{FF2B5EF4-FFF2-40B4-BE49-F238E27FC236}">
                <a16:creationId xmlns:a16="http://schemas.microsoft.com/office/drawing/2014/main" id="{4958D579-12B5-961C-79B1-2ACBBD8DE675}"/>
              </a:ext>
            </a:extLst>
          </p:cNvPr>
          <p:cNvSpPr>
            <a:spLocks noChangeShapeType="1"/>
          </p:cNvSpPr>
          <p:nvPr/>
        </p:nvSpPr>
        <p:spPr bwMode="auto">
          <a:xfrm>
            <a:off x="7437438" y="2386012"/>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1" name="Line 86">
            <a:extLst>
              <a:ext uri="{FF2B5EF4-FFF2-40B4-BE49-F238E27FC236}">
                <a16:creationId xmlns:a16="http://schemas.microsoft.com/office/drawing/2014/main" id="{6AD9A44A-60A3-6EA5-7E08-8F1233848000}"/>
              </a:ext>
            </a:extLst>
          </p:cNvPr>
          <p:cNvSpPr>
            <a:spLocks noChangeShapeType="1"/>
          </p:cNvSpPr>
          <p:nvPr/>
        </p:nvSpPr>
        <p:spPr bwMode="auto">
          <a:xfrm>
            <a:off x="7572375" y="2235200"/>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2" name="Line 87">
            <a:extLst>
              <a:ext uri="{FF2B5EF4-FFF2-40B4-BE49-F238E27FC236}">
                <a16:creationId xmlns:a16="http://schemas.microsoft.com/office/drawing/2014/main" id="{728A6D26-B219-3EA5-A11A-1D30BB7585A4}"/>
              </a:ext>
            </a:extLst>
          </p:cNvPr>
          <p:cNvSpPr>
            <a:spLocks noChangeShapeType="1"/>
          </p:cNvSpPr>
          <p:nvPr/>
        </p:nvSpPr>
        <p:spPr bwMode="auto">
          <a:xfrm>
            <a:off x="7707313" y="2192337"/>
            <a:ext cx="0" cy="152400"/>
          </a:xfrm>
          <a:prstGeom prst="line">
            <a:avLst/>
          </a:prstGeom>
          <a:noFill/>
          <a:ln w="3810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3" name="AutoShape 88">
            <a:extLst>
              <a:ext uri="{FF2B5EF4-FFF2-40B4-BE49-F238E27FC236}">
                <a16:creationId xmlns:a16="http://schemas.microsoft.com/office/drawing/2014/main" id="{F1471670-AF2F-65D8-CFD5-51D3D094EB6E}"/>
              </a:ext>
            </a:extLst>
          </p:cNvPr>
          <p:cNvSpPr>
            <a:spLocks noChangeArrowheads="1"/>
          </p:cNvSpPr>
          <p:nvPr/>
        </p:nvSpPr>
        <p:spPr bwMode="auto">
          <a:xfrm rot="12602191">
            <a:off x="8824913" y="5465762"/>
            <a:ext cx="1019175" cy="479425"/>
          </a:xfrm>
          <a:custGeom>
            <a:avLst/>
            <a:gdLst>
              <a:gd name="T0" fmla="*/ 36066573 w 21600"/>
              <a:gd name="T1" fmla="*/ 0 h 21600"/>
              <a:gd name="T2" fmla="*/ 0 w 21600"/>
              <a:gd name="T3" fmla="*/ 5320574 h 21600"/>
              <a:gd name="T4" fmla="*/ 36066573 w 21600"/>
              <a:gd name="T5" fmla="*/ 10641125 h 21600"/>
              <a:gd name="T6" fmla="*/ 48088776 w 21600"/>
              <a:gd name="T7" fmla="*/ 5320574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BBE0E3"/>
          </a:solidFill>
          <a:ln w="9525">
            <a:solidFill>
              <a:srgbClr val="00000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4" name="Arc 89">
            <a:extLst>
              <a:ext uri="{FF2B5EF4-FFF2-40B4-BE49-F238E27FC236}">
                <a16:creationId xmlns:a16="http://schemas.microsoft.com/office/drawing/2014/main" id="{2FC4EBF5-0BDA-C63A-E701-B13A3FE8BEB0}"/>
              </a:ext>
            </a:extLst>
          </p:cNvPr>
          <p:cNvSpPr>
            <a:spLocks/>
          </p:cNvSpPr>
          <p:nvPr/>
        </p:nvSpPr>
        <p:spPr bwMode="auto">
          <a:xfrm rot="3120000">
            <a:off x="7210425" y="2744788"/>
            <a:ext cx="998537" cy="3001962"/>
          </a:xfrm>
          <a:custGeom>
            <a:avLst/>
            <a:gdLst>
              <a:gd name="T0" fmla="*/ 13898305 w 28033"/>
              <a:gd name="T1" fmla="*/ 0 h 42722"/>
              <a:gd name="T2" fmla="*/ 0 w 28033"/>
              <a:gd name="T3" fmla="*/ 206101178 h 42722"/>
              <a:gd name="T4" fmla="*/ 8162122 w 28033"/>
              <a:gd name="T5" fmla="*/ 104289894 h 42722"/>
              <a:gd name="T6" fmla="*/ 0 60000 65536"/>
              <a:gd name="T7" fmla="*/ 0 60000 65536"/>
              <a:gd name="T8" fmla="*/ 0 60000 65536"/>
              <a:gd name="T9" fmla="*/ 0 w 28033"/>
              <a:gd name="T10" fmla="*/ 0 h 42722"/>
              <a:gd name="T11" fmla="*/ 28033 w 28033"/>
              <a:gd name="T12" fmla="*/ 42722 h 42722"/>
            </a:gdLst>
            <a:ahLst/>
            <a:cxnLst>
              <a:cxn ang="T6">
                <a:pos x="T0" y="T1"/>
              </a:cxn>
              <a:cxn ang="T7">
                <a:pos x="T2" y="T3"/>
              </a:cxn>
              <a:cxn ang="T8">
                <a:pos x="T4" y="T5"/>
              </a:cxn>
            </a:cxnLst>
            <a:rect l="T9" t="T10" r="T11" b="T12"/>
            <a:pathLst>
              <a:path w="28033" h="42722" fill="none" extrusionOk="0">
                <a:moveTo>
                  <a:pt x="10953" y="0"/>
                </a:moveTo>
                <a:cubicBezTo>
                  <a:pt x="20915" y="2132"/>
                  <a:pt x="28033" y="10934"/>
                  <a:pt x="28033" y="21122"/>
                </a:cubicBezTo>
                <a:cubicBezTo>
                  <a:pt x="28033" y="33051"/>
                  <a:pt x="18362" y="42722"/>
                  <a:pt x="6433" y="42722"/>
                </a:cubicBezTo>
                <a:cubicBezTo>
                  <a:pt x="4251" y="42722"/>
                  <a:pt x="2082" y="42391"/>
                  <a:pt x="0" y="41741"/>
                </a:cubicBezTo>
              </a:path>
              <a:path w="28033" h="42722" stroke="0" extrusionOk="0">
                <a:moveTo>
                  <a:pt x="10953" y="0"/>
                </a:moveTo>
                <a:cubicBezTo>
                  <a:pt x="20915" y="2132"/>
                  <a:pt x="28033" y="10934"/>
                  <a:pt x="28033" y="21122"/>
                </a:cubicBezTo>
                <a:cubicBezTo>
                  <a:pt x="28033" y="33051"/>
                  <a:pt x="18362" y="42722"/>
                  <a:pt x="6433" y="42722"/>
                </a:cubicBezTo>
                <a:cubicBezTo>
                  <a:pt x="4251" y="42722"/>
                  <a:pt x="2082" y="42391"/>
                  <a:pt x="0" y="41741"/>
                </a:cubicBezTo>
                <a:lnTo>
                  <a:pt x="6433" y="21122"/>
                </a:lnTo>
                <a:close/>
              </a:path>
            </a:pathLst>
          </a:custGeom>
          <a:noFill/>
          <a:ln w="28575">
            <a:solidFill>
              <a:srgbClr val="0000FF"/>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155" name="Group 90">
            <a:extLst>
              <a:ext uri="{FF2B5EF4-FFF2-40B4-BE49-F238E27FC236}">
                <a16:creationId xmlns:a16="http://schemas.microsoft.com/office/drawing/2014/main" id="{E0E53429-2412-C574-47F7-665A4D471471}"/>
              </a:ext>
            </a:extLst>
          </p:cNvPr>
          <p:cNvGrpSpPr>
            <a:grpSpLocks/>
          </p:cNvGrpSpPr>
          <p:nvPr/>
        </p:nvGrpSpPr>
        <p:grpSpPr bwMode="auto">
          <a:xfrm>
            <a:off x="6916738" y="2233612"/>
            <a:ext cx="1711325" cy="788988"/>
            <a:chOff x="2441" y="2825"/>
            <a:chExt cx="1078" cy="497"/>
          </a:xfrm>
        </p:grpSpPr>
        <p:sp>
          <p:nvSpPr>
            <p:cNvPr id="156" name="AutoShape 91">
              <a:extLst>
                <a:ext uri="{FF2B5EF4-FFF2-40B4-BE49-F238E27FC236}">
                  <a16:creationId xmlns:a16="http://schemas.microsoft.com/office/drawing/2014/main" id="{F7FB2E22-78CE-E45B-7B31-E8F5C2CE7618}"/>
                </a:ext>
              </a:extLst>
            </p:cNvPr>
            <p:cNvSpPr>
              <a:spLocks noChangeArrowheads="1"/>
            </p:cNvSpPr>
            <p:nvPr/>
          </p:nvSpPr>
          <p:spPr bwMode="auto">
            <a:xfrm>
              <a:off x="2441" y="2870"/>
              <a:ext cx="518" cy="226"/>
            </a:xfrm>
            <a:prstGeom prst="wedgeRectCallout">
              <a:avLst>
                <a:gd name="adj1" fmla="val 151736"/>
                <a:gd name="adj2" fmla="val 139824"/>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grpSp>
          <p:nvGrpSpPr>
            <p:cNvPr id="157" name="Group 92">
              <a:extLst>
                <a:ext uri="{FF2B5EF4-FFF2-40B4-BE49-F238E27FC236}">
                  <a16:creationId xmlns:a16="http://schemas.microsoft.com/office/drawing/2014/main" id="{0225B109-A582-66A6-C9F4-2E64FFC5C660}"/>
                </a:ext>
              </a:extLst>
            </p:cNvPr>
            <p:cNvGrpSpPr>
              <a:grpSpLocks/>
            </p:cNvGrpSpPr>
            <p:nvPr/>
          </p:nvGrpSpPr>
          <p:grpSpPr bwMode="auto">
            <a:xfrm>
              <a:off x="2457" y="2825"/>
              <a:ext cx="1062" cy="497"/>
              <a:chOff x="2457" y="2825"/>
              <a:chExt cx="1062" cy="497"/>
            </a:xfrm>
          </p:grpSpPr>
          <p:sp>
            <p:nvSpPr>
              <p:cNvPr id="158" name="Rectangle 93">
                <a:extLst>
                  <a:ext uri="{FF2B5EF4-FFF2-40B4-BE49-F238E27FC236}">
                    <a16:creationId xmlns:a16="http://schemas.microsoft.com/office/drawing/2014/main" id="{7B264194-67ED-A9F7-30B8-712EA96E8FC2}"/>
                  </a:ext>
                </a:extLst>
              </p:cNvPr>
              <p:cNvSpPr>
                <a:spLocks noChangeArrowheads="1"/>
              </p:cNvSpPr>
              <p:nvPr/>
            </p:nvSpPr>
            <p:spPr bwMode="auto">
              <a:xfrm>
                <a:off x="2457" y="282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最高</a:t>
                </a:r>
              </a:p>
            </p:txBody>
          </p:sp>
          <p:sp>
            <p:nvSpPr>
              <p:cNvPr id="159" name="Oval 94">
                <a:extLst>
                  <a:ext uri="{FF2B5EF4-FFF2-40B4-BE49-F238E27FC236}">
                    <a16:creationId xmlns:a16="http://schemas.microsoft.com/office/drawing/2014/main" id="{C169849A-ED47-B77F-C9CA-5ED751EF025F}"/>
                  </a:ext>
                </a:extLst>
              </p:cNvPr>
              <p:cNvSpPr>
                <a:spLocks noChangeArrowheads="1"/>
              </p:cNvSpPr>
              <p:nvPr/>
            </p:nvSpPr>
            <p:spPr bwMode="auto">
              <a:xfrm>
                <a:off x="3474" y="3277"/>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grpSp>
        <p:nvGrpSpPr>
          <p:cNvPr id="160" name="Group 95">
            <a:extLst>
              <a:ext uri="{FF2B5EF4-FFF2-40B4-BE49-F238E27FC236}">
                <a16:creationId xmlns:a16="http://schemas.microsoft.com/office/drawing/2014/main" id="{7C04F4B7-0EB2-F493-3C98-C0EE715D3059}"/>
              </a:ext>
            </a:extLst>
          </p:cNvPr>
          <p:cNvGrpSpPr>
            <a:grpSpLocks/>
          </p:cNvGrpSpPr>
          <p:nvPr/>
        </p:nvGrpSpPr>
        <p:grpSpPr bwMode="auto">
          <a:xfrm>
            <a:off x="4826000" y="4310062"/>
            <a:ext cx="1711325" cy="788988"/>
            <a:chOff x="2441" y="2825"/>
            <a:chExt cx="1078" cy="497"/>
          </a:xfrm>
        </p:grpSpPr>
        <p:sp>
          <p:nvSpPr>
            <p:cNvPr id="161" name="AutoShape 96">
              <a:extLst>
                <a:ext uri="{FF2B5EF4-FFF2-40B4-BE49-F238E27FC236}">
                  <a16:creationId xmlns:a16="http://schemas.microsoft.com/office/drawing/2014/main" id="{0C55990C-0E7B-3E74-A553-32C88C551A83}"/>
                </a:ext>
              </a:extLst>
            </p:cNvPr>
            <p:cNvSpPr>
              <a:spLocks noChangeArrowheads="1"/>
            </p:cNvSpPr>
            <p:nvPr/>
          </p:nvSpPr>
          <p:spPr bwMode="auto">
            <a:xfrm>
              <a:off x="2441" y="2870"/>
              <a:ext cx="518" cy="226"/>
            </a:xfrm>
            <a:prstGeom prst="wedgeRectCallout">
              <a:avLst>
                <a:gd name="adj1" fmla="val 151736"/>
                <a:gd name="adj2" fmla="val 139824"/>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grpSp>
          <p:nvGrpSpPr>
            <p:cNvPr id="162" name="Group 97">
              <a:extLst>
                <a:ext uri="{FF2B5EF4-FFF2-40B4-BE49-F238E27FC236}">
                  <a16:creationId xmlns:a16="http://schemas.microsoft.com/office/drawing/2014/main" id="{6ADD3604-B84C-7E16-B081-EF2C76652EC9}"/>
                </a:ext>
              </a:extLst>
            </p:cNvPr>
            <p:cNvGrpSpPr>
              <a:grpSpLocks/>
            </p:cNvGrpSpPr>
            <p:nvPr/>
          </p:nvGrpSpPr>
          <p:grpSpPr bwMode="auto">
            <a:xfrm>
              <a:off x="2457" y="2825"/>
              <a:ext cx="1062" cy="497"/>
              <a:chOff x="2457" y="2825"/>
              <a:chExt cx="1062" cy="497"/>
            </a:xfrm>
          </p:grpSpPr>
          <p:sp>
            <p:nvSpPr>
              <p:cNvPr id="163" name="Rectangle 98">
                <a:extLst>
                  <a:ext uri="{FF2B5EF4-FFF2-40B4-BE49-F238E27FC236}">
                    <a16:creationId xmlns:a16="http://schemas.microsoft.com/office/drawing/2014/main" id="{D871B7A9-4913-9CEF-CE28-3AB65CA93F64}"/>
                  </a:ext>
                </a:extLst>
              </p:cNvPr>
              <p:cNvSpPr>
                <a:spLocks noChangeArrowheads="1"/>
              </p:cNvSpPr>
              <p:nvPr/>
            </p:nvSpPr>
            <p:spPr bwMode="auto">
              <a:xfrm>
                <a:off x="2457" y="282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最低</a:t>
                </a:r>
              </a:p>
            </p:txBody>
          </p:sp>
          <p:sp>
            <p:nvSpPr>
              <p:cNvPr id="164" name="Oval 99">
                <a:extLst>
                  <a:ext uri="{FF2B5EF4-FFF2-40B4-BE49-F238E27FC236}">
                    <a16:creationId xmlns:a16="http://schemas.microsoft.com/office/drawing/2014/main" id="{3FB8E7BD-1DFA-32D4-46F4-737292756857}"/>
                  </a:ext>
                </a:extLst>
              </p:cNvPr>
              <p:cNvSpPr>
                <a:spLocks noChangeArrowheads="1"/>
              </p:cNvSpPr>
              <p:nvPr/>
            </p:nvSpPr>
            <p:spPr bwMode="auto">
              <a:xfrm>
                <a:off x="3474" y="3277"/>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grpSp>
        <p:nvGrpSpPr>
          <p:cNvPr id="165" name="Group 100">
            <a:extLst>
              <a:ext uri="{FF2B5EF4-FFF2-40B4-BE49-F238E27FC236}">
                <a16:creationId xmlns:a16="http://schemas.microsoft.com/office/drawing/2014/main" id="{BD50499E-B006-513F-6612-C84D2574E7A0}"/>
              </a:ext>
            </a:extLst>
          </p:cNvPr>
          <p:cNvGrpSpPr>
            <a:grpSpLocks/>
          </p:cNvGrpSpPr>
          <p:nvPr/>
        </p:nvGrpSpPr>
        <p:grpSpPr bwMode="auto">
          <a:xfrm>
            <a:off x="8286750" y="3409950"/>
            <a:ext cx="1711325" cy="1006475"/>
            <a:chOff x="4621" y="2258"/>
            <a:chExt cx="1078" cy="634"/>
          </a:xfrm>
        </p:grpSpPr>
        <p:sp>
          <p:nvSpPr>
            <p:cNvPr id="166" name="AutoShape 101">
              <a:extLst>
                <a:ext uri="{FF2B5EF4-FFF2-40B4-BE49-F238E27FC236}">
                  <a16:creationId xmlns:a16="http://schemas.microsoft.com/office/drawing/2014/main" id="{EC911988-DBAB-F3D8-08D2-EC94D34D52B2}"/>
                </a:ext>
              </a:extLst>
            </p:cNvPr>
            <p:cNvSpPr>
              <a:spLocks noChangeArrowheads="1"/>
            </p:cNvSpPr>
            <p:nvPr/>
          </p:nvSpPr>
          <p:spPr bwMode="auto">
            <a:xfrm>
              <a:off x="5091" y="2305"/>
              <a:ext cx="518" cy="224"/>
            </a:xfrm>
            <a:prstGeom prst="wedgeRectCallout">
              <a:avLst>
                <a:gd name="adj1" fmla="val -138032"/>
                <a:gd name="adj2" fmla="val 195537"/>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grpSp>
          <p:nvGrpSpPr>
            <p:cNvPr id="167" name="Group 102">
              <a:extLst>
                <a:ext uri="{FF2B5EF4-FFF2-40B4-BE49-F238E27FC236}">
                  <a16:creationId xmlns:a16="http://schemas.microsoft.com/office/drawing/2014/main" id="{985B46E7-4367-055A-F9C7-BE159855C088}"/>
                </a:ext>
              </a:extLst>
            </p:cNvPr>
            <p:cNvGrpSpPr>
              <a:grpSpLocks/>
            </p:cNvGrpSpPr>
            <p:nvPr/>
          </p:nvGrpSpPr>
          <p:grpSpPr bwMode="auto">
            <a:xfrm>
              <a:off x="4621" y="2258"/>
              <a:ext cx="1078" cy="634"/>
              <a:chOff x="4621" y="2258"/>
              <a:chExt cx="1078" cy="634"/>
            </a:xfrm>
          </p:grpSpPr>
          <p:sp>
            <p:nvSpPr>
              <p:cNvPr id="168" name="Rectangle 103">
                <a:extLst>
                  <a:ext uri="{FF2B5EF4-FFF2-40B4-BE49-F238E27FC236}">
                    <a16:creationId xmlns:a16="http://schemas.microsoft.com/office/drawing/2014/main" id="{CECF1EBB-452E-1BA7-D8AA-6E6F5068A95E}"/>
                  </a:ext>
                </a:extLst>
              </p:cNvPr>
              <p:cNvSpPr>
                <a:spLocks noChangeArrowheads="1"/>
              </p:cNvSpPr>
              <p:nvPr/>
            </p:nvSpPr>
            <p:spPr bwMode="auto">
              <a:xfrm>
                <a:off x="5078" y="2258"/>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最前</a:t>
                </a:r>
              </a:p>
            </p:txBody>
          </p:sp>
          <p:sp>
            <p:nvSpPr>
              <p:cNvPr id="169" name="Oval 104">
                <a:extLst>
                  <a:ext uri="{FF2B5EF4-FFF2-40B4-BE49-F238E27FC236}">
                    <a16:creationId xmlns:a16="http://schemas.microsoft.com/office/drawing/2014/main" id="{511136FA-5DDE-402F-552C-566CEC10A52D}"/>
                  </a:ext>
                </a:extLst>
              </p:cNvPr>
              <p:cNvSpPr>
                <a:spLocks noChangeArrowheads="1"/>
              </p:cNvSpPr>
              <p:nvPr/>
            </p:nvSpPr>
            <p:spPr bwMode="auto">
              <a:xfrm>
                <a:off x="4621" y="2847"/>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sp>
        <p:nvSpPr>
          <p:cNvPr id="170" name="Arc 105">
            <a:extLst>
              <a:ext uri="{FF2B5EF4-FFF2-40B4-BE49-F238E27FC236}">
                <a16:creationId xmlns:a16="http://schemas.microsoft.com/office/drawing/2014/main" id="{C131F6D3-2574-C908-DA51-2A1A62FB1497}"/>
              </a:ext>
            </a:extLst>
          </p:cNvPr>
          <p:cNvSpPr>
            <a:spLocks/>
          </p:cNvSpPr>
          <p:nvPr/>
        </p:nvSpPr>
        <p:spPr bwMode="auto">
          <a:xfrm>
            <a:off x="7135813" y="5370512"/>
            <a:ext cx="1689100" cy="566738"/>
          </a:xfrm>
          <a:custGeom>
            <a:avLst/>
            <a:gdLst>
              <a:gd name="T0" fmla="*/ 99911013 w 28556"/>
              <a:gd name="T1" fmla="*/ 709078 h 21600"/>
              <a:gd name="T2" fmla="*/ 0 w 28556"/>
              <a:gd name="T3" fmla="*/ 14072106 h 21600"/>
              <a:gd name="T4" fmla="*/ 24424933 w 28556"/>
              <a:gd name="T5" fmla="*/ 0 h 21600"/>
              <a:gd name="T6" fmla="*/ 0 60000 65536"/>
              <a:gd name="T7" fmla="*/ 0 60000 65536"/>
              <a:gd name="T8" fmla="*/ 0 60000 65536"/>
              <a:gd name="T9" fmla="*/ 0 w 28556"/>
              <a:gd name="T10" fmla="*/ 0 h 21600"/>
              <a:gd name="T11" fmla="*/ 28556 w 28556"/>
              <a:gd name="T12" fmla="*/ 21600 h 21600"/>
            </a:gdLst>
            <a:ahLst/>
            <a:cxnLst>
              <a:cxn ang="T6">
                <a:pos x="T0" y="T1"/>
              </a:cxn>
              <a:cxn ang="T7">
                <a:pos x="T2" y="T3"/>
              </a:cxn>
              <a:cxn ang="T8">
                <a:pos x="T4" y="T5"/>
              </a:cxn>
            </a:cxnLst>
            <a:rect l="T9" t="T10" r="T11" b="T12"/>
            <a:pathLst>
              <a:path w="28556" h="21600" fill="none" extrusionOk="0">
                <a:moveTo>
                  <a:pt x="28556" y="1030"/>
                </a:moveTo>
                <a:cubicBezTo>
                  <a:pt x="28006" y="12545"/>
                  <a:pt x="18509" y="21599"/>
                  <a:pt x="6981" y="21600"/>
                </a:cubicBezTo>
                <a:cubicBezTo>
                  <a:pt x="4606" y="21600"/>
                  <a:pt x="2247" y="21208"/>
                  <a:pt x="0" y="20440"/>
                </a:cubicBezTo>
              </a:path>
              <a:path w="28556" h="21600" stroke="0" extrusionOk="0">
                <a:moveTo>
                  <a:pt x="28556" y="1030"/>
                </a:moveTo>
                <a:cubicBezTo>
                  <a:pt x="28006" y="12545"/>
                  <a:pt x="18509" y="21599"/>
                  <a:pt x="6981" y="21600"/>
                </a:cubicBezTo>
                <a:cubicBezTo>
                  <a:pt x="4606" y="21600"/>
                  <a:pt x="2247" y="21208"/>
                  <a:pt x="0" y="20440"/>
                </a:cubicBezTo>
                <a:lnTo>
                  <a:pt x="6981" y="0"/>
                </a:lnTo>
                <a:close/>
              </a:path>
            </a:pathLst>
          </a:custGeom>
          <a:noFill/>
          <a:ln w="28575">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1" name="Line 106">
            <a:extLst>
              <a:ext uri="{FF2B5EF4-FFF2-40B4-BE49-F238E27FC236}">
                <a16:creationId xmlns:a16="http://schemas.microsoft.com/office/drawing/2014/main" id="{ABE0CA10-15C9-0FE2-9F51-2AABF98E31A1}"/>
              </a:ext>
            </a:extLst>
          </p:cNvPr>
          <p:cNvSpPr>
            <a:spLocks noChangeShapeType="1"/>
          </p:cNvSpPr>
          <p:nvPr/>
        </p:nvSpPr>
        <p:spPr bwMode="auto">
          <a:xfrm flipV="1">
            <a:off x="6257925" y="2754312"/>
            <a:ext cx="0" cy="1981200"/>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172" name="Group 107">
            <a:extLst>
              <a:ext uri="{FF2B5EF4-FFF2-40B4-BE49-F238E27FC236}">
                <a16:creationId xmlns:a16="http://schemas.microsoft.com/office/drawing/2014/main" id="{A9E2D9E4-B4C9-9D1D-68A4-B050FF951ADA}"/>
              </a:ext>
            </a:extLst>
          </p:cNvPr>
          <p:cNvGrpSpPr>
            <a:grpSpLocks/>
          </p:cNvGrpSpPr>
          <p:nvPr/>
        </p:nvGrpSpPr>
        <p:grpSpPr bwMode="auto">
          <a:xfrm>
            <a:off x="5237163" y="2706687"/>
            <a:ext cx="1660525" cy="923925"/>
            <a:chOff x="2700" y="1815"/>
            <a:chExt cx="1046" cy="582"/>
          </a:xfrm>
        </p:grpSpPr>
        <p:sp>
          <p:nvSpPr>
            <p:cNvPr id="173" name="AutoShape 108">
              <a:extLst>
                <a:ext uri="{FF2B5EF4-FFF2-40B4-BE49-F238E27FC236}">
                  <a16:creationId xmlns:a16="http://schemas.microsoft.com/office/drawing/2014/main" id="{D226A7FD-57B9-867C-6E8E-39E98B81311C}"/>
                </a:ext>
              </a:extLst>
            </p:cNvPr>
            <p:cNvSpPr>
              <a:spLocks noChangeArrowheads="1"/>
            </p:cNvSpPr>
            <p:nvPr/>
          </p:nvSpPr>
          <p:spPr bwMode="auto">
            <a:xfrm>
              <a:off x="2700" y="1857"/>
              <a:ext cx="518" cy="224"/>
            </a:xfrm>
            <a:prstGeom prst="wedgeRectCallout">
              <a:avLst>
                <a:gd name="adj1" fmla="val 142472"/>
                <a:gd name="adj2" fmla="val 178569"/>
              </a:avLst>
            </a:prstGeom>
            <a:solidFill>
              <a:srgbClr val="BBE0E3"/>
            </a:solidFill>
            <a:ln w="9525">
              <a:solidFill>
                <a:srgbClr val="000000"/>
              </a:solidFill>
              <a:miter lim="800000"/>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zh-CN" sz="2400" b="1"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174" name="Rectangle 109">
              <a:extLst>
                <a:ext uri="{FF2B5EF4-FFF2-40B4-BE49-F238E27FC236}">
                  <a16:creationId xmlns:a16="http://schemas.microsoft.com/office/drawing/2014/main" id="{3CF978AF-363B-F547-5B76-D49277A068B2}"/>
                </a:ext>
              </a:extLst>
            </p:cNvPr>
            <p:cNvSpPr>
              <a:spLocks noChangeArrowheads="1"/>
            </p:cNvSpPr>
            <p:nvPr/>
          </p:nvSpPr>
          <p:spPr bwMode="auto">
            <a:xfrm>
              <a:off x="2713" y="1815"/>
              <a:ext cx="621" cy="288"/>
            </a:xfrm>
            <a:prstGeom prst="rect">
              <a:avLst/>
            </a:prstGeom>
            <a:noFill/>
            <a:ln w="9525">
              <a:noFill/>
              <a:miter lim="800000"/>
              <a:headEnd/>
              <a:tailEnd/>
            </a:ln>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a:ln>
                    <a:noFill/>
                  </a:ln>
                  <a:solidFill>
                    <a:srgbClr val="000000"/>
                  </a:solidFill>
                  <a:effectLst/>
                  <a:uLnTx/>
                  <a:uFillTx/>
                  <a:latin typeface="Times New Roman" pitchFamily="18" charset="0"/>
                  <a:ea typeface="宋体" charset="-122"/>
                </a:rPr>
                <a:t>最后</a:t>
              </a:r>
            </a:p>
          </p:txBody>
        </p:sp>
        <p:sp>
          <p:nvSpPr>
            <p:cNvPr id="175" name="Oval 110">
              <a:extLst>
                <a:ext uri="{FF2B5EF4-FFF2-40B4-BE49-F238E27FC236}">
                  <a16:creationId xmlns:a16="http://schemas.microsoft.com/office/drawing/2014/main" id="{23554F00-3AE6-6A41-082E-5B7DB572CF22}"/>
                </a:ext>
              </a:extLst>
            </p:cNvPr>
            <p:cNvSpPr>
              <a:spLocks noChangeArrowheads="1"/>
            </p:cNvSpPr>
            <p:nvPr/>
          </p:nvSpPr>
          <p:spPr bwMode="auto">
            <a:xfrm>
              <a:off x="3701" y="2352"/>
              <a:ext cx="45" cy="45"/>
            </a:xfrm>
            <a:prstGeom prst="ellipse">
              <a:avLst/>
            </a:prstGeom>
            <a:solidFill>
              <a:srgbClr val="FF3300"/>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176" name="Line 111">
            <a:extLst>
              <a:ext uri="{FF2B5EF4-FFF2-40B4-BE49-F238E27FC236}">
                <a16:creationId xmlns:a16="http://schemas.microsoft.com/office/drawing/2014/main" id="{F1F41653-D9A6-C3CB-22DF-ED2F24F9AEA5}"/>
              </a:ext>
            </a:extLst>
          </p:cNvPr>
          <p:cNvSpPr>
            <a:spLocks noChangeShapeType="1"/>
          </p:cNvSpPr>
          <p:nvPr/>
        </p:nvSpPr>
        <p:spPr bwMode="auto">
          <a:xfrm flipV="1">
            <a:off x="8829675" y="4278312"/>
            <a:ext cx="0" cy="1114425"/>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7" name="Line 112">
            <a:extLst>
              <a:ext uri="{FF2B5EF4-FFF2-40B4-BE49-F238E27FC236}">
                <a16:creationId xmlns:a16="http://schemas.microsoft.com/office/drawing/2014/main" id="{8638507E-79FD-1B41-AA41-3A8B130BCBCA}"/>
              </a:ext>
            </a:extLst>
          </p:cNvPr>
          <p:cNvSpPr>
            <a:spLocks noChangeShapeType="1"/>
          </p:cNvSpPr>
          <p:nvPr/>
        </p:nvSpPr>
        <p:spPr bwMode="auto">
          <a:xfrm flipV="1">
            <a:off x="8826500" y="3633787"/>
            <a:ext cx="7938" cy="36513"/>
          </a:xfrm>
          <a:prstGeom prst="line">
            <a:avLst/>
          </a:prstGeom>
          <a:noFill/>
          <a:ln w="381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8" name="Line 113">
            <a:extLst>
              <a:ext uri="{FF2B5EF4-FFF2-40B4-BE49-F238E27FC236}">
                <a16:creationId xmlns:a16="http://schemas.microsoft.com/office/drawing/2014/main" id="{28578AC8-3CD3-8243-6756-03008163B72E}"/>
              </a:ext>
            </a:extLst>
          </p:cNvPr>
          <p:cNvSpPr>
            <a:spLocks noChangeShapeType="1"/>
          </p:cNvSpPr>
          <p:nvPr/>
        </p:nvSpPr>
        <p:spPr bwMode="auto">
          <a:xfrm flipV="1">
            <a:off x="8820150" y="3902075"/>
            <a:ext cx="7938" cy="36512"/>
          </a:xfrm>
          <a:prstGeom prst="line">
            <a:avLst/>
          </a:prstGeom>
          <a:noFill/>
          <a:ln w="381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9" name="Line 114">
            <a:extLst>
              <a:ext uri="{FF2B5EF4-FFF2-40B4-BE49-F238E27FC236}">
                <a16:creationId xmlns:a16="http://schemas.microsoft.com/office/drawing/2014/main" id="{7FF2E734-1B80-3FA7-AF95-42C286EFDEE4}"/>
              </a:ext>
            </a:extLst>
          </p:cNvPr>
          <p:cNvSpPr>
            <a:spLocks noChangeShapeType="1"/>
          </p:cNvSpPr>
          <p:nvPr/>
        </p:nvSpPr>
        <p:spPr bwMode="auto">
          <a:xfrm flipV="1">
            <a:off x="8821738" y="4205287"/>
            <a:ext cx="7937" cy="36513"/>
          </a:xfrm>
          <a:prstGeom prst="line">
            <a:avLst/>
          </a:prstGeom>
          <a:noFill/>
          <a:ln w="38100">
            <a:solidFill>
              <a:srgbClr val="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80" name="Line 115">
            <a:extLst>
              <a:ext uri="{FF2B5EF4-FFF2-40B4-BE49-F238E27FC236}">
                <a16:creationId xmlns:a16="http://schemas.microsoft.com/office/drawing/2014/main" id="{ED10E922-C673-202F-B3E1-2F1FE535249E}"/>
              </a:ext>
            </a:extLst>
          </p:cNvPr>
          <p:cNvSpPr>
            <a:spLocks noChangeShapeType="1"/>
          </p:cNvSpPr>
          <p:nvPr/>
        </p:nvSpPr>
        <p:spPr bwMode="auto">
          <a:xfrm flipV="1">
            <a:off x="8826500" y="2790825"/>
            <a:ext cx="4763" cy="504825"/>
          </a:xfrm>
          <a:prstGeom prst="line">
            <a:avLst/>
          </a:prstGeom>
          <a:noFill/>
          <a:ln w="28575">
            <a:solidFill>
              <a:srgbClr val="000000"/>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Tree>
    <p:extLst>
      <p:ext uri="{BB962C8B-B14F-4D97-AF65-F5344CB8AC3E}">
        <p14:creationId xmlns:p14="http://schemas.microsoft.com/office/powerpoint/2010/main" val="339395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left)">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wipe(left)">
                                      <p:cBhvr>
                                        <p:cTn id="12" dur="500"/>
                                        <p:tgtEl>
                                          <p:spTgt spid="13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6"/>
                                        </p:tgtEl>
                                        <p:attrNameLst>
                                          <p:attrName>style.visibility</p:attrName>
                                        </p:attrNameLst>
                                      </p:cBhvr>
                                      <p:to>
                                        <p:strVal val="visible"/>
                                      </p:to>
                                    </p:set>
                                    <p:animEffect transition="in" filter="wipe(left)">
                                      <p:cBhvr>
                                        <p:cTn id="16" dur="500"/>
                                        <p:tgtEl>
                                          <p:spTgt spid="126"/>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9"/>
                                        </p:tgtEl>
                                        <p:attrNameLst>
                                          <p:attrName>style.visibility</p:attrName>
                                        </p:attrNameLst>
                                      </p:cBhvr>
                                      <p:to>
                                        <p:strVal val="visible"/>
                                      </p:to>
                                    </p:set>
                                    <p:animEffect transition="in" filter="wipe(left)">
                                      <p:cBhvr>
                                        <p:cTn id="20" dur="500"/>
                                        <p:tgtEl>
                                          <p:spTgt spid="129"/>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27"/>
                                        </p:tgtEl>
                                        <p:attrNameLst>
                                          <p:attrName>style.visibility</p:attrName>
                                        </p:attrNameLst>
                                      </p:cBhvr>
                                      <p:to>
                                        <p:strVal val="visible"/>
                                      </p:to>
                                    </p:set>
                                    <p:animEffect transition="in" filter="wipe(left)">
                                      <p:cBhvr>
                                        <p:cTn id="24" dur="500"/>
                                        <p:tgtEl>
                                          <p:spTgt spid="127"/>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30"/>
                                        </p:tgtEl>
                                        <p:attrNameLst>
                                          <p:attrName>style.visibility</p:attrName>
                                        </p:attrNameLst>
                                      </p:cBhvr>
                                      <p:to>
                                        <p:strVal val="visible"/>
                                      </p:to>
                                    </p:set>
                                    <p:animEffect transition="in" filter="wipe(left)">
                                      <p:cBhvr>
                                        <p:cTn id="28" dur="500"/>
                                        <p:tgtEl>
                                          <p:spTgt spid="130"/>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128"/>
                                        </p:tgtEl>
                                        <p:attrNameLst>
                                          <p:attrName>style.visibility</p:attrName>
                                        </p:attrNameLst>
                                      </p:cBhvr>
                                      <p:to>
                                        <p:strVal val="visible"/>
                                      </p:to>
                                    </p:set>
                                    <p:animEffect transition="in" filter="wipe(left)">
                                      <p:cBhvr>
                                        <p:cTn id="32" dur="500"/>
                                        <p:tgtEl>
                                          <p:spTgt spid="1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42"/>
                                        </p:tgtEl>
                                        <p:attrNameLst>
                                          <p:attrName>style.visibility</p:attrName>
                                        </p:attrNameLst>
                                      </p:cBhvr>
                                      <p:to>
                                        <p:strVal val="visible"/>
                                      </p:to>
                                    </p:set>
                                    <p:animEffect transition="in" filter="wipe(up)">
                                      <p:cBhvr>
                                        <p:cTn id="37" dur="500"/>
                                        <p:tgtEl>
                                          <p:spTgt spid="142"/>
                                        </p:tgtEl>
                                      </p:cBhvr>
                                    </p:animEffect>
                                  </p:childTnLst>
                                </p:cTn>
                              </p:par>
                            </p:childTnLst>
                          </p:cTn>
                        </p:par>
                        <p:par>
                          <p:cTn id="38" fill="hold">
                            <p:stCondLst>
                              <p:cond delay="500"/>
                            </p:stCondLst>
                            <p:childTnLst>
                              <p:par>
                                <p:cTn id="39" presetID="22" presetClass="entr" presetSubtype="4" fill="hold" nodeType="afterEffect">
                                  <p:stCondLst>
                                    <p:cond delay="0"/>
                                  </p:stCondLst>
                                  <p:childTnLst>
                                    <p:set>
                                      <p:cBhvr>
                                        <p:cTn id="40" dur="1" fill="hold">
                                          <p:stCondLst>
                                            <p:cond delay="0"/>
                                          </p:stCondLst>
                                        </p:cTn>
                                        <p:tgtEl>
                                          <p:spTgt spid="155"/>
                                        </p:tgtEl>
                                        <p:attrNameLst>
                                          <p:attrName>style.visibility</p:attrName>
                                        </p:attrNameLst>
                                      </p:cBhvr>
                                      <p:to>
                                        <p:strVal val="visible"/>
                                      </p:to>
                                    </p:set>
                                    <p:animEffect transition="in" filter="wipe(down)">
                                      <p:cBhvr>
                                        <p:cTn id="41" dur="500"/>
                                        <p:tgtEl>
                                          <p:spTgt spid="155"/>
                                        </p:tgtEl>
                                      </p:cBhvr>
                                    </p:animEffect>
                                  </p:childTnLst>
                                </p:cTn>
                              </p:par>
                            </p:childTnLst>
                          </p:cTn>
                        </p:par>
                        <p:par>
                          <p:cTn id="42" fill="hold">
                            <p:stCondLst>
                              <p:cond delay="1000"/>
                            </p:stCondLst>
                            <p:childTnLst>
                              <p:par>
                                <p:cTn id="43" presetID="22" presetClass="entr" presetSubtype="4" fill="hold" nodeType="afterEffect">
                                  <p:stCondLst>
                                    <p:cond delay="0"/>
                                  </p:stCondLst>
                                  <p:childTnLst>
                                    <p:set>
                                      <p:cBhvr>
                                        <p:cTn id="44" dur="1" fill="hold">
                                          <p:stCondLst>
                                            <p:cond delay="0"/>
                                          </p:stCondLst>
                                        </p:cTn>
                                        <p:tgtEl>
                                          <p:spTgt spid="160"/>
                                        </p:tgtEl>
                                        <p:attrNameLst>
                                          <p:attrName>style.visibility</p:attrName>
                                        </p:attrNameLst>
                                      </p:cBhvr>
                                      <p:to>
                                        <p:strVal val="visible"/>
                                      </p:to>
                                    </p:set>
                                    <p:animEffect transition="in" filter="wipe(down)">
                                      <p:cBhvr>
                                        <p:cTn id="45" dur="500"/>
                                        <p:tgtEl>
                                          <p:spTgt spid="160"/>
                                        </p:tgtEl>
                                      </p:cBhvr>
                                    </p:animEffect>
                                  </p:childTnLst>
                                </p:cTn>
                              </p:par>
                            </p:childTnLst>
                          </p:cTn>
                        </p:par>
                        <p:par>
                          <p:cTn id="46" fill="hold">
                            <p:stCondLst>
                              <p:cond delay="1500"/>
                            </p:stCondLst>
                            <p:childTnLst>
                              <p:par>
                                <p:cTn id="47" presetID="22" presetClass="entr" presetSubtype="4" fill="hold" nodeType="afterEffect">
                                  <p:stCondLst>
                                    <p:cond delay="0"/>
                                  </p:stCondLst>
                                  <p:childTnLst>
                                    <p:set>
                                      <p:cBhvr>
                                        <p:cTn id="48" dur="1" fill="hold">
                                          <p:stCondLst>
                                            <p:cond delay="0"/>
                                          </p:stCondLst>
                                        </p:cTn>
                                        <p:tgtEl>
                                          <p:spTgt spid="165"/>
                                        </p:tgtEl>
                                        <p:attrNameLst>
                                          <p:attrName>style.visibility</p:attrName>
                                        </p:attrNameLst>
                                      </p:cBhvr>
                                      <p:to>
                                        <p:strVal val="visible"/>
                                      </p:to>
                                    </p:set>
                                    <p:animEffect transition="in" filter="wipe(down)">
                                      <p:cBhvr>
                                        <p:cTn id="49" dur="500"/>
                                        <p:tgtEl>
                                          <p:spTgt spid="165"/>
                                        </p:tgtEl>
                                      </p:cBhvr>
                                    </p:animEffect>
                                  </p:childTnLst>
                                </p:cTn>
                              </p:par>
                            </p:childTnLst>
                          </p:cTn>
                        </p:par>
                        <p:par>
                          <p:cTn id="50" fill="hold">
                            <p:stCondLst>
                              <p:cond delay="2000"/>
                            </p:stCondLst>
                            <p:childTnLst>
                              <p:par>
                                <p:cTn id="51" presetID="22" presetClass="entr" presetSubtype="4" fill="hold" nodeType="afterEffect">
                                  <p:stCondLst>
                                    <p:cond delay="0"/>
                                  </p:stCondLst>
                                  <p:childTnLst>
                                    <p:set>
                                      <p:cBhvr>
                                        <p:cTn id="52" dur="1" fill="hold">
                                          <p:stCondLst>
                                            <p:cond delay="0"/>
                                          </p:stCondLst>
                                        </p:cTn>
                                        <p:tgtEl>
                                          <p:spTgt spid="172"/>
                                        </p:tgtEl>
                                        <p:attrNameLst>
                                          <p:attrName>style.visibility</p:attrName>
                                        </p:attrNameLst>
                                      </p:cBhvr>
                                      <p:to>
                                        <p:strVal val="visible"/>
                                      </p:to>
                                    </p:set>
                                    <p:animEffect transition="in" filter="wipe(down)">
                                      <p:cBhvr>
                                        <p:cTn id="53" dur="500"/>
                                        <p:tgtEl>
                                          <p:spTgt spid="172"/>
                                        </p:tgtEl>
                                      </p:cBhvr>
                                    </p:animEffect>
                                  </p:childTnLst>
                                </p:cTn>
                              </p:par>
                            </p:childTnLst>
                          </p:cTn>
                        </p:par>
                        <p:par>
                          <p:cTn id="54" fill="hold">
                            <p:stCondLst>
                              <p:cond delay="2500"/>
                            </p:stCondLst>
                            <p:childTnLst>
                              <p:par>
                                <p:cTn id="55" presetID="22" presetClass="entr" presetSubtype="1" fill="hold" nodeType="afterEffect">
                                  <p:stCondLst>
                                    <p:cond delay="0"/>
                                  </p:stCondLst>
                                  <p:childTnLst>
                                    <p:set>
                                      <p:cBhvr>
                                        <p:cTn id="56" dur="1" fill="hold">
                                          <p:stCondLst>
                                            <p:cond delay="0"/>
                                          </p:stCondLst>
                                        </p:cTn>
                                        <p:tgtEl>
                                          <p:spTgt spid="136"/>
                                        </p:tgtEl>
                                        <p:attrNameLst>
                                          <p:attrName>style.visibility</p:attrName>
                                        </p:attrNameLst>
                                      </p:cBhvr>
                                      <p:to>
                                        <p:strVal val="visible"/>
                                      </p:to>
                                    </p:set>
                                    <p:animEffect transition="in" filter="wipe(up)">
                                      <p:cBhvr>
                                        <p:cTn id="57" dur="500"/>
                                        <p:tgtEl>
                                          <p:spTgt spid="136"/>
                                        </p:tgtEl>
                                      </p:cBhvr>
                                    </p:animEffect>
                                  </p:childTnLst>
                                </p:cTn>
                              </p:par>
                            </p:childTnLst>
                          </p:cTn>
                        </p:par>
                        <p:par>
                          <p:cTn id="58" fill="hold">
                            <p:stCondLst>
                              <p:cond delay="3000"/>
                            </p:stCondLst>
                            <p:childTnLst>
                              <p:par>
                                <p:cTn id="59" presetID="22" presetClass="entr" presetSubtype="4" fill="hold" nodeType="after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wipe(down)">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31"/>
                                        </p:tgtEl>
                                        <p:attrNameLst>
                                          <p:attrName>style.visibility</p:attrName>
                                        </p:attrNameLst>
                                      </p:cBhvr>
                                      <p:to>
                                        <p:strVal val="visible"/>
                                      </p:to>
                                    </p:set>
                                    <p:animEffect transition="in" filter="wipe(up)">
                                      <p:cBhvr>
                                        <p:cTn id="66" dur="500"/>
                                        <p:tgtEl>
                                          <p:spTgt spid="131"/>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23"/>
                                        </p:tgtEl>
                                        <p:attrNameLst>
                                          <p:attrName>style.visibility</p:attrName>
                                        </p:attrNameLst>
                                      </p:cBhvr>
                                      <p:to>
                                        <p:strVal val="visible"/>
                                      </p:to>
                                    </p:set>
                                    <p:animEffect transition="in" filter="wipe(up)">
                                      <p:cBhvr>
                                        <p:cTn id="69" dur="500"/>
                                        <p:tgtEl>
                                          <p:spTgt spid="123"/>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133"/>
                                        </p:tgtEl>
                                        <p:attrNameLst>
                                          <p:attrName>style.visibility</p:attrName>
                                        </p:attrNameLst>
                                      </p:cBhvr>
                                      <p:to>
                                        <p:strVal val="visible"/>
                                      </p:to>
                                    </p:set>
                                    <p:animEffect transition="in" filter="wipe(left)">
                                      <p:cBhvr>
                                        <p:cTn id="73" dur="500"/>
                                        <p:tgtEl>
                                          <p:spTgt spid="133"/>
                                        </p:tgtEl>
                                      </p:cBhvr>
                                    </p:animEffect>
                                  </p:childTnLst>
                                </p:cTn>
                              </p:par>
                            </p:childTnLst>
                          </p:cTn>
                        </p:par>
                        <p:par>
                          <p:cTn id="74" fill="hold">
                            <p:stCondLst>
                              <p:cond delay="1000"/>
                            </p:stCondLst>
                            <p:childTnLst>
                              <p:par>
                                <p:cTn id="75" presetID="22" presetClass="entr" presetSubtype="8" fill="hold" grpId="0" nodeType="afterEffect">
                                  <p:stCondLst>
                                    <p:cond delay="0"/>
                                  </p:stCondLst>
                                  <p:childTnLst>
                                    <p:set>
                                      <p:cBhvr>
                                        <p:cTn id="76" dur="1" fill="hold">
                                          <p:stCondLst>
                                            <p:cond delay="0"/>
                                          </p:stCondLst>
                                        </p:cTn>
                                        <p:tgtEl>
                                          <p:spTgt spid="134"/>
                                        </p:tgtEl>
                                        <p:attrNameLst>
                                          <p:attrName>style.visibility</p:attrName>
                                        </p:attrNameLst>
                                      </p:cBhvr>
                                      <p:to>
                                        <p:strVal val="visible"/>
                                      </p:to>
                                    </p:set>
                                    <p:animEffect transition="in" filter="wipe(left)">
                                      <p:cBhvr>
                                        <p:cTn id="77" dur="500"/>
                                        <p:tgtEl>
                                          <p:spTgt spid="134"/>
                                        </p:tgtEl>
                                      </p:cBhvr>
                                    </p:animEffect>
                                  </p:childTnLst>
                                </p:cTn>
                              </p:par>
                            </p:childTnLst>
                          </p:cTn>
                        </p:par>
                        <p:par>
                          <p:cTn id="78" fill="hold">
                            <p:stCondLst>
                              <p:cond delay="1500"/>
                            </p:stCondLst>
                            <p:childTnLst>
                              <p:par>
                                <p:cTn id="79" presetID="22" presetClass="entr" presetSubtype="8" fill="hold" grpId="0" nodeType="afterEffect">
                                  <p:stCondLst>
                                    <p:cond delay="0"/>
                                  </p:stCondLst>
                                  <p:childTnLst>
                                    <p:set>
                                      <p:cBhvr>
                                        <p:cTn id="80" dur="1" fill="hold">
                                          <p:stCondLst>
                                            <p:cond delay="0"/>
                                          </p:stCondLst>
                                        </p:cTn>
                                        <p:tgtEl>
                                          <p:spTgt spid="135"/>
                                        </p:tgtEl>
                                        <p:attrNameLst>
                                          <p:attrName>style.visibility</p:attrName>
                                        </p:attrNameLst>
                                      </p:cBhvr>
                                      <p:to>
                                        <p:strVal val="visible"/>
                                      </p:to>
                                    </p:set>
                                    <p:animEffect transition="in" filter="wipe(left)">
                                      <p:cBhvr>
                                        <p:cTn id="81"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5" grpId="0"/>
      <p:bldP spid="126" grpId="0" animBg="1"/>
      <p:bldP spid="127" grpId="0" animBg="1"/>
      <p:bldP spid="128" grpId="0" animBg="1"/>
      <p:bldP spid="129" grpId="0" animBg="1"/>
      <p:bldP spid="130" grpId="0" animBg="1"/>
      <p:bldP spid="131" grpId="0" animBg="1"/>
      <p:bldP spid="132" grpId="0"/>
      <p:bldP spid="133" grpId="0"/>
      <p:bldP spid="134" grpId="0"/>
      <p:bldP spid="135" grpId="0"/>
      <p:bldP spid="14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a:extLst>
              <a:ext uri="{FF2B5EF4-FFF2-40B4-BE49-F238E27FC236}">
                <a16:creationId xmlns:a16="http://schemas.microsoft.com/office/drawing/2014/main" id="{1E6C6D63-95AA-4D95-EE76-02E74C241CB7}"/>
              </a:ext>
            </a:extLst>
          </p:cNvPr>
          <p:cNvSpPr>
            <a:spLocks noChangeArrowheads="1"/>
          </p:cNvSpPr>
          <p:nvPr/>
        </p:nvSpPr>
        <p:spPr bwMode="auto">
          <a:xfrm>
            <a:off x="6731000" y="2711450"/>
            <a:ext cx="1346200" cy="1785938"/>
          </a:xfrm>
          <a:prstGeom prst="triangle">
            <a:avLst>
              <a:gd name="adj" fmla="val 50000"/>
            </a:avLst>
          </a:prstGeom>
          <a:noFill/>
          <a:ln w="28575">
            <a:solidFill>
              <a:srgbClr val="FF3300"/>
            </a:solidFill>
            <a:miter lim="800000"/>
            <a:headEnd/>
            <a:tailEnd/>
          </a:ln>
        </p:spPr>
        <p:txBody>
          <a:bodyPr wrap="none" anchor="ctr"/>
          <a:lstStyle/>
          <a:p>
            <a:pPr algn="ctr"/>
            <a:endParaRPr lang="zh-CN" altLang="en-US"/>
          </a:p>
        </p:txBody>
      </p:sp>
      <p:sp>
        <p:nvSpPr>
          <p:cNvPr id="5" name="Text Box 4">
            <a:extLst>
              <a:ext uri="{FF2B5EF4-FFF2-40B4-BE49-F238E27FC236}">
                <a16:creationId xmlns:a16="http://schemas.microsoft.com/office/drawing/2014/main" id="{A4669805-2471-7E67-A9CE-02993272F20E}"/>
              </a:ext>
            </a:extLst>
          </p:cNvPr>
          <p:cNvSpPr txBox="1">
            <a:spLocks noChangeArrowheads="1"/>
          </p:cNvSpPr>
          <p:nvPr/>
        </p:nvSpPr>
        <p:spPr bwMode="auto">
          <a:xfrm>
            <a:off x="6664325" y="3349625"/>
            <a:ext cx="696913"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m′</a:t>
            </a:r>
          </a:p>
        </p:txBody>
      </p:sp>
      <p:sp>
        <p:nvSpPr>
          <p:cNvPr id="6" name="Text Box 5">
            <a:extLst>
              <a:ext uri="{FF2B5EF4-FFF2-40B4-BE49-F238E27FC236}">
                <a16:creationId xmlns:a16="http://schemas.microsoft.com/office/drawing/2014/main" id="{230B0344-947E-9A0F-AD02-8157BA1F9005}"/>
              </a:ext>
            </a:extLst>
          </p:cNvPr>
          <p:cNvSpPr txBox="1">
            <a:spLocks noChangeArrowheads="1"/>
          </p:cNvSpPr>
          <p:nvPr/>
        </p:nvSpPr>
        <p:spPr bwMode="auto">
          <a:xfrm>
            <a:off x="9212263" y="4068763"/>
            <a:ext cx="982662" cy="336550"/>
          </a:xfrm>
          <a:prstGeom prst="rect">
            <a:avLst/>
          </a:prstGeom>
          <a:noFill/>
          <a:ln w="9525">
            <a:noFill/>
            <a:miter lim="800000"/>
            <a:headEnd/>
            <a:tailEnd/>
          </a:ln>
        </p:spPr>
        <p:txBody>
          <a:bodyPr>
            <a:spAutoFit/>
          </a:bodyPr>
          <a:lstStyle/>
          <a:p>
            <a:pPr>
              <a:spcBef>
                <a:spcPct val="50000"/>
              </a:spcBef>
            </a:pPr>
            <a:r>
              <a:rPr lang="zh-CN" altLang="en-US" sz="1600" b="1">
                <a:solidFill>
                  <a:srgbClr val="0066FF"/>
                </a:solidFill>
                <a:latin typeface="Times New Roman" pitchFamily="18" charset="0"/>
              </a:rPr>
              <a:t>（</a:t>
            </a:r>
            <a:r>
              <a:rPr lang="en-US" altLang="zh-CN" sz="1600" b="1" i="1">
                <a:solidFill>
                  <a:srgbClr val="0066FF"/>
                </a:solidFill>
                <a:latin typeface="Times New Roman" pitchFamily="18" charset="0"/>
              </a:rPr>
              <a:t>k〞</a:t>
            </a:r>
            <a:r>
              <a:rPr lang="zh-CN" altLang="en-US" sz="1600" b="1">
                <a:solidFill>
                  <a:srgbClr val="0066FF"/>
                </a:solidFill>
                <a:latin typeface="Times New Roman" pitchFamily="18" charset="0"/>
              </a:rPr>
              <a:t>）</a:t>
            </a:r>
          </a:p>
        </p:txBody>
      </p:sp>
      <p:sp>
        <p:nvSpPr>
          <p:cNvPr id="7" name="Text Box 6">
            <a:extLst>
              <a:ext uri="{FF2B5EF4-FFF2-40B4-BE49-F238E27FC236}">
                <a16:creationId xmlns:a16="http://schemas.microsoft.com/office/drawing/2014/main" id="{6BE65E81-97C4-4AB8-7B3E-824D2F7DF8C6}"/>
              </a:ext>
            </a:extLst>
          </p:cNvPr>
          <p:cNvSpPr txBox="1">
            <a:spLocks noChangeArrowheads="1"/>
          </p:cNvSpPr>
          <p:nvPr/>
        </p:nvSpPr>
        <p:spPr bwMode="auto">
          <a:xfrm>
            <a:off x="9004300" y="3305175"/>
            <a:ext cx="758825" cy="336550"/>
          </a:xfrm>
          <a:prstGeom prst="rect">
            <a:avLst/>
          </a:prstGeom>
          <a:noFill/>
          <a:ln w="9525">
            <a:noFill/>
            <a:miter lim="800000"/>
            <a:headEnd/>
            <a:tailEnd/>
          </a:ln>
          <a:effectLst/>
        </p:spPr>
        <p:txBody>
          <a:bodyPr>
            <a:spAutoFit/>
          </a:bodyPr>
          <a:lstStyle/>
          <a:p>
            <a:pPr>
              <a:spcBef>
                <a:spcPct val="50000"/>
              </a:spcBef>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m〞</a:t>
            </a:r>
          </a:p>
        </p:txBody>
      </p:sp>
      <p:grpSp>
        <p:nvGrpSpPr>
          <p:cNvPr id="8" name="Group 8">
            <a:extLst>
              <a:ext uri="{FF2B5EF4-FFF2-40B4-BE49-F238E27FC236}">
                <a16:creationId xmlns:a16="http://schemas.microsoft.com/office/drawing/2014/main" id="{A8F6ADFC-9902-771E-B91C-269070F2ED9C}"/>
              </a:ext>
            </a:extLst>
          </p:cNvPr>
          <p:cNvGrpSpPr>
            <a:grpSpLocks/>
          </p:cNvGrpSpPr>
          <p:nvPr/>
        </p:nvGrpSpPr>
        <p:grpSpPr bwMode="auto">
          <a:xfrm>
            <a:off x="6653213" y="2533650"/>
            <a:ext cx="2755900" cy="3835400"/>
            <a:chOff x="3015" y="1632"/>
            <a:chExt cx="1736" cy="2416"/>
          </a:xfrm>
        </p:grpSpPr>
        <p:sp>
          <p:nvSpPr>
            <p:cNvPr id="9" name="Oval 9">
              <a:extLst>
                <a:ext uri="{FF2B5EF4-FFF2-40B4-BE49-F238E27FC236}">
                  <a16:creationId xmlns:a16="http://schemas.microsoft.com/office/drawing/2014/main" id="{D379E72C-1526-E59E-63AD-F100DF1FAA79}"/>
                </a:ext>
              </a:extLst>
            </p:cNvPr>
            <p:cNvSpPr>
              <a:spLocks noChangeArrowheads="1"/>
            </p:cNvSpPr>
            <p:nvPr/>
          </p:nvSpPr>
          <p:spPr bwMode="auto">
            <a:xfrm>
              <a:off x="3073" y="3117"/>
              <a:ext cx="853" cy="850"/>
            </a:xfrm>
            <a:prstGeom prst="ellipse">
              <a:avLst/>
            </a:prstGeom>
            <a:noFill/>
            <a:ln w="28575">
              <a:solidFill>
                <a:srgbClr val="FF3300"/>
              </a:solidFill>
              <a:round/>
              <a:headEnd/>
              <a:tailEnd/>
            </a:ln>
          </p:spPr>
          <p:txBody>
            <a:bodyPr wrap="none" anchor="ctr"/>
            <a:lstStyle/>
            <a:p>
              <a:pPr algn="ctr"/>
              <a:endParaRPr lang="zh-CN" altLang="en-US"/>
            </a:p>
          </p:txBody>
        </p:sp>
        <p:grpSp>
          <p:nvGrpSpPr>
            <p:cNvPr id="10" name="Group 10">
              <a:extLst>
                <a:ext uri="{FF2B5EF4-FFF2-40B4-BE49-F238E27FC236}">
                  <a16:creationId xmlns:a16="http://schemas.microsoft.com/office/drawing/2014/main" id="{3B57083F-AD42-701E-0EAE-697D68AD5533}"/>
                </a:ext>
              </a:extLst>
            </p:cNvPr>
            <p:cNvGrpSpPr>
              <a:grpSpLocks/>
            </p:cNvGrpSpPr>
            <p:nvPr/>
          </p:nvGrpSpPr>
          <p:grpSpPr bwMode="auto">
            <a:xfrm>
              <a:off x="3015" y="3514"/>
              <a:ext cx="949" cy="90"/>
              <a:chOff x="3029" y="3266"/>
              <a:chExt cx="1155" cy="102"/>
            </a:xfrm>
          </p:grpSpPr>
          <p:sp>
            <p:nvSpPr>
              <p:cNvPr id="29" name="Line 11">
                <a:extLst>
                  <a:ext uri="{FF2B5EF4-FFF2-40B4-BE49-F238E27FC236}">
                    <a16:creationId xmlns:a16="http://schemas.microsoft.com/office/drawing/2014/main" id="{C29F2DF8-87B4-CE6B-8AAB-BFD8E0595357}"/>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30" name="Line 12">
                <a:extLst>
                  <a:ext uri="{FF2B5EF4-FFF2-40B4-BE49-F238E27FC236}">
                    <a16:creationId xmlns:a16="http://schemas.microsoft.com/office/drawing/2014/main" id="{8A78B730-6FA5-0DD7-832D-75193259E047}"/>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31" name="Line 13">
                <a:extLst>
                  <a:ext uri="{FF2B5EF4-FFF2-40B4-BE49-F238E27FC236}">
                    <a16:creationId xmlns:a16="http://schemas.microsoft.com/office/drawing/2014/main" id="{C4CA23A9-C4A1-A865-07BF-FB4B92686895}"/>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32" name="Line 14">
                <a:extLst>
                  <a:ext uri="{FF2B5EF4-FFF2-40B4-BE49-F238E27FC236}">
                    <a16:creationId xmlns:a16="http://schemas.microsoft.com/office/drawing/2014/main" id="{3F626B59-00BC-E338-50DF-5B4D95C472BB}"/>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33" name="Line 15">
                <a:extLst>
                  <a:ext uri="{FF2B5EF4-FFF2-40B4-BE49-F238E27FC236}">
                    <a16:creationId xmlns:a16="http://schemas.microsoft.com/office/drawing/2014/main" id="{0A2D8E0C-E176-8B1C-8B5A-527602C6F4D5}"/>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1" name="Group 16">
              <a:extLst>
                <a:ext uri="{FF2B5EF4-FFF2-40B4-BE49-F238E27FC236}">
                  <a16:creationId xmlns:a16="http://schemas.microsoft.com/office/drawing/2014/main" id="{F2870EBF-7672-D456-2665-FF5F75E52E5F}"/>
                </a:ext>
              </a:extLst>
            </p:cNvPr>
            <p:cNvGrpSpPr>
              <a:grpSpLocks/>
            </p:cNvGrpSpPr>
            <p:nvPr/>
          </p:nvGrpSpPr>
          <p:grpSpPr bwMode="auto">
            <a:xfrm>
              <a:off x="3455" y="3060"/>
              <a:ext cx="73" cy="988"/>
              <a:chOff x="3560" y="2724"/>
              <a:chExt cx="85" cy="1194"/>
            </a:xfrm>
          </p:grpSpPr>
          <p:sp>
            <p:nvSpPr>
              <p:cNvPr id="24" name="Line 17">
                <a:extLst>
                  <a:ext uri="{FF2B5EF4-FFF2-40B4-BE49-F238E27FC236}">
                    <a16:creationId xmlns:a16="http://schemas.microsoft.com/office/drawing/2014/main" id="{571EC571-EF03-6C4F-1CFC-792B59B3868B}"/>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5" name="Line 18">
                <a:extLst>
                  <a:ext uri="{FF2B5EF4-FFF2-40B4-BE49-F238E27FC236}">
                    <a16:creationId xmlns:a16="http://schemas.microsoft.com/office/drawing/2014/main" id="{B6787F29-226E-FD5F-8219-8B8A7D9D3368}"/>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26" name="Line 19">
                <a:extLst>
                  <a:ext uri="{FF2B5EF4-FFF2-40B4-BE49-F238E27FC236}">
                    <a16:creationId xmlns:a16="http://schemas.microsoft.com/office/drawing/2014/main" id="{7167F19D-A3D7-FE48-2059-4275D30A81F1}"/>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27" name="Line 20">
                <a:extLst>
                  <a:ext uri="{FF2B5EF4-FFF2-40B4-BE49-F238E27FC236}">
                    <a16:creationId xmlns:a16="http://schemas.microsoft.com/office/drawing/2014/main" id="{913AD897-2AAA-F9E1-FC9C-A6AA4E6FF78E}"/>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28" name="Line 21">
                <a:extLst>
                  <a:ext uri="{FF2B5EF4-FFF2-40B4-BE49-F238E27FC236}">
                    <a16:creationId xmlns:a16="http://schemas.microsoft.com/office/drawing/2014/main" id="{389C74DD-387D-21A5-2497-37A09F018123}"/>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nvGrpSpPr>
            <p:cNvPr id="12" name="Group 22">
              <a:extLst>
                <a:ext uri="{FF2B5EF4-FFF2-40B4-BE49-F238E27FC236}">
                  <a16:creationId xmlns:a16="http://schemas.microsoft.com/office/drawing/2014/main" id="{74DAB425-DE5E-9AEB-0AD1-C85F5D1EA8FC}"/>
                </a:ext>
              </a:extLst>
            </p:cNvPr>
            <p:cNvGrpSpPr>
              <a:grpSpLocks/>
            </p:cNvGrpSpPr>
            <p:nvPr/>
          </p:nvGrpSpPr>
          <p:grpSpPr bwMode="auto">
            <a:xfrm>
              <a:off x="3447" y="1632"/>
              <a:ext cx="63" cy="1277"/>
              <a:chOff x="3455" y="1632"/>
              <a:chExt cx="63" cy="1277"/>
            </a:xfrm>
          </p:grpSpPr>
          <p:sp>
            <p:nvSpPr>
              <p:cNvPr id="19" name="Line 23">
                <a:extLst>
                  <a:ext uri="{FF2B5EF4-FFF2-40B4-BE49-F238E27FC236}">
                    <a16:creationId xmlns:a16="http://schemas.microsoft.com/office/drawing/2014/main" id="{49DED415-F6B2-B247-740E-DDDD128833C6}"/>
                  </a:ext>
                </a:extLst>
              </p:cNvPr>
              <p:cNvSpPr>
                <a:spLocks noChangeShapeType="1"/>
              </p:cNvSpPr>
              <p:nvPr/>
            </p:nvSpPr>
            <p:spPr bwMode="auto">
              <a:xfrm>
                <a:off x="3497" y="1632"/>
                <a:ext cx="0" cy="1277"/>
              </a:xfrm>
              <a:prstGeom prst="line">
                <a:avLst/>
              </a:prstGeom>
              <a:noFill/>
              <a:ln w="9525">
                <a:solidFill>
                  <a:schemeClr val="tx1"/>
                </a:solidFill>
                <a:round/>
                <a:headEnd/>
                <a:tailEnd/>
              </a:ln>
            </p:spPr>
            <p:txBody>
              <a:bodyPr/>
              <a:lstStyle/>
              <a:p>
                <a:endParaRPr lang="zh-CN" altLang="en-US"/>
              </a:p>
            </p:txBody>
          </p:sp>
          <p:sp>
            <p:nvSpPr>
              <p:cNvPr id="20" name="Line 24">
                <a:extLst>
                  <a:ext uri="{FF2B5EF4-FFF2-40B4-BE49-F238E27FC236}">
                    <a16:creationId xmlns:a16="http://schemas.microsoft.com/office/drawing/2014/main" id="{D13A3CF2-54CB-DFC4-4193-E7DD5866A1E9}"/>
                  </a:ext>
                </a:extLst>
              </p:cNvPr>
              <p:cNvSpPr>
                <a:spLocks noChangeShapeType="1"/>
              </p:cNvSpPr>
              <p:nvPr/>
            </p:nvSpPr>
            <p:spPr bwMode="auto">
              <a:xfrm rot="5400000">
                <a:off x="3483" y="2618"/>
                <a:ext cx="0" cy="55"/>
              </a:xfrm>
              <a:prstGeom prst="line">
                <a:avLst/>
              </a:prstGeom>
              <a:noFill/>
              <a:ln w="57150">
                <a:solidFill>
                  <a:schemeClr val="bg1"/>
                </a:solidFill>
                <a:round/>
                <a:headEnd/>
                <a:tailEnd/>
              </a:ln>
            </p:spPr>
            <p:txBody>
              <a:bodyPr/>
              <a:lstStyle/>
              <a:p>
                <a:endParaRPr lang="zh-CN" altLang="en-US"/>
              </a:p>
            </p:txBody>
          </p:sp>
          <p:sp>
            <p:nvSpPr>
              <p:cNvPr id="21" name="Line 25">
                <a:extLst>
                  <a:ext uri="{FF2B5EF4-FFF2-40B4-BE49-F238E27FC236}">
                    <a16:creationId xmlns:a16="http://schemas.microsoft.com/office/drawing/2014/main" id="{90847A14-E1EE-0FAE-A967-AB9599109964}"/>
                  </a:ext>
                </a:extLst>
              </p:cNvPr>
              <p:cNvSpPr>
                <a:spLocks noChangeShapeType="1"/>
              </p:cNvSpPr>
              <p:nvPr/>
            </p:nvSpPr>
            <p:spPr bwMode="auto">
              <a:xfrm rot="5400000">
                <a:off x="3491" y="2683"/>
                <a:ext cx="0" cy="55"/>
              </a:xfrm>
              <a:prstGeom prst="line">
                <a:avLst/>
              </a:prstGeom>
              <a:noFill/>
              <a:ln w="57150">
                <a:solidFill>
                  <a:schemeClr val="bg1"/>
                </a:solidFill>
                <a:round/>
                <a:headEnd/>
                <a:tailEnd/>
              </a:ln>
            </p:spPr>
            <p:txBody>
              <a:bodyPr/>
              <a:lstStyle/>
              <a:p>
                <a:endParaRPr lang="zh-CN" altLang="en-US"/>
              </a:p>
            </p:txBody>
          </p:sp>
          <p:sp>
            <p:nvSpPr>
              <p:cNvPr id="22" name="Line 26">
                <a:extLst>
                  <a:ext uri="{FF2B5EF4-FFF2-40B4-BE49-F238E27FC236}">
                    <a16:creationId xmlns:a16="http://schemas.microsoft.com/office/drawing/2014/main" id="{02FA1A8E-0660-7118-42DF-A52C65856728}"/>
                  </a:ext>
                </a:extLst>
              </p:cNvPr>
              <p:cNvSpPr>
                <a:spLocks noChangeShapeType="1"/>
              </p:cNvSpPr>
              <p:nvPr/>
            </p:nvSpPr>
            <p:spPr bwMode="auto">
              <a:xfrm rot="5400000">
                <a:off x="3483" y="2039"/>
                <a:ext cx="0" cy="55"/>
              </a:xfrm>
              <a:prstGeom prst="line">
                <a:avLst/>
              </a:prstGeom>
              <a:noFill/>
              <a:ln w="57150">
                <a:solidFill>
                  <a:schemeClr val="bg1"/>
                </a:solidFill>
                <a:round/>
                <a:headEnd/>
                <a:tailEnd/>
              </a:ln>
            </p:spPr>
            <p:txBody>
              <a:bodyPr/>
              <a:lstStyle/>
              <a:p>
                <a:endParaRPr lang="zh-CN" altLang="en-US"/>
              </a:p>
            </p:txBody>
          </p:sp>
          <p:sp>
            <p:nvSpPr>
              <p:cNvPr id="23" name="Line 27">
                <a:extLst>
                  <a:ext uri="{FF2B5EF4-FFF2-40B4-BE49-F238E27FC236}">
                    <a16:creationId xmlns:a16="http://schemas.microsoft.com/office/drawing/2014/main" id="{F37647AD-DDA3-F723-79B6-A0AB88F51E42}"/>
                  </a:ext>
                </a:extLst>
              </p:cNvPr>
              <p:cNvSpPr>
                <a:spLocks noChangeShapeType="1"/>
              </p:cNvSpPr>
              <p:nvPr/>
            </p:nvSpPr>
            <p:spPr bwMode="auto">
              <a:xfrm rot="5400000">
                <a:off x="3491" y="2104"/>
                <a:ext cx="0" cy="55"/>
              </a:xfrm>
              <a:prstGeom prst="line">
                <a:avLst/>
              </a:prstGeom>
              <a:noFill/>
              <a:ln w="57150">
                <a:solidFill>
                  <a:schemeClr val="bg1"/>
                </a:solidFill>
                <a:round/>
                <a:headEnd/>
                <a:tailEnd/>
              </a:ln>
            </p:spPr>
            <p:txBody>
              <a:bodyPr/>
              <a:lstStyle/>
              <a:p>
                <a:endParaRPr lang="zh-CN" altLang="en-US"/>
              </a:p>
            </p:txBody>
          </p:sp>
        </p:grpSp>
        <p:grpSp>
          <p:nvGrpSpPr>
            <p:cNvPr id="13" name="Group 28">
              <a:extLst>
                <a:ext uri="{FF2B5EF4-FFF2-40B4-BE49-F238E27FC236}">
                  <a16:creationId xmlns:a16="http://schemas.microsoft.com/office/drawing/2014/main" id="{FC548F09-375C-1419-1804-522036A143B2}"/>
                </a:ext>
              </a:extLst>
            </p:cNvPr>
            <p:cNvGrpSpPr>
              <a:grpSpLocks/>
            </p:cNvGrpSpPr>
            <p:nvPr/>
          </p:nvGrpSpPr>
          <p:grpSpPr bwMode="auto">
            <a:xfrm>
              <a:off x="4687" y="1632"/>
              <a:ext cx="64" cy="1257"/>
              <a:chOff x="4712" y="1632"/>
              <a:chExt cx="64" cy="1257"/>
            </a:xfrm>
          </p:grpSpPr>
          <p:sp>
            <p:nvSpPr>
              <p:cNvPr id="14" name="Line 29">
                <a:extLst>
                  <a:ext uri="{FF2B5EF4-FFF2-40B4-BE49-F238E27FC236}">
                    <a16:creationId xmlns:a16="http://schemas.microsoft.com/office/drawing/2014/main" id="{50B0042D-7280-8E41-280F-6A56CBA8A2C3}"/>
                  </a:ext>
                </a:extLst>
              </p:cNvPr>
              <p:cNvSpPr>
                <a:spLocks noChangeShapeType="1"/>
              </p:cNvSpPr>
              <p:nvPr/>
            </p:nvSpPr>
            <p:spPr bwMode="auto">
              <a:xfrm>
                <a:off x="4755" y="1632"/>
                <a:ext cx="0" cy="1257"/>
              </a:xfrm>
              <a:prstGeom prst="line">
                <a:avLst/>
              </a:prstGeom>
              <a:noFill/>
              <a:ln w="9525">
                <a:solidFill>
                  <a:schemeClr val="tx1"/>
                </a:solidFill>
                <a:round/>
                <a:headEnd/>
                <a:tailEnd/>
              </a:ln>
            </p:spPr>
            <p:txBody>
              <a:bodyPr/>
              <a:lstStyle/>
              <a:p>
                <a:endParaRPr lang="zh-CN" altLang="en-US"/>
              </a:p>
            </p:txBody>
          </p:sp>
          <p:sp>
            <p:nvSpPr>
              <p:cNvPr id="15" name="Line 30">
                <a:extLst>
                  <a:ext uri="{FF2B5EF4-FFF2-40B4-BE49-F238E27FC236}">
                    <a16:creationId xmlns:a16="http://schemas.microsoft.com/office/drawing/2014/main" id="{B4E41576-79F0-E252-694D-F2D870C29857}"/>
                  </a:ext>
                </a:extLst>
              </p:cNvPr>
              <p:cNvSpPr>
                <a:spLocks noChangeShapeType="1"/>
              </p:cNvSpPr>
              <p:nvPr/>
            </p:nvSpPr>
            <p:spPr bwMode="auto">
              <a:xfrm rot="5400000">
                <a:off x="4740" y="2598"/>
                <a:ext cx="0" cy="56"/>
              </a:xfrm>
              <a:prstGeom prst="line">
                <a:avLst/>
              </a:prstGeom>
              <a:noFill/>
              <a:ln w="57150">
                <a:solidFill>
                  <a:schemeClr val="bg1"/>
                </a:solidFill>
                <a:round/>
                <a:headEnd/>
                <a:tailEnd/>
              </a:ln>
            </p:spPr>
            <p:txBody>
              <a:bodyPr/>
              <a:lstStyle/>
              <a:p>
                <a:endParaRPr lang="zh-CN" altLang="en-US"/>
              </a:p>
            </p:txBody>
          </p:sp>
          <p:sp>
            <p:nvSpPr>
              <p:cNvPr id="16" name="Line 31">
                <a:extLst>
                  <a:ext uri="{FF2B5EF4-FFF2-40B4-BE49-F238E27FC236}">
                    <a16:creationId xmlns:a16="http://schemas.microsoft.com/office/drawing/2014/main" id="{BCCDD645-39AA-0453-AAA4-CA75D3CC9E1E}"/>
                  </a:ext>
                </a:extLst>
              </p:cNvPr>
              <p:cNvSpPr>
                <a:spLocks noChangeShapeType="1"/>
              </p:cNvSpPr>
              <p:nvPr/>
            </p:nvSpPr>
            <p:spPr bwMode="auto">
              <a:xfrm rot="5400000">
                <a:off x="4748" y="2663"/>
                <a:ext cx="0" cy="56"/>
              </a:xfrm>
              <a:prstGeom prst="line">
                <a:avLst/>
              </a:prstGeom>
              <a:noFill/>
              <a:ln w="57150">
                <a:solidFill>
                  <a:schemeClr val="bg1"/>
                </a:solidFill>
                <a:round/>
                <a:headEnd/>
                <a:tailEnd/>
              </a:ln>
            </p:spPr>
            <p:txBody>
              <a:bodyPr/>
              <a:lstStyle/>
              <a:p>
                <a:endParaRPr lang="zh-CN" altLang="en-US"/>
              </a:p>
            </p:txBody>
          </p:sp>
          <p:sp>
            <p:nvSpPr>
              <p:cNvPr id="17" name="Line 32">
                <a:extLst>
                  <a:ext uri="{FF2B5EF4-FFF2-40B4-BE49-F238E27FC236}">
                    <a16:creationId xmlns:a16="http://schemas.microsoft.com/office/drawing/2014/main" id="{34485362-5344-E261-6E81-25162D4A46EC}"/>
                  </a:ext>
                </a:extLst>
              </p:cNvPr>
              <p:cNvSpPr>
                <a:spLocks noChangeShapeType="1"/>
              </p:cNvSpPr>
              <p:nvPr/>
            </p:nvSpPr>
            <p:spPr bwMode="auto">
              <a:xfrm rot="5400000">
                <a:off x="4740" y="2019"/>
                <a:ext cx="0" cy="56"/>
              </a:xfrm>
              <a:prstGeom prst="line">
                <a:avLst/>
              </a:prstGeom>
              <a:noFill/>
              <a:ln w="57150">
                <a:solidFill>
                  <a:schemeClr val="bg1"/>
                </a:solidFill>
                <a:round/>
                <a:headEnd/>
                <a:tailEnd/>
              </a:ln>
            </p:spPr>
            <p:txBody>
              <a:bodyPr/>
              <a:lstStyle/>
              <a:p>
                <a:endParaRPr lang="zh-CN" altLang="en-US"/>
              </a:p>
            </p:txBody>
          </p:sp>
          <p:sp>
            <p:nvSpPr>
              <p:cNvPr id="18" name="Line 33">
                <a:extLst>
                  <a:ext uri="{FF2B5EF4-FFF2-40B4-BE49-F238E27FC236}">
                    <a16:creationId xmlns:a16="http://schemas.microsoft.com/office/drawing/2014/main" id="{511D785A-DBEC-2A60-B91F-9BD94CD5B4C7}"/>
                  </a:ext>
                </a:extLst>
              </p:cNvPr>
              <p:cNvSpPr>
                <a:spLocks noChangeShapeType="1"/>
              </p:cNvSpPr>
              <p:nvPr/>
            </p:nvSpPr>
            <p:spPr bwMode="auto">
              <a:xfrm rot="5400000">
                <a:off x="4748" y="2084"/>
                <a:ext cx="0" cy="56"/>
              </a:xfrm>
              <a:prstGeom prst="line">
                <a:avLst/>
              </a:prstGeom>
              <a:noFill/>
              <a:ln w="57150">
                <a:solidFill>
                  <a:schemeClr val="bg1"/>
                </a:solidFill>
                <a:round/>
                <a:headEnd/>
                <a:tailEnd/>
              </a:ln>
            </p:spPr>
            <p:txBody>
              <a:bodyPr/>
              <a:lstStyle/>
              <a:p>
                <a:endParaRPr lang="zh-CN" altLang="en-US"/>
              </a:p>
            </p:txBody>
          </p:sp>
        </p:grpSp>
      </p:grpSp>
      <p:sp>
        <p:nvSpPr>
          <p:cNvPr id="34" name="Rectangle 34">
            <a:extLst>
              <a:ext uri="{FF2B5EF4-FFF2-40B4-BE49-F238E27FC236}">
                <a16:creationId xmlns:a16="http://schemas.microsoft.com/office/drawing/2014/main" id="{0C2B01C7-B805-13D0-BEBE-56124A0547F4}"/>
              </a:ext>
            </a:extLst>
          </p:cNvPr>
          <p:cNvSpPr>
            <a:spLocks noChangeArrowheads="1"/>
          </p:cNvSpPr>
          <p:nvPr/>
        </p:nvSpPr>
        <p:spPr bwMode="auto">
          <a:xfrm>
            <a:off x="2414588" y="812800"/>
            <a:ext cx="8164512" cy="1035050"/>
          </a:xfrm>
          <a:prstGeom prst="rect">
            <a:avLst/>
          </a:prstGeom>
          <a:noFill/>
          <a:ln w="9525">
            <a:noFill/>
            <a:miter lim="800000"/>
            <a:headEnd/>
            <a:tailEnd/>
          </a:ln>
        </p:spPr>
        <p:txBody>
          <a:bodyPr anchor="ctr"/>
          <a:lstStyle/>
          <a:p>
            <a:pPr>
              <a:lnSpc>
                <a:spcPct val="110000"/>
              </a:lnSpc>
            </a:pPr>
            <a:r>
              <a:rPr lang="en-US" altLang="zh-CN" sz="2400" b="1" dirty="0">
                <a:solidFill>
                  <a:srgbClr val="0033CC"/>
                </a:solidFill>
                <a:latin typeface="Times New Roman" pitchFamily="18" charset="0"/>
              </a:rPr>
              <a:t>.</a:t>
            </a:r>
            <a:r>
              <a:rPr lang="zh-CN" altLang="en-US" sz="2400" b="1" dirty="0">
                <a:latin typeface="Times New Roman" pitchFamily="18" charset="0"/>
              </a:rPr>
              <a:t>圆锥面上有两点</a:t>
            </a:r>
            <a:r>
              <a:rPr lang="en-US" altLang="zh-CN" sz="2400" b="1" i="1" dirty="0">
                <a:latin typeface="Times New Roman" pitchFamily="18" charset="0"/>
              </a:rPr>
              <a:t>M</a:t>
            </a:r>
            <a:r>
              <a:rPr lang="zh-CN" altLang="en-US" sz="2400" b="1" dirty="0">
                <a:latin typeface="Times New Roman" pitchFamily="18" charset="0"/>
              </a:rPr>
              <a:t>和</a:t>
            </a:r>
            <a:r>
              <a:rPr lang="en-US" altLang="zh-CN" sz="2400" b="1" i="1" dirty="0">
                <a:latin typeface="Times New Roman" pitchFamily="18" charset="0"/>
              </a:rPr>
              <a:t>K</a:t>
            </a:r>
            <a:r>
              <a:rPr lang="zh-CN" altLang="en-US" sz="2400" b="1" dirty="0">
                <a:latin typeface="Times New Roman" pitchFamily="18" charset="0"/>
              </a:rPr>
              <a:t>，已知其</a:t>
            </a:r>
            <a:r>
              <a:rPr lang="en-US" altLang="zh-CN" sz="2400" b="1" i="1" dirty="0">
                <a:latin typeface="Times New Roman" pitchFamily="18" charset="0"/>
              </a:rPr>
              <a:t>V</a:t>
            </a:r>
            <a:r>
              <a:rPr lang="zh-CN" altLang="en-US" sz="2400" b="1" dirty="0">
                <a:latin typeface="Times New Roman" pitchFamily="18" charset="0"/>
              </a:rPr>
              <a:t>投影</a:t>
            </a:r>
            <a:r>
              <a:rPr lang="en-US" altLang="zh-CN" sz="2400" b="1" i="1" dirty="0">
                <a:latin typeface="Times New Roman" pitchFamily="18" charset="0"/>
              </a:rPr>
              <a:t>m</a:t>
            </a:r>
            <a:r>
              <a:rPr lang="en-US" altLang="zh-CN" sz="2400" b="1" dirty="0">
                <a:latin typeface="Times New Roman" pitchFamily="18" charset="0"/>
              </a:rPr>
              <a:t>′</a:t>
            </a:r>
            <a:r>
              <a:rPr lang="zh-CN" altLang="en-US" sz="2400" b="1" dirty="0">
                <a:latin typeface="Times New Roman" pitchFamily="18" charset="0"/>
              </a:rPr>
              <a:t>和</a:t>
            </a:r>
            <a:r>
              <a:rPr lang="en-US" altLang="zh-CN" sz="2400" b="1" i="1" dirty="0">
                <a:latin typeface="Times New Roman" pitchFamily="18" charset="0"/>
              </a:rPr>
              <a:t>k</a:t>
            </a:r>
            <a:r>
              <a:rPr lang="en-US" altLang="zh-CN" sz="2400" b="1" dirty="0">
                <a:latin typeface="Times New Roman" pitchFamily="18" charset="0"/>
              </a:rPr>
              <a:t>′</a:t>
            </a:r>
            <a:r>
              <a:rPr lang="zh-CN" altLang="en-US" sz="2400" b="1" dirty="0">
                <a:latin typeface="Times New Roman" pitchFamily="18" charset="0"/>
              </a:rPr>
              <a:t>，求另外两投影</a:t>
            </a:r>
            <a:r>
              <a:rPr lang="en-US" altLang="zh-CN" sz="2400" b="1" i="1" dirty="0">
                <a:latin typeface="Times New Roman" pitchFamily="18" charset="0"/>
              </a:rPr>
              <a:t>m</a:t>
            </a:r>
            <a:r>
              <a:rPr lang="zh-CN" altLang="en-US" sz="2400" b="1" i="1" dirty="0">
                <a:latin typeface="Times New Roman" pitchFamily="18" charset="0"/>
              </a:rPr>
              <a:t>、</a:t>
            </a:r>
            <a:r>
              <a:rPr lang="en-US" altLang="zh-CN" sz="2400" b="1" i="1" dirty="0">
                <a:latin typeface="Times New Roman" pitchFamily="18" charset="0"/>
              </a:rPr>
              <a:t>m</a:t>
            </a:r>
            <a:r>
              <a:rPr lang="en-US" altLang="zh-CN" sz="2400" b="1" dirty="0">
                <a:latin typeface="Times New Roman" pitchFamily="18" charset="0"/>
              </a:rPr>
              <a:t>″</a:t>
            </a:r>
            <a:r>
              <a:rPr lang="zh-CN" altLang="en-US" sz="2400" b="1" dirty="0">
                <a:latin typeface="Times New Roman" pitchFamily="18" charset="0"/>
              </a:rPr>
              <a:t>和</a:t>
            </a:r>
            <a:r>
              <a:rPr lang="en-US" altLang="zh-CN" sz="2400" b="1" i="1" dirty="0">
                <a:latin typeface="Times New Roman" pitchFamily="18" charset="0"/>
              </a:rPr>
              <a:t>k</a:t>
            </a:r>
            <a:r>
              <a:rPr lang="zh-CN" altLang="en-US" sz="2400" b="1" i="1" dirty="0">
                <a:latin typeface="Times New Roman" pitchFamily="18" charset="0"/>
              </a:rPr>
              <a:t>、</a:t>
            </a:r>
            <a:r>
              <a:rPr lang="en-US" altLang="zh-CN" sz="2400" b="1" i="1" dirty="0">
                <a:latin typeface="Times New Roman" pitchFamily="18" charset="0"/>
              </a:rPr>
              <a:t>k</a:t>
            </a:r>
            <a:r>
              <a:rPr lang="en-US" altLang="zh-CN" sz="2400" b="1" dirty="0">
                <a:latin typeface="Times New Roman" pitchFamily="18" charset="0"/>
              </a:rPr>
              <a:t>″</a:t>
            </a:r>
            <a:r>
              <a:rPr lang="zh-CN" altLang="en-US" sz="2400" b="1" dirty="0">
                <a:latin typeface="Times New Roman" pitchFamily="18" charset="0"/>
              </a:rPr>
              <a:t>。</a:t>
            </a:r>
          </a:p>
        </p:txBody>
      </p:sp>
      <p:sp>
        <p:nvSpPr>
          <p:cNvPr id="35" name="Oval 37">
            <a:extLst>
              <a:ext uri="{FF2B5EF4-FFF2-40B4-BE49-F238E27FC236}">
                <a16:creationId xmlns:a16="http://schemas.microsoft.com/office/drawing/2014/main" id="{40EA4C9F-4590-31C9-008A-7C87DFEC3C57}"/>
              </a:ext>
            </a:extLst>
          </p:cNvPr>
          <p:cNvSpPr>
            <a:spLocks noChangeArrowheads="1"/>
          </p:cNvSpPr>
          <p:nvPr/>
        </p:nvSpPr>
        <p:spPr bwMode="auto">
          <a:xfrm>
            <a:off x="7042150" y="3570288"/>
            <a:ext cx="71438" cy="71437"/>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36" name="Text Box 38">
            <a:extLst>
              <a:ext uri="{FF2B5EF4-FFF2-40B4-BE49-F238E27FC236}">
                <a16:creationId xmlns:a16="http://schemas.microsoft.com/office/drawing/2014/main" id="{CBB0E6ED-07A8-0A9B-5006-34704451E03B}"/>
              </a:ext>
            </a:extLst>
          </p:cNvPr>
          <p:cNvSpPr txBox="1">
            <a:spLocks noChangeArrowheads="1"/>
          </p:cNvSpPr>
          <p:nvPr/>
        </p:nvSpPr>
        <p:spPr bwMode="auto">
          <a:xfrm>
            <a:off x="7653338" y="3756025"/>
            <a:ext cx="696912"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k′</a:t>
            </a:r>
          </a:p>
        </p:txBody>
      </p:sp>
      <p:sp>
        <p:nvSpPr>
          <p:cNvPr id="37" name="Oval 39">
            <a:extLst>
              <a:ext uri="{FF2B5EF4-FFF2-40B4-BE49-F238E27FC236}">
                <a16:creationId xmlns:a16="http://schemas.microsoft.com/office/drawing/2014/main" id="{E2D7A054-F574-FB10-008E-BBE6F205D4A0}"/>
              </a:ext>
            </a:extLst>
          </p:cNvPr>
          <p:cNvSpPr>
            <a:spLocks noChangeArrowheads="1"/>
          </p:cNvSpPr>
          <p:nvPr/>
        </p:nvSpPr>
        <p:spPr bwMode="auto">
          <a:xfrm>
            <a:off x="7672388" y="4002088"/>
            <a:ext cx="71437" cy="71437"/>
          </a:xfrm>
          <a:prstGeom prst="ellipse">
            <a:avLst/>
          </a:prstGeom>
          <a:solidFill>
            <a:srgbClr val="0066FF"/>
          </a:solidFill>
          <a:ln w="19050">
            <a:solidFill>
              <a:schemeClr val="tx1"/>
            </a:solidFill>
            <a:round/>
            <a:headEnd/>
            <a:tailEnd/>
          </a:ln>
        </p:spPr>
        <p:txBody>
          <a:bodyPr wrap="none" anchor="ctr"/>
          <a:lstStyle/>
          <a:p>
            <a:pPr algn="ctr"/>
            <a:endParaRPr lang="zh-CN" altLang="en-US"/>
          </a:p>
        </p:txBody>
      </p:sp>
      <p:sp>
        <p:nvSpPr>
          <p:cNvPr id="38" name="Line 40">
            <a:extLst>
              <a:ext uri="{FF2B5EF4-FFF2-40B4-BE49-F238E27FC236}">
                <a16:creationId xmlns:a16="http://schemas.microsoft.com/office/drawing/2014/main" id="{9554C448-C177-42E3-96BD-A813ED634E9E}"/>
              </a:ext>
            </a:extLst>
          </p:cNvPr>
          <p:cNvSpPr>
            <a:spLocks noChangeShapeType="1"/>
          </p:cNvSpPr>
          <p:nvPr/>
        </p:nvSpPr>
        <p:spPr bwMode="auto">
          <a:xfrm>
            <a:off x="7078663" y="3648075"/>
            <a:ext cx="0" cy="1938338"/>
          </a:xfrm>
          <a:prstGeom prst="line">
            <a:avLst/>
          </a:prstGeom>
          <a:noFill/>
          <a:ln w="9525">
            <a:solidFill>
              <a:srgbClr val="339933"/>
            </a:solidFill>
            <a:round/>
            <a:headEnd/>
            <a:tailEnd type="triangle" w="sm" len="lg"/>
          </a:ln>
        </p:spPr>
        <p:txBody>
          <a:bodyPr/>
          <a:lstStyle/>
          <a:p>
            <a:endParaRPr lang="zh-CN" altLang="en-US"/>
          </a:p>
        </p:txBody>
      </p:sp>
      <p:sp>
        <p:nvSpPr>
          <p:cNvPr id="39" name="Text Box 41">
            <a:extLst>
              <a:ext uri="{FF2B5EF4-FFF2-40B4-BE49-F238E27FC236}">
                <a16:creationId xmlns:a16="http://schemas.microsoft.com/office/drawing/2014/main" id="{91FE44A9-7FD6-BB3D-C06D-A76C6363FF8C}"/>
              </a:ext>
            </a:extLst>
          </p:cNvPr>
          <p:cNvSpPr txBox="1">
            <a:spLocks noChangeArrowheads="1"/>
          </p:cNvSpPr>
          <p:nvPr/>
        </p:nvSpPr>
        <p:spPr bwMode="auto">
          <a:xfrm>
            <a:off x="6708775" y="5262563"/>
            <a:ext cx="696913" cy="336550"/>
          </a:xfrm>
          <a:prstGeom prst="rect">
            <a:avLst/>
          </a:prstGeom>
          <a:noFill/>
          <a:ln w="9525">
            <a:noFill/>
            <a:miter lim="800000"/>
            <a:headEnd/>
            <a:tailEnd/>
          </a:ln>
          <a:effectLst/>
        </p:spPr>
        <p:txBody>
          <a:bodyPr>
            <a:spAutoFit/>
          </a:bodyPr>
          <a:lstStyle/>
          <a:p>
            <a:pPr>
              <a:spcBef>
                <a:spcPct val="50000"/>
              </a:spcBef>
              <a:defRPr/>
            </a:pPr>
            <a:r>
              <a:rPr lang="en-US" altLang="zh-CN" sz="1600" b="1" i="1">
                <a:solidFill>
                  <a:srgbClr val="339933"/>
                </a:solidFill>
                <a:effectLst>
                  <a:outerShdw blurRad="38100" dist="38100" dir="2700000" algn="tl">
                    <a:srgbClr val="C0C0C0"/>
                  </a:outerShdw>
                </a:effectLst>
                <a:latin typeface="Times New Roman" pitchFamily="18" charset="0"/>
                <a:ea typeface="宋体" pitchFamily="2" charset="-122"/>
              </a:rPr>
              <a:t>m</a:t>
            </a:r>
          </a:p>
        </p:txBody>
      </p:sp>
      <p:sp>
        <p:nvSpPr>
          <p:cNvPr id="40" name="Oval 42">
            <a:extLst>
              <a:ext uri="{FF2B5EF4-FFF2-40B4-BE49-F238E27FC236}">
                <a16:creationId xmlns:a16="http://schemas.microsoft.com/office/drawing/2014/main" id="{BD01F325-C6BB-2EE3-6105-E001C58F3856}"/>
              </a:ext>
            </a:extLst>
          </p:cNvPr>
          <p:cNvSpPr>
            <a:spLocks noChangeArrowheads="1"/>
          </p:cNvSpPr>
          <p:nvPr/>
        </p:nvSpPr>
        <p:spPr bwMode="auto">
          <a:xfrm>
            <a:off x="7042150" y="5549900"/>
            <a:ext cx="71438" cy="71438"/>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41" name="Line 43">
            <a:extLst>
              <a:ext uri="{FF2B5EF4-FFF2-40B4-BE49-F238E27FC236}">
                <a16:creationId xmlns:a16="http://schemas.microsoft.com/office/drawing/2014/main" id="{00D224BC-9380-7513-1371-29EF01B5EA77}"/>
              </a:ext>
            </a:extLst>
          </p:cNvPr>
          <p:cNvSpPr>
            <a:spLocks noChangeShapeType="1"/>
          </p:cNvSpPr>
          <p:nvPr/>
        </p:nvSpPr>
        <p:spPr bwMode="auto">
          <a:xfrm>
            <a:off x="7077075" y="3595688"/>
            <a:ext cx="2298700" cy="0"/>
          </a:xfrm>
          <a:prstGeom prst="line">
            <a:avLst/>
          </a:prstGeom>
          <a:noFill/>
          <a:ln w="9525">
            <a:solidFill>
              <a:srgbClr val="339933"/>
            </a:solidFill>
            <a:round/>
            <a:headEnd/>
            <a:tailEnd type="triangle" w="sm" len="lg"/>
          </a:ln>
        </p:spPr>
        <p:txBody>
          <a:bodyPr/>
          <a:lstStyle/>
          <a:p>
            <a:endParaRPr lang="zh-CN" altLang="en-US"/>
          </a:p>
        </p:txBody>
      </p:sp>
      <p:sp>
        <p:nvSpPr>
          <p:cNvPr id="42" name="Oval 44">
            <a:extLst>
              <a:ext uri="{FF2B5EF4-FFF2-40B4-BE49-F238E27FC236}">
                <a16:creationId xmlns:a16="http://schemas.microsoft.com/office/drawing/2014/main" id="{1BA17DAF-D858-253B-C179-D7322ED46AD6}"/>
              </a:ext>
            </a:extLst>
          </p:cNvPr>
          <p:cNvSpPr>
            <a:spLocks noChangeArrowheads="1"/>
          </p:cNvSpPr>
          <p:nvPr/>
        </p:nvSpPr>
        <p:spPr bwMode="auto">
          <a:xfrm>
            <a:off x="9337675" y="3570288"/>
            <a:ext cx="71438" cy="71437"/>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43" name="Text Box 45">
            <a:extLst>
              <a:ext uri="{FF2B5EF4-FFF2-40B4-BE49-F238E27FC236}">
                <a16:creationId xmlns:a16="http://schemas.microsoft.com/office/drawing/2014/main" id="{A0AF4400-42F3-F3B2-9246-B6FB5FB23D25}"/>
              </a:ext>
            </a:extLst>
          </p:cNvPr>
          <p:cNvSpPr txBox="1">
            <a:spLocks noChangeArrowheads="1"/>
          </p:cNvSpPr>
          <p:nvPr/>
        </p:nvSpPr>
        <p:spPr bwMode="auto">
          <a:xfrm>
            <a:off x="7383463" y="5902325"/>
            <a:ext cx="538162" cy="336550"/>
          </a:xfrm>
          <a:prstGeom prst="rect">
            <a:avLst/>
          </a:prstGeom>
          <a:noFill/>
          <a:ln w="9525">
            <a:noFill/>
            <a:miter lim="800000"/>
            <a:headEnd/>
            <a:tailEnd/>
          </a:ln>
          <a:effectLst/>
        </p:spPr>
        <p:txBody>
          <a:bodyPr>
            <a:spAutoFit/>
          </a:bodyPr>
          <a:lstStyle/>
          <a:p>
            <a:pPr>
              <a:spcBef>
                <a:spcPct val="50000"/>
              </a:spcBef>
              <a:defRPr/>
            </a:pPr>
            <a:r>
              <a:rPr lang="en-US" altLang="zh-CN" sz="1600" b="1" i="1">
                <a:solidFill>
                  <a:srgbClr val="0066FF"/>
                </a:solidFill>
                <a:effectLst>
                  <a:outerShdw blurRad="38100" dist="38100" dir="2700000" algn="tl">
                    <a:srgbClr val="C0C0C0"/>
                  </a:outerShdw>
                </a:effectLst>
                <a:latin typeface="Times New Roman" pitchFamily="18" charset="0"/>
                <a:ea typeface="宋体" pitchFamily="2" charset="-122"/>
              </a:rPr>
              <a:t>k</a:t>
            </a:r>
          </a:p>
        </p:txBody>
      </p:sp>
      <p:sp>
        <p:nvSpPr>
          <p:cNvPr id="44" name="Oval 46">
            <a:extLst>
              <a:ext uri="{FF2B5EF4-FFF2-40B4-BE49-F238E27FC236}">
                <a16:creationId xmlns:a16="http://schemas.microsoft.com/office/drawing/2014/main" id="{5D62B578-FF74-88E9-24A1-109E95B92FE7}"/>
              </a:ext>
            </a:extLst>
          </p:cNvPr>
          <p:cNvSpPr>
            <a:spLocks noChangeArrowheads="1"/>
          </p:cNvSpPr>
          <p:nvPr/>
        </p:nvSpPr>
        <p:spPr bwMode="auto">
          <a:xfrm>
            <a:off x="7653338" y="5981700"/>
            <a:ext cx="71437" cy="71438"/>
          </a:xfrm>
          <a:prstGeom prst="ellipse">
            <a:avLst/>
          </a:prstGeom>
          <a:solidFill>
            <a:srgbClr val="0066FF"/>
          </a:solidFill>
          <a:ln w="19050">
            <a:solidFill>
              <a:schemeClr val="tx1"/>
            </a:solidFill>
            <a:round/>
            <a:headEnd/>
            <a:tailEnd/>
          </a:ln>
        </p:spPr>
        <p:txBody>
          <a:bodyPr wrap="none" anchor="ctr"/>
          <a:lstStyle/>
          <a:p>
            <a:pPr algn="ctr"/>
            <a:endParaRPr lang="zh-CN" altLang="en-US"/>
          </a:p>
        </p:txBody>
      </p:sp>
      <p:sp>
        <p:nvSpPr>
          <p:cNvPr id="45" name="Line 47">
            <a:extLst>
              <a:ext uri="{FF2B5EF4-FFF2-40B4-BE49-F238E27FC236}">
                <a16:creationId xmlns:a16="http://schemas.microsoft.com/office/drawing/2014/main" id="{185F23AA-1254-5D3D-AEAA-60F6B4875E02}"/>
              </a:ext>
            </a:extLst>
          </p:cNvPr>
          <p:cNvSpPr>
            <a:spLocks noChangeShapeType="1"/>
          </p:cNvSpPr>
          <p:nvPr/>
        </p:nvSpPr>
        <p:spPr bwMode="auto">
          <a:xfrm>
            <a:off x="7699375" y="4056063"/>
            <a:ext cx="0" cy="1971675"/>
          </a:xfrm>
          <a:prstGeom prst="line">
            <a:avLst/>
          </a:prstGeom>
          <a:noFill/>
          <a:ln w="9525">
            <a:solidFill>
              <a:srgbClr val="FF00FF"/>
            </a:solidFill>
            <a:round/>
            <a:headEnd/>
            <a:tailEnd type="triangle" w="sm" len="lg"/>
          </a:ln>
        </p:spPr>
        <p:txBody>
          <a:bodyPr/>
          <a:lstStyle/>
          <a:p>
            <a:endParaRPr lang="zh-CN" altLang="en-US"/>
          </a:p>
        </p:txBody>
      </p:sp>
      <p:sp>
        <p:nvSpPr>
          <p:cNvPr id="46" name="Oval 48">
            <a:extLst>
              <a:ext uri="{FF2B5EF4-FFF2-40B4-BE49-F238E27FC236}">
                <a16:creationId xmlns:a16="http://schemas.microsoft.com/office/drawing/2014/main" id="{27A51EDC-F4AC-BEB8-0E20-577EC6D04E0D}"/>
              </a:ext>
            </a:extLst>
          </p:cNvPr>
          <p:cNvSpPr>
            <a:spLocks noChangeArrowheads="1"/>
          </p:cNvSpPr>
          <p:nvPr/>
        </p:nvSpPr>
        <p:spPr bwMode="auto">
          <a:xfrm>
            <a:off x="9769475" y="4019550"/>
            <a:ext cx="71438" cy="71438"/>
          </a:xfrm>
          <a:prstGeom prst="ellipse">
            <a:avLst/>
          </a:prstGeom>
          <a:solidFill>
            <a:srgbClr val="0066FF"/>
          </a:solidFill>
          <a:ln w="19050">
            <a:solidFill>
              <a:schemeClr val="tx1"/>
            </a:solidFill>
            <a:round/>
            <a:headEnd/>
            <a:tailEnd/>
          </a:ln>
        </p:spPr>
        <p:txBody>
          <a:bodyPr wrap="none" anchor="ctr"/>
          <a:lstStyle/>
          <a:p>
            <a:pPr algn="ctr"/>
            <a:endParaRPr lang="zh-CN" altLang="en-US"/>
          </a:p>
        </p:txBody>
      </p:sp>
      <p:sp>
        <p:nvSpPr>
          <p:cNvPr id="47" name="Freeform 49">
            <a:extLst>
              <a:ext uri="{FF2B5EF4-FFF2-40B4-BE49-F238E27FC236}">
                <a16:creationId xmlns:a16="http://schemas.microsoft.com/office/drawing/2014/main" id="{65BDED34-5E95-CB88-61C6-1FBBBEDB7016}"/>
              </a:ext>
            </a:extLst>
          </p:cNvPr>
          <p:cNvSpPr>
            <a:spLocks/>
          </p:cNvSpPr>
          <p:nvPr/>
        </p:nvSpPr>
        <p:spPr bwMode="auto">
          <a:xfrm>
            <a:off x="7900988" y="5586413"/>
            <a:ext cx="1476375" cy="1587"/>
          </a:xfrm>
          <a:custGeom>
            <a:avLst/>
            <a:gdLst>
              <a:gd name="T0" fmla="*/ 0 w 930"/>
              <a:gd name="T1" fmla="*/ 0 h 1"/>
              <a:gd name="T2" fmla="*/ 1476375 w 930"/>
              <a:gd name="T3" fmla="*/ 0 h 1"/>
              <a:gd name="T4" fmla="*/ 0 60000 65536"/>
              <a:gd name="T5" fmla="*/ 0 60000 65536"/>
              <a:gd name="T6" fmla="*/ 0 w 930"/>
              <a:gd name="T7" fmla="*/ 0 h 1"/>
              <a:gd name="T8" fmla="*/ 930 w 930"/>
              <a:gd name="T9" fmla="*/ 1 h 1"/>
            </a:gdLst>
            <a:ahLst/>
            <a:cxnLst>
              <a:cxn ang="T4">
                <a:pos x="T0" y="T1"/>
              </a:cxn>
              <a:cxn ang="T5">
                <a:pos x="T2" y="T3"/>
              </a:cxn>
            </a:cxnLst>
            <a:rect l="T6" t="T7" r="T8" b="T9"/>
            <a:pathLst>
              <a:path w="930" h="1">
                <a:moveTo>
                  <a:pt x="0" y="0"/>
                </a:moveTo>
                <a:lnTo>
                  <a:pt x="930" y="0"/>
                </a:lnTo>
              </a:path>
            </a:pathLst>
          </a:custGeom>
          <a:noFill/>
          <a:ln w="9525">
            <a:solidFill>
              <a:srgbClr val="FF3300"/>
            </a:solidFill>
            <a:round/>
            <a:headEnd/>
            <a:tailEnd/>
          </a:ln>
        </p:spPr>
        <p:txBody>
          <a:bodyPr/>
          <a:lstStyle/>
          <a:p>
            <a:pPr algn="ctr"/>
            <a:endParaRPr lang="zh-CN" altLang="en-US"/>
          </a:p>
        </p:txBody>
      </p:sp>
      <p:sp>
        <p:nvSpPr>
          <p:cNvPr id="48" name="Freeform 50">
            <a:extLst>
              <a:ext uri="{FF2B5EF4-FFF2-40B4-BE49-F238E27FC236}">
                <a16:creationId xmlns:a16="http://schemas.microsoft.com/office/drawing/2014/main" id="{6F9B311D-3B99-6A69-EB3B-595ACD6B4C58}"/>
              </a:ext>
            </a:extLst>
          </p:cNvPr>
          <p:cNvSpPr>
            <a:spLocks/>
          </p:cNvSpPr>
          <p:nvPr/>
        </p:nvSpPr>
        <p:spPr bwMode="auto">
          <a:xfrm>
            <a:off x="9377363" y="4489450"/>
            <a:ext cx="1587" cy="1096963"/>
          </a:xfrm>
          <a:custGeom>
            <a:avLst/>
            <a:gdLst>
              <a:gd name="T0" fmla="*/ 0 w 1"/>
              <a:gd name="T1" fmla="*/ 0 h 691"/>
              <a:gd name="T2" fmla="*/ 1587 w 1"/>
              <a:gd name="T3" fmla="*/ 1096963 h 691"/>
              <a:gd name="T4" fmla="*/ 0 60000 65536"/>
              <a:gd name="T5" fmla="*/ 0 60000 65536"/>
              <a:gd name="T6" fmla="*/ 0 w 1"/>
              <a:gd name="T7" fmla="*/ 0 h 691"/>
              <a:gd name="T8" fmla="*/ 1 w 1"/>
              <a:gd name="T9" fmla="*/ 691 h 691"/>
            </a:gdLst>
            <a:ahLst/>
            <a:cxnLst>
              <a:cxn ang="T4">
                <a:pos x="T0" y="T1"/>
              </a:cxn>
              <a:cxn ang="T5">
                <a:pos x="T2" y="T3"/>
              </a:cxn>
            </a:cxnLst>
            <a:rect l="T6" t="T7" r="T8" b="T9"/>
            <a:pathLst>
              <a:path w="1" h="691">
                <a:moveTo>
                  <a:pt x="0" y="0"/>
                </a:moveTo>
                <a:lnTo>
                  <a:pt x="1" y="691"/>
                </a:lnTo>
              </a:path>
            </a:pathLst>
          </a:custGeom>
          <a:noFill/>
          <a:ln w="9525">
            <a:solidFill>
              <a:srgbClr val="FF3300"/>
            </a:solidFill>
            <a:round/>
            <a:headEnd/>
            <a:tailEnd/>
          </a:ln>
        </p:spPr>
        <p:txBody>
          <a:bodyPr/>
          <a:lstStyle/>
          <a:p>
            <a:pPr algn="ctr"/>
            <a:endParaRPr lang="zh-CN" altLang="en-US"/>
          </a:p>
        </p:txBody>
      </p:sp>
      <p:sp>
        <p:nvSpPr>
          <p:cNvPr id="49" name="Line 51">
            <a:extLst>
              <a:ext uri="{FF2B5EF4-FFF2-40B4-BE49-F238E27FC236}">
                <a16:creationId xmlns:a16="http://schemas.microsoft.com/office/drawing/2014/main" id="{BFC1F1B6-5871-330F-91C5-253B89637DC5}"/>
              </a:ext>
            </a:extLst>
          </p:cNvPr>
          <p:cNvSpPr>
            <a:spLocks noChangeShapeType="1"/>
          </p:cNvSpPr>
          <p:nvPr/>
        </p:nvSpPr>
        <p:spPr bwMode="auto">
          <a:xfrm>
            <a:off x="9050338" y="5262563"/>
            <a:ext cx="989012" cy="989012"/>
          </a:xfrm>
          <a:prstGeom prst="line">
            <a:avLst/>
          </a:prstGeom>
          <a:noFill/>
          <a:ln w="9525">
            <a:solidFill>
              <a:srgbClr val="FF3300"/>
            </a:solidFill>
            <a:round/>
            <a:headEnd/>
            <a:tailEnd/>
          </a:ln>
        </p:spPr>
        <p:txBody>
          <a:bodyPr/>
          <a:lstStyle/>
          <a:p>
            <a:endParaRPr lang="zh-CN" altLang="en-US"/>
          </a:p>
        </p:txBody>
      </p:sp>
      <p:sp>
        <p:nvSpPr>
          <p:cNvPr id="50" name="Freeform 52">
            <a:extLst>
              <a:ext uri="{FF2B5EF4-FFF2-40B4-BE49-F238E27FC236}">
                <a16:creationId xmlns:a16="http://schemas.microsoft.com/office/drawing/2014/main" id="{36C12C17-6EB7-E659-F001-9BE906FE90AA}"/>
              </a:ext>
            </a:extLst>
          </p:cNvPr>
          <p:cNvSpPr>
            <a:spLocks/>
          </p:cNvSpPr>
          <p:nvPr/>
        </p:nvSpPr>
        <p:spPr bwMode="auto">
          <a:xfrm>
            <a:off x="7699375" y="6027738"/>
            <a:ext cx="2116138" cy="1587"/>
          </a:xfrm>
          <a:custGeom>
            <a:avLst/>
            <a:gdLst>
              <a:gd name="T0" fmla="*/ 0 w 1333"/>
              <a:gd name="T1" fmla="*/ 0 h 1"/>
              <a:gd name="T2" fmla="*/ 2116138 w 1333"/>
              <a:gd name="T3" fmla="*/ 1587 h 1"/>
              <a:gd name="T4" fmla="*/ 0 60000 65536"/>
              <a:gd name="T5" fmla="*/ 0 60000 65536"/>
              <a:gd name="T6" fmla="*/ 0 w 1333"/>
              <a:gd name="T7" fmla="*/ 0 h 1"/>
              <a:gd name="T8" fmla="*/ 1333 w 1333"/>
              <a:gd name="T9" fmla="*/ 1 h 1"/>
            </a:gdLst>
            <a:ahLst/>
            <a:cxnLst>
              <a:cxn ang="T4">
                <a:pos x="T0" y="T1"/>
              </a:cxn>
              <a:cxn ang="T5">
                <a:pos x="T2" y="T3"/>
              </a:cxn>
            </a:cxnLst>
            <a:rect l="T6" t="T7" r="T8" b="T9"/>
            <a:pathLst>
              <a:path w="1333" h="1">
                <a:moveTo>
                  <a:pt x="0" y="0"/>
                </a:moveTo>
                <a:lnTo>
                  <a:pt x="1333" y="1"/>
                </a:lnTo>
              </a:path>
            </a:pathLst>
          </a:custGeom>
          <a:noFill/>
          <a:ln w="9525">
            <a:solidFill>
              <a:srgbClr val="FF00FF"/>
            </a:solidFill>
            <a:round/>
            <a:headEnd/>
            <a:tailEnd/>
          </a:ln>
        </p:spPr>
        <p:txBody>
          <a:bodyPr/>
          <a:lstStyle/>
          <a:p>
            <a:pPr algn="ctr"/>
            <a:endParaRPr lang="zh-CN" altLang="en-US"/>
          </a:p>
        </p:txBody>
      </p:sp>
      <p:sp>
        <p:nvSpPr>
          <p:cNvPr id="51" name="Line 53">
            <a:extLst>
              <a:ext uri="{FF2B5EF4-FFF2-40B4-BE49-F238E27FC236}">
                <a16:creationId xmlns:a16="http://schemas.microsoft.com/office/drawing/2014/main" id="{C443F971-73AC-CE69-FDB7-B7D96C2EE53D}"/>
              </a:ext>
            </a:extLst>
          </p:cNvPr>
          <p:cNvSpPr>
            <a:spLocks noChangeShapeType="1"/>
          </p:cNvSpPr>
          <p:nvPr/>
        </p:nvSpPr>
        <p:spPr bwMode="auto">
          <a:xfrm>
            <a:off x="9813925" y="4056063"/>
            <a:ext cx="0" cy="1965325"/>
          </a:xfrm>
          <a:prstGeom prst="line">
            <a:avLst/>
          </a:prstGeom>
          <a:noFill/>
          <a:ln w="9525">
            <a:solidFill>
              <a:srgbClr val="FF00FF"/>
            </a:solidFill>
            <a:round/>
            <a:headEnd/>
            <a:tailEnd/>
          </a:ln>
        </p:spPr>
        <p:txBody>
          <a:bodyPr/>
          <a:lstStyle/>
          <a:p>
            <a:endParaRPr lang="zh-CN" altLang="en-US"/>
          </a:p>
        </p:txBody>
      </p:sp>
      <p:sp>
        <p:nvSpPr>
          <p:cNvPr id="52" name="AutoShape 55">
            <a:extLst>
              <a:ext uri="{FF2B5EF4-FFF2-40B4-BE49-F238E27FC236}">
                <a16:creationId xmlns:a16="http://schemas.microsoft.com/office/drawing/2014/main" id="{C9A9655B-98C8-96D9-8AEB-945FE3C24C47}"/>
              </a:ext>
            </a:extLst>
          </p:cNvPr>
          <p:cNvSpPr>
            <a:spLocks noChangeArrowheads="1"/>
          </p:cNvSpPr>
          <p:nvPr/>
        </p:nvSpPr>
        <p:spPr bwMode="auto">
          <a:xfrm>
            <a:off x="8704263" y="2701925"/>
            <a:ext cx="1346200" cy="1785938"/>
          </a:xfrm>
          <a:prstGeom prst="triangle">
            <a:avLst>
              <a:gd name="adj" fmla="val 50000"/>
            </a:avLst>
          </a:prstGeom>
          <a:noFill/>
          <a:ln w="28575">
            <a:solidFill>
              <a:srgbClr val="FF3300"/>
            </a:solidFill>
            <a:miter lim="800000"/>
            <a:headEnd/>
            <a:tailEnd/>
          </a:ln>
        </p:spPr>
        <p:txBody>
          <a:bodyPr wrap="none" anchor="ctr"/>
          <a:lstStyle/>
          <a:p>
            <a:pPr algn="ctr"/>
            <a:endParaRPr lang="zh-CN" altLang="en-US"/>
          </a:p>
        </p:txBody>
      </p:sp>
      <p:sp>
        <p:nvSpPr>
          <p:cNvPr id="53" name="Line 56">
            <a:extLst>
              <a:ext uri="{FF2B5EF4-FFF2-40B4-BE49-F238E27FC236}">
                <a16:creationId xmlns:a16="http://schemas.microsoft.com/office/drawing/2014/main" id="{1A8E3335-AF31-D13C-265C-744D12AE8BCB}"/>
              </a:ext>
            </a:extLst>
          </p:cNvPr>
          <p:cNvSpPr>
            <a:spLocks noChangeShapeType="1"/>
          </p:cNvSpPr>
          <p:nvPr/>
        </p:nvSpPr>
        <p:spPr bwMode="auto">
          <a:xfrm>
            <a:off x="7405688" y="2711450"/>
            <a:ext cx="400050" cy="1785938"/>
          </a:xfrm>
          <a:prstGeom prst="line">
            <a:avLst/>
          </a:prstGeom>
          <a:noFill/>
          <a:ln w="9525">
            <a:solidFill>
              <a:schemeClr val="tx1"/>
            </a:solidFill>
            <a:round/>
            <a:headEnd/>
            <a:tailEnd/>
          </a:ln>
        </p:spPr>
        <p:txBody>
          <a:bodyPr/>
          <a:lstStyle/>
          <a:p>
            <a:endParaRPr lang="zh-CN" altLang="en-US"/>
          </a:p>
        </p:txBody>
      </p:sp>
      <p:sp>
        <p:nvSpPr>
          <p:cNvPr id="54" name="Line 57">
            <a:extLst>
              <a:ext uri="{FF2B5EF4-FFF2-40B4-BE49-F238E27FC236}">
                <a16:creationId xmlns:a16="http://schemas.microsoft.com/office/drawing/2014/main" id="{C1BDF56E-740F-32B2-602C-C9BCC8B391B2}"/>
              </a:ext>
            </a:extLst>
          </p:cNvPr>
          <p:cNvSpPr>
            <a:spLocks noChangeShapeType="1"/>
          </p:cNvSpPr>
          <p:nvPr/>
        </p:nvSpPr>
        <p:spPr bwMode="auto">
          <a:xfrm>
            <a:off x="7788275" y="4497388"/>
            <a:ext cx="0" cy="1665287"/>
          </a:xfrm>
          <a:prstGeom prst="line">
            <a:avLst/>
          </a:prstGeom>
          <a:noFill/>
          <a:ln w="9525">
            <a:solidFill>
              <a:srgbClr val="FF00FF"/>
            </a:solidFill>
            <a:round/>
            <a:headEnd/>
            <a:tailEnd type="triangle" w="sm" len="lg"/>
          </a:ln>
        </p:spPr>
        <p:txBody>
          <a:bodyPr/>
          <a:lstStyle/>
          <a:p>
            <a:endParaRPr lang="zh-CN" altLang="en-US"/>
          </a:p>
        </p:txBody>
      </p:sp>
      <p:sp>
        <p:nvSpPr>
          <p:cNvPr id="55" name="Line 58">
            <a:extLst>
              <a:ext uri="{FF2B5EF4-FFF2-40B4-BE49-F238E27FC236}">
                <a16:creationId xmlns:a16="http://schemas.microsoft.com/office/drawing/2014/main" id="{56387D1E-6A7F-C103-3F05-446760A90C39}"/>
              </a:ext>
            </a:extLst>
          </p:cNvPr>
          <p:cNvSpPr>
            <a:spLocks noChangeShapeType="1"/>
          </p:cNvSpPr>
          <p:nvPr/>
        </p:nvSpPr>
        <p:spPr bwMode="auto">
          <a:xfrm>
            <a:off x="7429500" y="5586413"/>
            <a:ext cx="358775" cy="576262"/>
          </a:xfrm>
          <a:prstGeom prst="line">
            <a:avLst/>
          </a:prstGeom>
          <a:noFill/>
          <a:ln w="9525">
            <a:solidFill>
              <a:schemeClr val="tx1"/>
            </a:solidFill>
            <a:round/>
            <a:headEnd/>
            <a:tailEnd/>
          </a:ln>
        </p:spPr>
        <p:txBody>
          <a:bodyPr/>
          <a:lstStyle/>
          <a:p>
            <a:endParaRPr lang="zh-CN" altLang="en-US"/>
          </a:p>
        </p:txBody>
      </p:sp>
      <p:sp>
        <p:nvSpPr>
          <p:cNvPr id="56" name="Text Box 59">
            <a:extLst>
              <a:ext uri="{FF2B5EF4-FFF2-40B4-BE49-F238E27FC236}">
                <a16:creationId xmlns:a16="http://schemas.microsoft.com/office/drawing/2014/main" id="{435C340D-8930-61DC-C2C3-ADE9FF77E99D}"/>
              </a:ext>
            </a:extLst>
          </p:cNvPr>
          <p:cNvSpPr txBox="1">
            <a:spLocks noChangeArrowheads="1"/>
          </p:cNvSpPr>
          <p:nvPr/>
        </p:nvSpPr>
        <p:spPr bwMode="auto">
          <a:xfrm>
            <a:off x="7621588" y="6072188"/>
            <a:ext cx="538162" cy="336550"/>
          </a:xfrm>
          <a:prstGeom prst="rect">
            <a:avLst/>
          </a:prstGeom>
          <a:noFill/>
          <a:ln w="9525">
            <a:noFill/>
            <a:miter lim="800000"/>
            <a:headEnd/>
            <a:tailEnd/>
          </a:ln>
          <a:effectLst/>
        </p:spPr>
        <p:txBody>
          <a:bodyPr>
            <a:spAutoFit/>
          </a:bodyPr>
          <a:lstStyle/>
          <a:p>
            <a:pPr>
              <a:spcBef>
                <a:spcPct val="50000"/>
              </a:spcBef>
              <a:defRPr/>
            </a:pPr>
            <a:r>
              <a:rPr lang="en-US" altLang="zh-CN" sz="1600" b="1" i="1">
                <a:effectLst>
                  <a:outerShdw blurRad="38100" dist="38100" dir="2700000" algn="tl">
                    <a:srgbClr val="C0C0C0"/>
                  </a:outerShdw>
                </a:effectLst>
                <a:latin typeface="Times New Roman" pitchFamily="18" charset="0"/>
                <a:ea typeface="宋体" pitchFamily="2" charset="-122"/>
              </a:rPr>
              <a:t>a</a:t>
            </a:r>
          </a:p>
        </p:txBody>
      </p:sp>
      <p:sp>
        <p:nvSpPr>
          <p:cNvPr id="57" name="Text Box 60">
            <a:extLst>
              <a:ext uri="{FF2B5EF4-FFF2-40B4-BE49-F238E27FC236}">
                <a16:creationId xmlns:a16="http://schemas.microsoft.com/office/drawing/2014/main" id="{2E78E898-52DD-D8E9-7506-70634294D1D4}"/>
              </a:ext>
            </a:extLst>
          </p:cNvPr>
          <p:cNvSpPr txBox="1">
            <a:spLocks noChangeArrowheads="1"/>
          </p:cNvSpPr>
          <p:nvPr/>
        </p:nvSpPr>
        <p:spPr bwMode="auto">
          <a:xfrm>
            <a:off x="7161213" y="5303838"/>
            <a:ext cx="538162" cy="336550"/>
          </a:xfrm>
          <a:prstGeom prst="rect">
            <a:avLst/>
          </a:prstGeom>
          <a:noFill/>
          <a:ln w="9525">
            <a:noFill/>
            <a:miter lim="800000"/>
            <a:headEnd/>
            <a:tailEnd/>
          </a:ln>
          <a:effectLst/>
        </p:spPr>
        <p:txBody>
          <a:bodyPr>
            <a:spAutoFit/>
          </a:bodyPr>
          <a:lstStyle/>
          <a:p>
            <a:pPr>
              <a:spcBef>
                <a:spcPct val="50000"/>
              </a:spcBef>
              <a:defRPr/>
            </a:pPr>
            <a:r>
              <a:rPr lang="en-US" altLang="zh-CN" sz="1600" b="1" i="1">
                <a:effectLst>
                  <a:outerShdw blurRad="38100" dist="38100" dir="2700000" algn="tl">
                    <a:srgbClr val="C0C0C0"/>
                  </a:outerShdw>
                </a:effectLst>
                <a:latin typeface="Times New Roman" pitchFamily="18" charset="0"/>
                <a:ea typeface="宋体" pitchFamily="2" charset="-122"/>
              </a:rPr>
              <a:t>s</a:t>
            </a:r>
          </a:p>
        </p:txBody>
      </p:sp>
      <p:sp>
        <p:nvSpPr>
          <p:cNvPr id="58" name="Text Box 61">
            <a:extLst>
              <a:ext uri="{FF2B5EF4-FFF2-40B4-BE49-F238E27FC236}">
                <a16:creationId xmlns:a16="http://schemas.microsoft.com/office/drawing/2014/main" id="{E604F916-0A56-FAAC-7283-35C3B1B2AA23}"/>
              </a:ext>
            </a:extLst>
          </p:cNvPr>
          <p:cNvSpPr txBox="1">
            <a:spLocks noChangeArrowheads="1"/>
          </p:cNvSpPr>
          <p:nvPr/>
        </p:nvSpPr>
        <p:spPr bwMode="auto">
          <a:xfrm>
            <a:off x="7316788" y="2471738"/>
            <a:ext cx="696912"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s′</a:t>
            </a:r>
          </a:p>
        </p:txBody>
      </p:sp>
      <p:sp>
        <p:nvSpPr>
          <p:cNvPr id="59" name="Text Box 62">
            <a:extLst>
              <a:ext uri="{FF2B5EF4-FFF2-40B4-BE49-F238E27FC236}">
                <a16:creationId xmlns:a16="http://schemas.microsoft.com/office/drawing/2014/main" id="{B2365EC1-E4DE-BCEF-4189-21A8959A05ED}"/>
              </a:ext>
            </a:extLst>
          </p:cNvPr>
          <p:cNvSpPr txBox="1">
            <a:spLocks noChangeArrowheads="1"/>
          </p:cNvSpPr>
          <p:nvPr/>
        </p:nvSpPr>
        <p:spPr bwMode="auto">
          <a:xfrm>
            <a:off x="7699375" y="4430713"/>
            <a:ext cx="696913" cy="336550"/>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a′</a:t>
            </a:r>
          </a:p>
        </p:txBody>
      </p:sp>
      <p:sp>
        <p:nvSpPr>
          <p:cNvPr id="60" name="Freeform 63">
            <a:extLst>
              <a:ext uri="{FF2B5EF4-FFF2-40B4-BE49-F238E27FC236}">
                <a16:creationId xmlns:a16="http://schemas.microsoft.com/office/drawing/2014/main" id="{28287BD8-13FE-3F25-9144-E7FB2BD3D55F}"/>
              </a:ext>
            </a:extLst>
          </p:cNvPr>
          <p:cNvSpPr>
            <a:spLocks/>
          </p:cNvSpPr>
          <p:nvPr/>
        </p:nvSpPr>
        <p:spPr bwMode="auto">
          <a:xfrm>
            <a:off x="7720013" y="4048125"/>
            <a:ext cx="2090737" cy="1588"/>
          </a:xfrm>
          <a:custGeom>
            <a:avLst/>
            <a:gdLst>
              <a:gd name="T0" fmla="*/ 0 w 1317"/>
              <a:gd name="T1" fmla="*/ 0 h 1"/>
              <a:gd name="T2" fmla="*/ 2090737 w 1317"/>
              <a:gd name="T3" fmla="*/ 0 h 1"/>
              <a:gd name="T4" fmla="*/ 0 60000 65536"/>
              <a:gd name="T5" fmla="*/ 0 60000 65536"/>
              <a:gd name="T6" fmla="*/ 0 w 1317"/>
              <a:gd name="T7" fmla="*/ 0 h 1"/>
              <a:gd name="T8" fmla="*/ 1317 w 1317"/>
              <a:gd name="T9" fmla="*/ 1 h 1"/>
            </a:gdLst>
            <a:ahLst/>
            <a:cxnLst>
              <a:cxn ang="T4">
                <a:pos x="T0" y="T1"/>
              </a:cxn>
              <a:cxn ang="T5">
                <a:pos x="T2" y="T3"/>
              </a:cxn>
            </a:cxnLst>
            <a:rect l="T6" t="T7" r="T8" b="T9"/>
            <a:pathLst>
              <a:path w="1317" h="1">
                <a:moveTo>
                  <a:pt x="0" y="0"/>
                </a:moveTo>
                <a:lnTo>
                  <a:pt x="1317" y="0"/>
                </a:lnTo>
              </a:path>
            </a:pathLst>
          </a:custGeom>
          <a:noFill/>
          <a:ln w="9525">
            <a:solidFill>
              <a:srgbClr val="FF00FF"/>
            </a:solidFill>
            <a:round/>
            <a:headEnd/>
            <a:tailEnd type="triangle" w="sm" len="lg"/>
          </a:ln>
        </p:spPr>
        <p:txBody>
          <a:bodyPr/>
          <a:lstStyle/>
          <a:p>
            <a:pPr algn="ctr"/>
            <a:endParaRPr lang="zh-CN" altLang="en-US"/>
          </a:p>
        </p:txBody>
      </p:sp>
      <p:sp>
        <p:nvSpPr>
          <p:cNvPr id="61" name="Text Box 66">
            <a:extLst>
              <a:ext uri="{FF2B5EF4-FFF2-40B4-BE49-F238E27FC236}">
                <a16:creationId xmlns:a16="http://schemas.microsoft.com/office/drawing/2014/main" id="{B393AA0B-9A87-7E1F-FC34-95E78A128AD8}"/>
              </a:ext>
            </a:extLst>
          </p:cNvPr>
          <p:cNvSpPr txBox="1">
            <a:spLocks noChangeArrowheads="1"/>
          </p:cNvSpPr>
          <p:nvPr/>
        </p:nvSpPr>
        <p:spPr bwMode="auto">
          <a:xfrm>
            <a:off x="2441575" y="1912938"/>
            <a:ext cx="3311525" cy="830997"/>
          </a:xfrm>
          <a:prstGeom prst="rect">
            <a:avLst/>
          </a:prstGeom>
          <a:noFill/>
          <a:ln w="9525">
            <a:noFill/>
            <a:miter lim="800000"/>
            <a:headEnd/>
            <a:tailEnd/>
          </a:ln>
          <a:effectLst/>
        </p:spPr>
        <p:txBody>
          <a:bodyPr>
            <a:spAutoFit/>
          </a:bodyPr>
          <a:lstStyle/>
          <a:p>
            <a:pPr>
              <a:spcBef>
                <a:spcPct val="50000"/>
              </a:spcBef>
              <a:defRPr/>
            </a:pPr>
            <a:r>
              <a:rPr lang="en-US" altLang="zh-CN" sz="2400" b="1" dirty="0">
                <a:latin typeface="+mn-ea"/>
                <a:ea typeface="+mn-ea"/>
              </a:rPr>
              <a:t>1. </a:t>
            </a:r>
            <a:r>
              <a:rPr lang="zh-CN" altLang="en-US" sz="2400" b="1" dirty="0">
                <a:latin typeface="+mn-ea"/>
                <a:ea typeface="+mn-ea"/>
              </a:rPr>
              <a:t>点</a:t>
            </a:r>
            <a:r>
              <a:rPr lang="en-US" altLang="zh-CN" sz="2400" b="1" dirty="0">
                <a:latin typeface="+mn-ea"/>
                <a:ea typeface="+mn-ea"/>
              </a:rPr>
              <a:t>M</a:t>
            </a:r>
            <a:r>
              <a:rPr lang="zh-CN" altLang="en-US" sz="2400" b="1" dirty="0">
                <a:latin typeface="+mn-ea"/>
                <a:ea typeface="+mn-ea"/>
              </a:rPr>
              <a:t>在界限素线上，可直接求出。</a:t>
            </a:r>
          </a:p>
        </p:txBody>
      </p:sp>
      <p:sp>
        <p:nvSpPr>
          <p:cNvPr id="62" name="Text Box 67">
            <a:extLst>
              <a:ext uri="{FF2B5EF4-FFF2-40B4-BE49-F238E27FC236}">
                <a16:creationId xmlns:a16="http://schemas.microsoft.com/office/drawing/2014/main" id="{52ABC401-E270-2220-2A1F-20A60FA99292}"/>
              </a:ext>
            </a:extLst>
          </p:cNvPr>
          <p:cNvSpPr txBox="1">
            <a:spLocks noChangeArrowheads="1"/>
          </p:cNvSpPr>
          <p:nvPr/>
        </p:nvSpPr>
        <p:spPr bwMode="auto">
          <a:xfrm>
            <a:off x="2441575" y="3063875"/>
            <a:ext cx="3311525" cy="830997"/>
          </a:xfrm>
          <a:prstGeom prst="rect">
            <a:avLst/>
          </a:prstGeom>
          <a:noFill/>
          <a:ln w="9525">
            <a:noFill/>
            <a:miter lim="800000"/>
            <a:headEnd/>
            <a:tailEnd/>
          </a:ln>
          <a:effectLst/>
        </p:spPr>
        <p:txBody>
          <a:bodyPr>
            <a:spAutoFit/>
          </a:bodyPr>
          <a:lstStyle/>
          <a:p>
            <a:pPr>
              <a:spcBef>
                <a:spcPct val="50000"/>
              </a:spcBef>
              <a:defRPr/>
            </a:pPr>
            <a:r>
              <a:rPr lang="en-US" altLang="zh-CN" sz="2400" b="1" dirty="0">
                <a:latin typeface="+mn-ea"/>
                <a:ea typeface="+mn-ea"/>
              </a:rPr>
              <a:t>2. </a:t>
            </a:r>
            <a:r>
              <a:rPr lang="zh-CN" altLang="en-US" sz="2400" b="1" dirty="0">
                <a:latin typeface="+mn-ea"/>
                <a:ea typeface="+mn-ea"/>
              </a:rPr>
              <a:t>点</a:t>
            </a:r>
            <a:r>
              <a:rPr lang="en-US" altLang="zh-CN" sz="2400" b="1" dirty="0">
                <a:latin typeface="+mn-ea"/>
                <a:ea typeface="+mn-ea"/>
              </a:rPr>
              <a:t>K</a:t>
            </a:r>
            <a:r>
              <a:rPr lang="zh-CN" altLang="en-US" sz="2400" b="1" dirty="0">
                <a:latin typeface="+mn-ea"/>
                <a:ea typeface="+mn-ea"/>
              </a:rPr>
              <a:t>为一般位置点，需要做辅助线。</a:t>
            </a:r>
          </a:p>
        </p:txBody>
      </p:sp>
      <p:sp>
        <p:nvSpPr>
          <p:cNvPr id="63" name="Text Box 68">
            <a:extLst>
              <a:ext uri="{FF2B5EF4-FFF2-40B4-BE49-F238E27FC236}">
                <a16:creationId xmlns:a16="http://schemas.microsoft.com/office/drawing/2014/main" id="{12C06B31-2F36-2B6E-A09E-E77D73BAC7DC}"/>
              </a:ext>
            </a:extLst>
          </p:cNvPr>
          <p:cNvSpPr txBox="1">
            <a:spLocks noChangeArrowheads="1"/>
          </p:cNvSpPr>
          <p:nvPr/>
        </p:nvSpPr>
        <p:spPr bwMode="auto">
          <a:xfrm>
            <a:off x="2370138" y="4432300"/>
            <a:ext cx="3105150" cy="457200"/>
          </a:xfrm>
          <a:prstGeom prst="rect">
            <a:avLst/>
          </a:prstGeom>
          <a:noFill/>
          <a:ln w="9525">
            <a:noFill/>
            <a:miter lim="800000"/>
            <a:headEnd/>
            <a:tailEnd/>
          </a:ln>
        </p:spPr>
        <p:txBody>
          <a:bodyPr>
            <a:spAutoFit/>
          </a:bodyPr>
          <a:lstStyle/>
          <a:p>
            <a:pPr>
              <a:spcBef>
                <a:spcPct val="50000"/>
              </a:spcBef>
            </a:pPr>
            <a:r>
              <a:rPr lang="zh-CN" altLang="en-US" b="1">
                <a:solidFill>
                  <a:srgbClr val="0099FF"/>
                </a:solidFill>
              </a:rPr>
              <a:t>作法一：素线法</a:t>
            </a:r>
            <a:endParaRPr lang="zh-CN" altLang="en-US" b="1">
              <a:solidFill>
                <a:srgbClr val="0099FF"/>
              </a:solidFill>
              <a:latin typeface="Arial" charset="0"/>
            </a:endParaRPr>
          </a:p>
        </p:txBody>
      </p:sp>
      <p:sp>
        <p:nvSpPr>
          <p:cNvPr id="64" name="Text Box 70">
            <a:extLst>
              <a:ext uri="{FF2B5EF4-FFF2-40B4-BE49-F238E27FC236}">
                <a16:creationId xmlns:a16="http://schemas.microsoft.com/office/drawing/2014/main" id="{59C2E3B2-630C-587E-3599-38A288020615}"/>
              </a:ext>
            </a:extLst>
          </p:cNvPr>
          <p:cNvSpPr txBox="1">
            <a:spLocks noChangeArrowheads="1"/>
          </p:cNvSpPr>
          <p:nvPr/>
        </p:nvSpPr>
        <p:spPr bwMode="auto">
          <a:xfrm>
            <a:off x="2346325" y="5684838"/>
            <a:ext cx="3421063" cy="457200"/>
          </a:xfrm>
          <a:prstGeom prst="rect">
            <a:avLst/>
          </a:prstGeom>
          <a:noFill/>
          <a:ln w="9525">
            <a:noFill/>
            <a:miter lim="800000"/>
            <a:headEnd/>
            <a:tailEnd/>
          </a:ln>
          <a:effectLst/>
        </p:spPr>
        <p:txBody>
          <a:bodyPr>
            <a:spAutoFit/>
          </a:bodyPr>
          <a:lstStyle/>
          <a:p>
            <a:pPr algn="ctr">
              <a:spcBef>
                <a:spcPct val="50000"/>
              </a:spcBef>
              <a:defRPr/>
            </a:pPr>
            <a:r>
              <a:rPr lang="zh-CN" altLang="en-US" b="1" dirty="0">
                <a:solidFill>
                  <a:srgbClr val="FF0000"/>
                </a:solidFill>
                <a:ea typeface="宋体" pitchFamily="2" charset="-122"/>
              </a:rPr>
              <a:t>注意</a:t>
            </a:r>
            <a:r>
              <a:rPr lang="en-US" altLang="zh-CN" b="1" i="1" dirty="0">
                <a:solidFill>
                  <a:srgbClr val="FF0000"/>
                </a:solidFill>
                <a:latin typeface="+mn-ea"/>
                <a:ea typeface="+mn-ea"/>
              </a:rPr>
              <a:t>k</a:t>
            </a:r>
            <a:r>
              <a:rPr lang="en-US" altLang="zh-CN" b="1" dirty="0">
                <a:solidFill>
                  <a:srgbClr val="FF0000"/>
                </a:solidFill>
                <a:latin typeface="+mn-ea"/>
                <a:ea typeface="+mn-ea"/>
                <a:sym typeface="Symbol" pitchFamily="18" charset="2"/>
              </a:rPr>
              <a:t>〞</a:t>
            </a:r>
            <a:r>
              <a:rPr lang="zh-CN" altLang="en-US" b="1" dirty="0">
                <a:solidFill>
                  <a:srgbClr val="FF0000"/>
                </a:solidFill>
                <a:ea typeface="宋体" pitchFamily="2" charset="-122"/>
              </a:rPr>
              <a:t>可见性的判断。</a:t>
            </a:r>
          </a:p>
        </p:txBody>
      </p:sp>
    </p:spTree>
    <p:extLst>
      <p:ext uri="{BB962C8B-B14F-4D97-AF65-F5344CB8AC3E}">
        <p14:creationId xmlns:p14="http://schemas.microsoft.com/office/powerpoint/2010/main" val="352675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
                                            <p:txEl>
                                              <p:pRg st="0" end="0"/>
                                            </p:txEl>
                                          </p:spTgt>
                                        </p:tgtEl>
                                        <p:attrNameLst>
                                          <p:attrName>style.visibility</p:attrName>
                                        </p:attrNameLst>
                                      </p:cBhvr>
                                      <p:to>
                                        <p:strVal val="visible"/>
                                      </p:to>
                                    </p:set>
                                    <p:animEffect transition="in" filter="wipe(left)">
                                      <p:cBhvr>
                                        <p:cTn id="12" dur="500"/>
                                        <p:tgtEl>
                                          <p:spTgt spid="6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up)">
                                      <p:cBhvr>
                                        <p:cTn id="17" dur="500"/>
                                        <p:tgtEl>
                                          <p:spTgt spid="38"/>
                                        </p:tgtEl>
                                      </p:cBhvr>
                                    </p:animEffect>
                                  </p:childTnLst>
                                </p:cTn>
                              </p:par>
                            </p:childTnLst>
                          </p:cTn>
                        </p:par>
                        <p:par>
                          <p:cTn id="18" fill="hold">
                            <p:stCondLst>
                              <p:cond delay="500"/>
                            </p:stCondLst>
                            <p:childTnLst>
                              <p:par>
                                <p:cTn id="19" presetID="26" presetClass="entr" presetSubtype="0" fill="hold" grpId="0" nodeType="after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down)">
                                      <p:cBhvr>
                                        <p:cTn id="21" dur="290">
                                          <p:stCondLst>
                                            <p:cond delay="0"/>
                                          </p:stCondLst>
                                        </p:cTn>
                                        <p:tgtEl>
                                          <p:spTgt spid="40"/>
                                        </p:tgtEl>
                                      </p:cBhvr>
                                    </p:animEffect>
                                    <p:anim calcmode="lin" valueType="num">
                                      <p:cBhvr>
                                        <p:cTn id="22" dur="911"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23" dur="332"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24" dur="332" tmFilter="0, 0; 0.125,0.2665; 0.25,0.4; 0.375,0.465; 0.5,0.5;  0.625,0.535; 0.75,0.6; 0.875,0.7335; 1,1">
                                          <p:stCondLst>
                                            <p:cond delay="332"/>
                                          </p:stCondLst>
                                        </p:cTn>
                                        <p:tgtEl>
                                          <p:spTgt spid="40"/>
                                        </p:tgtEl>
                                        <p:attrNameLst>
                                          <p:attrName>ppt_y</p:attrName>
                                        </p:attrNameLst>
                                      </p:cBhvr>
                                      <p:tavLst>
                                        <p:tav tm="0" fmla="#ppt_y-sin(pi*$)/9">
                                          <p:val>
                                            <p:fltVal val="0"/>
                                          </p:val>
                                        </p:tav>
                                        <p:tav tm="100000">
                                          <p:val>
                                            <p:fltVal val="1"/>
                                          </p:val>
                                        </p:tav>
                                      </p:tavLst>
                                    </p:anim>
                                    <p:anim calcmode="lin" valueType="num">
                                      <p:cBhvr>
                                        <p:cTn id="25" dur="166" tmFilter="0, 0; 0.125,0.2665; 0.25,0.4; 0.375,0.465; 0.5,0.5;  0.625,0.535; 0.75,0.6; 0.875,0.7335; 1,1">
                                          <p:stCondLst>
                                            <p:cond delay="662"/>
                                          </p:stCondLst>
                                        </p:cTn>
                                        <p:tgtEl>
                                          <p:spTgt spid="40"/>
                                        </p:tgtEl>
                                        <p:attrNameLst>
                                          <p:attrName>ppt_y</p:attrName>
                                        </p:attrNameLst>
                                      </p:cBhvr>
                                      <p:tavLst>
                                        <p:tav tm="0" fmla="#ppt_y-sin(pi*$)/27">
                                          <p:val>
                                            <p:fltVal val="0"/>
                                          </p:val>
                                        </p:tav>
                                        <p:tav tm="100000">
                                          <p:val>
                                            <p:fltVal val="1"/>
                                          </p:val>
                                        </p:tav>
                                      </p:tavLst>
                                    </p:anim>
                                    <p:anim calcmode="lin" valueType="num">
                                      <p:cBhvr>
                                        <p:cTn id="26" dur="82" tmFilter="0, 0; 0.125,0.2665; 0.25,0.4; 0.375,0.465; 0.5,0.5;  0.625,0.535; 0.75,0.6; 0.875,0.7335; 1,1">
                                          <p:stCondLst>
                                            <p:cond delay="828"/>
                                          </p:stCondLst>
                                        </p:cTn>
                                        <p:tgtEl>
                                          <p:spTgt spid="40"/>
                                        </p:tgtEl>
                                        <p:attrNameLst>
                                          <p:attrName>ppt_y</p:attrName>
                                        </p:attrNameLst>
                                      </p:cBhvr>
                                      <p:tavLst>
                                        <p:tav tm="0" fmla="#ppt_y-sin(pi*$)/81">
                                          <p:val>
                                            <p:fltVal val="0"/>
                                          </p:val>
                                        </p:tav>
                                        <p:tav tm="100000">
                                          <p:val>
                                            <p:fltVal val="1"/>
                                          </p:val>
                                        </p:tav>
                                      </p:tavLst>
                                    </p:anim>
                                    <p:animScale>
                                      <p:cBhvr>
                                        <p:cTn id="27" dur="13">
                                          <p:stCondLst>
                                            <p:cond delay="325"/>
                                          </p:stCondLst>
                                        </p:cTn>
                                        <p:tgtEl>
                                          <p:spTgt spid="40"/>
                                        </p:tgtEl>
                                      </p:cBhvr>
                                      <p:to x="100000" y="60000"/>
                                    </p:animScale>
                                    <p:animScale>
                                      <p:cBhvr>
                                        <p:cTn id="28" dur="83" decel="50000">
                                          <p:stCondLst>
                                            <p:cond delay="338"/>
                                          </p:stCondLst>
                                        </p:cTn>
                                        <p:tgtEl>
                                          <p:spTgt spid="40"/>
                                        </p:tgtEl>
                                      </p:cBhvr>
                                      <p:to x="100000" y="100000"/>
                                    </p:animScale>
                                    <p:animScale>
                                      <p:cBhvr>
                                        <p:cTn id="29" dur="13">
                                          <p:stCondLst>
                                            <p:cond delay="656"/>
                                          </p:stCondLst>
                                        </p:cTn>
                                        <p:tgtEl>
                                          <p:spTgt spid="40"/>
                                        </p:tgtEl>
                                      </p:cBhvr>
                                      <p:to x="100000" y="80000"/>
                                    </p:animScale>
                                    <p:animScale>
                                      <p:cBhvr>
                                        <p:cTn id="30" dur="83" decel="50000">
                                          <p:stCondLst>
                                            <p:cond delay="669"/>
                                          </p:stCondLst>
                                        </p:cTn>
                                        <p:tgtEl>
                                          <p:spTgt spid="40"/>
                                        </p:tgtEl>
                                      </p:cBhvr>
                                      <p:to x="100000" y="100000"/>
                                    </p:animScale>
                                    <p:animScale>
                                      <p:cBhvr>
                                        <p:cTn id="31" dur="13">
                                          <p:stCondLst>
                                            <p:cond delay="821"/>
                                          </p:stCondLst>
                                        </p:cTn>
                                        <p:tgtEl>
                                          <p:spTgt spid="40"/>
                                        </p:tgtEl>
                                      </p:cBhvr>
                                      <p:to x="100000" y="90000"/>
                                    </p:animScale>
                                    <p:animScale>
                                      <p:cBhvr>
                                        <p:cTn id="32" dur="83" decel="50000">
                                          <p:stCondLst>
                                            <p:cond delay="834"/>
                                          </p:stCondLst>
                                        </p:cTn>
                                        <p:tgtEl>
                                          <p:spTgt spid="40"/>
                                        </p:tgtEl>
                                      </p:cBhvr>
                                      <p:to x="100000" y="100000"/>
                                    </p:animScale>
                                    <p:animScale>
                                      <p:cBhvr>
                                        <p:cTn id="33" dur="13">
                                          <p:stCondLst>
                                            <p:cond delay="904"/>
                                          </p:stCondLst>
                                        </p:cTn>
                                        <p:tgtEl>
                                          <p:spTgt spid="40"/>
                                        </p:tgtEl>
                                      </p:cBhvr>
                                      <p:to x="100000" y="95000"/>
                                    </p:animScale>
                                    <p:animScale>
                                      <p:cBhvr>
                                        <p:cTn id="34" dur="83" decel="50000">
                                          <p:stCondLst>
                                            <p:cond delay="917"/>
                                          </p:stCondLst>
                                        </p:cTn>
                                        <p:tgtEl>
                                          <p:spTgt spid="40"/>
                                        </p:tgtEl>
                                      </p:cBhvr>
                                      <p:to x="100000" y="100000"/>
                                    </p:animScale>
                                  </p:childTnLst>
                                </p:cTn>
                              </p:par>
                            </p:childTnLst>
                          </p:cTn>
                        </p:par>
                        <p:par>
                          <p:cTn id="35" fill="hold">
                            <p:stCondLst>
                              <p:cond delay="1500"/>
                            </p:stCondLst>
                            <p:childTnLst>
                              <p:par>
                                <p:cTn id="36" presetID="3" presetClass="entr" presetSubtype="10" fill="hold" grpId="0" nodeType="after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blinds(horizontal)">
                                      <p:cBhvr>
                                        <p:cTn id="38" dur="500"/>
                                        <p:tgtEl>
                                          <p:spTgt spid="39"/>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left)">
                                      <p:cBhvr>
                                        <p:cTn id="42" dur="500"/>
                                        <p:tgtEl>
                                          <p:spTgt spid="41"/>
                                        </p:tgtEl>
                                      </p:cBhvr>
                                    </p:animEffect>
                                  </p:childTnLst>
                                </p:cTn>
                              </p:par>
                            </p:childTnLst>
                          </p:cTn>
                        </p:par>
                        <p:par>
                          <p:cTn id="43" fill="hold">
                            <p:stCondLst>
                              <p:cond delay="2500"/>
                            </p:stCondLst>
                            <p:childTnLst>
                              <p:par>
                                <p:cTn id="44" presetID="26" presetClass="entr" presetSubtype="0" fill="hold" grpId="0" nodeType="after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down)">
                                      <p:cBhvr>
                                        <p:cTn id="46" dur="290">
                                          <p:stCondLst>
                                            <p:cond delay="0"/>
                                          </p:stCondLst>
                                        </p:cTn>
                                        <p:tgtEl>
                                          <p:spTgt spid="42"/>
                                        </p:tgtEl>
                                      </p:cBhvr>
                                    </p:animEffect>
                                    <p:anim calcmode="lin" valueType="num">
                                      <p:cBhvr>
                                        <p:cTn id="47" dur="911"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48" dur="332"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49" dur="332" tmFilter="0, 0; 0.125,0.2665; 0.25,0.4; 0.375,0.465; 0.5,0.5;  0.625,0.535; 0.75,0.6; 0.875,0.7335; 1,1">
                                          <p:stCondLst>
                                            <p:cond delay="332"/>
                                          </p:stCondLst>
                                        </p:cTn>
                                        <p:tgtEl>
                                          <p:spTgt spid="42"/>
                                        </p:tgtEl>
                                        <p:attrNameLst>
                                          <p:attrName>ppt_y</p:attrName>
                                        </p:attrNameLst>
                                      </p:cBhvr>
                                      <p:tavLst>
                                        <p:tav tm="0" fmla="#ppt_y-sin(pi*$)/9">
                                          <p:val>
                                            <p:fltVal val="0"/>
                                          </p:val>
                                        </p:tav>
                                        <p:tav tm="100000">
                                          <p:val>
                                            <p:fltVal val="1"/>
                                          </p:val>
                                        </p:tav>
                                      </p:tavLst>
                                    </p:anim>
                                    <p:anim calcmode="lin" valueType="num">
                                      <p:cBhvr>
                                        <p:cTn id="50" dur="166" tmFilter="0, 0; 0.125,0.2665; 0.25,0.4; 0.375,0.465; 0.5,0.5;  0.625,0.535; 0.75,0.6; 0.875,0.7335; 1,1">
                                          <p:stCondLst>
                                            <p:cond delay="662"/>
                                          </p:stCondLst>
                                        </p:cTn>
                                        <p:tgtEl>
                                          <p:spTgt spid="42"/>
                                        </p:tgtEl>
                                        <p:attrNameLst>
                                          <p:attrName>ppt_y</p:attrName>
                                        </p:attrNameLst>
                                      </p:cBhvr>
                                      <p:tavLst>
                                        <p:tav tm="0" fmla="#ppt_y-sin(pi*$)/27">
                                          <p:val>
                                            <p:fltVal val="0"/>
                                          </p:val>
                                        </p:tav>
                                        <p:tav tm="100000">
                                          <p:val>
                                            <p:fltVal val="1"/>
                                          </p:val>
                                        </p:tav>
                                      </p:tavLst>
                                    </p:anim>
                                    <p:anim calcmode="lin" valueType="num">
                                      <p:cBhvr>
                                        <p:cTn id="51" dur="82" tmFilter="0, 0; 0.125,0.2665; 0.25,0.4; 0.375,0.465; 0.5,0.5;  0.625,0.535; 0.75,0.6; 0.875,0.7335; 1,1">
                                          <p:stCondLst>
                                            <p:cond delay="828"/>
                                          </p:stCondLst>
                                        </p:cTn>
                                        <p:tgtEl>
                                          <p:spTgt spid="42"/>
                                        </p:tgtEl>
                                        <p:attrNameLst>
                                          <p:attrName>ppt_y</p:attrName>
                                        </p:attrNameLst>
                                      </p:cBhvr>
                                      <p:tavLst>
                                        <p:tav tm="0" fmla="#ppt_y-sin(pi*$)/81">
                                          <p:val>
                                            <p:fltVal val="0"/>
                                          </p:val>
                                        </p:tav>
                                        <p:tav tm="100000">
                                          <p:val>
                                            <p:fltVal val="1"/>
                                          </p:val>
                                        </p:tav>
                                      </p:tavLst>
                                    </p:anim>
                                    <p:animScale>
                                      <p:cBhvr>
                                        <p:cTn id="52" dur="13">
                                          <p:stCondLst>
                                            <p:cond delay="325"/>
                                          </p:stCondLst>
                                        </p:cTn>
                                        <p:tgtEl>
                                          <p:spTgt spid="42"/>
                                        </p:tgtEl>
                                      </p:cBhvr>
                                      <p:to x="100000" y="60000"/>
                                    </p:animScale>
                                    <p:animScale>
                                      <p:cBhvr>
                                        <p:cTn id="53" dur="83" decel="50000">
                                          <p:stCondLst>
                                            <p:cond delay="338"/>
                                          </p:stCondLst>
                                        </p:cTn>
                                        <p:tgtEl>
                                          <p:spTgt spid="42"/>
                                        </p:tgtEl>
                                      </p:cBhvr>
                                      <p:to x="100000" y="100000"/>
                                    </p:animScale>
                                    <p:animScale>
                                      <p:cBhvr>
                                        <p:cTn id="54" dur="13">
                                          <p:stCondLst>
                                            <p:cond delay="656"/>
                                          </p:stCondLst>
                                        </p:cTn>
                                        <p:tgtEl>
                                          <p:spTgt spid="42"/>
                                        </p:tgtEl>
                                      </p:cBhvr>
                                      <p:to x="100000" y="80000"/>
                                    </p:animScale>
                                    <p:animScale>
                                      <p:cBhvr>
                                        <p:cTn id="55" dur="83" decel="50000">
                                          <p:stCondLst>
                                            <p:cond delay="669"/>
                                          </p:stCondLst>
                                        </p:cTn>
                                        <p:tgtEl>
                                          <p:spTgt spid="42"/>
                                        </p:tgtEl>
                                      </p:cBhvr>
                                      <p:to x="100000" y="100000"/>
                                    </p:animScale>
                                    <p:animScale>
                                      <p:cBhvr>
                                        <p:cTn id="56" dur="13">
                                          <p:stCondLst>
                                            <p:cond delay="821"/>
                                          </p:stCondLst>
                                        </p:cTn>
                                        <p:tgtEl>
                                          <p:spTgt spid="42"/>
                                        </p:tgtEl>
                                      </p:cBhvr>
                                      <p:to x="100000" y="90000"/>
                                    </p:animScale>
                                    <p:animScale>
                                      <p:cBhvr>
                                        <p:cTn id="57" dur="83" decel="50000">
                                          <p:stCondLst>
                                            <p:cond delay="834"/>
                                          </p:stCondLst>
                                        </p:cTn>
                                        <p:tgtEl>
                                          <p:spTgt spid="42"/>
                                        </p:tgtEl>
                                      </p:cBhvr>
                                      <p:to x="100000" y="100000"/>
                                    </p:animScale>
                                    <p:animScale>
                                      <p:cBhvr>
                                        <p:cTn id="58" dur="13">
                                          <p:stCondLst>
                                            <p:cond delay="904"/>
                                          </p:stCondLst>
                                        </p:cTn>
                                        <p:tgtEl>
                                          <p:spTgt spid="42"/>
                                        </p:tgtEl>
                                      </p:cBhvr>
                                      <p:to x="100000" y="95000"/>
                                    </p:animScale>
                                    <p:animScale>
                                      <p:cBhvr>
                                        <p:cTn id="59" dur="83" decel="50000">
                                          <p:stCondLst>
                                            <p:cond delay="917"/>
                                          </p:stCondLst>
                                        </p:cTn>
                                        <p:tgtEl>
                                          <p:spTgt spid="42"/>
                                        </p:tgtEl>
                                      </p:cBhvr>
                                      <p:to x="100000" y="100000"/>
                                    </p:animScale>
                                  </p:childTnLst>
                                </p:cTn>
                              </p:par>
                            </p:childTnLst>
                          </p:cTn>
                        </p:par>
                        <p:par>
                          <p:cTn id="60" fill="hold">
                            <p:stCondLst>
                              <p:cond delay="3500"/>
                            </p:stCondLst>
                            <p:childTnLst>
                              <p:par>
                                <p:cTn id="61" presetID="22" presetClass="entr" presetSubtype="4" fill="hold" grpId="0" nodeType="after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wipe(down)">
                                      <p:cBhvr>
                                        <p:cTn id="63" dur="500"/>
                                        <p:tgtEl>
                                          <p:spTgt spid="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62">
                                            <p:txEl>
                                              <p:pRg st="0" end="0"/>
                                            </p:txEl>
                                          </p:spTgt>
                                        </p:tgtEl>
                                        <p:attrNameLst>
                                          <p:attrName>style.visibility</p:attrName>
                                        </p:attrNameLst>
                                      </p:cBhvr>
                                      <p:to>
                                        <p:strVal val="visible"/>
                                      </p:to>
                                    </p:set>
                                    <p:animEffect transition="in" filter="wipe(left)">
                                      <p:cBhvr>
                                        <p:cTn id="68" dur="500"/>
                                        <p:tgtEl>
                                          <p:spTgt spid="62">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63">
                                            <p:txEl>
                                              <p:pRg st="0" end="0"/>
                                            </p:txEl>
                                          </p:spTgt>
                                        </p:tgtEl>
                                        <p:attrNameLst>
                                          <p:attrName>style.visibility</p:attrName>
                                        </p:attrNameLst>
                                      </p:cBhvr>
                                      <p:to>
                                        <p:strVal val="visible"/>
                                      </p:to>
                                    </p:set>
                                    <p:animEffect transition="in" filter="wipe(left)">
                                      <p:cBhvr>
                                        <p:cTn id="73" dur="500"/>
                                        <p:tgtEl>
                                          <p:spTgt spid="63">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wipe(up)">
                                      <p:cBhvr>
                                        <p:cTn id="78" dur="500"/>
                                        <p:tgtEl>
                                          <p:spTgt spid="53"/>
                                        </p:tgtEl>
                                      </p:cBhvr>
                                    </p:animEffect>
                                  </p:childTnLst>
                                </p:cTn>
                              </p:par>
                            </p:childTnLst>
                          </p:cTn>
                        </p:par>
                        <p:par>
                          <p:cTn id="79" fill="hold">
                            <p:stCondLst>
                              <p:cond delay="500"/>
                            </p:stCondLst>
                            <p:childTnLst>
                              <p:par>
                                <p:cTn id="80" presetID="22" presetClass="entr" presetSubtype="4" fill="hold" grpId="0" nodeType="after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wipe(down)">
                                      <p:cBhvr>
                                        <p:cTn id="82" dur="500"/>
                                        <p:tgtEl>
                                          <p:spTgt spid="59"/>
                                        </p:tgtEl>
                                      </p:cBhvr>
                                    </p:animEffect>
                                  </p:childTnLst>
                                </p:cTn>
                              </p:par>
                            </p:childTnLst>
                          </p:cTn>
                        </p:par>
                        <p:par>
                          <p:cTn id="83" fill="hold">
                            <p:stCondLst>
                              <p:cond delay="1000"/>
                            </p:stCondLst>
                            <p:childTnLst>
                              <p:par>
                                <p:cTn id="84" presetID="22" presetClass="entr" presetSubtype="1" fill="hold" grpId="0" nodeType="after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wipe(up)">
                                      <p:cBhvr>
                                        <p:cTn id="86" dur="500"/>
                                        <p:tgtEl>
                                          <p:spTgt spid="54"/>
                                        </p:tgtEl>
                                      </p:cBhvr>
                                    </p:animEffect>
                                  </p:childTnLst>
                                </p:cTn>
                              </p:par>
                            </p:childTnLst>
                          </p:cTn>
                        </p:par>
                        <p:par>
                          <p:cTn id="87" fill="hold">
                            <p:stCondLst>
                              <p:cond delay="1500"/>
                            </p:stCondLst>
                            <p:childTnLst>
                              <p:par>
                                <p:cTn id="88" presetID="22" presetClass="entr" presetSubtype="8" fill="hold" grpId="0" nodeType="after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wipe(left)">
                                      <p:cBhvr>
                                        <p:cTn id="90" dur="500"/>
                                        <p:tgtEl>
                                          <p:spTgt spid="56"/>
                                        </p:tgtEl>
                                      </p:cBhvr>
                                    </p:animEffect>
                                  </p:childTnLst>
                                </p:cTn>
                              </p:par>
                            </p:childTnLst>
                          </p:cTn>
                        </p:par>
                        <p:par>
                          <p:cTn id="91" fill="hold">
                            <p:stCondLst>
                              <p:cond delay="2000"/>
                            </p:stCondLst>
                            <p:childTnLst>
                              <p:par>
                                <p:cTn id="92" presetID="22" presetClass="entr" presetSubtype="1" fill="hold" grpId="0" nodeType="afterEffect">
                                  <p:stCondLst>
                                    <p:cond delay="0"/>
                                  </p:stCondLst>
                                  <p:childTnLst>
                                    <p:set>
                                      <p:cBhvr>
                                        <p:cTn id="93" dur="1" fill="hold">
                                          <p:stCondLst>
                                            <p:cond delay="0"/>
                                          </p:stCondLst>
                                        </p:cTn>
                                        <p:tgtEl>
                                          <p:spTgt spid="55"/>
                                        </p:tgtEl>
                                        <p:attrNameLst>
                                          <p:attrName>style.visibility</p:attrName>
                                        </p:attrNameLst>
                                      </p:cBhvr>
                                      <p:to>
                                        <p:strVal val="visible"/>
                                      </p:to>
                                    </p:set>
                                    <p:animEffect transition="in" filter="wipe(up)">
                                      <p:cBhvr>
                                        <p:cTn id="94" dur="500"/>
                                        <p:tgtEl>
                                          <p:spTgt spid="5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up)">
                                      <p:cBhvr>
                                        <p:cTn id="99" dur="500"/>
                                        <p:tgtEl>
                                          <p:spTgt spid="45"/>
                                        </p:tgtEl>
                                      </p:cBhvr>
                                    </p:animEffect>
                                  </p:childTnLst>
                                </p:cTn>
                              </p:par>
                            </p:childTnLst>
                          </p:cTn>
                        </p:par>
                        <p:par>
                          <p:cTn id="100" fill="hold">
                            <p:stCondLst>
                              <p:cond delay="500"/>
                            </p:stCondLst>
                            <p:childTnLst>
                              <p:par>
                                <p:cTn id="101" presetID="22" presetClass="entr" presetSubtype="1" fill="hold" grpId="0" nodeType="after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wipe(up)">
                                      <p:cBhvr>
                                        <p:cTn id="103" dur="500"/>
                                        <p:tgtEl>
                                          <p:spTgt spid="44"/>
                                        </p:tgtEl>
                                      </p:cBhvr>
                                    </p:animEffect>
                                  </p:childTnLst>
                                </p:cTn>
                              </p:par>
                            </p:childTnLst>
                          </p:cTn>
                        </p:par>
                        <p:par>
                          <p:cTn id="104" fill="hold">
                            <p:stCondLst>
                              <p:cond delay="1000"/>
                            </p:stCondLst>
                            <p:childTnLst>
                              <p:par>
                                <p:cTn id="105" presetID="22" presetClass="entr" presetSubtype="1" fill="hold" grpId="0" nodeType="after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wipe(up)">
                                      <p:cBhvr>
                                        <p:cTn id="107" dur="500"/>
                                        <p:tgtEl>
                                          <p:spTgt spid="4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50"/>
                                        </p:tgtEl>
                                        <p:attrNameLst>
                                          <p:attrName>style.visibility</p:attrName>
                                        </p:attrNameLst>
                                      </p:cBhvr>
                                      <p:to>
                                        <p:strVal val="visible"/>
                                      </p:to>
                                    </p:set>
                                    <p:animEffect transition="in" filter="wipe(left)">
                                      <p:cBhvr>
                                        <p:cTn id="112" dur="500"/>
                                        <p:tgtEl>
                                          <p:spTgt spid="50"/>
                                        </p:tgtEl>
                                      </p:cBhvr>
                                    </p:animEffect>
                                  </p:childTnLst>
                                </p:cTn>
                              </p:par>
                            </p:childTnLst>
                          </p:cTn>
                        </p:par>
                        <p:par>
                          <p:cTn id="113" fill="hold">
                            <p:stCondLst>
                              <p:cond delay="500"/>
                            </p:stCondLst>
                            <p:childTnLst>
                              <p:par>
                                <p:cTn id="114" presetID="22" presetClass="entr" presetSubtype="4" fill="hold" grpId="0" nodeType="after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wipe(down)">
                                      <p:cBhvr>
                                        <p:cTn id="116" dur="500"/>
                                        <p:tgtEl>
                                          <p:spTgt spid="51"/>
                                        </p:tgtEl>
                                      </p:cBhvr>
                                    </p:animEffect>
                                  </p:childTnLst>
                                </p:cTn>
                              </p:par>
                            </p:childTnLst>
                          </p:cTn>
                        </p:par>
                        <p:par>
                          <p:cTn id="117" fill="hold">
                            <p:stCondLst>
                              <p:cond delay="1000"/>
                            </p:stCondLst>
                            <p:childTnLst>
                              <p:par>
                                <p:cTn id="118" presetID="22" presetClass="entr" presetSubtype="8" fill="hold" grpId="0" nodeType="afterEffect">
                                  <p:stCondLst>
                                    <p:cond delay="0"/>
                                  </p:stCondLst>
                                  <p:childTnLst>
                                    <p:set>
                                      <p:cBhvr>
                                        <p:cTn id="119" dur="1" fill="hold">
                                          <p:stCondLst>
                                            <p:cond delay="0"/>
                                          </p:stCondLst>
                                        </p:cTn>
                                        <p:tgtEl>
                                          <p:spTgt spid="60"/>
                                        </p:tgtEl>
                                        <p:attrNameLst>
                                          <p:attrName>style.visibility</p:attrName>
                                        </p:attrNameLst>
                                      </p:cBhvr>
                                      <p:to>
                                        <p:strVal val="visible"/>
                                      </p:to>
                                    </p:set>
                                    <p:animEffect transition="in" filter="wipe(left)">
                                      <p:cBhvr>
                                        <p:cTn id="120" dur="500"/>
                                        <p:tgtEl>
                                          <p:spTgt spid="60"/>
                                        </p:tgtEl>
                                      </p:cBhvr>
                                    </p:animEffect>
                                  </p:childTnLst>
                                </p:cTn>
                              </p:par>
                            </p:childTnLst>
                          </p:cTn>
                        </p:par>
                        <p:par>
                          <p:cTn id="121" fill="hold">
                            <p:stCondLst>
                              <p:cond delay="1500"/>
                            </p:stCondLst>
                            <p:childTnLst>
                              <p:par>
                                <p:cTn id="122" presetID="26" presetClass="entr" presetSubtype="0" fill="hold" grpId="0" nodeType="afterEffect">
                                  <p:stCondLst>
                                    <p:cond delay="0"/>
                                  </p:stCondLst>
                                  <p:childTnLst>
                                    <p:set>
                                      <p:cBhvr>
                                        <p:cTn id="123" dur="1" fill="hold">
                                          <p:stCondLst>
                                            <p:cond delay="0"/>
                                          </p:stCondLst>
                                        </p:cTn>
                                        <p:tgtEl>
                                          <p:spTgt spid="46"/>
                                        </p:tgtEl>
                                        <p:attrNameLst>
                                          <p:attrName>style.visibility</p:attrName>
                                        </p:attrNameLst>
                                      </p:cBhvr>
                                      <p:to>
                                        <p:strVal val="visible"/>
                                      </p:to>
                                    </p:set>
                                    <p:animEffect transition="in" filter="wipe(down)">
                                      <p:cBhvr>
                                        <p:cTn id="124" dur="290">
                                          <p:stCondLst>
                                            <p:cond delay="0"/>
                                          </p:stCondLst>
                                        </p:cTn>
                                        <p:tgtEl>
                                          <p:spTgt spid="46"/>
                                        </p:tgtEl>
                                      </p:cBhvr>
                                    </p:animEffect>
                                    <p:anim calcmode="lin" valueType="num">
                                      <p:cBhvr>
                                        <p:cTn id="125" dur="911"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126" dur="332"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27" dur="332" tmFilter="0, 0; 0.125,0.2665; 0.25,0.4; 0.375,0.465; 0.5,0.5;  0.625,0.535; 0.75,0.6; 0.875,0.7335; 1,1">
                                          <p:stCondLst>
                                            <p:cond delay="332"/>
                                          </p:stCondLst>
                                        </p:cTn>
                                        <p:tgtEl>
                                          <p:spTgt spid="46"/>
                                        </p:tgtEl>
                                        <p:attrNameLst>
                                          <p:attrName>ppt_y</p:attrName>
                                        </p:attrNameLst>
                                      </p:cBhvr>
                                      <p:tavLst>
                                        <p:tav tm="0" fmla="#ppt_y-sin(pi*$)/9">
                                          <p:val>
                                            <p:fltVal val="0"/>
                                          </p:val>
                                        </p:tav>
                                        <p:tav tm="100000">
                                          <p:val>
                                            <p:fltVal val="1"/>
                                          </p:val>
                                        </p:tav>
                                      </p:tavLst>
                                    </p:anim>
                                    <p:anim calcmode="lin" valueType="num">
                                      <p:cBhvr>
                                        <p:cTn id="128" dur="166" tmFilter="0, 0; 0.125,0.2665; 0.25,0.4; 0.375,0.465; 0.5,0.5;  0.625,0.535; 0.75,0.6; 0.875,0.7335; 1,1">
                                          <p:stCondLst>
                                            <p:cond delay="662"/>
                                          </p:stCondLst>
                                        </p:cTn>
                                        <p:tgtEl>
                                          <p:spTgt spid="46"/>
                                        </p:tgtEl>
                                        <p:attrNameLst>
                                          <p:attrName>ppt_y</p:attrName>
                                        </p:attrNameLst>
                                      </p:cBhvr>
                                      <p:tavLst>
                                        <p:tav tm="0" fmla="#ppt_y-sin(pi*$)/27">
                                          <p:val>
                                            <p:fltVal val="0"/>
                                          </p:val>
                                        </p:tav>
                                        <p:tav tm="100000">
                                          <p:val>
                                            <p:fltVal val="1"/>
                                          </p:val>
                                        </p:tav>
                                      </p:tavLst>
                                    </p:anim>
                                    <p:anim calcmode="lin" valueType="num">
                                      <p:cBhvr>
                                        <p:cTn id="129" dur="82" tmFilter="0, 0; 0.125,0.2665; 0.25,0.4; 0.375,0.465; 0.5,0.5;  0.625,0.535; 0.75,0.6; 0.875,0.7335; 1,1">
                                          <p:stCondLst>
                                            <p:cond delay="828"/>
                                          </p:stCondLst>
                                        </p:cTn>
                                        <p:tgtEl>
                                          <p:spTgt spid="46"/>
                                        </p:tgtEl>
                                        <p:attrNameLst>
                                          <p:attrName>ppt_y</p:attrName>
                                        </p:attrNameLst>
                                      </p:cBhvr>
                                      <p:tavLst>
                                        <p:tav tm="0" fmla="#ppt_y-sin(pi*$)/81">
                                          <p:val>
                                            <p:fltVal val="0"/>
                                          </p:val>
                                        </p:tav>
                                        <p:tav tm="100000">
                                          <p:val>
                                            <p:fltVal val="1"/>
                                          </p:val>
                                        </p:tav>
                                      </p:tavLst>
                                    </p:anim>
                                    <p:animScale>
                                      <p:cBhvr>
                                        <p:cTn id="130" dur="13">
                                          <p:stCondLst>
                                            <p:cond delay="325"/>
                                          </p:stCondLst>
                                        </p:cTn>
                                        <p:tgtEl>
                                          <p:spTgt spid="46"/>
                                        </p:tgtEl>
                                      </p:cBhvr>
                                      <p:to x="100000" y="60000"/>
                                    </p:animScale>
                                    <p:animScale>
                                      <p:cBhvr>
                                        <p:cTn id="131" dur="83" decel="50000">
                                          <p:stCondLst>
                                            <p:cond delay="338"/>
                                          </p:stCondLst>
                                        </p:cTn>
                                        <p:tgtEl>
                                          <p:spTgt spid="46"/>
                                        </p:tgtEl>
                                      </p:cBhvr>
                                      <p:to x="100000" y="100000"/>
                                    </p:animScale>
                                    <p:animScale>
                                      <p:cBhvr>
                                        <p:cTn id="132" dur="13">
                                          <p:stCondLst>
                                            <p:cond delay="656"/>
                                          </p:stCondLst>
                                        </p:cTn>
                                        <p:tgtEl>
                                          <p:spTgt spid="46"/>
                                        </p:tgtEl>
                                      </p:cBhvr>
                                      <p:to x="100000" y="80000"/>
                                    </p:animScale>
                                    <p:animScale>
                                      <p:cBhvr>
                                        <p:cTn id="133" dur="83" decel="50000">
                                          <p:stCondLst>
                                            <p:cond delay="669"/>
                                          </p:stCondLst>
                                        </p:cTn>
                                        <p:tgtEl>
                                          <p:spTgt spid="46"/>
                                        </p:tgtEl>
                                      </p:cBhvr>
                                      <p:to x="100000" y="100000"/>
                                    </p:animScale>
                                    <p:animScale>
                                      <p:cBhvr>
                                        <p:cTn id="134" dur="13">
                                          <p:stCondLst>
                                            <p:cond delay="821"/>
                                          </p:stCondLst>
                                        </p:cTn>
                                        <p:tgtEl>
                                          <p:spTgt spid="46"/>
                                        </p:tgtEl>
                                      </p:cBhvr>
                                      <p:to x="100000" y="90000"/>
                                    </p:animScale>
                                    <p:animScale>
                                      <p:cBhvr>
                                        <p:cTn id="135" dur="83" decel="50000">
                                          <p:stCondLst>
                                            <p:cond delay="834"/>
                                          </p:stCondLst>
                                        </p:cTn>
                                        <p:tgtEl>
                                          <p:spTgt spid="46"/>
                                        </p:tgtEl>
                                      </p:cBhvr>
                                      <p:to x="100000" y="100000"/>
                                    </p:animScale>
                                    <p:animScale>
                                      <p:cBhvr>
                                        <p:cTn id="136" dur="13">
                                          <p:stCondLst>
                                            <p:cond delay="904"/>
                                          </p:stCondLst>
                                        </p:cTn>
                                        <p:tgtEl>
                                          <p:spTgt spid="46"/>
                                        </p:tgtEl>
                                      </p:cBhvr>
                                      <p:to x="100000" y="95000"/>
                                    </p:animScale>
                                    <p:animScale>
                                      <p:cBhvr>
                                        <p:cTn id="137" dur="83" decel="50000">
                                          <p:stCondLst>
                                            <p:cond delay="917"/>
                                          </p:stCondLst>
                                        </p:cTn>
                                        <p:tgtEl>
                                          <p:spTgt spid="46"/>
                                        </p:tgtEl>
                                      </p:cBhvr>
                                      <p:to x="100000" y="100000"/>
                                    </p:animScale>
                                  </p:childTnLst>
                                </p:cTn>
                              </p:par>
                            </p:childTnLst>
                          </p:cTn>
                        </p:par>
                        <p:par>
                          <p:cTn id="138" fill="hold">
                            <p:stCondLst>
                              <p:cond delay="2500"/>
                            </p:stCondLst>
                            <p:childTnLst>
                              <p:par>
                                <p:cTn id="139" presetID="22" presetClass="entr" presetSubtype="8" fill="hold" grpId="0" nodeType="afterEffect">
                                  <p:stCondLst>
                                    <p:cond delay="0"/>
                                  </p:stCondLst>
                                  <p:childTnLst>
                                    <p:set>
                                      <p:cBhvr>
                                        <p:cTn id="140" dur="1" fill="hold">
                                          <p:stCondLst>
                                            <p:cond delay="0"/>
                                          </p:stCondLst>
                                        </p:cTn>
                                        <p:tgtEl>
                                          <p:spTgt spid="6"/>
                                        </p:tgtEl>
                                        <p:attrNameLst>
                                          <p:attrName>style.visibility</p:attrName>
                                        </p:attrNameLst>
                                      </p:cBhvr>
                                      <p:to>
                                        <p:strVal val="visible"/>
                                      </p:to>
                                    </p:set>
                                    <p:animEffect transition="in" filter="wipe(left)">
                                      <p:cBhvr>
                                        <p:cTn id="141" dur="500"/>
                                        <p:tgtEl>
                                          <p:spTgt spid="6"/>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64">
                                            <p:txEl>
                                              <p:pRg st="0" end="0"/>
                                            </p:txEl>
                                          </p:spTgt>
                                        </p:tgtEl>
                                        <p:attrNameLst>
                                          <p:attrName>style.visibility</p:attrName>
                                        </p:attrNameLst>
                                      </p:cBhvr>
                                      <p:to>
                                        <p:strVal val="visible"/>
                                      </p:to>
                                    </p:set>
                                    <p:animEffect transition="in" filter="wipe(left)">
                                      <p:cBhvr>
                                        <p:cTn id="146" dur="500"/>
                                        <p:tgtEl>
                                          <p:spTgt spid="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4" grpId="0"/>
      <p:bldP spid="38" grpId="0" animBg="1"/>
      <p:bldP spid="39" grpId="0"/>
      <p:bldP spid="40" grpId="0" animBg="1"/>
      <p:bldP spid="41" grpId="0" animBg="1"/>
      <p:bldP spid="42" grpId="0" animBg="1"/>
      <p:bldP spid="43" grpId="0"/>
      <p:bldP spid="44" grpId="0" animBg="1"/>
      <p:bldP spid="45" grpId="0" animBg="1"/>
      <p:bldP spid="46" grpId="0" animBg="1"/>
      <p:bldP spid="50" grpId="0" animBg="1"/>
      <p:bldP spid="51" grpId="0" animBg="1"/>
      <p:bldP spid="53" grpId="0" animBg="1"/>
      <p:bldP spid="54" grpId="0" animBg="1"/>
      <p:bldP spid="55" grpId="0" animBg="1"/>
      <p:bldP spid="56" grpId="0"/>
      <p:bldP spid="59" grpId="0"/>
      <p:bldP spid="6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01567-72F1-BD98-802F-0A93B0023EFD}"/>
              </a:ext>
            </a:extLst>
          </p:cNvPr>
          <p:cNvSpPr>
            <a:spLocks noGrp="1"/>
          </p:cNvSpPr>
          <p:nvPr>
            <p:ph type="title"/>
          </p:nvPr>
        </p:nvSpPr>
        <p:spPr/>
        <p:txBody>
          <a:bodyPr/>
          <a:lstStyle/>
          <a:p>
            <a:endParaRPr lang="zh-CN" altLang="en-US"/>
          </a:p>
        </p:txBody>
      </p:sp>
      <p:sp>
        <p:nvSpPr>
          <p:cNvPr id="3" name="Line 2">
            <a:extLst>
              <a:ext uri="{FF2B5EF4-FFF2-40B4-BE49-F238E27FC236}">
                <a16:creationId xmlns:a16="http://schemas.microsoft.com/office/drawing/2014/main" id="{416AD7A0-987B-37D6-83F2-BBB48C9EB410}"/>
              </a:ext>
            </a:extLst>
          </p:cNvPr>
          <p:cNvSpPr>
            <a:spLocks noChangeShapeType="1"/>
          </p:cNvSpPr>
          <p:nvPr/>
        </p:nvSpPr>
        <p:spPr bwMode="auto">
          <a:xfrm flipH="1">
            <a:off x="7134225" y="4143375"/>
            <a:ext cx="1016000" cy="0"/>
          </a:xfrm>
          <a:prstGeom prst="line">
            <a:avLst/>
          </a:prstGeom>
          <a:noFill/>
          <a:ln w="28575">
            <a:solidFill>
              <a:srgbClr val="339933"/>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 name="AutoShape 3">
            <a:extLst>
              <a:ext uri="{FF2B5EF4-FFF2-40B4-BE49-F238E27FC236}">
                <a16:creationId xmlns:a16="http://schemas.microsoft.com/office/drawing/2014/main" id="{B3E238AA-902E-1DB8-84FF-B4FBB0042428}"/>
              </a:ext>
            </a:extLst>
          </p:cNvPr>
          <p:cNvSpPr>
            <a:spLocks noChangeArrowheads="1"/>
          </p:cNvSpPr>
          <p:nvPr/>
        </p:nvSpPr>
        <p:spPr bwMode="auto">
          <a:xfrm>
            <a:off x="6980238" y="2806700"/>
            <a:ext cx="1346200" cy="1785938"/>
          </a:xfrm>
          <a:prstGeom prst="triangle">
            <a:avLst>
              <a:gd name="adj" fmla="val 50000"/>
            </a:avLst>
          </a:prstGeom>
          <a:noFill/>
          <a:ln w="28575">
            <a:solidFill>
              <a:srgbClr val="FF3300"/>
            </a:solidFill>
            <a:miter lim="800000"/>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 name="Text Box 4">
            <a:extLst>
              <a:ext uri="{FF2B5EF4-FFF2-40B4-BE49-F238E27FC236}">
                <a16:creationId xmlns:a16="http://schemas.microsoft.com/office/drawing/2014/main" id="{F649610C-358D-1225-18A0-68770EC77B2B}"/>
              </a:ext>
            </a:extLst>
          </p:cNvPr>
          <p:cNvSpPr txBox="1">
            <a:spLocks noChangeArrowheads="1"/>
          </p:cNvSpPr>
          <p:nvPr/>
        </p:nvSpPr>
        <p:spPr bwMode="auto">
          <a:xfrm>
            <a:off x="9617075" y="3851275"/>
            <a:ext cx="982663" cy="336550"/>
          </a:xfrm>
          <a:prstGeom prst="rect">
            <a:avLst/>
          </a:prstGeom>
          <a:noFill/>
          <a:ln w="9525">
            <a:noFill/>
            <a:miter lim="800000"/>
            <a:headEnd/>
            <a:tailEnd/>
          </a:ln>
        </p:spPr>
        <p:txBody>
          <a:bodyPr>
            <a:spAutoFit/>
          </a:bodyPr>
          <a:lstStyle/>
          <a:p>
            <a:pPr fontAlgn="base">
              <a:spcBef>
                <a:spcPct val="50000"/>
              </a:spcBef>
              <a:spcAft>
                <a:spcPct val="0"/>
              </a:spcAft>
            </a:pPr>
            <a:r>
              <a:rPr lang="zh-CN" altLang="en-US" sz="1600" b="1" dirty="0">
                <a:solidFill>
                  <a:srgbClr val="0066FF"/>
                </a:solidFill>
                <a:latin typeface="Times New Roman" pitchFamily="18" charset="0"/>
                <a:ea typeface="宋体" charset="-122"/>
              </a:rPr>
              <a:t>（</a:t>
            </a:r>
            <a:r>
              <a:rPr lang="en-US" altLang="zh-CN" sz="1600" b="1" i="1" dirty="0">
                <a:solidFill>
                  <a:srgbClr val="0066FF"/>
                </a:solidFill>
                <a:latin typeface="Times New Roman" pitchFamily="18" charset="0"/>
                <a:ea typeface="宋体" charset="-122"/>
              </a:rPr>
              <a:t>k〞</a:t>
            </a:r>
            <a:r>
              <a:rPr lang="zh-CN" altLang="en-US" sz="1600" b="1" dirty="0">
                <a:solidFill>
                  <a:srgbClr val="0066FF"/>
                </a:solidFill>
                <a:latin typeface="Times New Roman" pitchFamily="18" charset="0"/>
                <a:ea typeface="宋体" charset="-122"/>
              </a:rPr>
              <a:t>）</a:t>
            </a:r>
          </a:p>
        </p:txBody>
      </p:sp>
      <p:sp>
        <p:nvSpPr>
          <p:cNvPr id="6" name="Text Box 5">
            <a:extLst>
              <a:ext uri="{FF2B5EF4-FFF2-40B4-BE49-F238E27FC236}">
                <a16:creationId xmlns:a16="http://schemas.microsoft.com/office/drawing/2014/main" id="{0A1E32D8-4A06-4093-3523-552060065B59}"/>
              </a:ext>
            </a:extLst>
          </p:cNvPr>
          <p:cNvSpPr txBox="1">
            <a:spLocks noChangeArrowheads="1"/>
          </p:cNvSpPr>
          <p:nvPr/>
        </p:nvSpPr>
        <p:spPr bwMode="auto">
          <a:xfrm>
            <a:off x="9523413" y="2566988"/>
            <a:ext cx="715962"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s〞</a:t>
            </a:r>
          </a:p>
        </p:txBody>
      </p:sp>
      <p:grpSp>
        <p:nvGrpSpPr>
          <p:cNvPr id="7" name="Group 6">
            <a:extLst>
              <a:ext uri="{FF2B5EF4-FFF2-40B4-BE49-F238E27FC236}">
                <a16:creationId xmlns:a16="http://schemas.microsoft.com/office/drawing/2014/main" id="{94C12883-DA5D-E0C3-75C6-D375CEEE5240}"/>
              </a:ext>
            </a:extLst>
          </p:cNvPr>
          <p:cNvGrpSpPr>
            <a:grpSpLocks/>
          </p:cNvGrpSpPr>
          <p:nvPr/>
        </p:nvGrpSpPr>
        <p:grpSpPr bwMode="auto">
          <a:xfrm>
            <a:off x="6902450" y="2628900"/>
            <a:ext cx="2755900" cy="3835400"/>
            <a:chOff x="3015" y="1632"/>
            <a:chExt cx="1736" cy="2416"/>
          </a:xfrm>
        </p:grpSpPr>
        <p:sp>
          <p:nvSpPr>
            <p:cNvPr id="8" name="Oval 7">
              <a:extLst>
                <a:ext uri="{FF2B5EF4-FFF2-40B4-BE49-F238E27FC236}">
                  <a16:creationId xmlns:a16="http://schemas.microsoft.com/office/drawing/2014/main" id="{01AA5C92-349A-5F58-674C-D0C5768EF02B}"/>
                </a:ext>
              </a:extLst>
            </p:cNvPr>
            <p:cNvSpPr>
              <a:spLocks noChangeArrowheads="1"/>
            </p:cNvSpPr>
            <p:nvPr/>
          </p:nvSpPr>
          <p:spPr bwMode="auto">
            <a:xfrm>
              <a:off x="3073" y="3117"/>
              <a:ext cx="853" cy="850"/>
            </a:xfrm>
            <a:prstGeom prst="ellipse">
              <a:avLst/>
            </a:prstGeom>
            <a:noFill/>
            <a:ln w="28575">
              <a:solidFill>
                <a:srgbClr val="FF33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9" name="Group 8">
              <a:extLst>
                <a:ext uri="{FF2B5EF4-FFF2-40B4-BE49-F238E27FC236}">
                  <a16:creationId xmlns:a16="http://schemas.microsoft.com/office/drawing/2014/main" id="{B0D22560-E48F-F397-A2F7-8B468FFF289E}"/>
                </a:ext>
              </a:extLst>
            </p:cNvPr>
            <p:cNvGrpSpPr>
              <a:grpSpLocks/>
            </p:cNvGrpSpPr>
            <p:nvPr/>
          </p:nvGrpSpPr>
          <p:grpSpPr bwMode="auto">
            <a:xfrm>
              <a:off x="3015" y="3514"/>
              <a:ext cx="949" cy="90"/>
              <a:chOff x="3029" y="3266"/>
              <a:chExt cx="1155" cy="102"/>
            </a:xfrm>
          </p:grpSpPr>
          <p:sp>
            <p:nvSpPr>
              <p:cNvPr id="28" name="Line 9">
                <a:extLst>
                  <a:ext uri="{FF2B5EF4-FFF2-40B4-BE49-F238E27FC236}">
                    <a16:creationId xmlns:a16="http://schemas.microsoft.com/office/drawing/2014/main" id="{30AD8014-2EC6-2E07-A7C9-7BEF281AF164}"/>
                  </a:ext>
                </a:extLst>
              </p:cNvPr>
              <p:cNvSpPr>
                <a:spLocks noChangeShapeType="1"/>
              </p:cNvSpPr>
              <p:nvPr/>
            </p:nvSpPr>
            <p:spPr bwMode="auto">
              <a:xfrm>
                <a:off x="3029" y="3313"/>
                <a:ext cx="1155" cy="0"/>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9" name="Line 10">
                <a:extLst>
                  <a:ext uri="{FF2B5EF4-FFF2-40B4-BE49-F238E27FC236}">
                    <a16:creationId xmlns:a16="http://schemas.microsoft.com/office/drawing/2014/main" id="{4DA0C296-81CE-0DF5-AB14-E39B5390C8FD}"/>
                  </a:ext>
                </a:extLst>
              </p:cNvPr>
              <p:cNvSpPr>
                <a:spLocks noChangeShapeType="1"/>
              </p:cNvSpPr>
              <p:nvPr/>
            </p:nvSpPr>
            <p:spPr bwMode="auto">
              <a:xfrm>
                <a:off x="3288" y="327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0" name="Line 11">
                <a:extLst>
                  <a:ext uri="{FF2B5EF4-FFF2-40B4-BE49-F238E27FC236}">
                    <a16:creationId xmlns:a16="http://schemas.microsoft.com/office/drawing/2014/main" id="{1FDDCA65-7919-A822-E870-86F30EFBFF06}"/>
                  </a:ext>
                </a:extLst>
              </p:cNvPr>
              <p:cNvSpPr>
                <a:spLocks noChangeShapeType="1"/>
              </p:cNvSpPr>
              <p:nvPr/>
            </p:nvSpPr>
            <p:spPr bwMode="auto">
              <a:xfrm>
                <a:off x="3362" y="329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1" name="Line 12">
                <a:extLst>
                  <a:ext uri="{FF2B5EF4-FFF2-40B4-BE49-F238E27FC236}">
                    <a16:creationId xmlns:a16="http://schemas.microsoft.com/office/drawing/2014/main" id="{6798D758-2C52-A46A-C97C-F533C06D4B19}"/>
                  </a:ext>
                </a:extLst>
              </p:cNvPr>
              <p:cNvSpPr>
                <a:spLocks noChangeShapeType="1"/>
              </p:cNvSpPr>
              <p:nvPr/>
            </p:nvSpPr>
            <p:spPr bwMode="auto">
              <a:xfrm>
                <a:off x="3912" y="3266"/>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2" name="Line 13">
                <a:extLst>
                  <a:ext uri="{FF2B5EF4-FFF2-40B4-BE49-F238E27FC236}">
                    <a16:creationId xmlns:a16="http://schemas.microsoft.com/office/drawing/2014/main" id="{CD802D9A-B9E1-C9DE-453C-D69D1B3F6B70}"/>
                  </a:ext>
                </a:extLst>
              </p:cNvPr>
              <p:cNvSpPr>
                <a:spLocks noChangeShapeType="1"/>
              </p:cNvSpPr>
              <p:nvPr/>
            </p:nvSpPr>
            <p:spPr bwMode="auto">
              <a:xfrm>
                <a:off x="3986" y="3283"/>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0" name="Group 14">
              <a:extLst>
                <a:ext uri="{FF2B5EF4-FFF2-40B4-BE49-F238E27FC236}">
                  <a16:creationId xmlns:a16="http://schemas.microsoft.com/office/drawing/2014/main" id="{7F78AF98-714F-02B2-D7C7-7A4E4664AE25}"/>
                </a:ext>
              </a:extLst>
            </p:cNvPr>
            <p:cNvGrpSpPr>
              <a:grpSpLocks/>
            </p:cNvGrpSpPr>
            <p:nvPr/>
          </p:nvGrpSpPr>
          <p:grpSpPr bwMode="auto">
            <a:xfrm>
              <a:off x="3455" y="3060"/>
              <a:ext cx="73" cy="988"/>
              <a:chOff x="3560" y="2724"/>
              <a:chExt cx="85" cy="1194"/>
            </a:xfrm>
          </p:grpSpPr>
          <p:sp>
            <p:nvSpPr>
              <p:cNvPr id="23" name="Line 15">
                <a:extLst>
                  <a:ext uri="{FF2B5EF4-FFF2-40B4-BE49-F238E27FC236}">
                    <a16:creationId xmlns:a16="http://schemas.microsoft.com/office/drawing/2014/main" id="{5295DA81-65CA-214A-FEFC-95B531200E35}"/>
                  </a:ext>
                </a:extLst>
              </p:cNvPr>
              <p:cNvSpPr>
                <a:spLocks noChangeShapeType="1"/>
              </p:cNvSpPr>
              <p:nvPr/>
            </p:nvSpPr>
            <p:spPr bwMode="auto">
              <a:xfrm>
                <a:off x="3617" y="2724"/>
                <a:ext cx="0" cy="1194"/>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4" name="Line 16">
                <a:extLst>
                  <a:ext uri="{FF2B5EF4-FFF2-40B4-BE49-F238E27FC236}">
                    <a16:creationId xmlns:a16="http://schemas.microsoft.com/office/drawing/2014/main" id="{4D9D9CA1-53C0-B037-2773-43907471B1C7}"/>
                  </a:ext>
                </a:extLst>
              </p:cNvPr>
              <p:cNvSpPr>
                <a:spLocks noChangeShapeType="1"/>
              </p:cNvSpPr>
              <p:nvPr/>
            </p:nvSpPr>
            <p:spPr bwMode="auto">
              <a:xfrm rot="5400000">
                <a:off x="3597" y="3580"/>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5" name="Line 17">
                <a:extLst>
                  <a:ext uri="{FF2B5EF4-FFF2-40B4-BE49-F238E27FC236}">
                    <a16:creationId xmlns:a16="http://schemas.microsoft.com/office/drawing/2014/main" id="{86F092EB-B7DD-4EA3-4602-276E424286FD}"/>
                  </a:ext>
                </a:extLst>
              </p:cNvPr>
              <p:cNvSpPr>
                <a:spLocks noChangeShapeType="1"/>
              </p:cNvSpPr>
              <p:nvPr/>
            </p:nvSpPr>
            <p:spPr bwMode="auto">
              <a:xfrm rot="5400000">
                <a:off x="3608" y="3654"/>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6" name="Line 18">
                <a:extLst>
                  <a:ext uri="{FF2B5EF4-FFF2-40B4-BE49-F238E27FC236}">
                    <a16:creationId xmlns:a16="http://schemas.microsoft.com/office/drawing/2014/main" id="{A0B88997-7903-3EED-A643-036656C32316}"/>
                  </a:ext>
                </a:extLst>
              </p:cNvPr>
              <p:cNvSpPr>
                <a:spLocks noChangeShapeType="1"/>
              </p:cNvSpPr>
              <p:nvPr/>
            </p:nvSpPr>
            <p:spPr bwMode="auto">
              <a:xfrm rot="5400000">
                <a:off x="3597" y="2917"/>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7" name="Line 19">
                <a:extLst>
                  <a:ext uri="{FF2B5EF4-FFF2-40B4-BE49-F238E27FC236}">
                    <a16:creationId xmlns:a16="http://schemas.microsoft.com/office/drawing/2014/main" id="{0B10EA41-3AAF-2263-FCDA-252EA2D94EF1}"/>
                  </a:ext>
                </a:extLst>
              </p:cNvPr>
              <p:cNvSpPr>
                <a:spLocks noChangeShapeType="1"/>
              </p:cNvSpPr>
              <p:nvPr/>
            </p:nvSpPr>
            <p:spPr bwMode="auto">
              <a:xfrm rot="5400000">
                <a:off x="3608" y="2991"/>
                <a:ext cx="0" cy="74"/>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1" name="Group 20">
              <a:extLst>
                <a:ext uri="{FF2B5EF4-FFF2-40B4-BE49-F238E27FC236}">
                  <a16:creationId xmlns:a16="http://schemas.microsoft.com/office/drawing/2014/main" id="{254EFAF3-34C7-4C0D-8CA1-7AD1E22C7DCF}"/>
                </a:ext>
              </a:extLst>
            </p:cNvPr>
            <p:cNvGrpSpPr>
              <a:grpSpLocks/>
            </p:cNvGrpSpPr>
            <p:nvPr/>
          </p:nvGrpSpPr>
          <p:grpSpPr bwMode="auto">
            <a:xfrm>
              <a:off x="3447" y="1632"/>
              <a:ext cx="63" cy="1277"/>
              <a:chOff x="3455" y="1632"/>
              <a:chExt cx="63" cy="1277"/>
            </a:xfrm>
          </p:grpSpPr>
          <p:sp>
            <p:nvSpPr>
              <p:cNvPr id="18" name="Line 21">
                <a:extLst>
                  <a:ext uri="{FF2B5EF4-FFF2-40B4-BE49-F238E27FC236}">
                    <a16:creationId xmlns:a16="http://schemas.microsoft.com/office/drawing/2014/main" id="{E7426067-D691-3293-B163-7C0A9D258399}"/>
                  </a:ext>
                </a:extLst>
              </p:cNvPr>
              <p:cNvSpPr>
                <a:spLocks noChangeShapeType="1"/>
              </p:cNvSpPr>
              <p:nvPr/>
            </p:nvSpPr>
            <p:spPr bwMode="auto">
              <a:xfrm>
                <a:off x="3497" y="1632"/>
                <a:ext cx="0" cy="127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9" name="Line 22">
                <a:extLst>
                  <a:ext uri="{FF2B5EF4-FFF2-40B4-BE49-F238E27FC236}">
                    <a16:creationId xmlns:a16="http://schemas.microsoft.com/office/drawing/2014/main" id="{69BF35BE-342B-9F1E-CC11-E32A0A2D6066}"/>
                  </a:ext>
                </a:extLst>
              </p:cNvPr>
              <p:cNvSpPr>
                <a:spLocks noChangeShapeType="1"/>
              </p:cNvSpPr>
              <p:nvPr/>
            </p:nvSpPr>
            <p:spPr bwMode="auto">
              <a:xfrm rot="5400000">
                <a:off x="3483" y="2618"/>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0" name="Line 23">
                <a:extLst>
                  <a:ext uri="{FF2B5EF4-FFF2-40B4-BE49-F238E27FC236}">
                    <a16:creationId xmlns:a16="http://schemas.microsoft.com/office/drawing/2014/main" id="{EA733C6A-DAFB-A194-4901-5FCF1FE34154}"/>
                  </a:ext>
                </a:extLst>
              </p:cNvPr>
              <p:cNvSpPr>
                <a:spLocks noChangeShapeType="1"/>
              </p:cNvSpPr>
              <p:nvPr/>
            </p:nvSpPr>
            <p:spPr bwMode="auto">
              <a:xfrm rot="5400000">
                <a:off x="3491" y="2683"/>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1" name="Line 24">
                <a:extLst>
                  <a:ext uri="{FF2B5EF4-FFF2-40B4-BE49-F238E27FC236}">
                    <a16:creationId xmlns:a16="http://schemas.microsoft.com/office/drawing/2014/main" id="{CC89CABE-FDF0-D520-3019-3A69EFFBE9BD}"/>
                  </a:ext>
                </a:extLst>
              </p:cNvPr>
              <p:cNvSpPr>
                <a:spLocks noChangeShapeType="1"/>
              </p:cNvSpPr>
              <p:nvPr/>
            </p:nvSpPr>
            <p:spPr bwMode="auto">
              <a:xfrm rot="5400000">
                <a:off x="3483" y="2039"/>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22" name="Line 25">
                <a:extLst>
                  <a:ext uri="{FF2B5EF4-FFF2-40B4-BE49-F238E27FC236}">
                    <a16:creationId xmlns:a16="http://schemas.microsoft.com/office/drawing/2014/main" id="{9263EFD1-8BC5-4438-C26F-5407F1F0BFE4}"/>
                  </a:ext>
                </a:extLst>
              </p:cNvPr>
              <p:cNvSpPr>
                <a:spLocks noChangeShapeType="1"/>
              </p:cNvSpPr>
              <p:nvPr/>
            </p:nvSpPr>
            <p:spPr bwMode="auto">
              <a:xfrm rot="5400000">
                <a:off x="3491" y="2104"/>
                <a:ext cx="0" cy="55"/>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nvGrpSpPr>
            <p:cNvPr id="12" name="Group 26">
              <a:extLst>
                <a:ext uri="{FF2B5EF4-FFF2-40B4-BE49-F238E27FC236}">
                  <a16:creationId xmlns:a16="http://schemas.microsoft.com/office/drawing/2014/main" id="{9FD41A30-D609-EC1B-F44B-515EB3B8C76A}"/>
                </a:ext>
              </a:extLst>
            </p:cNvPr>
            <p:cNvGrpSpPr>
              <a:grpSpLocks/>
            </p:cNvGrpSpPr>
            <p:nvPr/>
          </p:nvGrpSpPr>
          <p:grpSpPr bwMode="auto">
            <a:xfrm>
              <a:off x="4687" y="1632"/>
              <a:ext cx="64" cy="1257"/>
              <a:chOff x="4712" y="1632"/>
              <a:chExt cx="64" cy="1257"/>
            </a:xfrm>
          </p:grpSpPr>
          <p:sp>
            <p:nvSpPr>
              <p:cNvPr id="13" name="Line 27">
                <a:extLst>
                  <a:ext uri="{FF2B5EF4-FFF2-40B4-BE49-F238E27FC236}">
                    <a16:creationId xmlns:a16="http://schemas.microsoft.com/office/drawing/2014/main" id="{25E4D221-4BB1-174F-EF4B-226E3965842B}"/>
                  </a:ext>
                </a:extLst>
              </p:cNvPr>
              <p:cNvSpPr>
                <a:spLocks noChangeShapeType="1"/>
              </p:cNvSpPr>
              <p:nvPr/>
            </p:nvSpPr>
            <p:spPr bwMode="auto">
              <a:xfrm>
                <a:off x="4755" y="1632"/>
                <a:ext cx="0" cy="1257"/>
              </a:xfrm>
              <a:prstGeom prst="line">
                <a:avLst/>
              </a:prstGeom>
              <a:noFill/>
              <a:ln w="9525">
                <a:solidFill>
                  <a:srgbClr val="000000"/>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4" name="Line 28">
                <a:extLst>
                  <a:ext uri="{FF2B5EF4-FFF2-40B4-BE49-F238E27FC236}">
                    <a16:creationId xmlns:a16="http://schemas.microsoft.com/office/drawing/2014/main" id="{E6A2C1A6-6ABA-1DBE-4697-9CA3DEA039F9}"/>
                  </a:ext>
                </a:extLst>
              </p:cNvPr>
              <p:cNvSpPr>
                <a:spLocks noChangeShapeType="1"/>
              </p:cNvSpPr>
              <p:nvPr/>
            </p:nvSpPr>
            <p:spPr bwMode="auto">
              <a:xfrm rot="5400000">
                <a:off x="4740" y="2598"/>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5" name="Line 29">
                <a:extLst>
                  <a:ext uri="{FF2B5EF4-FFF2-40B4-BE49-F238E27FC236}">
                    <a16:creationId xmlns:a16="http://schemas.microsoft.com/office/drawing/2014/main" id="{3312588E-1AD4-DEB1-B283-C73E07FE318D}"/>
                  </a:ext>
                </a:extLst>
              </p:cNvPr>
              <p:cNvSpPr>
                <a:spLocks noChangeShapeType="1"/>
              </p:cNvSpPr>
              <p:nvPr/>
            </p:nvSpPr>
            <p:spPr bwMode="auto">
              <a:xfrm rot="5400000">
                <a:off x="4748" y="2663"/>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6" name="Line 30">
                <a:extLst>
                  <a:ext uri="{FF2B5EF4-FFF2-40B4-BE49-F238E27FC236}">
                    <a16:creationId xmlns:a16="http://schemas.microsoft.com/office/drawing/2014/main" id="{5F1E14B5-362C-5EA6-B753-F5CF4A475EC2}"/>
                  </a:ext>
                </a:extLst>
              </p:cNvPr>
              <p:cNvSpPr>
                <a:spLocks noChangeShapeType="1"/>
              </p:cNvSpPr>
              <p:nvPr/>
            </p:nvSpPr>
            <p:spPr bwMode="auto">
              <a:xfrm rot="5400000">
                <a:off x="4740" y="2019"/>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17" name="Line 31">
                <a:extLst>
                  <a:ext uri="{FF2B5EF4-FFF2-40B4-BE49-F238E27FC236}">
                    <a16:creationId xmlns:a16="http://schemas.microsoft.com/office/drawing/2014/main" id="{E48D7BC3-BC9E-583E-C4AE-2A8AC50666A4}"/>
                  </a:ext>
                </a:extLst>
              </p:cNvPr>
              <p:cNvSpPr>
                <a:spLocks noChangeShapeType="1"/>
              </p:cNvSpPr>
              <p:nvPr/>
            </p:nvSpPr>
            <p:spPr bwMode="auto">
              <a:xfrm rot="5400000">
                <a:off x="4748" y="2084"/>
                <a:ext cx="0" cy="56"/>
              </a:xfrm>
              <a:prstGeom prst="line">
                <a:avLst/>
              </a:prstGeom>
              <a:noFill/>
              <a:ln w="57150">
                <a:solidFill>
                  <a:srgbClr val="FFFFFF"/>
                </a:solidFill>
                <a:round/>
                <a:headEnd/>
                <a:tailEnd/>
              </a:ln>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grpSp>
      <p:sp>
        <p:nvSpPr>
          <p:cNvPr id="33" name="Text Box 32">
            <a:extLst>
              <a:ext uri="{FF2B5EF4-FFF2-40B4-BE49-F238E27FC236}">
                <a16:creationId xmlns:a16="http://schemas.microsoft.com/office/drawing/2014/main" id="{FD961C5F-DA3A-0DFC-CF7B-A18B7BEBA8EC}"/>
              </a:ext>
            </a:extLst>
          </p:cNvPr>
          <p:cNvSpPr txBox="1">
            <a:spLocks noChangeArrowheads="1"/>
          </p:cNvSpPr>
          <p:nvPr/>
        </p:nvSpPr>
        <p:spPr bwMode="auto">
          <a:xfrm>
            <a:off x="7902575" y="3851275"/>
            <a:ext cx="696913"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k′</a:t>
            </a:r>
          </a:p>
        </p:txBody>
      </p:sp>
      <p:sp>
        <p:nvSpPr>
          <p:cNvPr id="34" name="Oval 33">
            <a:extLst>
              <a:ext uri="{FF2B5EF4-FFF2-40B4-BE49-F238E27FC236}">
                <a16:creationId xmlns:a16="http://schemas.microsoft.com/office/drawing/2014/main" id="{EE23E693-9253-8F9E-A7A7-602805CB3757}"/>
              </a:ext>
            </a:extLst>
          </p:cNvPr>
          <p:cNvSpPr>
            <a:spLocks noChangeArrowheads="1"/>
          </p:cNvSpPr>
          <p:nvPr/>
        </p:nvSpPr>
        <p:spPr bwMode="auto">
          <a:xfrm>
            <a:off x="7921625" y="4097338"/>
            <a:ext cx="71438" cy="71437"/>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5" name="Line 34">
            <a:extLst>
              <a:ext uri="{FF2B5EF4-FFF2-40B4-BE49-F238E27FC236}">
                <a16:creationId xmlns:a16="http://schemas.microsoft.com/office/drawing/2014/main" id="{476235CA-9004-C6A8-4875-6E6E0914D94C}"/>
              </a:ext>
            </a:extLst>
          </p:cNvPr>
          <p:cNvSpPr>
            <a:spLocks noChangeShapeType="1"/>
          </p:cNvSpPr>
          <p:nvPr/>
        </p:nvSpPr>
        <p:spPr bwMode="auto">
          <a:xfrm>
            <a:off x="7948613" y="4151313"/>
            <a:ext cx="0" cy="1971675"/>
          </a:xfrm>
          <a:prstGeom prst="line">
            <a:avLst/>
          </a:prstGeom>
          <a:noFill/>
          <a:ln w="9525">
            <a:solidFill>
              <a:srgbClr val="FF00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6" name="Oval 35">
            <a:extLst>
              <a:ext uri="{FF2B5EF4-FFF2-40B4-BE49-F238E27FC236}">
                <a16:creationId xmlns:a16="http://schemas.microsoft.com/office/drawing/2014/main" id="{746D5B93-74F4-B2B2-F8E3-BCE7D20B915E}"/>
              </a:ext>
            </a:extLst>
          </p:cNvPr>
          <p:cNvSpPr>
            <a:spLocks noChangeArrowheads="1"/>
          </p:cNvSpPr>
          <p:nvPr/>
        </p:nvSpPr>
        <p:spPr bwMode="auto">
          <a:xfrm>
            <a:off x="10018713" y="4114800"/>
            <a:ext cx="71437" cy="71438"/>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37" name="Freeform 36">
            <a:extLst>
              <a:ext uri="{FF2B5EF4-FFF2-40B4-BE49-F238E27FC236}">
                <a16:creationId xmlns:a16="http://schemas.microsoft.com/office/drawing/2014/main" id="{0BCC1454-B24E-4ED9-8B0C-18D9FC1189EC}"/>
              </a:ext>
            </a:extLst>
          </p:cNvPr>
          <p:cNvSpPr>
            <a:spLocks/>
          </p:cNvSpPr>
          <p:nvPr/>
        </p:nvSpPr>
        <p:spPr bwMode="auto">
          <a:xfrm>
            <a:off x="8150225" y="5681663"/>
            <a:ext cx="1476375" cy="1587"/>
          </a:xfrm>
          <a:custGeom>
            <a:avLst/>
            <a:gdLst>
              <a:gd name="T0" fmla="*/ 0 w 930"/>
              <a:gd name="T1" fmla="*/ 0 h 1"/>
              <a:gd name="T2" fmla="*/ 1476375 w 930"/>
              <a:gd name="T3" fmla="*/ 0 h 1"/>
              <a:gd name="T4" fmla="*/ 0 60000 65536"/>
              <a:gd name="T5" fmla="*/ 0 60000 65536"/>
              <a:gd name="T6" fmla="*/ 0 w 930"/>
              <a:gd name="T7" fmla="*/ 0 h 1"/>
              <a:gd name="T8" fmla="*/ 930 w 930"/>
              <a:gd name="T9" fmla="*/ 1 h 1"/>
            </a:gdLst>
            <a:ahLst/>
            <a:cxnLst>
              <a:cxn ang="T4">
                <a:pos x="T0" y="T1"/>
              </a:cxn>
              <a:cxn ang="T5">
                <a:pos x="T2" y="T3"/>
              </a:cxn>
            </a:cxnLst>
            <a:rect l="T6" t="T7" r="T8" b="T9"/>
            <a:pathLst>
              <a:path w="930" h="1">
                <a:moveTo>
                  <a:pt x="0" y="0"/>
                </a:moveTo>
                <a:lnTo>
                  <a:pt x="930" y="0"/>
                </a:lnTo>
              </a:path>
            </a:pathLst>
          </a:custGeom>
          <a:noFill/>
          <a:ln w="952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8" name="Freeform 37">
            <a:extLst>
              <a:ext uri="{FF2B5EF4-FFF2-40B4-BE49-F238E27FC236}">
                <a16:creationId xmlns:a16="http://schemas.microsoft.com/office/drawing/2014/main" id="{222C90DC-097D-C162-7D5B-1CB289B1DAF6}"/>
              </a:ext>
            </a:extLst>
          </p:cNvPr>
          <p:cNvSpPr>
            <a:spLocks/>
          </p:cNvSpPr>
          <p:nvPr/>
        </p:nvSpPr>
        <p:spPr bwMode="auto">
          <a:xfrm>
            <a:off x="9626600" y="4584700"/>
            <a:ext cx="1588" cy="1096963"/>
          </a:xfrm>
          <a:custGeom>
            <a:avLst/>
            <a:gdLst>
              <a:gd name="T0" fmla="*/ 0 w 1"/>
              <a:gd name="T1" fmla="*/ 0 h 691"/>
              <a:gd name="T2" fmla="*/ 1588 w 1"/>
              <a:gd name="T3" fmla="*/ 1096963 h 691"/>
              <a:gd name="T4" fmla="*/ 0 60000 65536"/>
              <a:gd name="T5" fmla="*/ 0 60000 65536"/>
              <a:gd name="T6" fmla="*/ 0 w 1"/>
              <a:gd name="T7" fmla="*/ 0 h 691"/>
              <a:gd name="T8" fmla="*/ 1 w 1"/>
              <a:gd name="T9" fmla="*/ 691 h 691"/>
            </a:gdLst>
            <a:ahLst/>
            <a:cxnLst>
              <a:cxn ang="T4">
                <a:pos x="T0" y="T1"/>
              </a:cxn>
              <a:cxn ang="T5">
                <a:pos x="T2" y="T3"/>
              </a:cxn>
            </a:cxnLst>
            <a:rect l="T6" t="T7" r="T8" b="T9"/>
            <a:pathLst>
              <a:path w="1" h="691">
                <a:moveTo>
                  <a:pt x="0" y="0"/>
                </a:moveTo>
                <a:lnTo>
                  <a:pt x="1" y="691"/>
                </a:lnTo>
              </a:path>
            </a:pathLst>
          </a:custGeom>
          <a:noFill/>
          <a:ln w="9525">
            <a:solidFill>
              <a:srgbClr val="FF3300"/>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39" name="Line 38">
            <a:extLst>
              <a:ext uri="{FF2B5EF4-FFF2-40B4-BE49-F238E27FC236}">
                <a16:creationId xmlns:a16="http://schemas.microsoft.com/office/drawing/2014/main" id="{6A5FCBB9-FF25-EAD0-98FE-07C251A97E89}"/>
              </a:ext>
            </a:extLst>
          </p:cNvPr>
          <p:cNvSpPr>
            <a:spLocks noChangeShapeType="1"/>
          </p:cNvSpPr>
          <p:nvPr/>
        </p:nvSpPr>
        <p:spPr bwMode="auto">
          <a:xfrm>
            <a:off x="9299575" y="5357813"/>
            <a:ext cx="989013" cy="989012"/>
          </a:xfrm>
          <a:prstGeom prst="line">
            <a:avLst/>
          </a:prstGeom>
          <a:noFill/>
          <a:ln w="9525">
            <a:solidFill>
              <a:srgbClr val="FF3300"/>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0" name="Freeform 39">
            <a:extLst>
              <a:ext uri="{FF2B5EF4-FFF2-40B4-BE49-F238E27FC236}">
                <a16:creationId xmlns:a16="http://schemas.microsoft.com/office/drawing/2014/main" id="{BBE943E3-172E-F007-C076-4C534016716E}"/>
              </a:ext>
            </a:extLst>
          </p:cNvPr>
          <p:cNvSpPr>
            <a:spLocks/>
          </p:cNvSpPr>
          <p:nvPr/>
        </p:nvSpPr>
        <p:spPr bwMode="auto">
          <a:xfrm>
            <a:off x="7948613" y="6122988"/>
            <a:ext cx="2116137" cy="1587"/>
          </a:xfrm>
          <a:custGeom>
            <a:avLst/>
            <a:gdLst>
              <a:gd name="T0" fmla="*/ 0 w 1333"/>
              <a:gd name="T1" fmla="*/ 0 h 1"/>
              <a:gd name="T2" fmla="*/ 2116137 w 1333"/>
              <a:gd name="T3" fmla="*/ 1587 h 1"/>
              <a:gd name="T4" fmla="*/ 0 60000 65536"/>
              <a:gd name="T5" fmla="*/ 0 60000 65536"/>
              <a:gd name="T6" fmla="*/ 0 w 1333"/>
              <a:gd name="T7" fmla="*/ 0 h 1"/>
              <a:gd name="T8" fmla="*/ 1333 w 1333"/>
              <a:gd name="T9" fmla="*/ 1 h 1"/>
            </a:gdLst>
            <a:ahLst/>
            <a:cxnLst>
              <a:cxn ang="T4">
                <a:pos x="T0" y="T1"/>
              </a:cxn>
              <a:cxn ang="T5">
                <a:pos x="T2" y="T3"/>
              </a:cxn>
            </a:cxnLst>
            <a:rect l="T6" t="T7" r="T8" b="T9"/>
            <a:pathLst>
              <a:path w="1333" h="1">
                <a:moveTo>
                  <a:pt x="0" y="0"/>
                </a:moveTo>
                <a:lnTo>
                  <a:pt x="1333" y="1"/>
                </a:lnTo>
              </a:path>
            </a:pathLst>
          </a:custGeom>
          <a:noFill/>
          <a:ln w="9525">
            <a:solidFill>
              <a:srgbClr val="FF00FF"/>
            </a:solidFill>
            <a:round/>
            <a:headEnd/>
            <a:tailEnd/>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1" name="Line 40">
            <a:extLst>
              <a:ext uri="{FF2B5EF4-FFF2-40B4-BE49-F238E27FC236}">
                <a16:creationId xmlns:a16="http://schemas.microsoft.com/office/drawing/2014/main" id="{ABCAD90F-99E9-7BC1-3781-E5D29BBB2415}"/>
              </a:ext>
            </a:extLst>
          </p:cNvPr>
          <p:cNvSpPr>
            <a:spLocks noChangeShapeType="1"/>
          </p:cNvSpPr>
          <p:nvPr/>
        </p:nvSpPr>
        <p:spPr bwMode="auto">
          <a:xfrm>
            <a:off x="10063163" y="4151313"/>
            <a:ext cx="0" cy="1965325"/>
          </a:xfrm>
          <a:prstGeom prst="line">
            <a:avLst/>
          </a:prstGeom>
          <a:noFill/>
          <a:ln w="9525">
            <a:solidFill>
              <a:srgbClr val="FF00FF"/>
            </a:solidFill>
            <a:round/>
            <a:headEnd/>
            <a:tailEnd/>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2" name="AutoShape 41">
            <a:extLst>
              <a:ext uri="{FF2B5EF4-FFF2-40B4-BE49-F238E27FC236}">
                <a16:creationId xmlns:a16="http://schemas.microsoft.com/office/drawing/2014/main" id="{3E504965-ED41-8719-3010-2E9D4C8A27C9}"/>
              </a:ext>
            </a:extLst>
          </p:cNvPr>
          <p:cNvSpPr>
            <a:spLocks noChangeArrowheads="1"/>
          </p:cNvSpPr>
          <p:nvPr/>
        </p:nvSpPr>
        <p:spPr bwMode="auto">
          <a:xfrm>
            <a:off x="8953500" y="2797175"/>
            <a:ext cx="1346200" cy="1785938"/>
          </a:xfrm>
          <a:prstGeom prst="triangle">
            <a:avLst>
              <a:gd name="adj" fmla="val 50000"/>
            </a:avLst>
          </a:prstGeom>
          <a:noFill/>
          <a:ln w="28575">
            <a:solidFill>
              <a:srgbClr val="FF3300"/>
            </a:solidFill>
            <a:miter lim="800000"/>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3" name="Text Box 42">
            <a:extLst>
              <a:ext uri="{FF2B5EF4-FFF2-40B4-BE49-F238E27FC236}">
                <a16:creationId xmlns:a16="http://schemas.microsoft.com/office/drawing/2014/main" id="{B7E5C52A-08E1-9EA8-C2F3-80762A0B6BDF}"/>
              </a:ext>
            </a:extLst>
          </p:cNvPr>
          <p:cNvSpPr txBox="1">
            <a:spLocks noChangeArrowheads="1"/>
          </p:cNvSpPr>
          <p:nvPr/>
        </p:nvSpPr>
        <p:spPr bwMode="auto">
          <a:xfrm>
            <a:off x="7410450" y="5399088"/>
            <a:ext cx="5381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000000"/>
                </a:solidFill>
                <a:effectLst>
                  <a:outerShdw blurRad="38100" dist="38100" dir="2700000" algn="tl">
                    <a:srgbClr val="C0C0C0"/>
                  </a:outerShdw>
                </a:effectLst>
                <a:latin typeface="Times New Roman" pitchFamily="18" charset="0"/>
                <a:ea typeface="宋体" pitchFamily="2" charset="-122"/>
              </a:rPr>
              <a:t>s</a:t>
            </a:r>
          </a:p>
        </p:txBody>
      </p:sp>
      <p:sp>
        <p:nvSpPr>
          <p:cNvPr id="44" name="Text Box 43">
            <a:extLst>
              <a:ext uri="{FF2B5EF4-FFF2-40B4-BE49-F238E27FC236}">
                <a16:creationId xmlns:a16="http://schemas.microsoft.com/office/drawing/2014/main" id="{875F0116-A7FE-F915-F98C-73E4177B44C5}"/>
              </a:ext>
            </a:extLst>
          </p:cNvPr>
          <p:cNvSpPr txBox="1">
            <a:spLocks noChangeArrowheads="1"/>
          </p:cNvSpPr>
          <p:nvPr/>
        </p:nvSpPr>
        <p:spPr bwMode="auto">
          <a:xfrm>
            <a:off x="7566025" y="2566988"/>
            <a:ext cx="696913" cy="336550"/>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b="1" i="1">
                <a:solidFill>
                  <a:srgbClr val="000000"/>
                </a:solidFill>
                <a:latin typeface="Times New Roman" pitchFamily="18" charset="0"/>
                <a:ea typeface="宋体" charset="-122"/>
              </a:rPr>
              <a:t>s′</a:t>
            </a:r>
          </a:p>
        </p:txBody>
      </p:sp>
      <p:sp>
        <p:nvSpPr>
          <p:cNvPr id="45" name="Freeform 44">
            <a:extLst>
              <a:ext uri="{FF2B5EF4-FFF2-40B4-BE49-F238E27FC236}">
                <a16:creationId xmlns:a16="http://schemas.microsoft.com/office/drawing/2014/main" id="{257A5FD8-D342-C58A-F2CD-A129542899A6}"/>
              </a:ext>
            </a:extLst>
          </p:cNvPr>
          <p:cNvSpPr>
            <a:spLocks/>
          </p:cNvSpPr>
          <p:nvPr/>
        </p:nvSpPr>
        <p:spPr bwMode="auto">
          <a:xfrm>
            <a:off x="7969250" y="4143375"/>
            <a:ext cx="2090738" cy="1588"/>
          </a:xfrm>
          <a:custGeom>
            <a:avLst/>
            <a:gdLst>
              <a:gd name="T0" fmla="*/ 0 w 1317"/>
              <a:gd name="T1" fmla="*/ 0 h 1"/>
              <a:gd name="T2" fmla="*/ 2090738 w 1317"/>
              <a:gd name="T3" fmla="*/ 0 h 1"/>
              <a:gd name="T4" fmla="*/ 0 60000 65536"/>
              <a:gd name="T5" fmla="*/ 0 60000 65536"/>
              <a:gd name="T6" fmla="*/ 0 w 1317"/>
              <a:gd name="T7" fmla="*/ 0 h 1"/>
              <a:gd name="T8" fmla="*/ 1317 w 1317"/>
              <a:gd name="T9" fmla="*/ 1 h 1"/>
            </a:gdLst>
            <a:ahLst/>
            <a:cxnLst>
              <a:cxn ang="T4">
                <a:pos x="T0" y="T1"/>
              </a:cxn>
              <a:cxn ang="T5">
                <a:pos x="T2" y="T3"/>
              </a:cxn>
            </a:cxnLst>
            <a:rect l="T6" t="T7" r="T8" b="T9"/>
            <a:pathLst>
              <a:path w="1317" h="1">
                <a:moveTo>
                  <a:pt x="0" y="0"/>
                </a:moveTo>
                <a:lnTo>
                  <a:pt x="1317" y="0"/>
                </a:lnTo>
              </a:path>
            </a:pathLst>
          </a:custGeom>
          <a:noFill/>
          <a:ln w="9525">
            <a:solidFill>
              <a:srgbClr val="FF00FF"/>
            </a:solidFill>
            <a:round/>
            <a:headEnd/>
            <a:tailEnd type="triangle" w="sm" len="lg"/>
          </a:ln>
        </p:spPr>
        <p:txBody>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6" name="Oval 47">
            <a:extLst>
              <a:ext uri="{FF2B5EF4-FFF2-40B4-BE49-F238E27FC236}">
                <a16:creationId xmlns:a16="http://schemas.microsoft.com/office/drawing/2014/main" id="{33225CED-5263-C7D1-F71F-0AB3D9A21B2C}"/>
              </a:ext>
            </a:extLst>
          </p:cNvPr>
          <p:cNvSpPr>
            <a:spLocks noChangeArrowheads="1"/>
          </p:cNvSpPr>
          <p:nvPr/>
        </p:nvSpPr>
        <p:spPr bwMode="auto">
          <a:xfrm>
            <a:off x="7167563" y="5176838"/>
            <a:ext cx="1012825" cy="1012825"/>
          </a:xfrm>
          <a:prstGeom prst="ellipse">
            <a:avLst/>
          </a:prstGeom>
          <a:noFill/>
          <a:ln w="28575">
            <a:solidFill>
              <a:srgbClr val="339933"/>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7" name="Line 48">
            <a:extLst>
              <a:ext uri="{FF2B5EF4-FFF2-40B4-BE49-F238E27FC236}">
                <a16:creationId xmlns:a16="http://schemas.microsoft.com/office/drawing/2014/main" id="{9186FF24-74EE-B558-7449-EBEC363880DC}"/>
              </a:ext>
            </a:extLst>
          </p:cNvPr>
          <p:cNvSpPr>
            <a:spLocks noChangeShapeType="1"/>
          </p:cNvSpPr>
          <p:nvPr/>
        </p:nvSpPr>
        <p:spPr bwMode="auto">
          <a:xfrm>
            <a:off x="7150100" y="4114800"/>
            <a:ext cx="0" cy="1566863"/>
          </a:xfrm>
          <a:prstGeom prst="line">
            <a:avLst/>
          </a:prstGeom>
          <a:noFill/>
          <a:ln w="9525">
            <a:solidFill>
              <a:srgbClr val="0066FF"/>
            </a:solidFill>
            <a:round/>
            <a:headEnd/>
            <a:tailEnd type="triangle" w="sm" len="lg"/>
          </a:ln>
        </p:spPr>
        <p:txBody>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8" name="Oval 49">
            <a:extLst>
              <a:ext uri="{FF2B5EF4-FFF2-40B4-BE49-F238E27FC236}">
                <a16:creationId xmlns:a16="http://schemas.microsoft.com/office/drawing/2014/main" id="{04F0819D-3C9E-8C46-16E6-9612E625FDF3}"/>
              </a:ext>
            </a:extLst>
          </p:cNvPr>
          <p:cNvSpPr>
            <a:spLocks noChangeArrowheads="1"/>
          </p:cNvSpPr>
          <p:nvPr/>
        </p:nvSpPr>
        <p:spPr bwMode="auto">
          <a:xfrm>
            <a:off x="7902575" y="6076950"/>
            <a:ext cx="71438" cy="71438"/>
          </a:xfrm>
          <a:prstGeom prst="ellipse">
            <a:avLst/>
          </a:prstGeom>
          <a:solidFill>
            <a:srgbClr val="0066FF"/>
          </a:solidFill>
          <a:ln w="19050">
            <a:solidFill>
              <a:srgbClr val="000000"/>
            </a:solidFill>
            <a:round/>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49" name="Text Box 52">
            <a:extLst>
              <a:ext uri="{FF2B5EF4-FFF2-40B4-BE49-F238E27FC236}">
                <a16:creationId xmlns:a16="http://schemas.microsoft.com/office/drawing/2014/main" id="{69948A85-F8A5-BE10-20CF-5FA11579A39D}"/>
              </a:ext>
            </a:extLst>
          </p:cNvPr>
          <p:cNvSpPr txBox="1">
            <a:spLocks noChangeArrowheads="1"/>
          </p:cNvSpPr>
          <p:nvPr/>
        </p:nvSpPr>
        <p:spPr bwMode="auto">
          <a:xfrm>
            <a:off x="7632700" y="5997575"/>
            <a:ext cx="538163" cy="336550"/>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1600" b="1" i="1">
                <a:solidFill>
                  <a:srgbClr val="0066FF"/>
                </a:solidFill>
                <a:effectLst>
                  <a:outerShdw blurRad="38100" dist="38100" dir="2700000" algn="tl">
                    <a:srgbClr val="C0C0C0"/>
                  </a:outerShdw>
                </a:effectLst>
                <a:latin typeface="Times New Roman" pitchFamily="18" charset="0"/>
                <a:ea typeface="宋体" pitchFamily="2" charset="-122"/>
              </a:rPr>
              <a:t>k</a:t>
            </a:r>
          </a:p>
        </p:txBody>
      </p:sp>
      <p:sp>
        <p:nvSpPr>
          <p:cNvPr id="50" name="Rectangle 3">
            <a:extLst>
              <a:ext uri="{FF2B5EF4-FFF2-40B4-BE49-F238E27FC236}">
                <a16:creationId xmlns:a16="http://schemas.microsoft.com/office/drawing/2014/main" id="{9E366EA4-E079-EDF4-9B93-AFA0015C58D3}"/>
              </a:ext>
            </a:extLst>
          </p:cNvPr>
          <p:cNvSpPr txBox="1">
            <a:spLocks noChangeArrowheads="1"/>
          </p:cNvSpPr>
          <p:nvPr/>
        </p:nvSpPr>
        <p:spPr bwMode="auto">
          <a:xfrm>
            <a:off x="2209800" y="312738"/>
            <a:ext cx="4205288" cy="67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r>
              <a:rPr lang="zh-CN" altLang="en-US" sz="2800" b="1" kern="0" dirty="0">
                <a:solidFill>
                  <a:schemeClr val="tx1"/>
                </a:solidFill>
                <a:latin typeface="Times New Roman" pitchFamily="18" charset="0"/>
              </a:rPr>
              <a:t>圆锥面上的点</a:t>
            </a:r>
          </a:p>
        </p:txBody>
      </p:sp>
      <p:sp>
        <p:nvSpPr>
          <p:cNvPr id="51" name="Rectangle 34">
            <a:extLst>
              <a:ext uri="{FF2B5EF4-FFF2-40B4-BE49-F238E27FC236}">
                <a16:creationId xmlns:a16="http://schemas.microsoft.com/office/drawing/2014/main" id="{143B17B6-F774-3A4C-3275-5A983EF2749A}"/>
              </a:ext>
            </a:extLst>
          </p:cNvPr>
          <p:cNvSpPr>
            <a:spLocks noChangeArrowheads="1"/>
          </p:cNvSpPr>
          <p:nvPr/>
        </p:nvSpPr>
        <p:spPr bwMode="auto">
          <a:xfrm>
            <a:off x="2300288" y="908050"/>
            <a:ext cx="8164512" cy="1035050"/>
          </a:xfrm>
          <a:prstGeom prst="rect">
            <a:avLst/>
          </a:prstGeom>
          <a:noFill/>
          <a:ln w="9525">
            <a:noFill/>
            <a:miter lim="800000"/>
            <a:headEnd/>
            <a:tailEnd/>
          </a:ln>
        </p:spPr>
        <p:txBody>
          <a:bodyPr anchor="ctr"/>
          <a:lstStyle/>
          <a:p>
            <a:pPr fontAlgn="base">
              <a:lnSpc>
                <a:spcPct val="110000"/>
              </a:lnSpc>
              <a:spcBef>
                <a:spcPct val="0"/>
              </a:spcBef>
              <a:spcAft>
                <a:spcPct val="0"/>
              </a:spcAft>
            </a:pPr>
            <a:r>
              <a:rPr lang="zh-CN" altLang="en-US" sz="2400" b="1" dirty="0">
                <a:solidFill>
                  <a:srgbClr val="0033CC"/>
                </a:solidFill>
                <a:latin typeface="Times New Roman" pitchFamily="18" charset="0"/>
                <a:ea typeface="宋体" charset="-122"/>
              </a:rPr>
              <a:t>例</a:t>
            </a:r>
            <a:r>
              <a:rPr lang="en-US" altLang="zh-CN" sz="2400" b="1" dirty="0">
                <a:solidFill>
                  <a:srgbClr val="0033CC"/>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圆锥面上有两点</a:t>
            </a:r>
            <a:r>
              <a:rPr lang="en-US" altLang="zh-CN" sz="2400" b="1" i="1" dirty="0">
                <a:solidFill>
                  <a:srgbClr val="000000"/>
                </a:solidFill>
                <a:latin typeface="Times New Roman" pitchFamily="18" charset="0"/>
                <a:ea typeface="宋体" charset="-122"/>
              </a:rPr>
              <a:t>M</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zh-CN" altLang="en-US" sz="2400" b="1" dirty="0">
                <a:solidFill>
                  <a:srgbClr val="000000"/>
                </a:solidFill>
                <a:latin typeface="Times New Roman" pitchFamily="18" charset="0"/>
                <a:ea typeface="宋体" charset="-122"/>
              </a:rPr>
              <a:t>，已知其</a:t>
            </a:r>
            <a:r>
              <a:rPr lang="en-US" altLang="zh-CN" sz="2400" b="1" i="1" dirty="0">
                <a:solidFill>
                  <a:srgbClr val="000000"/>
                </a:solidFill>
                <a:latin typeface="Times New Roman" pitchFamily="18" charset="0"/>
                <a:ea typeface="宋体" charset="-122"/>
              </a:rPr>
              <a:t>V</a:t>
            </a:r>
            <a:r>
              <a:rPr lang="zh-CN" altLang="en-US" sz="2400" b="1" dirty="0">
                <a:solidFill>
                  <a:srgbClr val="000000"/>
                </a:solidFill>
                <a:latin typeface="Times New Roman" pitchFamily="18" charset="0"/>
                <a:ea typeface="宋体" charset="-122"/>
              </a:rPr>
              <a:t>投影</a:t>
            </a:r>
            <a:r>
              <a:rPr lang="en-US" altLang="zh-CN" sz="2400" b="1" i="1" dirty="0">
                <a:solidFill>
                  <a:srgbClr val="000000"/>
                </a:solidFill>
                <a:latin typeface="Times New Roman" pitchFamily="18" charset="0"/>
                <a:ea typeface="宋体" charset="-122"/>
              </a:rPr>
              <a:t>m</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，求另外两投影</a:t>
            </a:r>
            <a:r>
              <a:rPr lang="en-US" altLang="zh-CN" sz="2400" b="1" i="1" dirty="0">
                <a:solidFill>
                  <a:srgbClr val="000000"/>
                </a:solidFill>
                <a:latin typeface="Times New Roman" pitchFamily="18" charset="0"/>
                <a:ea typeface="宋体" charset="-122"/>
              </a:rPr>
              <a:t>m</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m</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和</a:t>
            </a:r>
            <a:r>
              <a:rPr lang="en-US" altLang="zh-CN" sz="2400" b="1" i="1" dirty="0">
                <a:solidFill>
                  <a:srgbClr val="000000"/>
                </a:solidFill>
                <a:latin typeface="Times New Roman" pitchFamily="18" charset="0"/>
                <a:ea typeface="宋体" charset="-122"/>
              </a:rPr>
              <a:t>k</a:t>
            </a:r>
            <a:r>
              <a:rPr lang="zh-CN" altLang="en-US" sz="2400" b="1" i="1" dirty="0">
                <a:solidFill>
                  <a:srgbClr val="000000"/>
                </a:solidFill>
                <a:latin typeface="Times New Roman" pitchFamily="18" charset="0"/>
                <a:ea typeface="宋体" charset="-122"/>
              </a:rPr>
              <a:t>、</a:t>
            </a:r>
            <a:r>
              <a:rPr lang="en-US" altLang="zh-CN" sz="2400" b="1" i="1" dirty="0">
                <a:solidFill>
                  <a:srgbClr val="000000"/>
                </a:solidFill>
                <a:latin typeface="Times New Roman" pitchFamily="18" charset="0"/>
                <a:ea typeface="宋体" charset="-122"/>
              </a:rPr>
              <a:t>k</a:t>
            </a:r>
            <a:r>
              <a:rPr lang="en-US" altLang="zh-CN" sz="2400" b="1" dirty="0">
                <a:solidFill>
                  <a:srgbClr val="000000"/>
                </a:solidFill>
                <a:latin typeface="Times New Roman" pitchFamily="18" charset="0"/>
                <a:ea typeface="宋体" charset="-122"/>
              </a:rPr>
              <a:t>″</a:t>
            </a:r>
            <a:r>
              <a:rPr lang="zh-CN" altLang="en-US" sz="2400" b="1" dirty="0">
                <a:solidFill>
                  <a:srgbClr val="000000"/>
                </a:solidFill>
                <a:latin typeface="Times New Roman" pitchFamily="18" charset="0"/>
                <a:ea typeface="宋体" charset="-122"/>
              </a:rPr>
              <a:t>。</a:t>
            </a:r>
          </a:p>
        </p:txBody>
      </p:sp>
      <p:sp>
        <p:nvSpPr>
          <p:cNvPr id="52" name="Text Box 66">
            <a:extLst>
              <a:ext uri="{FF2B5EF4-FFF2-40B4-BE49-F238E27FC236}">
                <a16:creationId xmlns:a16="http://schemas.microsoft.com/office/drawing/2014/main" id="{1FF75C50-5AEB-1518-BDE5-770F80E94546}"/>
              </a:ext>
            </a:extLst>
          </p:cNvPr>
          <p:cNvSpPr txBox="1">
            <a:spLocks noChangeArrowheads="1"/>
          </p:cNvSpPr>
          <p:nvPr/>
        </p:nvSpPr>
        <p:spPr bwMode="auto">
          <a:xfrm>
            <a:off x="2327275" y="2008188"/>
            <a:ext cx="3311525" cy="830262"/>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dirty="0">
                <a:solidFill>
                  <a:srgbClr val="000000"/>
                </a:solidFill>
                <a:latin typeface="宋体"/>
                <a:ea typeface="宋体"/>
              </a:rPr>
              <a:t>1. </a:t>
            </a:r>
            <a:r>
              <a:rPr lang="zh-CN" altLang="en-US" sz="2400" b="1" dirty="0">
                <a:solidFill>
                  <a:srgbClr val="000000"/>
                </a:solidFill>
                <a:latin typeface="宋体"/>
                <a:ea typeface="宋体"/>
              </a:rPr>
              <a:t>点</a:t>
            </a:r>
            <a:r>
              <a:rPr lang="en-US" altLang="zh-CN" sz="2400" b="1" dirty="0">
                <a:solidFill>
                  <a:srgbClr val="000000"/>
                </a:solidFill>
                <a:latin typeface="宋体"/>
                <a:ea typeface="宋体"/>
              </a:rPr>
              <a:t>M</a:t>
            </a:r>
            <a:r>
              <a:rPr lang="zh-CN" altLang="en-US" sz="2400" b="1" dirty="0">
                <a:solidFill>
                  <a:srgbClr val="000000"/>
                </a:solidFill>
                <a:latin typeface="宋体"/>
                <a:ea typeface="宋体"/>
              </a:rPr>
              <a:t>在界限素线上，可直接求出。</a:t>
            </a:r>
          </a:p>
        </p:txBody>
      </p:sp>
      <p:sp>
        <p:nvSpPr>
          <p:cNvPr id="53" name="Text Box 67">
            <a:extLst>
              <a:ext uri="{FF2B5EF4-FFF2-40B4-BE49-F238E27FC236}">
                <a16:creationId xmlns:a16="http://schemas.microsoft.com/office/drawing/2014/main" id="{1BCB242D-612A-CE2A-E2D6-85731E636393}"/>
              </a:ext>
            </a:extLst>
          </p:cNvPr>
          <p:cNvSpPr txBox="1">
            <a:spLocks noChangeArrowheads="1"/>
          </p:cNvSpPr>
          <p:nvPr/>
        </p:nvSpPr>
        <p:spPr bwMode="auto">
          <a:xfrm>
            <a:off x="2327275" y="3159125"/>
            <a:ext cx="3311525" cy="830263"/>
          </a:xfrm>
          <a:prstGeom prst="rect">
            <a:avLst/>
          </a:prstGeom>
          <a:noFill/>
          <a:ln w="9525">
            <a:noFill/>
            <a:miter lim="800000"/>
            <a:headEnd/>
            <a:tailEnd/>
          </a:ln>
          <a:effectLst/>
        </p:spPr>
        <p:txBody>
          <a:bodyPr>
            <a:spAutoFit/>
          </a:bodyPr>
          <a:lstStyle/>
          <a:p>
            <a:pPr fontAlgn="base">
              <a:spcBef>
                <a:spcPct val="50000"/>
              </a:spcBef>
              <a:spcAft>
                <a:spcPct val="0"/>
              </a:spcAft>
              <a:defRPr/>
            </a:pPr>
            <a:r>
              <a:rPr lang="en-US" altLang="zh-CN" sz="2400" b="1" dirty="0">
                <a:solidFill>
                  <a:srgbClr val="000000"/>
                </a:solidFill>
                <a:latin typeface="宋体"/>
                <a:ea typeface="宋体"/>
              </a:rPr>
              <a:t>2. </a:t>
            </a:r>
            <a:r>
              <a:rPr lang="zh-CN" altLang="en-US" sz="2400" b="1" dirty="0">
                <a:solidFill>
                  <a:srgbClr val="000000"/>
                </a:solidFill>
                <a:latin typeface="宋体"/>
                <a:ea typeface="宋体"/>
              </a:rPr>
              <a:t>点</a:t>
            </a:r>
            <a:r>
              <a:rPr lang="en-US" altLang="zh-CN" sz="2400" b="1" dirty="0">
                <a:solidFill>
                  <a:srgbClr val="000000"/>
                </a:solidFill>
                <a:latin typeface="宋体"/>
                <a:ea typeface="宋体"/>
              </a:rPr>
              <a:t>K</a:t>
            </a:r>
            <a:r>
              <a:rPr lang="zh-CN" altLang="en-US" sz="2400" b="1" dirty="0">
                <a:solidFill>
                  <a:srgbClr val="000000"/>
                </a:solidFill>
                <a:latin typeface="宋体"/>
                <a:ea typeface="宋体"/>
              </a:rPr>
              <a:t>为一般位置点，需要做辅助线。</a:t>
            </a:r>
          </a:p>
        </p:txBody>
      </p:sp>
      <p:sp>
        <p:nvSpPr>
          <p:cNvPr id="54" name="Text Box 68">
            <a:extLst>
              <a:ext uri="{FF2B5EF4-FFF2-40B4-BE49-F238E27FC236}">
                <a16:creationId xmlns:a16="http://schemas.microsoft.com/office/drawing/2014/main" id="{2071B1C0-A188-2426-F327-519E470FAF1F}"/>
              </a:ext>
            </a:extLst>
          </p:cNvPr>
          <p:cNvSpPr txBox="1">
            <a:spLocks noChangeArrowheads="1"/>
          </p:cNvSpPr>
          <p:nvPr/>
        </p:nvSpPr>
        <p:spPr bwMode="auto">
          <a:xfrm>
            <a:off x="2255838" y="4527550"/>
            <a:ext cx="3105150" cy="457200"/>
          </a:xfrm>
          <a:prstGeom prst="rect">
            <a:avLst/>
          </a:prstGeom>
          <a:noFill/>
          <a:ln w="9525">
            <a:noFill/>
            <a:miter lim="800000"/>
            <a:headEnd/>
            <a:tailEnd/>
          </a:ln>
        </p:spPr>
        <p:txBody>
          <a:bodyPr>
            <a:spAutoFit/>
          </a:bodyPr>
          <a:lstStyle/>
          <a:p>
            <a:pPr fontAlgn="base">
              <a:spcBef>
                <a:spcPct val="50000"/>
              </a:spcBef>
              <a:spcAft>
                <a:spcPct val="0"/>
              </a:spcAft>
            </a:pPr>
            <a:r>
              <a:rPr lang="zh-CN" altLang="en-US" sz="2400" b="1">
                <a:solidFill>
                  <a:srgbClr val="0099FF"/>
                </a:solidFill>
                <a:latin typeface="RomanD" pitchFamily="2" charset="0"/>
                <a:ea typeface="宋体" charset="-122"/>
              </a:rPr>
              <a:t>作法一：素线法</a:t>
            </a:r>
            <a:endParaRPr lang="zh-CN" altLang="en-US" sz="2400" b="1">
              <a:solidFill>
                <a:srgbClr val="0099FF"/>
              </a:solidFill>
              <a:ea typeface="宋体" charset="-122"/>
            </a:endParaRPr>
          </a:p>
        </p:txBody>
      </p:sp>
      <p:sp>
        <p:nvSpPr>
          <p:cNvPr id="55" name="Text Box 70">
            <a:extLst>
              <a:ext uri="{FF2B5EF4-FFF2-40B4-BE49-F238E27FC236}">
                <a16:creationId xmlns:a16="http://schemas.microsoft.com/office/drawing/2014/main" id="{6A158946-4888-4491-A376-90FCC523C55C}"/>
              </a:ext>
            </a:extLst>
          </p:cNvPr>
          <p:cNvSpPr txBox="1">
            <a:spLocks noChangeArrowheads="1"/>
          </p:cNvSpPr>
          <p:nvPr/>
        </p:nvSpPr>
        <p:spPr bwMode="auto">
          <a:xfrm>
            <a:off x="2232025" y="5780088"/>
            <a:ext cx="3421063" cy="457200"/>
          </a:xfrm>
          <a:prstGeom prst="rect">
            <a:avLst/>
          </a:prstGeom>
          <a:noFill/>
          <a:ln w="9525">
            <a:noFill/>
            <a:miter lim="800000"/>
            <a:headEnd/>
            <a:tailEnd/>
          </a:ln>
          <a:effectLst/>
        </p:spPr>
        <p:txBody>
          <a:bodyPr>
            <a:spAutoFit/>
          </a:bodyPr>
          <a:lstStyle/>
          <a:p>
            <a:pPr algn="ctr" fontAlgn="base">
              <a:spcBef>
                <a:spcPct val="50000"/>
              </a:spcBef>
              <a:spcAft>
                <a:spcPct val="0"/>
              </a:spcAft>
              <a:defRPr/>
            </a:pPr>
            <a:r>
              <a:rPr lang="zh-CN" altLang="en-US" sz="2400" b="1" dirty="0">
                <a:solidFill>
                  <a:srgbClr val="FF0000"/>
                </a:solidFill>
                <a:latin typeface="RomanD" pitchFamily="2" charset="0"/>
                <a:ea typeface="宋体" pitchFamily="2" charset="-122"/>
              </a:rPr>
              <a:t>注意</a:t>
            </a:r>
            <a:r>
              <a:rPr lang="en-US" altLang="zh-CN" sz="2400" b="1" i="1" dirty="0">
                <a:solidFill>
                  <a:srgbClr val="FF0000"/>
                </a:solidFill>
                <a:latin typeface="宋体"/>
                <a:ea typeface="宋体"/>
              </a:rPr>
              <a:t>k</a:t>
            </a:r>
            <a:r>
              <a:rPr lang="en-US" altLang="zh-CN" sz="2400" b="1" dirty="0">
                <a:solidFill>
                  <a:srgbClr val="FF0000"/>
                </a:solidFill>
                <a:latin typeface="宋体"/>
                <a:ea typeface="宋体"/>
                <a:sym typeface="Symbol" pitchFamily="18" charset="2"/>
              </a:rPr>
              <a:t>〞</a:t>
            </a:r>
            <a:r>
              <a:rPr lang="zh-CN" altLang="en-US" sz="2400" b="1" dirty="0">
                <a:solidFill>
                  <a:srgbClr val="FF0000"/>
                </a:solidFill>
                <a:latin typeface="RomanD" pitchFamily="2" charset="0"/>
                <a:ea typeface="宋体" pitchFamily="2" charset="-122"/>
              </a:rPr>
              <a:t>可见性的判断。</a:t>
            </a:r>
          </a:p>
        </p:txBody>
      </p:sp>
      <p:sp>
        <p:nvSpPr>
          <p:cNvPr id="56" name="Text Box 64">
            <a:extLst>
              <a:ext uri="{FF2B5EF4-FFF2-40B4-BE49-F238E27FC236}">
                <a16:creationId xmlns:a16="http://schemas.microsoft.com/office/drawing/2014/main" id="{26A9898D-FDEA-7C73-2C18-BBE8670A6528}"/>
              </a:ext>
            </a:extLst>
          </p:cNvPr>
          <p:cNvSpPr txBox="1">
            <a:spLocks noChangeArrowheads="1"/>
          </p:cNvSpPr>
          <p:nvPr/>
        </p:nvSpPr>
        <p:spPr bwMode="auto">
          <a:xfrm>
            <a:off x="2232025" y="5024438"/>
            <a:ext cx="3105150" cy="457200"/>
          </a:xfrm>
          <a:prstGeom prst="rect">
            <a:avLst/>
          </a:prstGeom>
          <a:noFill/>
          <a:ln w="9525">
            <a:noFill/>
            <a:miter lim="800000"/>
            <a:headEnd/>
            <a:tailEnd/>
          </a:ln>
        </p:spPr>
        <p:txBody>
          <a:bodyPr>
            <a:spAutoFit/>
          </a:bodyPr>
          <a:lstStyle/>
          <a:p>
            <a:pPr fontAlgn="base">
              <a:spcBef>
                <a:spcPct val="50000"/>
              </a:spcBef>
              <a:spcAft>
                <a:spcPct val="0"/>
              </a:spcAft>
            </a:pPr>
            <a:r>
              <a:rPr lang="zh-CN" altLang="en-US" sz="2400" b="1">
                <a:solidFill>
                  <a:srgbClr val="FF00FF"/>
                </a:solidFill>
                <a:latin typeface="RomanD" pitchFamily="2" charset="0"/>
                <a:ea typeface="宋体" charset="-122"/>
              </a:rPr>
              <a:t>作法二：纬线圆法</a:t>
            </a:r>
            <a:endParaRPr lang="zh-CN" altLang="en-US" sz="2400" b="1">
              <a:solidFill>
                <a:srgbClr val="FF00FF"/>
              </a:solidFill>
              <a:ea typeface="宋体" charset="-122"/>
            </a:endParaRPr>
          </a:p>
        </p:txBody>
      </p:sp>
    </p:spTree>
    <p:extLst>
      <p:ext uri="{BB962C8B-B14F-4D97-AF65-F5344CB8AC3E}">
        <p14:creationId xmlns:p14="http://schemas.microsoft.com/office/powerpoint/2010/main" val="205651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Effect transition="in" filter="wipe(left)">
                                      <p:cBhvr>
                                        <p:cTn id="7" dur="2000"/>
                                        <p:tgtEl>
                                          <p:spTgt spid="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wipe(up)">
                                      <p:cBhvr>
                                        <p:cTn id="16" dur="500"/>
                                        <p:tgtEl>
                                          <p:spTgt spid="47"/>
                                        </p:tgtEl>
                                      </p:cBhvr>
                                    </p:animEffect>
                                  </p:childTnLst>
                                </p:cTn>
                              </p:par>
                            </p:childTnLst>
                          </p:cTn>
                        </p:par>
                        <p:par>
                          <p:cTn id="17" fill="hold">
                            <p:stCondLst>
                              <p:cond delay="1000"/>
                            </p:stCondLst>
                            <p:childTnLst>
                              <p:par>
                                <p:cTn id="18" presetID="20" presetClass="entr" presetSubtype="0"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wedge">
                                      <p:cBhvr>
                                        <p:cTn id="20" dur="10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up)">
                                      <p:cBhvr>
                                        <p:cTn id="25" dur="500"/>
                                        <p:tgtEl>
                                          <p:spTgt spid="35"/>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wipe(left)">
                                      <p:cBhvr>
                                        <p:cTn id="29" dur="500"/>
                                        <p:tgtEl>
                                          <p:spTgt spid="48"/>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wipe(left)">
                                      <p:cBhvr>
                                        <p:cTn id="33" dur="500"/>
                                        <p:tgtEl>
                                          <p:spTgt spid="4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left)">
                                      <p:cBhvr>
                                        <p:cTn id="38" dur="500"/>
                                        <p:tgtEl>
                                          <p:spTgt spid="40"/>
                                        </p:tgtEl>
                                      </p:cBhvr>
                                    </p:animEffec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down)">
                                      <p:cBhvr>
                                        <p:cTn id="42" dur="500"/>
                                        <p:tgtEl>
                                          <p:spTgt spid="41"/>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wipe(left)">
                                      <p:cBhvr>
                                        <p:cTn id="46" dur="500"/>
                                        <p:tgtEl>
                                          <p:spTgt spid="45"/>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left)">
                                      <p:cBhvr>
                                        <p:cTn id="49" dur="500"/>
                                        <p:tgtEl>
                                          <p:spTgt spid="36"/>
                                        </p:tgtEl>
                                      </p:cBhvr>
                                    </p:animEffect>
                                  </p:childTnLst>
                                </p:cTn>
                              </p:par>
                            </p:childTnLst>
                          </p:cTn>
                        </p:par>
                        <p:par>
                          <p:cTn id="50" fill="hold">
                            <p:stCondLst>
                              <p:cond delay="1500"/>
                            </p:stCondLst>
                            <p:childTnLst>
                              <p:par>
                                <p:cTn id="51" presetID="22" presetClass="entr" presetSubtype="8" fill="hold" grpId="0" nodeType="after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35" grpId="0" animBg="1"/>
      <p:bldP spid="36" grpId="0" animBg="1"/>
      <p:bldP spid="40" grpId="0" animBg="1"/>
      <p:bldP spid="41" grpId="0" animBg="1"/>
      <p:bldP spid="45" grpId="0" animBg="1"/>
      <p:bldP spid="46" grpId="0" animBg="1"/>
      <p:bldP spid="47" grpId="0" animBg="1"/>
      <p:bldP spid="48" grpId="0" animBg="1"/>
      <p:bldP spid="4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D23BDC-BFD2-F1E5-F7CE-CC0BE9E13F27}"/>
              </a:ext>
            </a:extLst>
          </p:cNvPr>
          <p:cNvSpPr>
            <a:spLocks noGrp="1"/>
          </p:cNvSpPr>
          <p:nvPr>
            <p:ph type="title"/>
          </p:nvPr>
        </p:nvSpPr>
        <p:spPr/>
        <p:txBody>
          <a:bodyPr/>
          <a:lstStyle/>
          <a:p>
            <a:endParaRPr lang="zh-CN" altLang="en-US"/>
          </a:p>
        </p:txBody>
      </p:sp>
      <p:sp>
        <p:nvSpPr>
          <p:cNvPr id="47" name="Arc 2">
            <a:extLst>
              <a:ext uri="{FF2B5EF4-FFF2-40B4-BE49-F238E27FC236}">
                <a16:creationId xmlns:a16="http://schemas.microsoft.com/office/drawing/2014/main" id="{DD741DD0-3052-38C4-0B75-6157A2D1580C}"/>
              </a:ext>
            </a:extLst>
          </p:cNvPr>
          <p:cNvSpPr>
            <a:spLocks/>
          </p:cNvSpPr>
          <p:nvPr/>
        </p:nvSpPr>
        <p:spPr bwMode="auto">
          <a:xfrm flipH="1">
            <a:off x="2559844" y="1323491"/>
            <a:ext cx="2416175" cy="1157288"/>
          </a:xfrm>
          <a:custGeom>
            <a:avLst/>
            <a:gdLst>
              <a:gd name="T0" fmla="*/ 265891 w 43200"/>
              <a:gd name="T1" fmla="*/ 56963068 h 23512"/>
              <a:gd name="T2" fmla="*/ 134889464 w 43200"/>
              <a:gd name="T3" fmla="*/ 56810433 h 23512"/>
              <a:gd name="T4" fmla="*/ 67568337 w 43200"/>
              <a:gd name="T5" fmla="*/ 52330816 h 23512"/>
              <a:gd name="T6" fmla="*/ 0 60000 65536"/>
              <a:gd name="T7" fmla="*/ 0 60000 65536"/>
              <a:gd name="T8" fmla="*/ 0 60000 65536"/>
              <a:gd name="T9" fmla="*/ 0 w 43200"/>
              <a:gd name="T10" fmla="*/ 0 h 23512"/>
              <a:gd name="T11" fmla="*/ 43200 w 43200"/>
              <a:gd name="T12" fmla="*/ 23512 h 23512"/>
            </a:gdLst>
            <a:ahLst/>
            <a:cxnLst>
              <a:cxn ang="T6">
                <a:pos x="T0" y="T1"/>
              </a:cxn>
              <a:cxn ang="T7">
                <a:pos x="T2" y="T3"/>
              </a:cxn>
              <a:cxn ang="T8">
                <a:pos x="T4" y="T5"/>
              </a:cxn>
            </a:cxnLst>
            <a:rect l="T9" t="T10" r="T11" b="T12"/>
            <a:pathLst>
              <a:path w="43200" h="23512" fill="none"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path>
              <a:path w="43200" h="23512" stroke="0"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lnTo>
                  <a:pt x="21600" y="21600"/>
                </a:lnTo>
                <a:close/>
              </a:path>
            </a:pathLst>
          </a:custGeom>
          <a:noFill/>
          <a:ln w="38100">
            <a:solidFill>
              <a:srgbClr val="000000"/>
            </a:solidFill>
            <a:round/>
            <a:headEnd/>
            <a:tailEnd/>
          </a:ln>
        </p:spPr>
        <p:txBody>
          <a:bodyPr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8" name="Arc 3">
            <a:extLst>
              <a:ext uri="{FF2B5EF4-FFF2-40B4-BE49-F238E27FC236}">
                <a16:creationId xmlns:a16="http://schemas.microsoft.com/office/drawing/2014/main" id="{4A459E59-FBC4-753D-C9E8-3818C5CD79ED}"/>
              </a:ext>
            </a:extLst>
          </p:cNvPr>
          <p:cNvSpPr>
            <a:spLocks/>
          </p:cNvSpPr>
          <p:nvPr/>
        </p:nvSpPr>
        <p:spPr bwMode="auto">
          <a:xfrm flipH="1">
            <a:off x="6066632" y="1320316"/>
            <a:ext cx="2416175" cy="1157288"/>
          </a:xfrm>
          <a:custGeom>
            <a:avLst/>
            <a:gdLst>
              <a:gd name="T0" fmla="*/ 265891 w 43200"/>
              <a:gd name="T1" fmla="*/ 56963068 h 23512"/>
              <a:gd name="T2" fmla="*/ 134889464 w 43200"/>
              <a:gd name="T3" fmla="*/ 56810433 h 23512"/>
              <a:gd name="T4" fmla="*/ 67568337 w 43200"/>
              <a:gd name="T5" fmla="*/ 52330816 h 23512"/>
              <a:gd name="T6" fmla="*/ 0 60000 65536"/>
              <a:gd name="T7" fmla="*/ 0 60000 65536"/>
              <a:gd name="T8" fmla="*/ 0 60000 65536"/>
              <a:gd name="T9" fmla="*/ 0 w 43200"/>
              <a:gd name="T10" fmla="*/ 0 h 23512"/>
              <a:gd name="T11" fmla="*/ 43200 w 43200"/>
              <a:gd name="T12" fmla="*/ 23512 h 23512"/>
            </a:gdLst>
            <a:ahLst/>
            <a:cxnLst>
              <a:cxn ang="T6">
                <a:pos x="T0" y="T1"/>
              </a:cxn>
              <a:cxn ang="T7">
                <a:pos x="T2" y="T3"/>
              </a:cxn>
              <a:cxn ang="T8">
                <a:pos x="T4" y="T5"/>
              </a:cxn>
            </a:cxnLst>
            <a:rect l="T9" t="T10" r="T11" b="T12"/>
            <a:pathLst>
              <a:path w="43200" h="23512" fill="none"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path>
              <a:path w="43200" h="23512" stroke="0" extrusionOk="0">
                <a:moveTo>
                  <a:pt x="84" y="23512"/>
                </a:moveTo>
                <a:cubicBezTo>
                  <a:pt x="28" y="22876"/>
                  <a:pt x="0" y="22238"/>
                  <a:pt x="0" y="21600"/>
                </a:cubicBezTo>
                <a:cubicBezTo>
                  <a:pt x="0" y="9670"/>
                  <a:pt x="9670" y="0"/>
                  <a:pt x="21600" y="0"/>
                </a:cubicBezTo>
                <a:cubicBezTo>
                  <a:pt x="33529" y="0"/>
                  <a:pt x="43200" y="9670"/>
                  <a:pt x="43200" y="21600"/>
                </a:cubicBezTo>
                <a:cubicBezTo>
                  <a:pt x="43200" y="22217"/>
                  <a:pt x="43173" y="22834"/>
                  <a:pt x="43120" y="23448"/>
                </a:cubicBezTo>
                <a:lnTo>
                  <a:pt x="21600" y="21600"/>
                </a:lnTo>
                <a:close/>
              </a:path>
            </a:pathLst>
          </a:custGeom>
          <a:noFill/>
          <a:ln w="9525">
            <a:solidFill>
              <a:srgbClr val="000000"/>
            </a:solidFill>
            <a:round/>
            <a:headEnd/>
            <a:tailEnd/>
          </a:ln>
        </p:spPr>
        <p:txBody>
          <a:bodyPr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49" name="Freeform 4">
            <a:extLst>
              <a:ext uri="{FF2B5EF4-FFF2-40B4-BE49-F238E27FC236}">
                <a16:creationId xmlns:a16="http://schemas.microsoft.com/office/drawing/2014/main" id="{B8C9CC99-042F-8647-3FBC-ACA450E6F6FE}"/>
              </a:ext>
            </a:extLst>
          </p:cNvPr>
          <p:cNvSpPr>
            <a:spLocks/>
          </p:cNvSpPr>
          <p:nvPr/>
        </p:nvSpPr>
        <p:spPr bwMode="auto">
          <a:xfrm>
            <a:off x="2415382" y="2464904"/>
            <a:ext cx="2752725" cy="1587"/>
          </a:xfrm>
          <a:custGeom>
            <a:avLst/>
            <a:gdLst>
              <a:gd name="T0" fmla="*/ 0 w 1734"/>
              <a:gd name="T1" fmla="*/ 1587 h 1"/>
              <a:gd name="T2" fmla="*/ 2752725 w 1734"/>
              <a:gd name="T3" fmla="*/ 0 h 1"/>
              <a:gd name="T4" fmla="*/ 0 60000 65536"/>
              <a:gd name="T5" fmla="*/ 0 60000 65536"/>
              <a:gd name="T6" fmla="*/ 0 w 1734"/>
              <a:gd name="T7" fmla="*/ 0 h 1"/>
              <a:gd name="T8" fmla="*/ 1734 w 1734"/>
              <a:gd name="T9" fmla="*/ 1 h 1"/>
            </a:gdLst>
            <a:ahLst/>
            <a:cxnLst>
              <a:cxn ang="T4">
                <a:pos x="T0" y="T1"/>
              </a:cxn>
              <a:cxn ang="T5">
                <a:pos x="T2" y="T3"/>
              </a:cxn>
            </a:cxnLst>
            <a:rect l="T6" t="T7" r="T8" b="T9"/>
            <a:pathLst>
              <a:path w="1734" h="1">
                <a:moveTo>
                  <a:pt x="0" y="1"/>
                </a:moveTo>
                <a:lnTo>
                  <a:pt x="1734"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0" name="Line 5">
            <a:extLst>
              <a:ext uri="{FF2B5EF4-FFF2-40B4-BE49-F238E27FC236}">
                <a16:creationId xmlns:a16="http://schemas.microsoft.com/office/drawing/2014/main" id="{C20CAA8C-F9F7-E37F-60BE-5E09BFD70795}"/>
              </a:ext>
            </a:extLst>
          </p:cNvPr>
          <p:cNvSpPr>
            <a:spLocks noChangeShapeType="1"/>
          </p:cNvSpPr>
          <p:nvPr/>
        </p:nvSpPr>
        <p:spPr bwMode="auto">
          <a:xfrm>
            <a:off x="5965032" y="2463316"/>
            <a:ext cx="2625725" cy="1588"/>
          </a:xfrm>
          <a:prstGeom prst="line">
            <a:avLst/>
          </a:prstGeom>
          <a:noFill/>
          <a:ln w="9525">
            <a:solidFill>
              <a:srgbClr val="000000"/>
            </a:solidFill>
            <a:prstDash val="lgDashDot"/>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1" name="Line 6">
            <a:extLst>
              <a:ext uri="{FF2B5EF4-FFF2-40B4-BE49-F238E27FC236}">
                <a16:creationId xmlns:a16="http://schemas.microsoft.com/office/drawing/2014/main" id="{31C8BC8B-B6F8-7746-2AA9-AE0B37485395}"/>
              </a:ext>
            </a:extLst>
          </p:cNvPr>
          <p:cNvSpPr>
            <a:spLocks noChangeShapeType="1"/>
          </p:cNvSpPr>
          <p:nvPr/>
        </p:nvSpPr>
        <p:spPr bwMode="auto">
          <a:xfrm>
            <a:off x="7269957" y="1233004"/>
            <a:ext cx="1587" cy="1346200"/>
          </a:xfrm>
          <a:prstGeom prst="line">
            <a:avLst/>
          </a:prstGeom>
          <a:noFill/>
          <a:ln w="9525">
            <a:solidFill>
              <a:srgbClr val="000000"/>
            </a:solidFill>
            <a:prstDash val="lgDashDot"/>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2" name="Freeform 7">
            <a:extLst>
              <a:ext uri="{FF2B5EF4-FFF2-40B4-BE49-F238E27FC236}">
                <a16:creationId xmlns:a16="http://schemas.microsoft.com/office/drawing/2014/main" id="{2D0BBD35-B15B-1037-685E-6BFFF3F711C9}"/>
              </a:ext>
            </a:extLst>
          </p:cNvPr>
          <p:cNvSpPr>
            <a:spLocks/>
          </p:cNvSpPr>
          <p:nvPr/>
        </p:nvSpPr>
        <p:spPr bwMode="auto">
          <a:xfrm>
            <a:off x="6050757" y="2463316"/>
            <a:ext cx="2459037" cy="3175"/>
          </a:xfrm>
          <a:custGeom>
            <a:avLst/>
            <a:gdLst>
              <a:gd name="T0" fmla="*/ 0 w 1549"/>
              <a:gd name="T1" fmla="*/ 0 h 2"/>
              <a:gd name="T2" fmla="*/ 2459037 w 1549"/>
              <a:gd name="T3" fmla="*/ 3175 h 2"/>
              <a:gd name="T4" fmla="*/ 0 60000 65536"/>
              <a:gd name="T5" fmla="*/ 0 60000 65536"/>
              <a:gd name="T6" fmla="*/ 0 w 1549"/>
              <a:gd name="T7" fmla="*/ 0 h 2"/>
              <a:gd name="T8" fmla="*/ 1549 w 1549"/>
              <a:gd name="T9" fmla="*/ 2 h 2"/>
            </a:gdLst>
            <a:ahLst/>
            <a:cxnLst>
              <a:cxn ang="T4">
                <a:pos x="T0" y="T1"/>
              </a:cxn>
              <a:cxn ang="T5">
                <a:pos x="T2" y="T3"/>
              </a:cxn>
            </a:cxnLst>
            <a:rect l="T6" t="T7" r="T8" b="T9"/>
            <a:pathLst>
              <a:path w="1549" h="2">
                <a:moveTo>
                  <a:pt x="0" y="0"/>
                </a:moveTo>
                <a:lnTo>
                  <a:pt x="1549" y="2"/>
                </a:ln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3" name="Oval 8">
            <a:extLst>
              <a:ext uri="{FF2B5EF4-FFF2-40B4-BE49-F238E27FC236}">
                <a16:creationId xmlns:a16="http://schemas.microsoft.com/office/drawing/2014/main" id="{ED60A849-B1E1-7E48-F635-13C4C5E76D93}"/>
              </a:ext>
            </a:extLst>
          </p:cNvPr>
          <p:cNvSpPr>
            <a:spLocks noChangeArrowheads="1"/>
          </p:cNvSpPr>
          <p:nvPr/>
        </p:nvSpPr>
        <p:spPr bwMode="auto">
          <a:xfrm>
            <a:off x="2545557" y="3106254"/>
            <a:ext cx="2438400" cy="2209800"/>
          </a:xfrm>
          <a:prstGeom prst="ellipse">
            <a:avLst/>
          </a:pr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4" name="Line 9">
            <a:extLst>
              <a:ext uri="{FF2B5EF4-FFF2-40B4-BE49-F238E27FC236}">
                <a16:creationId xmlns:a16="http://schemas.microsoft.com/office/drawing/2014/main" id="{31FAEC8D-9B39-43B7-7CE2-05E6396F288D}"/>
              </a:ext>
            </a:extLst>
          </p:cNvPr>
          <p:cNvSpPr>
            <a:spLocks noChangeShapeType="1"/>
          </p:cNvSpPr>
          <p:nvPr/>
        </p:nvSpPr>
        <p:spPr bwMode="auto">
          <a:xfrm>
            <a:off x="3159919" y="2033104"/>
            <a:ext cx="1214438" cy="1587"/>
          </a:xfrm>
          <a:prstGeom prst="line">
            <a:avLst/>
          </a:prstGeom>
          <a:noFill/>
          <a:ln w="38100">
            <a:solidFill>
              <a:srgbClr val="333399"/>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5" name="Line 10">
            <a:extLst>
              <a:ext uri="{FF2B5EF4-FFF2-40B4-BE49-F238E27FC236}">
                <a16:creationId xmlns:a16="http://schemas.microsoft.com/office/drawing/2014/main" id="{C80D7F2F-A594-FF4C-B2F2-DDFE842D5D93}"/>
              </a:ext>
            </a:extLst>
          </p:cNvPr>
          <p:cNvSpPr>
            <a:spLocks noChangeShapeType="1"/>
          </p:cNvSpPr>
          <p:nvPr/>
        </p:nvSpPr>
        <p:spPr bwMode="auto">
          <a:xfrm>
            <a:off x="2545557" y="2463316"/>
            <a:ext cx="1587" cy="228600"/>
          </a:xfrm>
          <a:prstGeom prst="line">
            <a:avLst/>
          </a:prstGeom>
          <a:noFill/>
          <a:ln w="57150">
            <a:solidFill>
              <a:srgbClr val="FFFFFF"/>
            </a:solidFill>
            <a:round/>
            <a:headEnd/>
            <a:tailEnd/>
          </a:ln>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6" name="Freeform 11">
            <a:extLst>
              <a:ext uri="{FF2B5EF4-FFF2-40B4-BE49-F238E27FC236}">
                <a16:creationId xmlns:a16="http://schemas.microsoft.com/office/drawing/2014/main" id="{F10B07A9-3A3D-D1F7-A176-C8FEDC7F3EAA}"/>
              </a:ext>
            </a:extLst>
          </p:cNvPr>
          <p:cNvSpPr>
            <a:spLocks/>
          </p:cNvSpPr>
          <p:nvPr/>
        </p:nvSpPr>
        <p:spPr bwMode="auto">
          <a:xfrm>
            <a:off x="4369594" y="2033104"/>
            <a:ext cx="4094163" cy="4762"/>
          </a:xfrm>
          <a:custGeom>
            <a:avLst/>
            <a:gdLst>
              <a:gd name="T0" fmla="*/ 0 w 2579"/>
              <a:gd name="T1" fmla="*/ 0 h 3"/>
              <a:gd name="T2" fmla="*/ 4094163 w 2579"/>
              <a:gd name="T3" fmla="*/ 4762 h 3"/>
              <a:gd name="T4" fmla="*/ 0 60000 65536"/>
              <a:gd name="T5" fmla="*/ 0 60000 65536"/>
              <a:gd name="T6" fmla="*/ 0 w 2579"/>
              <a:gd name="T7" fmla="*/ 0 h 3"/>
              <a:gd name="T8" fmla="*/ 2579 w 2579"/>
              <a:gd name="T9" fmla="*/ 3 h 3"/>
            </a:gdLst>
            <a:ahLst/>
            <a:cxnLst>
              <a:cxn ang="T4">
                <a:pos x="T0" y="T1"/>
              </a:cxn>
              <a:cxn ang="T5">
                <a:pos x="T2" y="T3"/>
              </a:cxn>
            </a:cxnLst>
            <a:rect l="T6" t="T7" r="T8" b="T9"/>
            <a:pathLst>
              <a:path w="2579" h="3">
                <a:moveTo>
                  <a:pt x="0" y="0"/>
                </a:moveTo>
                <a:lnTo>
                  <a:pt x="2579" y="3"/>
                </a:lnTo>
              </a:path>
            </a:pathLst>
          </a:custGeom>
          <a:noFill/>
          <a:ln w="12700">
            <a:solidFill>
              <a:srgbClr val="0000FF"/>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57" name="Freeform 12">
            <a:extLst>
              <a:ext uri="{FF2B5EF4-FFF2-40B4-BE49-F238E27FC236}">
                <a16:creationId xmlns:a16="http://schemas.microsoft.com/office/drawing/2014/main" id="{2CDC41C7-3C19-77C5-0ECD-0381A1D4EA32}"/>
              </a:ext>
            </a:extLst>
          </p:cNvPr>
          <p:cNvSpPr>
            <a:spLocks/>
          </p:cNvSpPr>
          <p:nvPr/>
        </p:nvSpPr>
        <p:spPr bwMode="auto">
          <a:xfrm>
            <a:off x="6119019" y="2050566"/>
            <a:ext cx="2297113" cy="1588"/>
          </a:xfrm>
          <a:custGeom>
            <a:avLst/>
            <a:gdLst>
              <a:gd name="T0" fmla="*/ 0 w 1447"/>
              <a:gd name="T1" fmla="*/ 0 h 1"/>
              <a:gd name="T2" fmla="*/ 2297113 w 1447"/>
              <a:gd name="T3" fmla="*/ 0 h 1"/>
              <a:gd name="T4" fmla="*/ 0 60000 65536"/>
              <a:gd name="T5" fmla="*/ 0 60000 65536"/>
              <a:gd name="T6" fmla="*/ 0 w 1447"/>
              <a:gd name="T7" fmla="*/ 0 h 1"/>
              <a:gd name="T8" fmla="*/ 1447 w 1447"/>
              <a:gd name="T9" fmla="*/ 1 h 1"/>
            </a:gdLst>
            <a:ahLst/>
            <a:cxnLst>
              <a:cxn ang="T4">
                <a:pos x="T0" y="T1"/>
              </a:cxn>
              <a:cxn ang="T5">
                <a:pos x="T2" y="T3"/>
              </a:cxn>
            </a:cxnLst>
            <a:rect l="T6" t="T7" r="T8" b="T9"/>
            <a:pathLst>
              <a:path w="1447" h="1">
                <a:moveTo>
                  <a:pt x="0" y="0"/>
                </a:moveTo>
                <a:lnTo>
                  <a:pt x="1447" y="0"/>
                </a:lnTo>
              </a:path>
            </a:pathLst>
          </a:custGeom>
          <a:noFill/>
          <a:ln w="38100">
            <a:solidFill>
              <a:srgbClr val="333399"/>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8" name="Oval 13">
            <a:extLst>
              <a:ext uri="{FF2B5EF4-FFF2-40B4-BE49-F238E27FC236}">
                <a16:creationId xmlns:a16="http://schemas.microsoft.com/office/drawing/2014/main" id="{A79F7128-1E53-53B6-E073-E31561A573E8}"/>
              </a:ext>
            </a:extLst>
          </p:cNvPr>
          <p:cNvSpPr>
            <a:spLocks noChangeArrowheads="1"/>
          </p:cNvSpPr>
          <p:nvPr/>
        </p:nvSpPr>
        <p:spPr bwMode="auto">
          <a:xfrm>
            <a:off x="2663032" y="3225316"/>
            <a:ext cx="2225675" cy="1987550"/>
          </a:xfrm>
          <a:prstGeom prst="ellipse">
            <a:avLst/>
          </a:prstGeom>
          <a:noFill/>
          <a:ln w="38100">
            <a:solidFill>
              <a:srgbClr val="333399"/>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59" name="Freeform 14">
            <a:extLst>
              <a:ext uri="{FF2B5EF4-FFF2-40B4-BE49-F238E27FC236}">
                <a16:creationId xmlns:a16="http://schemas.microsoft.com/office/drawing/2014/main" id="{9F43B794-A691-538F-46BA-2A41C128460B}"/>
              </a:ext>
            </a:extLst>
          </p:cNvPr>
          <p:cNvSpPr>
            <a:spLocks/>
          </p:cNvSpPr>
          <p:nvPr/>
        </p:nvSpPr>
        <p:spPr bwMode="auto">
          <a:xfrm>
            <a:off x="3764757" y="2998304"/>
            <a:ext cx="1587" cy="2409825"/>
          </a:xfrm>
          <a:custGeom>
            <a:avLst/>
            <a:gdLst>
              <a:gd name="T0" fmla="*/ 0 w 1"/>
              <a:gd name="T1" fmla="*/ 0 h 1518"/>
              <a:gd name="T2" fmla="*/ 0 w 1"/>
              <a:gd name="T3" fmla="*/ 2409825 h 1518"/>
              <a:gd name="T4" fmla="*/ 0 60000 65536"/>
              <a:gd name="T5" fmla="*/ 0 60000 65536"/>
              <a:gd name="T6" fmla="*/ 0 w 1"/>
              <a:gd name="T7" fmla="*/ 0 h 1518"/>
              <a:gd name="T8" fmla="*/ 1 w 1"/>
              <a:gd name="T9" fmla="*/ 1518 h 1518"/>
            </a:gdLst>
            <a:ahLst/>
            <a:cxnLst>
              <a:cxn ang="T4">
                <a:pos x="T0" y="T1"/>
              </a:cxn>
              <a:cxn ang="T5">
                <a:pos x="T2" y="T3"/>
              </a:cxn>
            </a:cxnLst>
            <a:rect l="T6" t="T7" r="T8" b="T9"/>
            <a:pathLst>
              <a:path w="1" h="1518">
                <a:moveTo>
                  <a:pt x="0" y="0"/>
                </a:moveTo>
                <a:lnTo>
                  <a:pt x="0" y="1518"/>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0" name="Line 15">
            <a:extLst>
              <a:ext uri="{FF2B5EF4-FFF2-40B4-BE49-F238E27FC236}">
                <a16:creationId xmlns:a16="http://schemas.microsoft.com/office/drawing/2014/main" id="{6FA654FB-2DFE-E8E9-2984-40F7E638520B}"/>
              </a:ext>
            </a:extLst>
          </p:cNvPr>
          <p:cNvSpPr>
            <a:spLocks noChangeShapeType="1"/>
          </p:cNvSpPr>
          <p:nvPr/>
        </p:nvSpPr>
        <p:spPr bwMode="auto">
          <a:xfrm>
            <a:off x="3159919" y="2033104"/>
            <a:ext cx="0" cy="3021012"/>
          </a:xfrm>
          <a:prstGeom prst="line">
            <a:avLst/>
          </a:prstGeom>
          <a:noFill/>
          <a:ln w="12700">
            <a:solidFill>
              <a:srgbClr val="0000FF"/>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61" name="Group 16">
            <a:extLst>
              <a:ext uri="{FF2B5EF4-FFF2-40B4-BE49-F238E27FC236}">
                <a16:creationId xmlns:a16="http://schemas.microsoft.com/office/drawing/2014/main" id="{5EA2B42F-969D-92A3-E454-5BDE07209F09}"/>
              </a:ext>
            </a:extLst>
          </p:cNvPr>
          <p:cNvGrpSpPr>
            <a:grpSpLocks/>
          </p:cNvGrpSpPr>
          <p:nvPr/>
        </p:nvGrpSpPr>
        <p:grpSpPr bwMode="auto">
          <a:xfrm>
            <a:off x="2626519" y="3377716"/>
            <a:ext cx="2276475" cy="1703388"/>
            <a:chOff x="963" y="2400"/>
            <a:chExt cx="1434" cy="1073"/>
          </a:xfrm>
        </p:grpSpPr>
        <p:sp>
          <p:nvSpPr>
            <p:cNvPr id="62" name="Freeform 17">
              <a:extLst>
                <a:ext uri="{FF2B5EF4-FFF2-40B4-BE49-F238E27FC236}">
                  <a16:creationId xmlns:a16="http://schemas.microsoft.com/office/drawing/2014/main" id="{9FAC154B-4EA0-EA6B-C926-B92EB158C050}"/>
                </a:ext>
              </a:extLst>
            </p:cNvPr>
            <p:cNvSpPr>
              <a:spLocks/>
            </p:cNvSpPr>
            <p:nvPr/>
          </p:nvSpPr>
          <p:spPr bwMode="auto">
            <a:xfrm>
              <a:off x="963" y="2400"/>
              <a:ext cx="324" cy="1073"/>
            </a:xfrm>
            <a:custGeom>
              <a:avLst/>
              <a:gdLst>
                <a:gd name="T0" fmla="*/ 324 w 290"/>
                <a:gd name="T1" fmla="*/ 0 h 1008"/>
                <a:gd name="T2" fmla="*/ 232 w 290"/>
                <a:gd name="T3" fmla="*/ 75 h 1008"/>
                <a:gd name="T4" fmla="*/ 154 w 290"/>
                <a:gd name="T5" fmla="*/ 135 h 1008"/>
                <a:gd name="T6" fmla="*/ 56 w 290"/>
                <a:gd name="T7" fmla="*/ 255 h 1008"/>
                <a:gd name="T8" fmla="*/ 12 w 290"/>
                <a:gd name="T9" fmla="*/ 345 h 1008"/>
                <a:gd name="T10" fmla="*/ 2 w 290"/>
                <a:gd name="T11" fmla="*/ 460 h 1008"/>
                <a:gd name="T12" fmla="*/ 2 w 290"/>
                <a:gd name="T13" fmla="*/ 562 h 1008"/>
                <a:gd name="T14" fmla="*/ 12 w 290"/>
                <a:gd name="T15" fmla="*/ 661 h 1008"/>
                <a:gd name="T16" fmla="*/ 44 w 290"/>
                <a:gd name="T17" fmla="*/ 781 h 1008"/>
                <a:gd name="T18" fmla="*/ 90 w 290"/>
                <a:gd name="T19" fmla="*/ 871 h 1008"/>
                <a:gd name="T20" fmla="*/ 154 w 290"/>
                <a:gd name="T21" fmla="*/ 946 h 1008"/>
                <a:gd name="T22" fmla="*/ 232 w 290"/>
                <a:gd name="T23" fmla="*/ 1006 h 1008"/>
                <a:gd name="T24" fmla="*/ 324 w 290"/>
                <a:gd name="T25" fmla="*/ 1073 h 10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0"/>
                <a:gd name="T40" fmla="*/ 0 h 1008"/>
                <a:gd name="T41" fmla="*/ 290 w 290"/>
                <a:gd name="T42" fmla="*/ 1008 h 10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0" h="1008">
                  <a:moveTo>
                    <a:pt x="290" y="0"/>
                  </a:moveTo>
                  <a:cubicBezTo>
                    <a:pt x="276" y="12"/>
                    <a:pt x="233" y="49"/>
                    <a:pt x="208" y="70"/>
                  </a:cubicBezTo>
                  <a:cubicBezTo>
                    <a:pt x="183" y="91"/>
                    <a:pt x="164" y="99"/>
                    <a:pt x="138" y="127"/>
                  </a:cubicBezTo>
                  <a:cubicBezTo>
                    <a:pt x="112" y="155"/>
                    <a:pt x="71" y="207"/>
                    <a:pt x="50" y="240"/>
                  </a:cubicBezTo>
                  <a:cubicBezTo>
                    <a:pt x="29" y="273"/>
                    <a:pt x="19" y="292"/>
                    <a:pt x="11" y="324"/>
                  </a:cubicBezTo>
                  <a:cubicBezTo>
                    <a:pt x="3" y="356"/>
                    <a:pt x="4" y="398"/>
                    <a:pt x="2" y="432"/>
                  </a:cubicBezTo>
                  <a:cubicBezTo>
                    <a:pt x="0" y="466"/>
                    <a:pt x="1" y="497"/>
                    <a:pt x="2" y="528"/>
                  </a:cubicBezTo>
                  <a:cubicBezTo>
                    <a:pt x="3" y="559"/>
                    <a:pt x="5" y="587"/>
                    <a:pt x="11" y="621"/>
                  </a:cubicBezTo>
                  <a:cubicBezTo>
                    <a:pt x="17" y="655"/>
                    <a:pt x="27" y="701"/>
                    <a:pt x="39" y="734"/>
                  </a:cubicBezTo>
                  <a:cubicBezTo>
                    <a:pt x="51" y="767"/>
                    <a:pt x="65" y="792"/>
                    <a:pt x="81" y="818"/>
                  </a:cubicBezTo>
                  <a:cubicBezTo>
                    <a:pt x="97" y="844"/>
                    <a:pt x="117" y="868"/>
                    <a:pt x="138" y="889"/>
                  </a:cubicBezTo>
                  <a:cubicBezTo>
                    <a:pt x="159" y="910"/>
                    <a:pt x="183" y="925"/>
                    <a:pt x="208" y="945"/>
                  </a:cubicBezTo>
                  <a:cubicBezTo>
                    <a:pt x="233" y="965"/>
                    <a:pt x="273" y="995"/>
                    <a:pt x="290" y="1008"/>
                  </a:cubicBezTo>
                </a:path>
              </a:pathLst>
            </a:custGeom>
            <a:solidFill>
              <a:srgbClr val="FFFFFF"/>
            </a:solidFill>
            <a:ln w="76200">
              <a:solidFill>
                <a:srgbClr val="FFFFFF"/>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3" name="Freeform 18">
              <a:extLst>
                <a:ext uri="{FF2B5EF4-FFF2-40B4-BE49-F238E27FC236}">
                  <a16:creationId xmlns:a16="http://schemas.microsoft.com/office/drawing/2014/main" id="{5C527A30-00F1-F6E8-B433-1E3B6EBE7673}"/>
                </a:ext>
              </a:extLst>
            </p:cNvPr>
            <p:cNvSpPr>
              <a:spLocks/>
            </p:cNvSpPr>
            <p:nvPr/>
          </p:nvSpPr>
          <p:spPr bwMode="auto">
            <a:xfrm flipH="1">
              <a:off x="2066" y="2400"/>
              <a:ext cx="331" cy="1073"/>
            </a:xfrm>
            <a:custGeom>
              <a:avLst/>
              <a:gdLst>
                <a:gd name="T0" fmla="*/ 331 w 290"/>
                <a:gd name="T1" fmla="*/ 0 h 1008"/>
                <a:gd name="T2" fmla="*/ 237 w 290"/>
                <a:gd name="T3" fmla="*/ 75 h 1008"/>
                <a:gd name="T4" fmla="*/ 158 w 290"/>
                <a:gd name="T5" fmla="*/ 135 h 1008"/>
                <a:gd name="T6" fmla="*/ 57 w 290"/>
                <a:gd name="T7" fmla="*/ 255 h 1008"/>
                <a:gd name="T8" fmla="*/ 13 w 290"/>
                <a:gd name="T9" fmla="*/ 345 h 1008"/>
                <a:gd name="T10" fmla="*/ 2 w 290"/>
                <a:gd name="T11" fmla="*/ 460 h 1008"/>
                <a:gd name="T12" fmla="*/ 2 w 290"/>
                <a:gd name="T13" fmla="*/ 562 h 1008"/>
                <a:gd name="T14" fmla="*/ 13 w 290"/>
                <a:gd name="T15" fmla="*/ 661 h 1008"/>
                <a:gd name="T16" fmla="*/ 45 w 290"/>
                <a:gd name="T17" fmla="*/ 781 h 1008"/>
                <a:gd name="T18" fmla="*/ 92 w 290"/>
                <a:gd name="T19" fmla="*/ 871 h 1008"/>
                <a:gd name="T20" fmla="*/ 158 w 290"/>
                <a:gd name="T21" fmla="*/ 946 h 1008"/>
                <a:gd name="T22" fmla="*/ 237 w 290"/>
                <a:gd name="T23" fmla="*/ 1006 h 1008"/>
                <a:gd name="T24" fmla="*/ 331 w 290"/>
                <a:gd name="T25" fmla="*/ 1073 h 10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0"/>
                <a:gd name="T40" fmla="*/ 0 h 1008"/>
                <a:gd name="T41" fmla="*/ 290 w 290"/>
                <a:gd name="T42" fmla="*/ 1008 h 10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0" h="1008">
                  <a:moveTo>
                    <a:pt x="290" y="0"/>
                  </a:moveTo>
                  <a:cubicBezTo>
                    <a:pt x="276" y="12"/>
                    <a:pt x="233" y="49"/>
                    <a:pt x="208" y="70"/>
                  </a:cubicBezTo>
                  <a:cubicBezTo>
                    <a:pt x="183" y="91"/>
                    <a:pt x="164" y="99"/>
                    <a:pt x="138" y="127"/>
                  </a:cubicBezTo>
                  <a:cubicBezTo>
                    <a:pt x="112" y="155"/>
                    <a:pt x="71" y="207"/>
                    <a:pt x="50" y="240"/>
                  </a:cubicBezTo>
                  <a:cubicBezTo>
                    <a:pt x="29" y="273"/>
                    <a:pt x="19" y="292"/>
                    <a:pt x="11" y="324"/>
                  </a:cubicBezTo>
                  <a:cubicBezTo>
                    <a:pt x="3" y="356"/>
                    <a:pt x="4" y="398"/>
                    <a:pt x="2" y="432"/>
                  </a:cubicBezTo>
                  <a:cubicBezTo>
                    <a:pt x="0" y="466"/>
                    <a:pt x="1" y="497"/>
                    <a:pt x="2" y="528"/>
                  </a:cubicBezTo>
                  <a:cubicBezTo>
                    <a:pt x="3" y="559"/>
                    <a:pt x="5" y="587"/>
                    <a:pt x="11" y="621"/>
                  </a:cubicBezTo>
                  <a:cubicBezTo>
                    <a:pt x="17" y="655"/>
                    <a:pt x="27" y="701"/>
                    <a:pt x="39" y="734"/>
                  </a:cubicBezTo>
                  <a:cubicBezTo>
                    <a:pt x="51" y="767"/>
                    <a:pt x="65" y="792"/>
                    <a:pt x="81" y="818"/>
                  </a:cubicBezTo>
                  <a:cubicBezTo>
                    <a:pt x="97" y="844"/>
                    <a:pt x="117" y="868"/>
                    <a:pt x="138" y="889"/>
                  </a:cubicBezTo>
                  <a:cubicBezTo>
                    <a:pt x="159" y="910"/>
                    <a:pt x="183" y="925"/>
                    <a:pt x="208" y="945"/>
                  </a:cubicBezTo>
                  <a:cubicBezTo>
                    <a:pt x="233" y="965"/>
                    <a:pt x="273" y="995"/>
                    <a:pt x="290" y="1008"/>
                  </a:cubicBezTo>
                </a:path>
              </a:pathLst>
            </a:custGeom>
            <a:solidFill>
              <a:srgbClr val="FFFFFF"/>
            </a:solidFill>
            <a:ln w="76200">
              <a:solidFill>
                <a:srgbClr val="FFFFFF"/>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64" name="Freeform 19">
            <a:extLst>
              <a:ext uri="{FF2B5EF4-FFF2-40B4-BE49-F238E27FC236}">
                <a16:creationId xmlns:a16="http://schemas.microsoft.com/office/drawing/2014/main" id="{DCB230DA-CCEF-F9A2-8E9C-00FDD914EF50}"/>
              </a:ext>
            </a:extLst>
          </p:cNvPr>
          <p:cNvSpPr>
            <a:spLocks/>
          </p:cNvSpPr>
          <p:nvPr/>
        </p:nvSpPr>
        <p:spPr bwMode="auto">
          <a:xfrm>
            <a:off x="2448719" y="4220679"/>
            <a:ext cx="2667000" cy="1587"/>
          </a:xfrm>
          <a:custGeom>
            <a:avLst/>
            <a:gdLst>
              <a:gd name="T0" fmla="*/ 0 w 1680"/>
              <a:gd name="T1" fmla="*/ 0 h 1"/>
              <a:gd name="T2" fmla="*/ 2667000 w 1680"/>
              <a:gd name="T3" fmla="*/ 0 h 1"/>
              <a:gd name="T4" fmla="*/ 0 60000 65536"/>
              <a:gd name="T5" fmla="*/ 0 60000 65536"/>
              <a:gd name="T6" fmla="*/ 0 w 1680"/>
              <a:gd name="T7" fmla="*/ 0 h 1"/>
              <a:gd name="T8" fmla="*/ 1680 w 1680"/>
              <a:gd name="T9" fmla="*/ 1 h 1"/>
            </a:gdLst>
            <a:ahLst/>
            <a:cxnLst>
              <a:cxn ang="T4">
                <a:pos x="T0" y="T1"/>
              </a:cxn>
              <a:cxn ang="T5">
                <a:pos x="T2" y="T3"/>
              </a:cxn>
            </a:cxnLst>
            <a:rect l="T6" t="T7" r="T8" b="T9"/>
            <a:pathLst>
              <a:path w="1680" h="1">
                <a:moveTo>
                  <a:pt x="0" y="0"/>
                </a:moveTo>
                <a:lnTo>
                  <a:pt x="1680" y="0"/>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5" name="Line 20">
            <a:extLst>
              <a:ext uri="{FF2B5EF4-FFF2-40B4-BE49-F238E27FC236}">
                <a16:creationId xmlns:a16="http://schemas.microsoft.com/office/drawing/2014/main" id="{5BE3F735-A3D2-7453-7450-15B46DE73C75}"/>
              </a:ext>
            </a:extLst>
          </p:cNvPr>
          <p:cNvSpPr>
            <a:spLocks noChangeShapeType="1"/>
          </p:cNvSpPr>
          <p:nvPr/>
        </p:nvSpPr>
        <p:spPr bwMode="auto">
          <a:xfrm>
            <a:off x="4369594" y="2033104"/>
            <a:ext cx="9525" cy="3021012"/>
          </a:xfrm>
          <a:prstGeom prst="line">
            <a:avLst/>
          </a:prstGeom>
          <a:noFill/>
          <a:ln w="12700">
            <a:solidFill>
              <a:srgbClr val="0000FF"/>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66" name="Line 21">
            <a:extLst>
              <a:ext uri="{FF2B5EF4-FFF2-40B4-BE49-F238E27FC236}">
                <a16:creationId xmlns:a16="http://schemas.microsoft.com/office/drawing/2014/main" id="{AED05975-ACBB-A86E-5083-6030283D919E}"/>
              </a:ext>
            </a:extLst>
          </p:cNvPr>
          <p:cNvSpPr>
            <a:spLocks noChangeShapeType="1"/>
          </p:cNvSpPr>
          <p:nvPr/>
        </p:nvSpPr>
        <p:spPr bwMode="auto">
          <a:xfrm>
            <a:off x="6326982" y="2050566"/>
            <a:ext cx="1925637" cy="1588"/>
          </a:xfrm>
          <a:prstGeom prst="line">
            <a:avLst/>
          </a:prstGeom>
          <a:noFill/>
          <a:ln w="57150">
            <a:solidFill>
              <a:srgbClr val="FFFFFF"/>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67" name="Freeform 22">
            <a:extLst>
              <a:ext uri="{FF2B5EF4-FFF2-40B4-BE49-F238E27FC236}">
                <a16:creationId xmlns:a16="http://schemas.microsoft.com/office/drawing/2014/main" id="{E0BCE6B4-E354-BAC1-E736-739C0A325D2A}"/>
              </a:ext>
            </a:extLst>
          </p:cNvPr>
          <p:cNvSpPr>
            <a:spLocks/>
          </p:cNvSpPr>
          <p:nvPr/>
        </p:nvSpPr>
        <p:spPr bwMode="auto">
          <a:xfrm>
            <a:off x="6349207" y="2048979"/>
            <a:ext cx="1871662" cy="1587"/>
          </a:xfrm>
          <a:custGeom>
            <a:avLst/>
            <a:gdLst>
              <a:gd name="T0" fmla="*/ 0 w 1179"/>
              <a:gd name="T1" fmla="*/ 0 h 1"/>
              <a:gd name="T2" fmla="*/ 1871662 w 1179"/>
              <a:gd name="T3" fmla="*/ 1587 h 1"/>
              <a:gd name="T4" fmla="*/ 0 60000 65536"/>
              <a:gd name="T5" fmla="*/ 0 60000 65536"/>
              <a:gd name="T6" fmla="*/ 0 w 1179"/>
              <a:gd name="T7" fmla="*/ 0 h 1"/>
              <a:gd name="T8" fmla="*/ 1179 w 1179"/>
              <a:gd name="T9" fmla="*/ 1 h 1"/>
            </a:gdLst>
            <a:ahLst/>
            <a:cxnLst>
              <a:cxn ang="T4">
                <a:pos x="T0" y="T1"/>
              </a:cxn>
              <a:cxn ang="T5">
                <a:pos x="T2" y="T3"/>
              </a:cxn>
            </a:cxnLst>
            <a:rect l="T6" t="T7" r="T8" b="T9"/>
            <a:pathLst>
              <a:path w="1179" h="1">
                <a:moveTo>
                  <a:pt x="0" y="0"/>
                </a:moveTo>
                <a:lnTo>
                  <a:pt x="1179" y="1"/>
                </a:lnTo>
              </a:path>
            </a:pathLst>
          </a:custGeom>
          <a:noFill/>
          <a:ln w="19050">
            <a:solidFill>
              <a:srgbClr val="333399"/>
            </a:solidFill>
            <a:prstDash val="dash"/>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nvGrpSpPr>
          <p:cNvPr id="68" name="Group 23">
            <a:extLst>
              <a:ext uri="{FF2B5EF4-FFF2-40B4-BE49-F238E27FC236}">
                <a16:creationId xmlns:a16="http://schemas.microsoft.com/office/drawing/2014/main" id="{E4C2C025-1D57-6D18-3557-A78EEB80084B}"/>
              </a:ext>
            </a:extLst>
          </p:cNvPr>
          <p:cNvGrpSpPr>
            <a:grpSpLocks/>
          </p:cNvGrpSpPr>
          <p:nvPr/>
        </p:nvGrpSpPr>
        <p:grpSpPr bwMode="auto">
          <a:xfrm>
            <a:off x="6050757" y="2050566"/>
            <a:ext cx="2446337" cy="415925"/>
            <a:chOff x="3120" y="1564"/>
            <a:chExt cx="1541" cy="262"/>
          </a:xfrm>
        </p:grpSpPr>
        <p:sp>
          <p:nvSpPr>
            <p:cNvPr id="69" name="Freeform 24">
              <a:extLst>
                <a:ext uri="{FF2B5EF4-FFF2-40B4-BE49-F238E27FC236}">
                  <a16:creationId xmlns:a16="http://schemas.microsoft.com/office/drawing/2014/main" id="{42A73E34-1882-CDBF-50CE-C6642214103B}"/>
                </a:ext>
              </a:extLst>
            </p:cNvPr>
            <p:cNvSpPr>
              <a:spLocks/>
            </p:cNvSpPr>
            <p:nvPr/>
          </p:nvSpPr>
          <p:spPr bwMode="auto">
            <a:xfrm>
              <a:off x="3120" y="1571"/>
              <a:ext cx="51" cy="255"/>
            </a:xfrm>
            <a:custGeom>
              <a:avLst/>
              <a:gdLst>
                <a:gd name="T0" fmla="*/ 51 w 51"/>
                <a:gd name="T1" fmla="*/ 0 h 255"/>
                <a:gd name="T2" fmla="*/ 29 w 51"/>
                <a:gd name="T3" fmla="*/ 58 h 255"/>
                <a:gd name="T4" fmla="*/ 14 w 51"/>
                <a:gd name="T5" fmla="*/ 109 h 255"/>
                <a:gd name="T6" fmla="*/ 7 w 51"/>
                <a:gd name="T7" fmla="*/ 175 h 255"/>
                <a:gd name="T8" fmla="*/ 0 w 51"/>
                <a:gd name="T9" fmla="*/ 255 h 255"/>
                <a:gd name="T10" fmla="*/ 0 60000 65536"/>
                <a:gd name="T11" fmla="*/ 0 60000 65536"/>
                <a:gd name="T12" fmla="*/ 0 60000 65536"/>
                <a:gd name="T13" fmla="*/ 0 60000 65536"/>
                <a:gd name="T14" fmla="*/ 0 60000 65536"/>
                <a:gd name="T15" fmla="*/ 0 w 51"/>
                <a:gd name="T16" fmla="*/ 0 h 255"/>
                <a:gd name="T17" fmla="*/ 51 w 51"/>
                <a:gd name="T18" fmla="*/ 255 h 255"/>
              </a:gdLst>
              <a:ahLst/>
              <a:cxnLst>
                <a:cxn ang="T10">
                  <a:pos x="T0" y="T1"/>
                </a:cxn>
                <a:cxn ang="T11">
                  <a:pos x="T2" y="T3"/>
                </a:cxn>
                <a:cxn ang="T12">
                  <a:pos x="T4" y="T5"/>
                </a:cxn>
                <a:cxn ang="T13">
                  <a:pos x="T6" y="T7"/>
                </a:cxn>
                <a:cxn ang="T14">
                  <a:pos x="T8" y="T9"/>
                </a:cxn>
              </a:cxnLst>
              <a:rect l="T15" t="T16" r="T17" b="T18"/>
              <a:pathLst>
                <a:path w="51" h="255">
                  <a:moveTo>
                    <a:pt x="51" y="0"/>
                  </a:moveTo>
                  <a:cubicBezTo>
                    <a:pt x="47" y="10"/>
                    <a:pt x="35" y="40"/>
                    <a:pt x="29" y="58"/>
                  </a:cubicBezTo>
                  <a:cubicBezTo>
                    <a:pt x="23" y="76"/>
                    <a:pt x="18" y="90"/>
                    <a:pt x="14" y="109"/>
                  </a:cubicBezTo>
                  <a:cubicBezTo>
                    <a:pt x="10" y="128"/>
                    <a:pt x="9" y="151"/>
                    <a:pt x="7" y="175"/>
                  </a:cubicBezTo>
                  <a:cubicBezTo>
                    <a:pt x="5" y="199"/>
                    <a:pt x="2" y="238"/>
                    <a:pt x="0" y="255"/>
                  </a:cubicBez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0" name="Freeform 25">
              <a:extLst>
                <a:ext uri="{FF2B5EF4-FFF2-40B4-BE49-F238E27FC236}">
                  <a16:creationId xmlns:a16="http://schemas.microsoft.com/office/drawing/2014/main" id="{39E69FD6-B83C-E4F8-2517-8671AE4A5A0A}"/>
                </a:ext>
              </a:extLst>
            </p:cNvPr>
            <p:cNvSpPr>
              <a:spLocks/>
            </p:cNvSpPr>
            <p:nvPr/>
          </p:nvSpPr>
          <p:spPr bwMode="auto">
            <a:xfrm>
              <a:off x="4610" y="1564"/>
              <a:ext cx="51" cy="262"/>
            </a:xfrm>
            <a:custGeom>
              <a:avLst/>
              <a:gdLst>
                <a:gd name="T0" fmla="*/ 0 w 51"/>
                <a:gd name="T1" fmla="*/ 0 h 262"/>
                <a:gd name="T2" fmla="*/ 22 w 51"/>
                <a:gd name="T3" fmla="*/ 51 h 262"/>
                <a:gd name="T4" fmla="*/ 37 w 51"/>
                <a:gd name="T5" fmla="*/ 116 h 262"/>
                <a:gd name="T6" fmla="*/ 44 w 51"/>
                <a:gd name="T7" fmla="*/ 182 h 262"/>
                <a:gd name="T8" fmla="*/ 51 w 51"/>
                <a:gd name="T9" fmla="*/ 262 h 262"/>
                <a:gd name="T10" fmla="*/ 0 60000 65536"/>
                <a:gd name="T11" fmla="*/ 0 60000 65536"/>
                <a:gd name="T12" fmla="*/ 0 60000 65536"/>
                <a:gd name="T13" fmla="*/ 0 60000 65536"/>
                <a:gd name="T14" fmla="*/ 0 60000 65536"/>
                <a:gd name="T15" fmla="*/ 0 w 51"/>
                <a:gd name="T16" fmla="*/ 0 h 262"/>
                <a:gd name="T17" fmla="*/ 51 w 51"/>
                <a:gd name="T18" fmla="*/ 262 h 262"/>
              </a:gdLst>
              <a:ahLst/>
              <a:cxnLst>
                <a:cxn ang="T10">
                  <a:pos x="T0" y="T1"/>
                </a:cxn>
                <a:cxn ang="T11">
                  <a:pos x="T2" y="T3"/>
                </a:cxn>
                <a:cxn ang="T12">
                  <a:pos x="T4" y="T5"/>
                </a:cxn>
                <a:cxn ang="T13">
                  <a:pos x="T6" y="T7"/>
                </a:cxn>
                <a:cxn ang="T14">
                  <a:pos x="T8" y="T9"/>
                </a:cxn>
              </a:cxnLst>
              <a:rect l="T15" t="T16" r="T17" b="T18"/>
              <a:pathLst>
                <a:path w="51" h="262">
                  <a:moveTo>
                    <a:pt x="0" y="0"/>
                  </a:moveTo>
                  <a:cubicBezTo>
                    <a:pt x="4" y="8"/>
                    <a:pt x="16" y="32"/>
                    <a:pt x="22" y="51"/>
                  </a:cubicBezTo>
                  <a:cubicBezTo>
                    <a:pt x="28" y="70"/>
                    <a:pt x="33" y="94"/>
                    <a:pt x="37" y="116"/>
                  </a:cubicBezTo>
                  <a:cubicBezTo>
                    <a:pt x="41" y="138"/>
                    <a:pt x="42" y="158"/>
                    <a:pt x="44" y="182"/>
                  </a:cubicBezTo>
                  <a:cubicBezTo>
                    <a:pt x="46" y="206"/>
                    <a:pt x="50" y="245"/>
                    <a:pt x="51" y="262"/>
                  </a:cubicBezTo>
                </a:path>
              </a:pathLst>
            </a:custGeom>
            <a:noFill/>
            <a:ln w="38100">
              <a:solidFill>
                <a:srgbClr val="000000"/>
              </a:solidFill>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grpSp>
      <p:sp>
        <p:nvSpPr>
          <p:cNvPr id="71" name="Rectangle 26">
            <a:extLst>
              <a:ext uri="{FF2B5EF4-FFF2-40B4-BE49-F238E27FC236}">
                <a16:creationId xmlns:a16="http://schemas.microsoft.com/office/drawing/2014/main" id="{311B0478-1F7F-A081-B7DC-AF76123D0EAD}"/>
              </a:ext>
            </a:extLst>
          </p:cNvPr>
          <p:cNvSpPr>
            <a:spLocks noChangeArrowheads="1"/>
          </p:cNvSpPr>
          <p:nvPr/>
        </p:nvSpPr>
        <p:spPr bwMode="auto">
          <a:xfrm>
            <a:off x="3159919" y="1221891"/>
            <a:ext cx="1209675" cy="403225"/>
          </a:xfrm>
          <a:prstGeom prst="rect">
            <a:avLst/>
          </a:prstGeom>
          <a:solidFill>
            <a:srgbClr val="FFFFFF"/>
          </a:solidFill>
          <a:ln w="9525">
            <a:solidFill>
              <a:srgbClr val="FFFFFF"/>
            </a:solidFill>
            <a:miter lim="800000"/>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2" name="Line 27">
            <a:extLst>
              <a:ext uri="{FF2B5EF4-FFF2-40B4-BE49-F238E27FC236}">
                <a16:creationId xmlns:a16="http://schemas.microsoft.com/office/drawing/2014/main" id="{84AD86F7-6039-FC05-6BEC-2578AAF174D6}"/>
              </a:ext>
            </a:extLst>
          </p:cNvPr>
          <p:cNvSpPr>
            <a:spLocks noChangeShapeType="1"/>
          </p:cNvSpPr>
          <p:nvPr/>
        </p:nvSpPr>
        <p:spPr bwMode="auto">
          <a:xfrm>
            <a:off x="4888707" y="2020404"/>
            <a:ext cx="1587" cy="2205037"/>
          </a:xfrm>
          <a:prstGeom prst="line">
            <a:avLst/>
          </a:prstGeom>
          <a:noFill/>
          <a:ln w="12700">
            <a:solidFill>
              <a:srgbClr val="0000FF"/>
            </a:solidFill>
            <a:round/>
            <a:headEnd/>
            <a:tailEnd/>
          </a:ln>
        </p:spPr>
        <p:txBody>
          <a:bodyPr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3" name="Line 28">
            <a:extLst>
              <a:ext uri="{FF2B5EF4-FFF2-40B4-BE49-F238E27FC236}">
                <a16:creationId xmlns:a16="http://schemas.microsoft.com/office/drawing/2014/main" id="{5B295B07-1458-1B9F-64EB-821BA4BEFEB1}"/>
              </a:ext>
            </a:extLst>
          </p:cNvPr>
          <p:cNvSpPr>
            <a:spLocks noChangeShapeType="1"/>
          </p:cNvSpPr>
          <p:nvPr/>
        </p:nvSpPr>
        <p:spPr bwMode="auto">
          <a:xfrm>
            <a:off x="2567782" y="2463316"/>
            <a:ext cx="2427287" cy="1588"/>
          </a:xfrm>
          <a:prstGeom prst="line">
            <a:avLst/>
          </a:prstGeom>
          <a:noFill/>
          <a:ln w="38100">
            <a:solidFill>
              <a:srgbClr val="000000"/>
            </a:solidFill>
            <a:round/>
            <a:headEnd/>
            <a:tailEnd/>
          </a:ln>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74" name="Freeform 29">
            <a:extLst>
              <a:ext uri="{FF2B5EF4-FFF2-40B4-BE49-F238E27FC236}">
                <a16:creationId xmlns:a16="http://schemas.microsoft.com/office/drawing/2014/main" id="{E9512976-2BD1-0223-ED97-5B47CFF8A48B}"/>
              </a:ext>
            </a:extLst>
          </p:cNvPr>
          <p:cNvSpPr>
            <a:spLocks/>
          </p:cNvSpPr>
          <p:nvPr/>
        </p:nvSpPr>
        <p:spPr bwMode="auto">
          <a:xfrm>
            <a:off x="3159919" y="1472716"/>
            <a:ext cx="4763" cy="571500"/>
          </a:xfrm>
          <a:custGeom>
            <a:avLst/>
            <a:gdLst>
              <a:gd name="T0" fmla="*/ 4763 w 3"/>
              <a:gd name="T1" fmla="*/ 0 h 360"/>
              <a:gd name="T2" fmla="*/ 0 w 3"/>
              <a:gd name="T3" fmla="*/ 571500 h 360"/>
              <a:gd name="T4" fmla="*/ 0 60000 65536"/>
              <a:gd name="T5" fmla="*/ 0 60000 65536"/>
              <a:gd name="T6" fmla="*/ 0 w 3"/>
              <a:gd name="T7" fmla="*/ 0 h 360"/>
              <a:gd name="T8" fmla="*/ 3 w 3"/>
              <a:gd name="T9" fmla="*/ 360 h 360"/>
            </a:gdLst>
            <a:ahLst/>
            <a:cxnLst>
              <a:cxn ang="T4">
                <a:pos x="T0" y="T1"/>
              </a:cxn>
              <a:cxn ang="T5">
                <a:pos x="T2" y="T3"/>
              </a:cxn>
            </a:cxnLst>
            <a:rect l="T6" t="T7" r="T8" b="T9"/>
            <a:pathLst>
              <a:path w="3" h="360">
                <a:moveTo>
                  <a:pt x="3" y="0"/>
                </a:moveTo>
                <a:lnTo>
                  <a:pt x="0" y="360"/>
                </a:lnTo>
              </a:path>
            </a:pathLst>
          </a:custGeom>
          <a:noFill/>
          <a:ln w="38100">
            <a:solidFill>
              <a:srgbClr val="FF3300"/>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5" name="Freeform 30">
            <a:extLst>
              <a:ext uri="{FF2B5EF4-FFF2-40B4-BE49-F238E27FC236}">
                <a16:creationId xmlns:a16="http://schemas.microsoft.com/office/drawing/2014/main" id="{9C335420-A21A-9193-07EC-92CE6460A73F}"/>
              </a:ext>
            </a:extLst>
          </p:cNvPr>
          <p:cNvSpPr>
            <a:spLocks/>
          </p:cNvSpPr>
          <p:nvPr/>
        </p:nvSpPr>
        <p:spPr bwMode="auto">
          <a:xfrm>
            <a:off x="4374357" y="1472716"/>
            <a:ext cx="1587" cy="571500"/>
          </a:xfrm>
          <a:custGeom>
            <a:avLst/>
            <a:gdLst>
              <a:gd name="T0" fmla="*/ 1587 w 1"/>
              <a:gd name="T1" fmla="*/ 0 h 360"/>
              <a:gd name="T2" fmla="*/ 0 w 1"/>
              <a:gd name="T3" fmla="*/ 571500 h 360"/>
              <a:gd name="T4" fmla="*/ 0 60000 65536"/>
              <a:gd name="T5" fmla="*/ 0 60000 65536"/>
              <a:gd name="T6" fmla="*/ 0 w 1"/>
              <a:gd name="T7" fmla="*/ 0 h 360"/>
              <a:gd name="T8" fmla="*/ 1 w 1"/>
              <a:gd name="T9" fmla="*/ 360 h 360"/>
            </a:gdLst>
            <a:ahLst/>
            <a:cxnLst>
              <a:cxn ang="T4">
                <a:pos x="T0" y="T1"/>
              </a:cxn>
              <a:cxn ang="T5">
                <a:pos x="T2" y="T3"/>
              </a:cxn>
            </a:cxnLst>
            <a:rect l="T6" t="T7" r="T8" b="T9"/>
            <a:pathLst>
              <a:path w="1" h="360">
                <a:moveTo>
                  <a:pt x="1" y="0"/>
                </a:moveTo>
                <a:lnTo>
                  <a:pt x="0" y="360"/>
                </a:lnTo>
              </a:path>
            </a:pathLst>
          </a:custGeom>
          <a:noFill/>
          <a:ln w="38100">
            <a:solidFill>
              <a:srgbClr val="FF3300"/>
            </a:solidFill>
            <a:round/>
            <a:headEnd/>
            <a:tailEnd/>
          </a:ln>
        </p:spPr>
        <p:txBody>
          <a:bodyPr wrap="none"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6" name="Freeform 31">
            <a:extLst>
              <a:ext uri="{FF2B5EF4-FFF2-40B4-BE49-F238E27FC236}">
                <a16:creationId xmlns:a16="http://schemas.microsoft.com/office/drawing/2014/main" id="{6A522943-4637-F322-7A2D-84A78C535421}"/>
              </a:ext>
            </a:extLst>
          </p:cNvPr>
          <p:cNvSpPr>
            <a:spLocks/>
          </p:cNvSpPr>
          <p:nvPr/>
        </p:nvSpPr>
        <p:spPr bwMode="auto">
          <a:xfrm>
            <a:off x="6315869" y="1471129"/>
            <a:ext cx="1951038" cy="579437"/>
          </a:xfrm>
          <a:custGeom>
            <a:avLst/>
            <a:gdLst>
              <a:gd name="T0" fmla="*/ 0 w 1229"/>
              <a:gd name="T1" fmla="*/ 579437 h 365"/>
              <a:gd name="T2" fmla="*/ 161925 w 1229"/>
              <a:gd name="T3" fmla="*/ 325437 h 365"/>
              <a:gd name="T4" fmla="*/ 438150 w 1229"/>
              <a:gd name="T5" fmla="*/ 117475 h 365"/>
              <a:gd name="T6" fmla="*/ 635000 w 1229"/>
              <a:gd name="T7" fmla="*/ 36512 h 365"/>
              <a:gd name="T8" fmla="*/ 808038 w 1229"/>
              <a:gd name="T9" fmla="*/ 12700 h 365"/>
              <a:gd name="T10" fmla="*/ 969963 w 1229"/>
              <a:gd name="T11" fmla="*/ 1587 h 365"/>
              <a:gd name="T12" fmla="*/ 1165225 w 1229"/>
              <a:gd name="T13" fmla="*/ 25400 h 365"/>
              <a:gd name="T14" fmla="*/ 1327150 w 1229"/>
              <a:gd name="T15" fmla="*/ 58737 h 365"/>
              <a:gd name="T16" fmla="*/ 1546225 w 1229"/>
              <a:gd name="T17" fmla="*/ 152400 h 365"/>
              <a:gd name="T18" fmla="*/ 1662113 w 1229"/>
              <a:gd name="T19" fmla="*/ 255587 h 365"/>
              <a:gd name="T20" fmla="*/ 1800226 w 1229"/>
              <a:gd name="T21" fmla="*/ 382587 h 365"/>
              <a:gd name="T22" fmla="*/ 1951038 w 1229"/>
              <a:gd name="T23" fmla="*/ 579437 h 3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29"/>
              <a:gd name="T37" fmla="*/ 0 h 365"/>
              <a:gd name="T38" fmla="*/ 1229 w 1229"/>
              <a:gd name="T39" fmla="*/ 365 h 3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29" h="365">
                <a:moveTo>
                  <a:pt x="0" y="365"/>
                </a:moveTo>
                <a:cubicBezTo>
                  <a:pt x="17" y="340"/>
                  <a:pt x="56" y="253"/>
                  <a:pt x="102" y="205"/>
                </a:cubicBezTo>
                <a:cubicBezTo>
                  <a:pt x="148" y="157"/>
                  <a:pt x="226" y="104"/>
                  <a:pt x="276" y="74"/>
                </a:cubicBezTo>
                <a:cubicBezTo>
                  <a:pt x="326" y="44"/>
                  <a:pt x="361" y="34"/>
                  <a:pt x="400" y="23"/>
                </a:cubicBezTo>
                <a:cubicBezTo>
                  <a:pt x="439" y="12"/>
                  <a:pt x="474" y="12"/>
                  <a:pt x="509" y="8"/>
                </a:cubicBezTo>
                <a:cubicBezTo>
                  <a:pt x="544" y="4"/>
                  <a:pt x="574" y="0"/>
                  <a:pt x="611" y="1"/>
                </a:cubicBezTo>
                <a:cubicBezTo>
                  <a:pt x="648" y="2"/>
                  <a:pt x="697" y="10"/>
                  <a:pt x="734" y="16"/>
                </a:cubicBezTo>
                <a:cubicBezTo>
                  <a:pt x="771" y="22"/>
                  <a:pt x="796" y="24"/>
                  <a:pt x="836" y="37"/>
                </a:cubicBezTo>
                <a:cubicBezTo>
                  <a:pt x="876" y="50"/>
                  <a:pt x="939" y="75"/>
                  <a:pt x="974" y="96"/>
                </a:cubicBezTo>
                <a:cubicBezTo>
                  <a:pt x="1009" y="117"/>
                  <a:pt x="1020" y="137"/>
                  <a:pt x="1047" y="161"/>
                </a:cubicBezTo>
                <a:cubicBezTo>
                  <a:pt x="1074" y="185"/>
                  <a:pt x="1104" y="207"/>
                  <a:pt x="1134" y="241"/>
                </a:cubicBezTo>
                <a:cubicBezTo>
                  <a:pt x="1164" y="275"/>
                  <a:pt x="1209" y="339"/>
                  <a:pt x="1229" y="365"/>
                </a:cubicBezTo>
              </a:path>
            </a:pathLst>
          </a:custGeom>
          <a:noFill/>
          <a:ln w="38100">
            <a:solidFill>
              <a:srgbClr val="FF3300"/>
            </a:solidFill>
            <a:round/>
            <a:headEnd/>
            <a:tailEnd/>
          </a:ln>
        </p:spPr>
        <p:txBody>
          <a:bodyPr anchor="ctr">
            <a:spAutoFit/>
          </a:bodyP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77" name="Group 32">
            <a:extLst>
              <a:ext uri="{FF2B5EF4-FFF2-40B4-BE49-F238E27FC236}">
                <a16:creationId xmlns:a16="http://schemas.microsoft.com/office/drawing/2014/main" id="{30AA5974-9F83-DF9F-5472-49066A2C3A36}"/>
              </a:ext>
            </a:extLst>
          </p:cNvPr>
          <p:cNvGrpSpPr>
            <a:grpSpLocks/>
          </p:cNvGrpSpPr>
          <p:nvPr/>
        </p:nvGrpSpPr>
        <p:grpSpPr bwMode="auto">
          <a:xfrm>
            <a:off x="3148807" y="3377716"/>
            <a:ext cx="1225550" cy="1692275"/>
            <a:chOff x="1299" y="2400"/>
            <a:chExt cx="765" cy="1008"/>
          </a:xfrm>
        </p:grpSpPr>
        <p:sp>
          <p:nvSpPr>
            <p:cNvPr id="78" name="Line 33">
              <a:extLst>
                <a:ext uri="{FF2B5EF4-FFF2-40B4-BE49-F238E27FC236}">
                  <a16:creationId xmlns:a16="http://schemas.microsoft.com/office/drawing/2014/main" id="{39DB1D34-FB4A-7027-5C5C-224E9A62600D}"/>
                </a:ext>
              </a:extLst>
            </p:cNvPr>
            <p:cNvSpPr>
              <a:spLocks noChangeShapeType="1"/>
            </p:cNvSpPr>
            <p:nvPr/>
          </p:nvSpPr>
          <p:spPr bwMode="auto">
            <a:xfrm>
              <a:off x="1299" y="2400"/>
              <a:ext cx="0" cy="1008"/>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79" name="Line 34">
              <a:extLst>
                <a:ext uri="{FF2B5EF4-FFF2-40B4-BE49-F238E27FC236}">
                  <a16:creationId xmlns:a16="http://schemas.microsoft.com/office/drawing/2014/main" id="{C4B32762-1700-94DC-4A49-61921072FC09}"/>
                </a:ext>
              </a:extLst>
            </p:cNvPr>
            <p:cNvSpPr>
              <a:spLocks noChangeShapeType="1"/>
            </p:cNvSpPr>
            <p:nvPr/>
          </p:nvSpPr>
          <p:spPr bwMode="auto">
            <a:xfrm>
              <a:off x="2064" y="2400"/>
              <a:ext cx="0" cy="1008"/>
            </a:xfrm>
            <a:prstGeom prst="line">
              <a:avLst/>
            </a:prstGeom>
            <a:noFill/>
            <a:ln w="38100">
              <a:solidFill>
                <a:srgbClr val="FF3300"/>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80" name="Text Box 35">
            <a:extLst>
              <a:ext uri="{FF2B5EF4-FFF2-40B4-BE49-F238E27FC236}">
                <a16:creationId xmlns:a16="http://schemas.microsoft.com/office/drawing/2014/main" id="{B56AB719-C590-FDE2-EC9E-27C3A2F81F62}"/>
              </a:ext>
            </a:extLst>
          </p:cNvPr>
          <p:cNvSpPr txBox="1">
            <a:spLocks noChangeArrowheads="1"/>
          </p:cNvSpPr>
          <p:nvPr/>
        </p:nvSpPr>
        <p:spPr bwMode="auto">
          <a:xfrm>
            <a:off x="2550319" y="5511316"/>
            <a:ext cx="7253288" cy="895350"/>
          </a:xfrm>
          <a:prstGeom prst="rect">
            <a:avLst/>
          </a:prstGeom>
          <a:noFill/>
          <a:ln w="9525">
            <a:noFill/>
            <a:miter lim="800000"/>
            <a:headEnd/>
            <a:tailEnd/>
          </a:ln>
        </p:spPr>
        <p:txBody>
          <a:bodyPr>
            <a:spAutoFit/>
          </a:bodyPr>
          <a:lstStyle/>
          <a:p>
            <a:pPr algn="ctr" fontAlgn="base">
              <a:lnSpc>
                <a:spcPct val="110000"/>
              </a:lnSpc>
              <a:spcBef>
                <a:spcPct val="0"/>
              </a:spcBef>
              <a:spcAft>
                <a:spcPct val="0"/>
              </a:spcAft>
            </a:pPr>
            <a:r>
              <a:rPr kumimoji="1" lang="zh-CN" altLang="en-US" sz="2400" b="1">
                <a:solidFill>
                  <a:srgbClr val="FF0000"/>
                </a:solidFill>
                <a:latin typeface="宋体" charset="-122"/>
                <a:ea typeface="宋体" charset="-122"/>
              </a:rPr>
              <a:t>    两个侧平面截切圆球，交线Ｗ投影为部分圆弧，Ｈ投影积聚为直线。</a:t>
            </a:r>
          </a:p>
        </p:txBody>
      </p:sp>
      <p:sp>
        <p:nvSpPr>
          <p:cNvPr id="81" name="Freeform 36">
            <a:extLst>
              <a:ext uri="{FF2B5EF4-FFF2-40B4-BE49-F238E27FC236}">
                <a16:creationId xmlns:a16="http://schemas.microsoft.com/office/drawing/2014/main" id="{B8DA0A4E-2E9E-7205-EA06-60AAC1188306}"/>
              </a:ext>
            </a:extLst>
          </p:cNvPr>
          <p:cNvSpPr>
            <a:spLocks/>
          </p:cNvSpPr>
          <p:nvPr/>
        </p:nvSpPr>
        <p:spPr bwMode="auto">
          <a:xfrm>
            <a:off x="3764757" y="1415566"/>
            <a:ext cx="1587" cy="1189038"/>
          </a:xfrm>
          <a:custGeom>
            <a:avLst/>
            <a:gdLst>
              <a:gd name="T0" fmla="*/ 0 w 1"/>
              <a:gd name="T1" fmla="*/ 0 h 749"/>
              <a:gd name="T2" fmla="*/ 0 w 1"/>
              <a:gd name="T3" fmla="*/ 1189038 h 749"/>
              <a:gd name="T4" fmla="*/ 0 60000 65536"/>
              <a:gd name="T5" fmla="*/ 0 60000 65536"/>
              <a:gd name="T6" fmla="*/ 0 w 1"/>
              <a:gd name="T7" fmla="*/ 0 h 749"/>
              <a:gd name="T8" fmla="*/ 1 w 1"/>
              <a:gd name="T9" fmla="*/ 749 h 749"/>
            </a:gdLst>
            <a:ahLst/>
            <a:cxnLst>
              <a:cxn ang="T4">
                <a:pos x="T0" y="T1"/>
              </a:cxn>
              <a:cxn ang="T5">
                <a:pos x="T2" y="T3"/>
              </a:cxn>
            </a:cxnLst>
            <a:rect l="T6" t="T7" r="T8" b="T9"/>
            <a:pathLst>
              <a:path w="1" h="749">
                <a:moveTo>
                  <a:pt x="0" y="0"/>
                </a:moveTo>
                <a:lnTo>
                  <a:pt x="0" y="749"/>
                </a:lnTo>
              </a:path>
            </a:pathLst>
          </a:custGeom>
          <a:noFill/>
          <a:ln w="9525">
            <a:solidFill>
              <a:srgbClr val="000000"/>
            </a:solidFill>
            <a:prstDash val="lgDashDot"/>
            <a:round/>
            <a:headEnd/>
            <a:tailEnd/>
          </a:ln>
        </p:spPr>
        <p:txBody>
          <a:bodyPr wrap="none"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2" name="Arc 37">
            <a:extLst>
              <a:ext uri="{FF2B5EF4-FFF2-40B4-BE49-F238E27FC236}">
                <a16:creationId xmlns:a16="http://schemas.microsoft.com/office/drawing/2014/main" id="{ABC24360-DE53-9647-6751-F82E222A5792}"/>
              </a:ext>
            </a:extLst>
          </p:cNvPr>
          <p:cNvSpPr>
            <a:spLocks/>
          </p:cNvSpPr>
          <p:nvPr/>
        </p:nvSpPr>
        <p:spPr bwMode="auto">
          <a:xfrm flipH="1">
            <a:off x="6125369" y="1320316"/>
            <a:ext cx="2278063" cy="1063625"/>
          </a:xfrm>
          <a:custGeom>
            <a:avLst/>
            <a:gdLst>
              <a:gd name="T0" fmla="*/ 0 w 40687"/>
              <a:gd name="T1" fmla="*/ 35013599 h 21600"/>
              <a:gd name="T2" fmla="*/ 127548579 w 40687"/>
              <a:gd name="T3" fmla="*/ 34535904 h 21600"/>
              <a:gd name="T4" fmla="*/ 63885598 w 40687"/>
              <a:gd name="T5" fmla="*/ 52374920 h 21600"/>
              <a:gd name="T6" fmla="*/ 0 60000 65536"/>
              <a:gd name="T7" fmla="*/ 0 60000 65536"/>
              <a:gd name="T8" fmla="*/ 0 60000 65536"/>
              <a:gd name="T9" fmla="*/ 0 w 40687"/>
              <a:gd name="T10" fmla="*/ 0 h 21600"/>
              <a:gd name="T11" fmla="*/ 40687 w 40687"/>
              <a:gd name="T12" fmla="*/ 21600 h 21600"/>
            </a:gdLst>
            <a:ahLst/>
            <a:cxnLst>
              <a:cxn ang="T6">
                <a:pos x="T0" y="T1"/>
              </a:cxn>
              <a:cxn ang="T7">
                <a:pos x="T2" y="T3"/>
              </a:cxn>
              <a:cxn ang="T8">
                <a:pos x="T4" y="T5"/>
              </a:cxn>
            </a:cxnLst>
            <a:rect l="T9" t="T10" r="T11" b="T12"/>
            <a:pathLst>
              <a:path w="40687" h="21600" fill="none" extrusionOk="0">
                <a:moveTo>
                  <a:pt x="0" y="14440"/>
                </a:moveTo>
                <a:cubicBezTo>
                  <a:pt x="3039" y="5789"/>
                  <a:pt x="11209" y="-1"/>
                  <a:pt x="20379" y="0"/>
                </a:cubicBezTo>
                <a:cubicBezTo>
                  <a:pt x="29471" y="0"/>
                  <a:pt x="37590" y="5694"/>
                  <a:pt x="40687" y="14242"/>
                </a:cubicBezTo>
              </a:path>
              <a:path w="40687" h="21600" stroke="0" extrusionOk="0">
                <a:moveTo>
                  <a:pt x="0" y="14440"/>
                </a:moveTo>
                <a:cubicBezTo>
                  <a:pt x="3039" y="5789"/>
                  <a:pt x="11209" y="-1"/>
                  <a:pt x="20379" y="0"/>
                </a:cubicBezTo>
                <a:cubicBezTo>
                  <a:pt x="29471" y="0"/>
                  <a:pt x="37590" y="5694"/>
                  <a:pt x="40687" y="14242"/>
                </a:cubicBezTo>
                <a:lnTo>
                  <a:pt x="20379" y="21600"/>
                </a:lnTo>
                <a:close/>
              </a:path>
            </a:pathLst>
          </a:custGeom>
          <a:noFill/>
          <a:ln w="76200">
            <a:solidFill>
              <a:srgbClr val="FFFFFF"/>
            </a:solidFill>
            <a:round/>
            <a:headEnd/>
            <a:tailEnd/>
          </a:ln>
        </p:spPr>
        <p:txBody>
          <a:bodyPr anchor="ct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RomanD" pitchFamily="2" charset="0"/>
              <a:ea typeface="宋体" charset="-122"/>
            </a:endParaRPr>
          </a:p>
        </p:txBody>
      </p:sp>
      <p:sp>
        <p:nvSpPr>
          <p:cNvPr id="83" name="Text Box 42">
            <a:extLst>
              <a:ext uri="{FF2B5EF4-FFF2-40B4-BE49-F238E27FC236}">
                <a16:creationId xmlns:a16="http://schemas.microsoft.com/office/drawing/2014/main" id="{4551CBEF-D999-489B-36EF-16E1535CB59A}"/>
              </a:ext>
            </a:extLst>
          </p:cNvPr>
          <p:cNvSpPr txBox="1">
            <a:spLocks noChangeArrowheads="1"/>
          </p:cNvSpPr>
          <p:nvPr/>
        </p:nvSpPr>
        <p:spPr bwMode="auto">
          <a:xfrm>
            <a:off x="7808119" y="2890354"/>
            <a:ext cx="2284413" cy="2100262"/>
          </a:xfrm>
          <a:prstGeom prst="rect">
            <a:avLst/>
          </a:prstGeom>
          <a:noFill/>
          <a:ln w="9525">
            <a:noFill/>
            <a:miter lim="800000"/>
            <a:headEnd/>
            <a:tailEnd/>
          </a:ln>
        </p:spPr>
        <p:txBody>
          <a:bodyPr>
            <a:spAutoFit/>
          </a:bodyPr>
          <a:lstStyle/>
          <a:p>
            <a:pPr algn="ctr" fontAlgn="base">
              <a:lnSpc>
                <a:spcPct val="110000"/>
              </a:lnSpc>
              <a:spcBef>
                <a:spcPct val="0"/>
              </a:spcBef>
              <a:spcAft>
                <a:spcPct val="0"/>
              </a:spcAft>
            </a:pPr>
            <a:r>
              <a:rPr kumimoji="1" lang="zh-CN" altLang="en-US" sz="2400" b="1">
                <a:solidFill>
                  <a:srgbClr val="FF33CC"/>
                </a:solidFill>
                <a:latin typeface="宋体" charset="-122"/>
                <a:ea typeface="宋体" charset="-122"/>
              </a:rPr>
              <a:t>    水平面截切圆球，交线Ｈ投影为部分圆弧，Ｗ投影积聚为直线。</a:t>
            </a:r>
          </a:p>
        </p:txBody>
      </p:sp>
      <p:sp>
        <p:nvSpPr>
          <p:cNvPr id="84" name="Line 43">
            <a:extLst>
              <a:ext uri="{FF2B5EF4-FFF2-40B4-BE49-F238E27FC236}">
                <a16:creationId xmlns:a16="http://schemas.microsoft.com/office/drawing/2014/main" id="{01D73C57-2159-44A4-A5EF-9E4B1101ED8D}"/>
              </a:ext>
            </a:extLst>
          </p:cNvPr>
          <p:cNvSpPr>
            <a:spLocks noChangeShapeType="1"/>
          </p:cNvSpPr>
          <p:nvPr/>
        </p:nvSpPr>
        <p:spPr bwMode="auto">
          <a:xfrm>
            <a:off x="4374357" y="1460016"/>
            <a:ext cx="2895600" cy="1588"/>
          </a:xfrm>
          <a:prstGeom prst="line">
            <a:avLst/>
          </a:prstGeom>
          <a:noFill/>
          <a:ln w="12700">
            <a:solidFill>
              <a:srgbClr val="0000FF"/>
            </a:solidFill>
            <a:round/>
            <a:headEnd/>
            <a:tailEnd/>
          </a:ln>
        </p:spPr>
        <p:txBody>
          <a:bodyPr wrap="none" anchor="ctr">
            <a:spAutoFit/>
          </a:bodyPr>
          <a:lstStyle/>
          <a:p>
            <a:pPr fontAlgn="base">
              <a:spcBef>
                <a:spcPct val="0"/>
              </a:spcBef>
              <a:spcAft>
                <a:spcPct val="0"/>
              </a:spcAft>
            </a:pPr>
            <a:endParaRPr lang="zh-CN" altLang="en-US" sz="2400">
              <a:solidFill>
                <a:srgbClr val="000000"/>
              </a:solidFill>
              <a:latin typeface="RomanD" pitchFamily="2" charset="0"/>
              <a:ea typeface="宋体" charset="-122"/>
            </a:endParaRPr>
          </a:p>
        </p:txBody>
      </p:sp>
      <p:grpSp>
        <p:nvGrpSpPr>
          <p:cNvPr id="85" name="Group 44">
            <a:extLst>
              <a:ext uri="{FF2B5EF4-FFF2-40B4-BE49-F238E27FC236}">
                <a16:creationId xmlns:a16="http://schemas.microsoft.com/office/drawing/2014/main" id="{E7223419-3F2F-260A-B551-3D6D5A913A05}"/>
              </a:ext>
            </a:extLst>
          </p:cNvPr>
          <p:cNvGrpSpPr>
            <a:grpSpLocks/>
          </p:cNvGrpSpPr>
          <p:nvPr/>
        </p:nvGrpSpPr>
        <p:grpSpPr bwMode="auto">
          <a:xfrm>
            <a:off x="5484019" y="3682516"/>
            <a:ext cx="2024063" cy="1301750"/>
            <a:chOff x="730" y="547"/>
            <a:chExt cx="4034" cy="2592"/>
          </a:xfrm>
        </p:grpSpPr>
        <p:sp>
          <p:nvSpPr>
            <p:cNvPr id="86" name="Freeform 45">
              <a:extLst>
                <a:ext uri="{FF2B5EF4-FFF2-40B4-BE49-F238E27FC236}">
                  <a16:creationId xmlns:a16="http://schemas.microsoft.com/office/drawing/2014/main" id="{6B0F607B-9848-32CB-DB0E-098BCC7D6B05}"/>
                </a:ext>
              </a:extLst>
            </p:cNvPr>
            <p:cNvSpPr>
              <a:spLocks/>
            </p:cNvSpPr>
            <p:nvPr/>
          </p:nvSpPr>
          <p:spPr bwMode="auto">
            <a:xfrm>
              <a:off x="2074" y="1075"/>
              <a:ext cx="2150" cy="1325"/>
            </a:xfrm>
            <a:custGeom>
              <a:avLst/>
              <a:gdLst>
                <a:gd name="T0" fmla="*/ 0 w 2150"/>
                <a:gd name="T1" fmla="*/ 29 h 1325"/>
                <a:gd name="T2" fmla="*/ 163 w 2150"/>
                <a:gd name="T3" fmla="*/ 10 h 1325"/>
                <a:gd name="T4" fmla="*/ 355 w 2150"/>
                <a:gd name="T5" fmla="*/ 0 h 1325"/>
                <a:gd name="T6" fmla="*/ 480 w 2150"/>
                <a:gd name="T7" fmla="*/ 0 h 1325"/>
                <a:gd name="T8" fmla="*/ 604 w 2150"/>
                <a:gd name="T9" fmla="*/ 0 h 1325"/>
                <a:gd name="T10" fmla="*/ 739 w 2150"/>
                <a:gd name="T11" fmla="*/ 0 h 1325"/>
                <a:gd name="T12" fmla="*/ 835 w 2150"/>
                <a:gd name="T13" fmla="*/ 10 h 1325"/>
                <a:gd name="T14" fmla="*/ 1017 w 2150"/>
                <a:gd name="T15" fmla="*/ 58 h 1325"/>
                <a:gd name="T16" fmla="*/ 2150 w 2150"/>
                <a:gd name="T17" fmla="*/ 1095 h 1325"/>
                <a:gd name="T18" fmla="*/ 1651 w 2150"/>
                <a:gd name="T19" fmla="*/ 1181 h 1325"/>
                <a:gd name="T20" fmla="*/ 931 w 2150"/>
                <a:gd name="T21" fmla="*/ 1325 h 1325"/>
                <a:gd name="T22" fmla="*/ 355 w 2150"/>
                <a:gd name="T23" fmla="*/ 1315 h 1325"/>
                <a:gd name="T24" fmla="*/ 211 w 2150"/>
                <a:gd name="T25" fmla="*/ 711 h 1325"/>
                <a:gd name="T26" fmla="*/ 144 w 2150"/>
                <a:gd name="T27" fmla="*/ 384 h 1325"/>
                <a:gd name="T28" fmla="*/ 0 w 2150"/>
                <a:gd name="T29" fmla="*/ 29 h 13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50"/>
                <a:gd name="T46" fmla="*/ 0 h 1325"/>
                <a:gd name="T47" fmla="*/ 2150 w 2150"/>
                <a:gd name="T48" fmla="*/ 1325 h 13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50" h="1325">
                  <a:moveTo>
                    <a:pt x="0" y="29"/>
                  </a:moveTo>
                  <a:lnTo>
                    <a:pt x="163" y="10"/>
                  </a:lnTo>
                  <a:lnTo>
                    <a:pt x="355" y="0"/>
                  </a:lnTo>
                  <a:lnTo>
                    <a:pt x="480" y="0"/>
                  </a:lnTo>
                  <a:lnTo>
                    <a:pt x="604" y="0"/>
                  </a:lnTo>
                  <a:lnTo>
                    <a:pt x="739" y="0"/>
                  </a:lnTo>
                  <a:lnTo>
                    <a:pt x="835" y="10"/>
                  </a:lnTo>
                  <a:lnTo>
                    <a:pt x="1017" y="58"/>
                  </a:lnTo>
                  <a:lnTo>
                    <a:pt x="2150" y="1095"/>
                  </a:lnTo>
                  <a:lnTo>
                    <a:pt x="1651" y="1181"/>
                  </a:lnTo>
                  <a:lnTo>
                    <a:pt x="931" y="1325"/>
                  </a:lnTo>
                  <a:lnTo>
                    <a:pt x="355" y="1315"/>
                  </a:lnTo>
                  <a:lnTo>
                    <a:pt x="211" y="711"/>
                  </a:lnTo>
                  <a:lnTo>
                    <a:pt x="144" y="384"/>
                  </a:lnTo>
                  <a:lnTo>
                    <a:pt x="0" y="29"/>
                  </a:lnTo>
                  <a:close/>
                </a:path>
              </a:pathLst>
            </a:custGeom>
            <a:solidFill>
              <a:srgbClr val="CC99FF"/>
            </a:soli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87" name="Freeform 46">
              <a:extLst>
                <a:ext uri="{FF2B5EF4-FFF2-40B4-BE49-F238E27FC236}">
                  <a16:creationId xmlns:a16="http://schemas.microsoft.com/office/drawing/2014/main" id="{D2E43576-7CAA-3B2F-AC20-C533980D4D14}"/>
                </a:ext>
              </a:extLst>
            </p:cNvPr>
            <p:cNvSpPr>
              <a:spLocks/>
            </p:cNvSpPr>
            <p:nvPr/>
          </p:nvSpPr>
          <p:spPr bwMode="auto">
            <a:xfrm>
              <a:off x="2966" y="547"/>
              <a:ext cx="1220" cy="1632"/>
            </a:xfrm>
            <a:custGeom>
              <a:avLst/>
              <a:gdLst>
                <a:gd name="T0" fmla="*/ 0 w 1220"/>
                <a:gd name="T1" fmla="*/ 547 h 1632"/>
                <a:gd name="T2" fmla="*/ 20 w 1220"/>
                <a:gd name="T3" fmla="*/ 432 h 1632"/>
                <a:gd name="T4" fmla="*/ 48 w 1220"/>
                <a:gd name="T5" fmla="*/ 355 h 1632"/>
                <a:gd name="T6" fmla="*/ 77 w 1220"/>
                <a:gd name="T7" fmla="*/ 259 h 1632"/>
                <a:gd name="T8" fmla="*/ 125 w 1220"/>
                <a:gd name="T9" fmla="*/ 183 h 1632"/>
                <a:gd name="T10" fmla="*/ 183 w 1220"/>
                <a:gd name="T11" fmla="*/ 106 h 1632"/>
                <a:gd name="T12" fmla="*/ 231 w 1220"/>
                <a:gd name="T13" fmla="*/ 58 h 1632"/>
                <a:gd name="T14" fmla="*/ 298 w 1220"/>
                <a:gd name="T15" fmla="*/ 19 h 1632"/>
                <a:gd name="T16" fmla="*/ 394 w 1220"/>
                <a:gd name="T17" fmla="*/ 0 h 1632"/>
                <a:gd name="T18" fmla="*/ 490 w 1220"/>
                <a:gd name="T19" fmla="*/ 29 h 1632"/>
                <a:gd name="T20" fmla="*/ 567 w 1220"/>
                <a:gd name="T21" fmla="*/ 67 h 1632"/>
                <a:gd name="T22" fmla="*/ 874 w 1220"/>
                <a:gd name="T23" fmla="*/ 403 h 1632"/>
                <a:gd name="T24" fmla="*/ 1172 w 1220"/>
                <a:gd name="T25" fmla="*/ 1315 h 1632"/>
                <a:gd name="T26" fmla="*/ 1220 w 1220"/>
                <a:gd name="T27" fmla="*/ 1632 h 1632"/>
                <a:gd name="T28" fmla="*/ 0 w 1220"/>
                <a:gd name="T29" fmla="*/ 547 h 16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20"/>
                <a:gd name="T46" fmla="*/ 0 h 1632"/>
                <a:gd name="T47" fmla="*/ 1220 w 1220"/>
                <a:gd name="T48" fmla="*/ 1632 h 16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20" h="1632">
                  <a:moveTo>
                    <a:pt x="0" y="547"/>
                  </a:moveTo>
                  <a:lnTo>
                    <a:pt x="20" y="432"/>
                  </a:lnTo>
                  <a:lnTo>
                    <a:pt x="48" y="355"/>
                  </a:lnTo>
                  <a:lnTo>
                    <a:pt x="77" y="259"/>
                  </a:lnTo>
                  <a:lnTo>
                    <a:pt x="125" y="183"/>
                  </a:lnTo>
                  <a:lnTo>
                    <a:pt x="183" y="106"/>
                  </a:lnTo>
                  <a:lnTo>
                    <a:pt x="231" y="58"/>
                  </a:lnTo>
                  <a:lnTo>
                    <a:pt x="298" y="19"/>
                  </a:lnTo>
                  <a:lnTo>
                    <a:pt x="394" y="0"/>
                  </a:lnTo>
                  <a:lnTo>
                    <a:pt x="490" y="29"/>
                  </a:lnTo>
                  <a:lnTo>
                    <a:pt x="567" y="67"/>
                  </a:lnTo>
                  <a:lnTo>
                    <a:pt x="874" y="403"/>
                  </a:lnTo>
                  <a:lnTo>
                    <a:pt x="1172" y="1315"/>
                  </a:lnTo>
                  <a:lnTo>
                    <a:pt x="1220" y="1632"/>
                  </a:lnTo>
                  <a:lnTo>
                    <a:pt x="0" y="547"/>
                  </a:lnTo>
                  <a:close/>
                </a:path>
              </a:pathLst>
            </a:custGeom>
            <a:solidFill>
              <a:srgbClr val="800080"/>
            </a:soli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88" name="Freeform 47">
              <a:extLst>
                <a:ext uri="{FF2B5EF4-FFF2-40B4-BE49-F238E27FC236}">
                  <a16:creationId xmlns:a16="http://schemas.microsoft.com/office/drawing/2014/main" id="{6B05BEB8-FCE2-0E9F-F2AD-DA55E55FF778}"/>
                </a:ext>
              </a:extLst>
            </p:cNvPr>
            <p:cNvSpPr>
              <a:spLocks/>
            </p:cNvSpPr>
            <p:nvPr/>
          </p:nvSpPr>
          <p:spPr bwMode="auto">
            <a:xfrm>
              <a:off x="730" y="595"/>
              <a:ext cx="4034" cy="2544"/>
            </a:xfrm>
            <a:custGeom>
              <a:avLst/>
              <a:gdLst>
                <a:gd name="T0" fmla="*/ 2044 w 4034"/>
                <a:gd name="T1" fmla="*/ 1699 h 2544"/>
                <a:gd name="T2" fmla="*/ 2438 w 4034"/>
                <a:gd name="T3" fmla="*/ 1680 h 2544"/>
                <a:gd name="T4" fmla="*/ 2860 w 4034"/>
                <a:gd name="T5" fmla="*/ 1623 h 2544"/>
                <a:gd name="T6" fmla="*/ 3235 w 4034"/>
                <a:gd name="T7" fmla="*/ 1546 h 2544"/>
                <a:gd name="T8" fmla="*/ 3338 w 4034"/>
                <a:gd name="T9" fmla="*/ 1337 h 2544"/>
                <a:gd name="T10" fmla="*/ 3266 w 4034"/>
                <a:gd name="T11" fmla="*/ 1025 h 2544"/>
                <a:gd name="T12" fmla="*/ 3146 w 4034"/>
                <a:gd name="T13" fmla="*/ 665 h 2544"/>
                <a:gd name="T14" fmla="*/ 3024 w 4034"/>
                <a:gd name="T15" fmla="*/ 394 h 2544"/>
                <a:gd name="T16" fmla="*/ 2899 w 4034"/>
                <a:gd name="T17" fmla="*/ 183 h 2544"/>
                <a:gd name="T18" fmla="*/ 2755 w 4034"/>
                <a:gd name="T19" fmla="*/ 0 h 2544"/>
                <a:gd name="T20" fmla="*/ 3120 w 4034"/>
                <a:gd name="T21" fmla="*/ 192 h 2544"/>
                <a:gd name="T22" fmla="*/ 3398 w 4034"/>
                <a:gd name="T23" fmla="*/ 401 h 2544"/>
                <a:gd name="T24" fmla="*/ 3638 w 4034"/>
                <a:gd name="T25" fmla="*/ 663 h 2544"/>
                <a:gd name="T26" fmla="*/ 3849 w 4034"/>
                <a:gd name="T27" fmla="*/ 1027 h 2544"/>
                <a:gd name="T28" fmla="*/ 3993 w 4034"/>
                <a:gd name="T29" fmla="*/ 1479 h 2544"/>
                <a:gd name="T30" fmla="*/ 4034 w 4034"/>
                <a:gd name="T31" fmla="*/ 1829 h 2544"/>
                <a:gd name="T32" fmla="*/ 3974 w 4034"/>
                <a:gd name="T33" fmla="*/ 2021 h 2544"/>
                <a:gd name="T34" fmla="*/ 3818 w 4034"/>
                <a:gd name="T35" fmla="*/ 2165 h 2544"/>
                <a:gd name="T36" fmla="*/ 3422 w 4034"/>
                <a:gd name="T37" fmla="*/ 2345 h 2544"/>
                <a:gd name="T38" fmla="*/ 2786 w 4034"/>
                <a:gd name="T39" fmla="*/ 2489 h 2544"/>
                <a:gd name="T40" fmla="*/ 1948 w 4034"/>
                <a:gd name="T41" fmla="*/ 2544 h 2544"/>
                <a:gd name="T42" fmla="*/ 1257 w 4034"/>
                <a:gd name="T43" fmla="*/ 2487 h 2544"/>
                <a:gd name="T44" fmla="*/ 710 w 4034"/>
                <a:gd name="T45" fmla="*/ 2369 h 2544"/>
                <a:gd name="T46" fmla="*/ 266 w 4034"/>
                <a:gd name="T47" fmla="*/ 2189 h 2544"/>
                <a:gd name="T48" fmla="*/ 50 w 4034"/>
                <a:gd name="T49" fmla="*/ 1997 h 2544"/>
                <a:gd name="T50" fmla="*/ 0 w 4034"/>
                <a:gd name="T51" fmla="*/ 1767 h 2544"/>
                <a:gd name="T52" fmla="*/ 48 w 4034"/>
                <a:gd name="T53" fmla="*/ 1498 h 2544"/>
                <a:gd name="T54" fmla="*/ 124 w 4034"/>
                <a:gd name="T55" fmla="*/ 1210 h 2544"/>
                <a:gd name="T56" fmla="*/ 230 w 4034"/>
                <a:gd name="T57" fmla="*/ 965 h 2544"/>
                <a:gd name="T58" fmla="*/ 410 w 4034"/>
                <a:gd name="T59" fmla="*/ 653 h 2544"/>
                <a:gd name="T60" fmla="*/ 652 w 4034"/>
                <a:gd name="T61" fmla="*/ 375 h 2544"/>
                <a:gd name="T62" fmla="*/ 878 w 4034"/>
                <a:gd name="T63" fmla="*/ 221 h 2544"/>
                <a:gd name="T64" fmla="*/ 1084 w 4034"/>
                <a:gd name="T65" fmla="*/ 163 h 2544"/>
                <a:gd name="T66" fmla="*/ 1286 w 4034"/>
                <a:gd name="T67" fmla="*/ 293 h 2544"/>
                <a:gd name="T68" fmla="*/ 1440 w 4034"/>
                <a:gd name="T69" fmla="*/ 490 h 2544"/>
                <a:gd name="T70" fmla="*/ 1632 w 4034"/>
                <a:gd name="T71" fmla="*/ 922 h 2544"/>
                <a:gd name="T72" fmla="*/ 1756 w 4034"/>
                <a:gd name="T73" fmla="*/ 1402 h 25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034"/>
                <a:gd name="T112" fmla="*/ 0 h 2544"/>
                <a:gd name="T113" fmla="*/ 4034 w 4034"/>
                <a:gd name="T114" fmla="*/ 2544 h 25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034" h="2544">
                  <a:moveTo>
                    <a:pt x="1802" y="1673"/>
                  </a:moveTo>
                  <a:lnTo>
                    <a:pt x="2044" y="1699"/>
                  </a:lnTo>
                  <a:lnTo>
                    <a:pt x="2246" y="1690"/>
                  </a:lnTo>
                  <a:lnTo>
                    <a:pt x="2438" y="1680"/>
                  </a:lnTo>
                  <a:lnTo>
                    <a:pt x="2630" y="1651"/>
                  </a:lnTo>
                  <a:lnTo>
                    <a:pt x="2860" y="1623"/>
                  </a:lnTo>
                  <a:lnTo>
                    <a:pt x="3033" y="1584"/>
                  </a:lnTo>
                  <a:lnTo>
                    <a:pt x="3235" y="1546"/>
                  </a:lnTo>
                  <a:lnTo>
                    <a:pt x="3360" y="1507"/>
                  </a:lnTo>
                  <a:lnTo>
                    <a:pt x="3338" y="1337"/>
                  </a:lnTo>
                  <a:lnTo>
                    <a:pt x="3302" y="1169"/>
                  </a:lnTo>
                  <a:lnTo>
                    <a:pt x="3266" y="1025"/>
                  </a:lnTo>
                  <a:lnTo>
                    <a:pt x="3206" y="821"/>
                  </a:lnTo>
                  <a:lnTo>
                    <a:pt x="3146" y="665"/>
                  </a:lnTo>
                  <a:lnTo>
                    <a:pt x="3081" y="499"/>
                  </a:lnTo>
                  <a:lnTo>
                    <a:pt x="3024" y="394"/>
                  </a:lnTo>
                  <a:lnTo>
                    <a:pt x="2976" y="288"/>
                  </a:lnTo>
                  <a:lnTo>
                    <a:pt x="2899" y="183"/>
                  </a:lnTo>
                  <a:lnTo>
                    <a:pt x="2858" y="125"/>
                  </a:lnTo>
                  <a:lnTo>
                    <a:pt x="2755" y="0"/>
                  </a:lnTo>
                  <a:lnTo>
                    <a:pt x="2966" y="87"/>
                  </a:lnTo>
                  <a:lnTo>
                    <a:pt x="3120" y="192"/>
                  </a:lnTo>
                  <a:lnTo>
                    <a:pt x="3266" y="293"/>
                  </a:lnTo>
                  <a:lnTo>
                    <a:pt x="3398" y="401"/>
                  </a:lnTo>
                  <a:lnTo>
                    <a:pt x="3523" y="538"/>
                  </a:lnTo>
                  <a:lnTo>
                    <a:pt x="3638" y="663"/>
                  </a:lnTo>
                  <a:lnTo>
                    <a:pt x="3763" y="864"/>
                  </a:lnTo>
                  <a:lnTo>
                    <a:pt x="3849" y="1027"/>
                  </a:lnTo>
                  <a:lnTo>
                    <a:pt x="3926" y="1210"/>
                  </a:lnTo>
                  <a:lnTo>
                    <a:pt x="3993" y="1479"/>
                  </a:lnTo>
                  <a:lnTo>
                    <a:pt x="4010" y="1649"/>
                  </a:lnTo>
                  <a:lnTo>
                    <a:pt x="4034" y="1829"/>
                  </a:lnTo>
                  <a:lnTo>
                    <a:pt x="4010" y="1937"/>
                  </a:lnTo>
                  <a:lnTo>
                    <a:pt x="3974" y="2021"/>
                  </a:lnTo>
                  <a:lnTo>
                    <a:pt x="3914" y="2093"/>
                  </a:lnTo>
                  <a:lnTo>
                    <a:pt x="3818" y="2165"/>
                  </a:lnTo>
                  <a:lnTo>
                    <a:pt x="3614" y="2273"/>
                  </a:lnTo>
                  <a:lnTo>
                    <a:pt x="3422" y="2345"/>
                  </a:lnTo>
                  <a:lnTo>
                    <a:pt x="3110" y="2429"/>
                  </a:lnTo>
                  <a:lnTo>
                    <a:pt x="2786" y="2489"/>
                  </a:lnTo>
                  <a:lnTo>
                    <a:pt x="2450" y="2525"/>
                  </a:lnTo>
                  <a:lnTo>
                    <a:pt x="1948" y="2544"/>
                  </a:lnTo>
                  <a:lnTo>
                    <a:pt x="1586" y="2525"/>
                  </a:lnTo>
                  <a:lnTo>
                    <a:pt x="1257" y="2487"/>
                  </a:lnTo>
                  <a:lnTo>
                    <a:pt x="974" y="2441"/>
                  </a:lnTo>
                  <a:lnTo>
                    <a:pt x="710" y="2369"/>
                  </a:lnTo>
                  <a:lnTo>
                    <a:pt x="499" y="2304"/>
                  </a:lnTo>
                  <a:lnTo>
                    <a:pt x="266" y="2189"/>
                  </a:lnTo>
                  <a:lnTo>
                    <a:pt x="134" y="2093"/>
                  </a:lnTo>
                  <a:lnTo>
                    <a:pt x="50" y="1997"/>
                  </a:lnTo>
                  <a:lnTo>
                    <a:pt x="0" y="1891"/>
                  </a:lnTo>
                  <a:lnTo>
                    <a:pt x="0" y="1767"/>
                  </a:lnTo>
                  <a:lnTo>
                    <a:pt x="19" y="1642"/>
                  </a:lnTo>
                  <a:lnTo>
                    <a:pt x="48" y="1498"/>
                  </a:lnTo>
                  <a:lnTo>
                    <a:pt x="86" y="1337"/>
                  </a:lnTo>
                  <a:lnTo>
                    <a:pt x="124" y="1210"/>
                  </a:lnTo>
                  <a:lnTo>
                    <a:pt x="163" y="1095"/>
                  </a:lnTo>
                  <a:lnTo>
                    <a:pt x="230" y="965"/>
                  </a:lnTo>
                  <a:lnTo>
                    <a:pt x="307" y="797"/>
                  </a:lnTo>
                  <a:lnTo>
                    <a:pt x="410" y="653"/>
                  </a:lnTo>
                  <a:lnTo>
                    <a:pt x="537" y="499"/>
                  </a:lnTo>
                  <a:lnTo>
                    <a:pt x="652" y="375"/>
                  </a:lnTo>
                  <a:lnTo>
                    <a:pt x="770" y="293"/>
                  </a:lnTo>
                  <a:lnTo>
                    <a:pt x="878" y="221"/>
                  </a:lnTo>
                  <a:lnTo>
                    <a:pt x="969" y="173"/>
                  </a:lnTo>
                  <a:lnTo>
                    <a:pt x="1084" y="163"/>
                  </a:lnTo>
                  <a:lnTo>
                    <a:pt x="1202" y="209"/>
                  </a:lnTo>
                  <a:lnTo>
                    <a:pt x="1286" y="293"/>
                  </a:lnTo>
                  <a:lnTo>
                    <a:pt x="1358" y="389"/>
                  </a:lnTo>
                  <a:lnTo>
                    <a:pt x="1440" y="490"/>
                  </a:lnTo>
                  <a:lnTo>
                    <a:pt x="1526" y="691"/>
                  </a:lnTo>
                  <a:lnTo>
                    <a:pt x="1632" y="922"/>
                  </a:lnTo>
                  <a:lnTo>
                    <a:pt x="1689" y="1133"/>
                  </a:lnTo>
                  <a:lnTo>
                    <a:pt x="1756" y="1402"/>
                  </a:lnTo>
                  <a:lnTo>
                    <a:pt x="1802" y="1673"/>
                  </a:lnTo>
                  <a:close/>
                </a:path>
              </a:pathLst>
            </a:custGeom>
            <a:gradFill rotWithShape="0">
              <a:gsLst>
                <a:gs pos="0">
                  <a:srgbClr val="980000"/>
                </a:gs>
                <a:gs pos="100000">
                  <a:srgbClr val="CC0000"/>
                </a:gs>
              </a:gsLst>
              <a:lin ang="2700000" scaled="1"/>
            </a:gradFill>
            <a:ln w="9525">
              <a:no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grpSp>
      <p:sp>
        <p:nvSpPr>
          <p:cNvPr id="89" name="Text Box 48">
            <a:extLst>
              <a:ext uri="{FF2B5EF4-FFF2-40B4-BE49-F238E27FC236}">
                <a16:creationId xmlns:a16="http://schemas.microsoft.com/office/drawing/2014/main" id="{23AC265C-C6C2-546B-5A55-22954DE8C73A}"/>
              </a:ext>
            </a:extLst>
          </p:cNvPr>
          <p:cNvSpPr txBox="1">
            <a:spLocks noChangeArrowheads="1"/>
          </p:cNvSpPr>
          <p:nvPr/>
        </p:nvSpPr>
        <p:spPr bwMode="auto">
          <a:xfrm>
            <a:off x="1955007" y="586891"/>
            <a:ext cx="8208962" cy="461963"/>
          </a:xfrm>
          <a:prstGeom prst="rect">
            <a:avLst/>
          </a:prstGeom>
          <a:noFill/>
          <a:ln w="15875">
            <a:noFill/>
            <a:miter lim="800000"/>
            <a:headEnd/>
            <a:tailEnd/>
          </a:ln>
        </p:spPr>
        <p:txBody>
          <a:bodyPr>
            <a:spAutoFit/>
          </a:bodyPr>
          <a:lstStyle/>
          <a:p>
            <a:pPr eaLnBrk="0" fontAlgn="base" hangingPunct="0">
              <a:spcBef>
                <a:spcPct val="0"/>
              </a:spcBef>
              <a:spcAft>
                <a:spcPct val="0"/>
              </a:spcAft>
            </a:pPr>
            <a:r>
              <a:rPr lang="zh-CN" altLang="en-US" sz="2400" b="1">
                <a:solidFill>
                  <a:srgbClr val="0033CC"/>
                </a:solidFill>
                <a:latin typeface="Times New Roman" pitchFamily="18" charset="0"/>
                <a:ea typeface="宋体" charset="-122"/>
              </a:rPr>
              <a:t>例</a:t>
            </a:r>
            <a:r>
              <a:rPr lang="en-US" altLang="zh-CN" sz="2400" b="1">
                <a:solidFill>
                  <a:srgbClr val="0033CC"/>
                </a:solidFill>
                <a:latin typeface="Times New Roman" pitchFamily="18" charset="0"/>
                <a:ea typeface="宋体" charset="-122"/>
              </a:rPr>
              <a:t>23.</a:t>
            </a:r>
            <a:r>
              <a:rPr kumimoji="1" lang="zh-CN" altLang="en-US" sz="2400" b="1">
                <a:solidFill>
                  <a:srgbClr val="000000"/>
                </a:solidFill>
                <a:latin typeface="RomanD" pitchFamily="2" charset="0"/>
                <a:ea typeface="宋体" charset="-122"/>
              </a:rPr>
              <a:t>画出半球上部切槽后的投影</a:t>
            </a:r>
            <a:r>
              <a:rPr kumimoji="1" lang="zh-CN" altLang="en-US" sz="2400">
                <a:solidFill>
                  <a:srgbClr val="000000"/>
                </a:solidFill>
                <a:latin typeface="RomanD" pitchFamily="2" charset="0"/>
                <a:ea typeface="宋体" charset="-122"/>
              </a:rPr>
              <a:t> </a:t>
            </a:r>
            <a:r>
              <a:rPr kumimoji="1" lang="zh-CN" altLang="en-US" sz="2400" b="1">
                <a:solidFill>
                  <a:srgbClr val="000000"/>
                </a:solidFill>
                <a:latin typeface="宋体" charset="-122"/>
                <a:ea typeface="宋体" charset="-122"/>
                <a:cs typeface="Times New Roman" pitchFamily="18" charset="0"/>
              </a:rPr>
              <a:t>。 </a:t>
            </a:r>
          </a:p>
        </p:txBody>
      </p:sp>
      <p:sp>
        <p:nvSpPr>
          <p:cNvPr id="90" name="Oval 49">
            <a:extLst>
              <a:ext uri="{FF2B5EF4-FFF2-40B4-BE49-F238E27FC236}">
                <a16:creationId xmlns:a16="http://schemas.microsoft.com/office/drawing/2014/main" id="{33149057-CB10-756A-0096-731D0999B61E}"/>
              </a:ext>
            </a:extLst>
          </p:cNvPr>
          <p:cNvSpPr>
            <a:spLocks noChangeArrowheads="1"/>
          </p:cNvSpPr>
          <p:nvPr/>
        </p:nvSpPr>
        <p:spPr bwMode="auto">
          <a:xfrm>
            <a:off x="7227094" y="2412516"/>
            <a:ext cx="88900" cy="88900"/>
          </a:xfrm>
          <a:prstGeom prst="ellipse">
            <a:avLst/>
          </a:prstGeom>
          <a:solidFill>
            <a:srgbClr val="0000FF"/>
          </a:solidFill>
          <a:ln w="28575" algn="ctr">
            <a:solidFill>
              <a:srgbClr val="FF3300"/>
            </a:solidFill>
            <a:round/>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Tree>
    <p:extLst>
      <p:ext uri="{BB962C8B-B14F-4D97-AF65-F5344CB8AC3E}">
        <p14:creationId xmlns:p14="http://schemas.microsoft.com/office/powerpoint/2010/main" val="49343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1+#ppt_w/2"/>
                                          </p:val>
                                        </p:tav>
                                        <p:tav tm="100000">
                                          <p:val>
                                            <p:strVal val="#ppt_x"/>
                                          </p:val>
                                        </p:tav>
                                      </p:tavLst>
                                    </p:anim>
                                    <p:anim calcmode="lin" valueType="num">
                                      <p:cBhvr additive="base">
                                        <p:cTn id="8" dur="500" fill="hold"/>
                                        <p:tgtEl>
                                          <p:spTgt spid="8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3">
                                            <p:txEl>
                                              <p:pRg st="0" end="0"/>
                                            </p:txEl>
                                          </p:spTgt>
                                        </p:tgtEl>
                                        <p:attrNameLst>
                                          <p:attrName>style.visibility</p:attrName>
                                        </p:attrNameLst>
                                      </p:cBhvr>
                                      <p:to>
                                        <p:strVal val="visible"/>
                                      </p:to>
                                    </p:set>
                                    <p:animEffect transition="in" filter="wipe(left)">
                                      <p:cBhvr>
                                        <p:cTn id="12" dur="500"/>
                                        <p:tgtEl>
                                          <p:spTgt spid="83">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wipe(left)">
                                      <p:cBhvr>
                                        <p:cTn id="16" dur="500"/>
                                        <p:tgtEl>
                                          <p:spTgt spid="56"/>
                                        </p:tgtEl>
                                      </p:cBhvr>
                                    </p:animEffect>
                                  </p:childTnLst>
                                </p:cTn>
                              </p:par>
                            </p:childTnLst>
                          </p:cTn>
                        </p:par>
                        <p:par>
                          <p:cTn id="17" fill="hold">
                            <p:stCondLst>
                              <p:cond delay="1500"/>
                            </p:stCondLst>
                            <p:childTnLst>
                              <p:par>
                                <p:cTn id="18" presetID="22" presetClass="entr" presetSubtype="8" fill="hold" grpId="0" nodeType="after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wipe(left)">
                                      <p:cBhvr>
                                        <p:cTn id="20" dur="500"/>
                                        <p:tgtEl>
                                          <p:spTgt spid="57"/>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72"/>
                                        </p:tgtEl>
                                        <p:attrNameLst>
                                          <p:attrName>style.visibility</p:attrName>
                                        </p:attrNameLst>
                                      </p:cBhvr>
                                      <p:to>
                                        <p:strVal val="visible"/>
                                      </p:to>
                                    </p:set>
                                    <p:animEffect transition="in" filter="wipe(up)">
                                      <p:cBhvr>
                                        <p:cTn id="24" dur="500"/>
                                        <p:tgtEl>
                                          <p:spTgt spid="72"/>
                                        </p:tgtEl>
                                      </p:cBhvr>
                                    </p:animEffect>
                                  </p:childTnLst>
                                </p:cTn>
                              </p:par>
                            </p:childTnLst>
                          </p:cTn>
                        </p:par>
                        <p:par>
                          <p:cTn id="25" fill="hold">
                            <p:stCondLst>
                              <p:cond delay="2500"/>
                            </p:stCondLst>
                            <p:childTnLst>
                              <p:par>
                                <p:cTn id="26" presetID="4" presetClass="entr" presetSubtype="32" fill="hold" grpId="0" nodeType="after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box(out)">
                                      <p:cBhvr>
                                        <p:cTn id="28" dur="500"/>
                                        <p:tgtEl>
                                          <p:spTgt spid="58"/>
                                        </p:tgtEl>
                                      </p:cBhvr>
                                    </p:animEffect>
                                  </p:childTnLst>
                                </p:cTn>
                              </p:par>
                            </p:childTnLst>
                          </p:cTn>
                        </p:par>
                        <p:par>
                          <p:cTn id="29" fill="hold">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wipe(up)">
                                      <p:cBhvr>
                                        <p:cTn id="32" dur="500"/>
                                        <p:tgtEl>
                                          <p:spTgt spid="60"/>
                                        </p:tgtEl>
                                      </p:cBhvr>
                                    </p:animEffect>
                                  </p:childTnLst>
                                </p:cTn>
                              </p:par>
                            </p:childTnLst>
                          </p:cTn>
                        </p:par>
                        <p:par>
                          <p:cTn id="33" fill="hold">
                            <p:stCondLst>
                              <p:cond delay="3500"/>
                            </p:stCondLst>
                            <p:childTnLst>
                              <p:par>
                                <p:cTn id="34" presetID="22" presetClass="entr" presetSubtype="1" fill="hold" grpId="0" nodeType="afterEffect">
                                  <p:stCondLst>
                                    <p:cond delay="0"/>
                                  </p:stCondLst>
                                  <p:childTnLst>
                                    <p:set>
                                      <p:cBhvr>
                                        <p:cTn id="35" dur="1" fill="hold">
                                          <p:stCondLst>
                                            <p:cond delay="0"/>
                                          </p:stCondLst>
                                        </p:cTn>
                                        <p:tgtEl>
                                          <p:spTgt spid="65"/>
                                        </p:tgtEl>
                                        <p:attrNameLst>
                                          <p:attrName>style.visibility</p:attrName>
                                        </p:attrNameLst>
                                      </p:cBhvr>
                                      <p:to>
                                        <p:strVal val="visible"/>
                                      </p:to>
                                    </p:set>
                                    <p:animEffect transition="in" filter="wipe(up)">
                                      <p:cBhvr>
                                        <p:cTn id="36" dur="500"/>
                                        <p:tgtEl>
                                          <p:spTgt spid="65"/>
                                        </p:tgtEl>
                                      </p:cBhvr>
                                    </p:animEffect>
                                  </p:childTnLst>
                                </p:cTn>
                              </p:par>
                            </p:childTnLst>
                          </p:cTn>
                        </p:par>
                        <p:par>
                          <p:cTn id="37" fill="hold">
                            <p:stCondLst>
                              <p:cond delay="4000"/>
                            </p:stCondLst>
                            <p:childTnLst>
                              <p:par>
                                <p:cTn id="38" presetID="22" presetClass="entr" presetSubtype="4" fill="hold" nodeType="after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wipe(down)">
                                      <p:cBhvr>
                                        <p:cTn id="40" dur="500"/>
                                        <p:tgtEl>
                                          <p:spTgt spid="6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80">
                                            <p:txEl>
                                              <p:pRg st="0" end="0"/>
                                            </p:txEl>
                                          </p:spTgt>
                                        </p:tgtEl>
                                        <p:attrNameLst>
                                          <p:attrName>style.visibility</p:attrName>
                                        </p:attrNameLst>
                                      </p:cBhvr>
                                      <p:to>
                                        <p:strVal val="visible"/>
                                      </p:to>
                                    </p:set>
                                    <p:animEffect transition="in" filter="wipe(left)">
                                      <p:cBhvr>
                                        <p:cTn id="45" dur="500"/>
                                        <p:tgtEl>
                                          <p:spTgt spid="80">
                                            <p:txEl>
                                              <p:pRg st="0" end="0"/>
                                            </p:txEl>
                                          </p:spTgt>
                                        </p:tgtEl>
                                      </p:cBhvr>
                                    </p:animEffect>
                                  </p:childTnLst>
                                </p:cTn>
                              </p:par>
                            </p:childTnLst>
                          </p:cTn>
                        </p:par>
                        <p:par>
                          <p:cTn id="46" fill="hold">
                            <p:stCondLst>
                              <p:cond delay="500"/>
                            </p:stCondLst>
                            <p:childTnLst>
                              <p:par>
                                <p:cTn id="47" presetID="22" presetClass="entr" presetSubtype="4" fill="hold" nodeType="after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wipe(down)">
                                      <p:cBhvr>
                                        <p:cTn id="49" dur="500"/>
                                        <p:tgtEl>
                                          <p:spTgt spid="77"/>
                                        </p:tgtEl>
                                      </p:cBhvr>
                                    </p:animEffect>
                                  </p:childTnLst>
                                </p:cTn>
                              </p:par>
                            </p:childTnLst>
                          </p:cTn>
                        </p:par>
                        <p:par>
                          <p:cTn id="50" fill="hold">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84"/>
                                        </p:tgtEl>
                                        <p:attrNameLst>
                                          <p:attrName>style.visibility</p:attrName>
                                        </p:attrNameLst>
                                      </p:cBhvr>
                                      <p:to>
                                        <p:strVal val="visible"/>
                                      </p:to>
                                    </p:set>
                                    <p:animEffect transition="in" filter="wipe(left)">
                                      <p:cBhvr>
                                        <p:cTn id="53" dur="500"/>
                                        <p:tgtEl>
                                          <p:spTgt spid="84"/>
                                        </p:tgtEl>
                                      </p:cBhvr>
                                    </p:animEffect>
                                  </p:childTnLst>
                                </p:cTn>
                              </p:par>
                            </p:childTnLst>
                          </p:cTn>
                        </p:par>
                      </p:childTnLst>
                    </p:cTn>
                  </p:par>
                  <p:par>
                    <p:cTn id="54" fill="hold">
                      <p:stCondLst>
                        <p:cond delay="indefinite"/>
                      </p:stCondLst>
                      <p:childTnLst>
                        <p:par>
                          <p:cTn id="55" fill="hold">
                            <p:stCondLst>
                              <p:cond delay="0"/>
                            </p:stCondLst>
                            <p:childTnLst>
                              <p:par>
                                <p:cTn id="56" presetID="26" presetClass="entr" presetSubtype="0" fill="hold" grpId="0" nodeType="clickEffect">
                                  <p:stCondLst>
                                    <p:cond delay="0"/>
                                  </p:stCondLst>
                                  <p:childTnLst>
                                    <p:set>
                                      <p:cBhvr>
                                        <p:cTn id="57" dur="1" fill="hold">
                                          <p:stCondLst>
                                            <p:cond delay="0"/>
                                          </p:stCondLst>
                                        </p:cTn>
                                        <p:tgtEl>
                                          <p:spTgt spid="90"/>
                                        </p:tgtEl>
                                        <p:attrNameLst>
                                          <p:attrName>style.visibility</p:attrName>
                                        </p:attrNameLst>
                                      </p:cBhvr>
                                      <p:to>
                                        <p:strVal val="visible"/>
                                      </p:to>
                                    </p:set>
                                    <p:animEffect transition="in" filter="wipe(down)">
                                      <p:cBhvr>
                                        <p:cTn id="58" dur="580">
                                          <p:stCondLst>
                                            <p:cond delay="0"/>
                                          </p:stCondLst>
                                        </p:cTn>
                                        <p:tgtEl>
                                          <p:spTgt spid="90"/>
                                        </p:tgtEl>
                                      </p:cBhvr>
                                    </p:animEffect>
                                    <p:anim calcmode="lin" valueType="num">
                                      <p:cBhvr>
                                        <p:cTn id="59" dur="1822" tmFilter="0,0; 0.14,0.36; 0.43,0.73; 0.71,0.91; 1.0,1.0">
                                          <p:stCondLst>
                                            <p:cond delay="0"/>
                                          </p:stCondLst>
                                        </p:cTn>
                                        <p:tgtEl>
                                          <p:spTgt spid="90"/>
                                        </p:tgtEl>
                                        <p:attrNameLst>
                                          <p:attrName>ppt_x</p:attrName>
                                        </p:attrNameLst>
                                      </p:cBhvr>
                                      <p:tavLst>
                                        <p:tav tm="0">
                                          <p:val>
                                            <p:strVal val="#ppt_x-0.25"/>
                                          </p:val>
                                        </p:tav>
                                        <p:tav tm="100000">
                                          <p:val>
                                            <p:strVal val="#ppt_x"/>
                                          </p:val>
                                        </p:tav>
                                      </p:tavLst>
                                    </p:anim>
                                    <p:anim calcmode="lin" valueType="num">
                                      <p:cBhvr>
                                        <p:cTn id="60" dur="664" tmFilter="0.0,0.0; 0.25,0.07; 0.50,0.2; 0.75,0.467; 1.0,1.0">
                                          <p:stCondLst>
                                            <p:cond delay="0"/>
                                          </p:stCondLst>
                                        </p:cTn>
                                        <p:tgtEl>
                                          <p:spTgt spid="90"/>
                                        </p:tgtEl>
                                        <p:attrNameLst>
                                          <p:attrName>ppt_y</p:attrName>
                                        </p:attrNameLst>
                                      </p:cBhvr>
                                      <p:tavLst>
                                        <p:tav tm="0" fmla="#ppt_y-sin(pi*$)/3">
                                          <p:val>
                                            <p:fltVal val="0.5"/>
                                          </p:val>
                                        </p:tav>
                                        <p:tav tm="100000">
                                          <p:val>
                                            <p:fltVal val="1"/>
                                          </p:val>
                                        </p:tav>
                                      </p:tavLst>
                                    </p:anim>
                                    <p:anim calcmode="lin" valueType="num">
                                      <p:cBhvr>
                                        <p:cTn id="61" dur="664" tmFilter="0, 0; 0.125,0.2665; 0.25,0.4; 0.375,0.465; 0.5,0.5;  0.625,0.535; 0.75,0.6; 0.875,0.7335; 1,1">
                                          <p:stCondLst>
                                            <p:cond delay="664"/>
                                          </p:stCondLst>
                                        </p:cTn>
                                        <p:tgtEl>
                                          <p:spTgt spid="90"/>
                                        </p:tgtEl>
                                        <p:attrNameLst>
                                          <p:attrName>ppt_y</p:attrName>
                                        </p:attrNameLst>
                                      </p:cBhvr>
                                      <p:tavLst>
                                        <p:tav tm="0" fmla="#ppt_y-sin(pi*$)/9">
                                          <p:val>
                                            <p:fltVal val="0"/>
                                          </p:val>
                                        </p:tav>
                                        <p:tav tm="100000">
                                          <p:val>
                                            <p:fltVal val="1"/>
                                          </p:val>
                                        </p:tav>
                                      </p:tavLst>
                                    </p:anim>
                                    <p:anim calcmode="lin" valueType="num">
                                      <p:cBhvr>
                                        <p:cTn id="62" dur="332" tmFilter="0, 0; 0.125,0.2665; 0.25,0.4; 0.375,0.465; 0.5,0.5;  0.625,0.535; 0.75,0.6; 0.875,0.7335; 1,1">
                                          <p:stCondLst>
                                            <p:cond delay="1324"/>
                                          </p:stCondLst>
                                        </p:cTn>
                                        <p:tgtEl>
                                          <p:spTgt spid="90"/>
                                        </p:tgtEl>
                                        <p:attrNameLst>
                                          <p:attrName>ppt_y</p:attrName>
                                        </p:attrNameLst>
                                      </p:cBhvr>
                                      <p:tavLst>
                                        <p:tav tm="0" fmla="#ppt_y-sin(pi*$)/27">
                                          <p:val>
                                            <p:fltVal val="0"/>
                                          </p:val>
                                        </p:tav>
                                        <p:tav tm="100000">
                                          <p:val>
                                            <p:fltVal val="1"/>
                                          </p:val>
                                        </p:tav>
                                      </p:tavLst>
                                    </p:anim>
                                    <p:anim calcmode="lin" valueType="num">
                                      <p:cBhvr>
                                        <p:cTn id="63" dur="164" tmFilter="0, 0; 0.125,0.2665; 0.25,0.4; 0.375,0.465; 0.5,0.5;  0.625,0.535; 0.75,0.6; 0.875,0.7335; 1,1">
                                          <p:stCondLst>
                                            <p:cond delay="1656"/>
                                          </p:stCondLst>
                                        </p:cTn>
                                        <p:tgtEl>
                                          <p:spTgt spid="90"/>
                                        </p:tgtEl>
                                        <p:attrNameLst>
                                          <p:attrName>ppt_y</p:attrName>
                                        </p:attrNameLst>
                                      </p:cBhvr>
                                      <p:tavLst>
                                        <p:tav tm="0" fmla="#ppt_y-sin(pi*$)/81">
                                          <p:val>
                                            <p:fltVal val="0"/>
                                          </p:val>
                                        </p:tav>
                                        <p:tav tm="100000">
                                          <p:val>
                                            <p:fltVal val="1"/>
                                          </p:val>
                                        </p:tav>
                                      </p:tavLst>
                                    </p:anim>
                                    <p:animScale>
                                      <p:cBhvr>
                                        <p:cTn id="64" dur="26">
                                          <p:stCondLst>
                                            <p:cond delay="650"/>
                                          </p:stCondLst>
                                        </p:cTn>
                                        <p:tgtEl>
                                          <p:spTgt spid="90"/>
                                        </p:tgtEl>
                                      </p:cBhvr>
                                      <p:to x="100000" y="60000"/>
                                    </p:animScale>
                                    <p:animScale>
                                      <p:cBhvr>
                                        <p:cTn id="65" dur="166" decel="50000">
                                          <p:stCondLst>
                                            <p:cond delay="676"/>
                                          </p:stCondLst>
                                        </p:cTn>
                                        <p:tgtEl>
                                          <p:spTgt spid="90"/>
                                        </p:tgtEl>
                                      </p:cBhvr>
                                      <p:to x="100000" y="100000"/>
                                    </p:animScale>
                                    <p:animScale>
                                      <p:cBhvr>
                                        <p:cTn id="66" dur="26">
                                          <p:stCondLst>
                                            <p:cond delay="1312"/>
                                          </p:stCondLst>
                                        </p:cTn>
                                        <p:tgtEl>
                                          <p:spTgt spid="90"/>
                                        </p:tgtEl>
                                      </p:cBhvr>
                                      <p:to x="100000" y="80000"/>
                                    </p:animScale>
                                    <p:animScale>
                                      <p:cBhvr>
                                        <p:cTn id="67" dur="166" decel="50000">
                                          <p:stCondLst>
                                            <p:cond delay="1338"/>
                                          </p:stCondLst>
                                        </p:cTn>
                                        <p:tgtEl>
                                          <p:spTgt spid="90"/>
                                        </p:tgtEl>
                                      </p:cBhvr>
                                      <p:to x="100000" y="100000"/>
                                    </p:animScale>
                                    <p:animScale>
                                      <p:cBhvr>
                                        <p:cTn id="68" dur="26">
                                          <p:stCondLst>
                                            <p:cond delay="1642"/>
                                          </p:stCondLst>
                                        </p:cTn>
                                        <p:tgtEl>
                                          <p:spTgt spid="90"/>
                                        </p:tgtEl>
                                      </p:cBhvr>
                                      <p:to x="100000" y="90000"/>
                                    </p:animScale>
                                    <p:animScale>
                                      <p:cBhvr>
                                        <p:cTn id="69" dur="166" decel="50000">
                                          <p:stCondLst>
                                            <p:cond delay="1668"/>
                                          </p:stCondLst>
                                        </p:cTn>
                                        <p:tgtEl>
                                          <p:spTgt spid="90"/>
                                        </p:tgtEl>
                                      </p:cBhvr>
                                      <p:to x="100000" y="100000"/>
                                    </p:animScale>
                                    <p:animScale>
                                      <p:cBhvr>
                                        <p:cTn id="70" dur="26">
                                          <p:stCondLst>
                                            <p:cond delay="1808"/>
                                          </p:stCondLst>
                                        </p:cTn>
                                        <p:tgtEl>
                                          <p:spTgt spid="90"/>
                                        </p:tgtEl>
                                      </p:cBhvr>
                                      <p:to x="100000" y="95000"/>
                                    </p:animScale>
                                    <p:animScale>
                                      <p:cBhvr>
                                        <p:cTn id="71" dur="166" decel="50000">
                                          <p:stCondLst>
                                            <p:cond delay="1834"/>
                                          </p:stCondLst>
                                        </p:cTn>
                                        <p:tgtEl>
                                          <p:spTgt spid="90"/>
                                        </p:tgtEl>
                                      </p:cBhvr>
                                      <p:to x="100000" y="100000"/>
                                    </p:animScale>
                                  </p:childTnLst>
                                </p:cTn>
                              </p:par>
                            </p:childTnLst>
                          </p:cTn>
                        </p:par>
                        <p:par>
                          <p:cTn id="72" fill="hold">
                            <p:stCondLst>
                              <p:cond delay="2000"/>
                            </p:stCondLst>
                            <p:childTnLst>
                              <p:par>
                                <p:cTn id="73" presetID="22" presetClass="entr" presetSubtype="8" fill="hold" grpId="0" nodeType="afterEffect">
                                  <p:stCondLst>
                                    <p:cond delay="0"/>
                                  </p:stCondLst>
                                  <p:childTnLst>
                                    <p:set>
                                      <p:cBhvr>
                                        <p:cTn id="74" dur="1" fill="hold">
                                          <p:stCondLst>
                                            <p:cond delay="0"/>
                                          </p:stCondLst>
                                        </p:cTn>
                                        <p:tgtEl>
                                          <p:spTgt spid="76"/>
                                        </p:tgtEl>
                                        <p:attrNameLst>
                                          <p:attrName>style.visibility</p:attrName>
                                        </p:attrNameLst>
                                      </p:cBhvr>
                                      <p:to>
                                        <p:strVal val="visible"/>
                                      </p:to>
                                    </p:set>
                                    <p:animEffect transition="in" filter="wipe(left)">
                                      <p:cBhvr>
                                        <p:cTn id="75" dur="500"/>
                                        <p:tgtEl>
                                          <p:spTgt spid="76"/>
                                        </p:tgtEl>
                                      </p:cBhvr>
                                    </p:animEffect>
                                  </p:childTnLst>
                                </p:cTn>
                              </p:par>
                              <p:par>
                                <p:cTn id="76" presetID="2" presetClass="exit" presetSubtype="4" fill="hold" grpId="1" nodeType="withEffect">
                                  <p:stCondLst>
                                    <p:cond delay="0"/>
                                  </p:stCondLst>
                                  <p:childTnLst>
                                    <p:anim calcmode="lin" valueType="num">
                                      <p:cBhvr additive="base">
                                        <p:cTn id="77" dur="500"/>
                                        <p:tgtEl>
                                          <p:spTgt spid="90"/>
                                        </p:tgtEl>
                                        <p:attrNameLst>
                                          <p:attrName>ppt_x</p:attrName>
                                        </p:attrNameLst>
                                      </p:cBhvr>
                                      <p:tavLst>
                                        <p:tav tm="0">
                                          <p:val>
                                            <p:strVal val="ppt_x"/>
                                          </p:val>
                                        </p:tav>
                                        <p:tav tm="100000">
                                          <p:val>
                                            <p:strVal val="ppt_x"/>
                                          </p:val>
                                        </p:tav>
                                      </p:tavLst>
                                    </p:anim>
                                    <p:anim calcmode="lin" valueType="num">
                                      <p:cBhvr additive="base">
                                        <p:cTn id="78" dur="500"/>
                                        <p:tgtEl>
                                          <p:spTgt spid="90"/>
                                        </p:tgtEl>
                                        <p:attrNameLst>
                                          <p:attrName>ppt_y</p:attrName>
                                        </p:attrNameLst>
                                      </p:cBhvr>
                                      <p:tavLst>
                                        <p:tav tm="0">
                                          <p:val>
                                            <p:strVal val="ppt_y"/>
                                          </p:val>
                                        </p:tav>
                                        <p:tav tm="100000">
                                          <p:val>
                                            <p:strVal val="1+ppt_h/2"/>
                                          </p:val>
                                        </p:tav>
                                      </p:tavLst>
                                    </p:anim>
                                    <p:set>
                                      <p:cBhvr>
                                        <p:cTn id="79" dur="1" fill="hold">
                                          <p:stCondLst>
                                            <p:cond delay="499"/>
                                          </p:stCondLst>
                                        </p:cTn>
                                        <p:tgtEl>
                                          <p:spTgt spid="90"/>
                                        </p:tgtEl>
                                        <p:attrNameLst>
                                          <p:attrName>style.visibility</p:attrName>
                                        </p:attrNameLst>
                                      </p:cBhvr>
                                      <p:to>
                                        <p:strVal val="hidden"/>
                                      </p:to>
                                    </p:set>
                                  </p:childTnLst>
                                </p:cTn>
                              </p:par>
                            </p:childTnLst>
                          </p:cTn>
                        </p:par>
                        <p:par>
                          <p:cTn id="80" fill="hold">
                            <p:stCondLst>
                              <p:cond delay="2500"/>
                            </p:stCondLst>
                            <p:childTnLst>
                              <p:par>
                                <p:cTn id="81" presetID="22" presetClass="entr" presetSubtype="8" fill="hold" grpId="0" nodeType="after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left)">
                                      <p:cBhvr>
                                        <p:cTn id="83" dur="500"/>
                                        <p:tgtEl>
                                          <p:spTgt spid="66"/>
                                        </p:tgtEl>
                                      </p:cBhvr>
                                    </p:animEffect>
                                  </p:childTnLst>
                                </p:cTn>
                              </p:par>
                            </p:childTnLst>
                          </p:cTn>
                        </p:par>
                        <p:par>
                          <p:cTn id="84" fill="hold">
                            <p:stCondLst>
                              <p:cond delay="3000"/>
                            </p:stCondLst>
                            <p:childTnLst>
                              <p:par>
                                <p:cTn id="85" presetID="22" presetClass="entr" presetSubtype="8" fill="hold" grpId="0" nodeType="after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wipe(left)">
                                      <p:cBhvr>
                                        <p:cTn id="87" dur="500"/>
                                        <p:tgtEl>
                                          <p:spTgt spid="67"/>
                                        </p:tgtEl>
                                      </p:cBhvr>
                                    </p:animEffect>
                                  </p:childTnLst>
                                </p:cTn>
                              </p:par>
                            </p:childTnLst>
                          </p:cTn>
                        </p:par>
                        <p:par>
                          <p:cTn id="88" fill="hold">
                            <p:stCondLst>
                              <p:cond delay="3500"/>
                            </p:stCondLst>
                            <p:childTnLst>
                              <p:par>
                                <p:cTn id="89" presetID="22" presetClass="entr" presetSubtype="4" fill="hold" nodeType="afterEffect">
                                  <p:stCondLst>
                                    <p:cond delay="0"/>
                                  </p:stCondLst>
                                  <p:childTnLst>
                                    <p:set>
                                      <p:cBhvr>
                                        <p:cTn id="90" dur="1" fill="hold">
                                          <p:stCondLst>
                                            <p:cond delay="0"/>
                                          </p:stCondLst>
                                        </p:cTn>
                                        <p:tgtEl>
                                          <p:spTgt spid="68"/>
                                        </p:tgtEl>
                                        <p:attrNameLst>
                                          <p:attrName>style.visibility</p:attrName>
                                        </p:attrNameLst>
                                      </p:cBhvr>
                                      <p:to>
                                        <p:strVal val="visible"/>
                                      </p:to>
                                    </p:set>
                                    <p:animEffect transition="in" filter="wipe(down)">
                                      <p:cBhvr>
                                        <p:cTn id="91" dur="500"/>
                                        <p:tgtEl>
                                          <p:spTgt spid="68"/>
                                        </p:tgtEl>
                                      </p:cBhvr>
                                    </p:animEffect>
                                  </p:childTnLst>
                                </p:cTn>
                              </p:par>
                            </p:childTnLst>
                          </p:cTn>
                        </p:par>
                        <p:par>
                          <p:cTn id="92" fill="hold">
                            <p:stCondLst>
                              <p:cond delay="4000"/>
                            </p:stCondLst>
                            <p:childTnLst>
                              <p:par>
                                <p:cTn id="93" presetID="22" presetClass="entr" presetSubtype="4" fill="hold" grpId="0" nodeType="afterEffect">
                                  <p:stCondLst>
                                    <p:cond delay="0"/>
                                  </p:stCondLst>
                                  <p:childTnLst>
                                    <p:set>
                                      <p:cBhvr>
                                        <p:cTn id="94" dur="1" fill="hold">
                                          <p:stCondLst>
                                            <p:cond delay="0"/>
                                          </p:stCondLst>
                                        </p:cTn>
                                        <p:tgtEl>
                                          <p:spTgt spid="82"/>
                                        </p:tgtEl>
                                        <p:attrNameLst>
                                          <p:attrName>style.visibility</p:attrName>
                                        </p:attrNameLst>
                                      </p:cBhvr>
                                      <p:to>
                                        <p:strVal val="visible"/>
                                      </p:to>
                                    </p:set>
                                    <p:animEffect transition="in" filter="wipe(down)">
                                      <p:cBhvr>
                                        <p:cTn id="95"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60" grpId="0" animBg="1"/>
      <p:bldP spid="65" grpId="0" animBg="1"/>
      <p:bldP spid="66" grpId="0" animBg="1"/>
      <p:bldP spid="67" grpId="0" animBg="1"/>
      <p:bldP spid="72" grpId="0" animBg="1"/>
      <p:bldP spid="76" grpId="0" animBg="1"/>
      <p:bldP spid="80" grpId="0" build="p" autoUpdateAnimBg="0"/>
      <p:bldP spid="82" grpId="0" animBg="1"/>
      <p:bldP spid="83" grpId="0" build="p" autoUpdateAnimBg="0"/>
      <p:bldP spid="84" grpId="0" animBg="1"/>
      <p:bldP spid="90" grpId="0" animBg="1"/>
      <p:bldP spid="90"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8BAEB5-5C0A-6DD0-97A3-996F563E8A02}"/>
              </a:ext>
            </a:extLst>
          </p:cNvPr>
          <p:cNvSpPr>
            <a:spLocks noGrp="1"/>
          </p:cNvSpPr>
          <p:nvPr>
            <p:ph type="title"/>
          </p:nvPr>
        </p:nvSpPr>
        <p:spPr/>
        <p:txBody>
          <a:bodyPr/>
          <a:lstStyle/>
          <a:p>
            <a:endParaRPr lang="zh-CN" altLang="en-US"/>
          </a:p>
        </p:txBody>
      </p:sp>
      <p:sp>
        <p:nvSpPr>
          <p:cNvPr id="3" name="Line 2">
            <a:extLst>
              <a:ext uri="{FF2B5EF4-FFF2-40B4-BE49-F238E27FC236}">
                <a16:creationId xmlns:a16="http://schemas.microsoft.com/office/drawing/2014/main" id="{30C86F9D-A42E-3FB8-BBAA-523103D26FB8}"/>
              </a:ext>
            </a:extLst>
          </p:cNvPr>
          <p:cNvSpPr>
            <a:spLocks noChangeShapeType="1"/>
          </p:cNvSpPr>
          <p:nvPr/>
        </p:nvSpPr>
        <p:spPr bwMode="auto">
          <a:xfrm flipV="1">
            <a:off x="6118225" y="3658065"/>
            <a:ext cx="1449388" cy="0"/>
          </a:xfrm>
          <a:prstGeom prst="line">
            <a:avLst/>
          </a:prstGeom>
          <a:noFill/>
          <a:ln w="28575">
            <a:solidFill>
              <a:schemeClr val="hlink"/>
            </a:solidFill>
            <a:round/>
            <a:headEnd/>
            <a:tailEnd/>
          </a:ln>
        </p:spPr>
        <p:txBody>
          <a:bodyPr/>
          <a:lstStyle/>
          <a:p>
            <a:endParaRPr lang="zh-CN" altLang="en-US"/>
          </a:p>
        </p:txBody>
      </p:sp>
      <p:grpSp>
        <p:nvGrpSpPr>
          <p:cNvPr id="4" name="Group 3">
            <a:extLst>
              <a:ext uri="{FF2B5EF4-FFF2-40B4-BE49-F238E27FC236}">
                <a16:creationId xmlns:a16="http://schemas.microsoft.com/office/drawing/2014/main" id="{0C74C89C-8443-E258-065E-18AAA73BF378}"/>
              </a:ext>
            </a:extLst>
          </p:cNvPr>
          <p:cNvGrpSpPr>
            <a:grpSpLocks/>
          </p:cNvGrpSpPr>
          <p:nvPr/>
        </p:nvGrpSpPr>
        <p:grpSpPr bwMode="auto">
          <a:xfrm>
            <a:off x="5943600" y="2397590"/>
            <a:ext cx="4000500" cy="4046538"/>
            <a:chOff x="2958" y="1706"/>
            <a:chExt cx="2360" cy="2388"/>
          </a:xfrm>
        </p:grpSpPr>
        <p:grpSp>
          <p:nvGrpSpPr>
            <p:cNvPr id="5" name="Group 4">
              <a:extLst>
                <a:ext uri="{FF2B5EF4-FFF2-40B4-BE49-F238E27FC236}">
                  <a16:creationId xmlns:a16="http://schemas.microsoft.com/office/drawing/2014/main" id="{3C49FAC2-03B5-8EC0-8DF8-37FC5DB6D018}"/>
                </a:ext>
              </a:extLst>
            </p:cNvPr>
            <p:cNvGrpSpPr>
              <a:grpSpLocks/>
            </p:cNvGrpSpPr>
            <p:nvPr/>
          </p:nvGrpSpPr>
          <p:grpSpPr bwMode="auto">
            <a:xfrm>
              <a:off x="2958" y="2982"/>
              <a:ext cx="1056" cy="1112"/>
              <a:chOff x="2953" y="3032"/>
              <a:chExt cx="1056" cy="1112"/>
            </a:xfrm>
          </p:grpSpPr>
          <p:sp>
            <p:nvSpPr>
              <p:cNvPr id="34" name="Oval 5">
                <a:extLst>
                  <a:ext uri="{FF2B5EF4-FFF2-40B4-BE49-F238E27FC236}">
                    <a16:creationId xmlns:a16="http://schemas.microsoft.com/office/drawing/2014/main" id="{8A3B14FC-A0D2-A15D-00E4-0C5BF3F79205}"/>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35" name="Group 6">
                <a:extLst>
                  <a:ext uri="{FF2B5EF4-FFF2-40B4-BE49-F238E27FC236}">
                    <a16:creationId xmlns:a16="http://schemas.microsoft.com/office/drawing/2014/main" id="{EB09500E-9390-7ECB-9F18-90E627EA6570}"/>
                  </a:ext>
                </a:extLst>
              </p:cNvPr>
              <p:cNvGrpSpPr>
                <a:grpSpLocks/>
              </p:cNvGrpSpPr>
              <p:nvPr/>
            </p:nvGrpSpPr>
            <p:grpSpPr bwMode="auto">
              <a:xfrm>
                <a:off x="2953" y="3543"/>
                <a:ext cx="1056" cy="102"/>
                <a:chOff x="3029" y="3266"/>
                <a:chExt cx="1155" cy="102"/>
              </a:xfrm>
            </p:grpSpPr>
            <p:sp>
              <p:nvSpPr>
                <p:cNvPr id="42" name="Line 7">
                  <a:extLst>
                    <a:ext uri="{FF2B5EF4-FFF2-40B4-BE49-F238E27FC236}">
                      <a16:creationId xmlns:a16="http://schemas.microsoft.com/office/drawing/2014/main" id="{D5B380A2-2157-33E0-1AF1-26F37AE065F0}"/>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43" name="Line 8">
                  <a:extLst>
                    <a:ext uri="{FF2B5EF4-FFF2-40B4-BE49-F238E27FC236}">
                      <a16:creationId xmlns:a16="http://schemas.microsoft.com/office/drawing/2014/main" id="{3C5144E7-09B5-F387-BCE4-13E2B52B874B}"/>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44" name="Line 9">
                  <a:extLst>
                    <a:ext uri="{FF2B5EF4-FFF2-40B4-BE49-F238E27FC236}">
                      <a16:creationId xmlns:a16="http://schemas.microsoft.com/office/drawing/2014/main" id="{E902F572-B8F8-505C-F323-C95238D94C02}"/>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45" name="Line 10">
                  <a:extLst>
                    <a:ext uri="{FF2B5EF4-FFF2-40B4-BE49-F238E27FC236}">
                      <a16:creationId xmlns:a16="http://schemas.microsoft.com/office/drawing/2014/main" id="{D6F42EB7-3ACE-4385-162F-71F1D9BF6985}"/>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46" name="Line 11">
                  <a:extLst>
                    <a:ext uri="{FF2B5EF4-FFF2-40B4-BE49-F238E27FC236}">
                      <a16:creationId xmlns:a16="http://schemas.microsoft.com/office/drawing/2014/main" id="{A96ED969-8C58-440D-6D50-8EB223B98635}"/>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36" name="Group 12">
                <a:extLst>
                  <a:ext uri="{FF2B5EF4-FFF2-40B4-BE49-F238E27FC236}">
                    <a16:creationId xmlns:a16="http://schemas.microsoft.com/office/drawing/2014/main" id="{9BFF94F7-1024-6299-B201-16D5C80A1C02}"/>
                  </a:ext>
                </a:extLst>
              </p:cNvPr>
              <p:cNvGrpSpPr>
                <a:grpSpLocks/>
              </p:cNvGrpSpPr>
              <p:nvPr/>
            </p:nvGrpSpPr>
            <p:grpSpPr bwMode="auto">
              <a:xfrm>
                <a:off x="3442" y="3032"/>
                <a:ext cx="82" cy="1112"/>
                <a:chOff x="3560" y="2724"/>
                <a:chExt cx="85" cy="1194"/>
              </a:xfrm>
            </p:grpSpPr>
            <p:sp>
              <p:nvSpPr>
                <p:cNvPr id="37" name="Line 13">
                  <a:extLst>
                    <a:ext uri="{FF2B5EF4-FFF2-40B4-BE49-F238E27FC236}">
                      <a16:creationId xmlns:a16="http://schemas.microsoft.com/office/drawing/2014/main" id="{172AE675-A31E-C5C8-F7AF-1E99D3A73152}"/>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38" name="Line 14">
                  <a:extLst>
                    <a:ext uri="{FF2B5EF4-FFF2-40B4-BE49-F238E27FC236}">
                      <a16:creationId xmlns:a16="http://schemas.microsoft.com/office/drawing/2014/main" id="{A1B639F9-9EA2-FC2E-088E-010C39A47A67}"/>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39" name="Line 15">
                  <a:extLst>
                    <a:ext uri="{FF2B5EF4-FFF2-40B4-BE49-F238E27FC236}">
                      <a16:creationId xmlns:a16="http://schemas.microsoft.com/office/drawing/2014/main" id="{69DB6055-6095-182F-FC36-C16CDFF32DEE}"/>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40" name="Line 16">
                  <a:extLst>
                    <a:ext uri="{FF2B5EF4-FFF2-40B4-BE49-F238E27FC236}">
                      <a16:creationId xmlns:a16="http://schemas.microsoft.com/office/drawing/2014/main" id="{8C4540A0-029E-EE65-EAD6-3C16382BA83A}"/>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41" name="Line 17">
                  <a:extLst>
                    <a:ext uri="{FF2B5EF4-FFF2-40B4-BE49-F238E27FC236}">
                      <a16:creationId xmlns:a16="http://schemas.microsoft.com/office/drawing/2014/main" id="{5CF69780-7F24-40E9-908E-367E12684166}"/>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6" name="Group 18">
              <a:extLst>
                <a:ext uri="{FF2B5EF4-FFF2-40B4-BE49-F238E27FC236}">
                  <a16:creationId xmlns:a16="http://schemas.microsoft.com/office/drawing/2014/main" id="{4BD9324F-F2FE-DC37-1CB1-5B2C8C61D957}"/>
                </a:ext>
              </a:extLst>
            </p:cNvPr>
            <p:cNvGrpSpPr>
              <a:grpSpLocks/>
            </p:cNvGrpSpPr>
            <p:nvPr/>
          </p:nvGrpSpPr>
          <p:grpSpPr bwMode="auto">
            <a:xfrm>
              <a:off x="2958" y="1706"/>
              <a:ext cx="1056" cy="1112"/>
              <a:chOff x="2953" y="3032"/>
              <a:chExt cx="1056" cy="1112"/>
            </a:xfrm>
          </p:grpSpPr>
          <p:sp>
            <p:nvSpPr>
              <p:cNvPr id="21" name="Oval 19">
                <a:extLst>
                  <a:ext uri="{FF2B5EF4-FFF2-40B4-BE49-F238E27FC236}">
                    <a16:creationId xmlns:a16="http://schemas.microsoft.com/office/drawing/2014/main" id="{8EBE5882-8289-D4BE-02E2-4C5389E85713}"/>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22" name="Group 20">
                <a:extLst>
                  <a:ext uri="{FF2B5EF4-FFF2-40B4-BE49-F238E27FC236}">
                    <a16:creationId xmlns:a16="http://schemas.microsoft.com/office/drawing/2014/main" id="{2851E90D-0F23-38ED-726E-3C6E4287589E}"/>
                  </a:ext>
                </a:extLst>
              </p:cNvPr>
              <p:cNvGrpSpPr>
                <a:grpSpLocks/>
              </p:cNvGrpSpPr>
              <p:nvPr/>
            </p:nvGrpSpPr>
            <p:grpSpPr bwMode="auto">
              <a:xfrm>
                <a:off x="2953" y="3543"/>
                <a:ext cx="1056" cy="102"/>
                <a:chOff x="3029" y="3266"/>
                <a:chExt cx="1155" cy="102"/>
              </a:xfrm>
            </p:grpSpPr>
            <p:sp>
              <p:nvSpPr>
                <p:cNvPr id="29" name="Line 21">
                  <a:extLst>
                    <a:ext uri="{FF2B5EF4-FFF2-40B4-BE49-F238E27FC236}">
                      <a16:creationId xmlns:a16="http://schemas.microsoft.com/office/drawing/2014/main" id="{7D6093C0-73CD-90B9-FCEE-9CCF6600CB95}"/>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30" name="Line 22">
                  <a:extLst>
                    <a:ext uri="{FF2B5EF4-FFF2-40B4-BE49-F238E27FC236}">
                      <a16:creationId xmlns:a16="http://schemas.microsoft.com/office/drawing/2014/main" id="{670ADAFF-CBB0-BF44-3FEC-B2C2F63C2472}"/>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31" name="Line 23">
                  <a:extLst>
                    <a:ext uri="{FF2B5EF4-FFF2-40B4-BE49-F238E27FC236}">
                      <a16:creationId xmlns:a16="http://schemas.microsoft.com/office/drawing/2014/main" id="{72F6A42E-E14F-7BFD-B1F7-558A202C084B}"/>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32" name="Line 24">
                  <a:extLst>
                    <a:ext uri="{FF2B5EF4-FFF2-40B4-BE49-F238E27FC236}">
                      <a16:creationId xmlns:a16="http://schemas.microsoft.com/office/drawing/2014/main" id="{E7DD878E-D6CB-009E-7E30-9F70A69CCC80}"/>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33" name="Line 25">
                  <a:extLst>
                    <a:ext uri="{FF2B5EF4-FFF2-40B4-BE49-F238E27FC236}">
                      <a16:creationId xmlns:a16="http://schemas.microsoft.com/office/drawing/2014/main" id="{E232997B-9A9D-EB9B-2A98-5F4282013900}"/>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23" name="Group 26">
                <a:extLst>
                  <a:ext uri="{FF2B5EF4-FFF2-40B4-BE49-F238E27FC236}">
                    <a16:creationId xmlns:a16="http://schemas.microsoft.com/office/drawing/2014/main" id="{2BCD4043-B517-A60A-4DA9-2515F5BD7B48}"/>
                  </a:ext>
                </a:extLst>
              </p:cNvPr>
              <p:cNvGrpSpPr>
                <a:grpSpLocks/>
              </p:cNvGrpSpPr>
              <p:nvPr/>
            </p:nvGrpSpPr>
            <p:grpSpPr bwMode="auto">
              <a:xfrm>
                <a:off x="3442" y="3032"/>
                <a:ext cx="82" cy="1112"/>
                <a:chOff x="3560" y="2724"/>
                <a:chExt cx="85" cy="1194"/>
              </a:xfrm>
            </p:grpSpPr>
            <p:sp>
              <p:nvSpPr>
                <p:cNvPr id="24" name="Line 27">
                  <a:extLst>
                    <a:ext uri="{FF2B5EF4-FFF2-40B4-BE49-F238E27FC236}">
                      <a16:creationId xmlns:a16="http://schemas.microsoft.com/office/drawing/2014/main" id="{5FAA4A15-CA12-9CA4-9270-536B5329A26C}"/>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5" name="Line 28">
                  <a:extLst>
                    <a:ext uri="{FF2B5EF4-FFF2-40B4-BE49-F238E27FC236}">
                      <a16:creationId xmlns:a16="http://schemas.microsoft.com/office/drawing/2014/main" id="{AE8FC376-CECA-B0F1-2C95-090919D28549}"/>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26" name="Line 29">
                  <a:extLst>
                    <a:ext uri="{FF2B5EF4-FFF2-40B4-BE49-F238E27FC236}">
                      <a16:creationId xmlns:a16="http://schemas.microsoft.com/office/drawing/2014/main" id="{C6266F16-0A4E-61FC-47A4-6BC3C24CE83A}"/>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27" name="Line 30">
                  <a:extLst>
                    <a:ext uri="{FF2B5EF4-FFF2-40B4-BE49-F238E27FC236}">
                      <a16:creationId xmlns:a16="http://schemas.microsoft.com/office/drawing/2014/main" id="{D9331137-CB83-37F3-FD7C-5B3F16239736}"/>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28" name="Line 31">
                  <a:extLst>
                    <a:ext uri="{FF2B5EF4-FFF2-40B4-BE49-F238E27FC236}">
                      <a16:creationId xmlns:a16="http://schemas.microsoft.com/office/drawing/2014/main" id="{BA54AC1E-9851-DF5A-6B40-67783BE34310}"/>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7" name="Group 32">
              <a:extLst>
                <a:ext uri="{FF2B5EF4-FFF2-40B4-BE49-F238E27FC236}">
                  <a16:creationId xmlns:a16="http://schemas.microsoft.com/office/drawing/2014/main" id="{0FB3DE88-4D46-D447-A56A-D54C6EAE5583}"/>
                </a:ext>
              </a:extLst>
            </p:cNvPr>
            <p:cNvGrpSpPr>
              <a:grpSpLocks/>
            </p:cNvGrpSpPr>
            <p:nvPr/>
          </p:nvGrpSpPr>
          <p:grpSpPr bwMode="auto">
            <a:xfrm>
              <a:off x="4262" y="1706"/>
              <a:ext cx="1056" cy="1112"/>
              <a:chOff x="2953" y="3032"/>
              <a:chExt cx="1056" cy="1112"/>
            </a:xfrm>
          </p:grpSpPr>
          <p:sp>
            <p:nvSpPr>
              <p:cNvPr id="8" name="Oval 33">
                <a:extLst>
                  <a:ext uri="{FF2B5EF4-FFF2-40B4-BE49-F238E27FC236}">
                    <a16:creationId xmlns:a16="http://schemas.microsoft.com/office/drawing/2014/main" id="{DD602934-AFF8-83C3-6587-908EA1FD4FB4}"/>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9" name="Group 34">
                <a:extLst>
                  <a:ext uri="{FF2B5EF4-FFF2-40B4-BE49-F238E27FC236}">
                    <a16:creationId xmlns:a16="http://schemas.microsoft.com/office/drawing/2014/main" id="{9B9FEE6D-C5D8-DC04-7816-A99C7EF5115B}"/>
                  </a:ext>
                </a:extLst>
              </p:cNvPr>
              <p:cNvGrpSpPr>
                <a:grpSpLocks/>
              </p:cNvGrpSpPr>
              <p:nvPr/>
            </p:nvGrpSpPr>
            <p:grpSpPr bwMode="auto">
              <a:xfrm>
                <a:off x="2953" y="3543"/>
                <a:ext cx="1056" cy="102"/>
                <a:chOff x="3029" y="3266"/>
                <a:chExt cx="1155" cy="102"/>
              </a:xfrm>
            </p:grpSpPr>
            <p:sp>
              <p:nvSpPr>
                <p:cNvPr id="16" name="Line 35">
                  <a:extLst>
                    <a:ext uri="{FF2B5EF4-FFF2-40B4-BE49-F238E27FC236}">
                      <a16:creationId xmlns:a16="http://schemas.microsoft.com/office/drawing/2014/main" id="{C9CC0FE7-C394-4D3B-3138-8086ADDAD41C}"/>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17" name="Line 36">
                  <a:extLst>
                    <a:ext uri="{FF2B5EF4-FFF2-40B4-BE49-F238E27FC236}">
                      <a16:creationId xmlns:a16="http://schemas.microsoft.com/office/drawing/2014/main" id="{5A97682A-DC27-2A8B-C108-94228CB9D866}"/>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18" name="Line 37">
                  <a:extLst>
                    <a:ext uri="{FF2B5EF4-FFF2-40B4-BE49-F238E27FC236}">
                      <a16:creationId xmlns:a16="http://schemas.microsoft.com/office/drawing/2014/main" id="{839FE0D9-AA3A-AB77-D38C-5955FA948DDF}"/>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19" name="Line 38">
                  <a:extLst>
                    <a:ext uri="{FF2B5EF4-FFF2-40B4-BE49-F238E27FC236}">
                      <a16:creationId xmlns:a16="http://schemas.microsoft.com/office/drawing/2014/main" id="{FD27741B-7ADA-FD10-96C6-959FC26496E2}"/>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0" name="Line 39">
                  <a:extLst>
                    <a:ext uri="{FF2B5EF4-FFF2-40B4-BE49-F238E27FC236}">
                      <a16:creationId xmlns:a16="http://schemas.microsoft.com/office/drawing/2014/main" id="{4A8906B1-F860-F83C-4C9C-785EEFA24D3A}"/>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0" name="Group 40">
                <a:extLst>
                  <a:ext uri="{FF2B5EF4-FFF2-40B4-BE49-F238E27FC236}">
                    <a16:creationId xmlns:a16="http://schemas.microsoft.com/office/drawing/2014/main" id="{A3F4CEEA-5105-DEE2-E0C8-0AA44CCF59BD}"/>
                  </a:ext>
                </a:extLst>
              </p:cNvPr>
              <p:cNvGrpSpPr>
                <a:grpSpLocks/>
              </p:cNvGrpSpPr>
              <p:nvPr/>
            </p:nvGrpSpPr>
            <p:grpSpPr bwMode="auto">
              <a:xfrm>
                <a:off x="3442" y="3032"/>
                <a:ext cx="82" cy="1112"/>
                <a:chOff x="3560" y="2724"/>
                <a:chExt cx="85" cy="1194"/>
              </a:xfrm>
            </p:grpSpPr>
            <p:sp>
              <p:nvSpPr>
                <p:cNvPr id="11" name="Line 41">
                  <a:extLst>
                    <a:ext uri="{FF2B5EF4-FFF2-40B4-BE49-F238E27FC236}">
                      <a16:creationId xmlns:a16="http://schemas.microsoft.com/office/drawing/2014/main" id="{225A348A-34DA-CE68-E5B7-45700265D6B5}"/>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2" name="Line 42">
                  <a:extLst>
                    <a:ext uri="{FF2B5EF4-FFF2-40B4-BE49-F238E27FC236}">
                      <a16:creationId xmlns:a16="http://schemas.microsoft.com/office/drawing/2014/main" id="{73EB5701-C99F-CA13-5072-97B71E388106}"/>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3" name="Line 43">
                  <a:extLst>
                    <a:ext uri="{FF2B5EF4-FFF2-40B4-BE49-F238E27FC236}">
                      <a16:creationId xmlns:a16="http://schemas.microsoft.com/office/drawing/2014/main" id="{C2EFA144-299C-35F3-3DF5-085FC140A51E}"/>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4" name="Line 44">
                  <a:extLst>
                    <a:ext uri="{FF2B5EF4-FFF2-40B4-BE49-F238E27FC236}">
                      <a16:creationId xmlns:a16="http://schemas.microsoft.com/office/drawing/2014/main" id="{C26ECC94-A867-A8FA-F1C2-54998F5DF55C}"/>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5" name="Line 45">
                  <a:extLst>
                    <a:ext uri="{FF2B5EF4-FFF2-40B4-BE49-F238E27FC236}">
                      <a16:creationId xmlns:a16="http://schemas.microsoft.com/office/drawing/2014/main" id="{CD599C0B-A49A-CA82-4CB9-9035B3C59AE2}"/>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sp>
        <p:nvSpPr>
          <p:cNvPr id="47" name="Line 46">
            <a:extLst>
              <a:ext uri="{FF2B5EF4-FFF2-40B4-BE49-F238E27FC236}">
                <a16:creationId xmlns:a16="http://schemas.microsoft.com/office/drawing/2014/main" id="{0B36CE04-A7ED-586C-D66A-148074FC310E}"/>
              </a:ext>
            </a:extLst>
          </p:cNvPr>
          <p:cNvSpPr>
            <a:spLocks noChangeShapeType="1"/>
          </p:cNvSpPr>
          <p:nvPr/>
        </p:nvSpPr>
        <p:spPr bwMode="auto">
          <a:xfrm flipV="1">
            <a:off x="6253163" y="2792878"/>
            <a:ext cx="1206500" cy="0"/>
          </a:xfrm>
          <a:prstGeom prst="line">
            <a:avLst/>
          </a:prstGeom>
          <a:noFill/>
          <a:ln w="28575">
            <a:solidFill>
              <a:srgbClr val="339933"/>
            </a:solidFill>
            <a:round/>
            <a:headEnd/>
            <a:tailEnd/>
          </a:ln>
        </p:spPr>
        <p:txBody>
          <a:bodyPr/>
          <a:lstStyle/>
          <a:p>
            <a:endParaRPr lang="zh-CN" altLang="en-US"/>
          </a:p>
        </p:txBody>
      </p:sp>
      <p:grpSp>
        <p:nvGrpSpPr>
          <p:cNvPr id="48" name="Group 47">
            <a:extLst>
              <a:ext uri="{FF2B5EF4-FFF2-40B4-BE49-F238E27FC236}">
                <a16:creationId xmlns:a16="http://schemas.microsoft.com/office/drawing/2014/main" id="{6A0AC19E-E2C4-CA90-FF6F-CCC958DF9A66}"/>
              </a:ext>
            </a:extLst>
          </p:cNvPr>
          <p:cNvGrpSpPr>
            <a:grpSpLocks/>
          </p:cNvGrpSpPr>
          <p:nvPr/>
        </p:nvGrpSpPr>
        <p:grpSpPr bwMode="auto">
          <a:xfrm>
            <a:off x="6832600" y="6107578"/>
            <a:ext cx="654050" cy="336550"/>
            <a:chOff x="3630" y="3719"/>
            <a:chExt cx="412" cy="212"/>
          </a:xfrm>
        </p:grpSpPr>
        <p:sp>
          <p:nvSpPr>
            <p:cNvPr id="49" name="Oval 48">
              <a:extLst>
                <a:ext uri="{FF2B5EF4-FFF2-40B4-BE49-F238E27FC236}">
                  <a16:creationId xmlns:a16="http://schemas.microsoft.com/office/drawing/2014/main" id="{C0C7FA87-3E1C-0046-C7C1-DC36A6A8D5E4}"/>
                </a:ext>
              </a:extLst>
            </p:cNvPr>
            <p:cNvSpPr>
              <a:spLocks noChangeArrowheads="1"/>
            </p:cNvSpPr>
            <p:nvPr/>
          </p:nvSpPr>
          <p:spPr bwMode="auto">
            <a:xfrm>
              <a:off x="3633" y="3769"/>
              <a:ext cx="44" cy="43"/>
            </a:xfrm>
            <a:prstGeom prst="ellipse">
              <a:avLst/>
            </a:prstGeom>
            <a:solidFill>
              <a:srgbClr val="BBE0E3"/>
            </a:solidFill>
            <a:ln w="19050">
              <a:solidFill>
                <a:schemeClr val="tx1"/>
              </a:solidFill>
              <a:round/>
              <a:headEnd/>
              <a:tailEnd/>
            </a:ln>
          </p:spPr>
          <p:txBody>
            <a:bodyPr wrap="none" anchor="ctr"/>
            <a:lstStyle/>
            <a:p>
              <a:pPr algn="ctr"/>
              <a:endParaRPr lang="zh-CN" altLang="en-US"/>
            </a:p>
          </p:txBody>
        </p:sp>
        <p:sp>
          <p:nvSpPr>
            <p:cNvPr id="50" name="Text Box 49">
              <a:extLst>
                <a:ext uri="{FF2B5EF4-FFF2-40B4-BE49-F238E27FC236}">
                  <a16:creationId xmlns:a16="http://schemas.microsoft.com/office/drawing/2014/main" id="{77E0B399-F916-1C3A-6771-BF644EDECFA1}"/>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CC6600"/>
                  </a:solidFill>
                  <a:latin typeface="Times New Roman" pitchFamily="18" charset="0"/>
                </a:rPr>
                <a:t>b</a:t>
              </a:r>
            </a:p>
          </p:txBody>
        </p:sp>
      </p:grpSp>
      <p:sp>
        <p:nvSpPr>
          <p:cNvPr id="51" name="Line 50">
            <a:extLst>
              <a:ext uri="{FF2B5EF4-FFF2-40B4-BE49-F238E27FC236}">
                <a16:creationId xmlns:a16="http://schemas.microsoft.com/office/drawing/2014/main" id="{008C8117-7679-B436-C317-91856F0A5A26}"/>
              </a:ext>
            </a:extLst>
          </p:cNvPr>
          <p:cNvSpPr>
            <a:spLocks noChangeShapeType="1"/>
          </p:cNvSpPr>
          <p:nvPr/>
        </p:nvSpPr>
        <p:spPr bwMode="auto">
          <a:xfrm flipH="1">
            <a:off x="6388100" y="2761128"/>
            <a:ext cx="696913" cy="896937"/>
          </a:xfrm>
          <a:prstGeom prst="line">
            <a:avLst/>
          </a:prstGeom>
          <a:noFill/>
          <a:ln w="28575">
            <a:solidFill>
              <a:srgbClr val="FF3300"/>
            </a:solidFill>
            <a:round/>
            <a:headEnd/>
            <a:tailEnd/>
          </a:ln>
        </p:spPr>
        <p:txBody>
          <a:bodyPr/>
          <a:lstStyle/>
          <a:p>
            <a:endParaRPr lang="zh-CN" altLang="en-US"/>
          </a:p>
        </p:txBody>
      </p:sp>
      <p:grpSp>
        <p:nvGrpSpPr>
          <p:cNvPr id="52" name="Group 51">
            <a:extLst>
              <a:ext uri="{FF2B5EF4-FFF2-40B4-BE49-F238E27FC236}">
                <a16:creationId xmlns:a16="http://schemas.microsoft.com/office/drawing/2014/main" id="{390EBC93-43C6-E41A-CECB-36AFF2848059}"/>
              </a:ext>
            </a:extLst>
          </p:cNvPr>
          <p:cNvGrpSpPr>
            <a:grpSpLocks/>
          </p:cNvGrpSpPr>
          <p:nvPr/>
        </p:nvGrpSpPr>
        <p:grpSpPr bwMode="auto">
          <a:xfrm>
            <a:off x="6027738" y="2470615"/>
            <a:ext cx="1468437" cy="1277938"/>
            <a:chOff x="2993" y="1582"/>
            <a:chExt cx="925" cy="805"/>
          </a:xfrm>
        </p:grpSpPr>
        <p:sp>
          <p:nvSpPr>
            <p:cNvPr id="53" name="Rectangle 52">
              <a:extLst>
                <a:ext uri="{FF2B5EF4-FFF2-40B4-BE49-F238E27FC236}">
                  <a16:creationId xmlns:a16="http://schemas.microsoft.com/office/drawing/2014/main" id="{DCE5FEDB-01D2-2854-8555-45C95F42B3E3}"/>
                </a:ext>
              </a:extLst>
            </p:cNvPr>
            <p:cNvSpPr>
              <a:spLocks noChangeArrowheads="1"/>
            </p:cNvSpPr>
            <p:nvPr/>
          </p:nvSpPr>
          <p:spPr bwMode="auto">
            <a:xfrm>
              <a:off x="2993" y="2175"/>
              <a:ext cx="309" cy="212"/>
            </a:xfrm>
            <a:prstGeom prst="rect">
              <a:avLst/>
            </a:prstGeom>
            <a:noFill/>
            <a:ln w="9525">
              <a:noFill/>
              <a:miter lim="800000"/>
              <a:headEnd/>
              <a:tailEnd/>
            </a:ln>
          </p:spPr>
          <p:txBody>
            <a:bodyPr wrap="none">
              <a:spAutoFit/>
            </a:bodyPr>
            <a:lstStyle/>
            <a:p>
              <a:r>
                <a:rPr lang="en-US" altLang="zh-CN" sz="1600" b="1" i="1">
                  <a:solidFill>
                    <a:srgbClr val="FF3300"/>
                  </a:solidFill>
                  <a:latin typeface="Times New Roman" pitchFamily="18" charset="0"/>
                </a:rPr>
                <a:t>d</a:t>
              </a:r>
              <a:r>
                <a:rPr lang="en-US" altLang="en-US" sz="1600" b="1">
                  <a:solidFill>
                    <a:srgbClr val="FF3300"/>
                  </a:solidFill>
                  <a:latin typeface="Times New Roman" pitchFamily="18" charset="0"/>
                </a:rPr>
                <a:t>′</a:t>
              </a:r>
              <a:endParaRPr lang="en-US" altLang="zh-CN" sz="1600" b="1">
                <a:solidFill>
                  <a:srgbClr val="FF3300"/>
                </a:solidFill>
                <a:latin typeface="Times New Roman" pitchFamily="18" charset="0"/>
              </a:endParaRPr>
            </a:p>
          </p:txBody>
        </p:sp>
        <p:sp>
          <p:nvSpPr>
            <p:cNvPr id="54" name="Oval 53">
              <a:extLst>
                <a:ext uri="{FF2B5EF4-FFF2-40B4-BE49-F238E27FC236}">
                  <a16:creationId xmlns:a16="http://schemas.microsoft.com/office/drawing/2014/main" id="{4B153FFF-9496-A859-AE37-5E79ED861CBA}"/>
                </a:ext>
              </a:extLst>
            </p:cNvPr>
            <p:cNvSpPr>
              <a:spLocks noChangeArrowheads="1"/>
            </p:cNvSpPr>
            <p:nvPr/>
          </p:nvSpPr>
          <p:spPr bwMode="auto">
            <a:xfrm>
              <a:off x="3630" y="1760"/>
              <a:ext cx="44" cy="44"/>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55" name="Oval 54">
              <a:extLst>
                <a:ext uri="{FF2B5EF4-FFF2-40B4-BE49-F238E27FC236}">
                  <a16:creationId xmlns:a16="http://schemas.microsoft.com/office/drawing/2014/main" id="{019E371E-2D7D-4CF7-8620-10ECADB62A2E}"/>
                </a:ext>
              </a:extLst>
            </p:cNvPr>
            <p:cNvSpPr>
              <a:spLocks noChangeArrowheads="1"/>
            </p:cNvSpPr>
            <p:nvPr/>
          </p:nvSpPr>
          <p:spPr bwMode="auto">
            <a:xfrm>
              <a:off x="3193" y="2315"/>
              <a:ext cx="43" cy="43"/>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56" name="Rectangle 55">
              <a:extLst>
                <a:ext uri="{FF2B5EF4-FFF2-40B4-BE49-F238E27FC236}">
                  <a16:creationId xmlns:a16="http://schemas.microsoft.com/office/drawing/2014/main" id="{234B2DB6-207D-F944-A1C9-00C3773764C8}"/>
                </a:ext>
              </a:extLst>
            </p:cNvPr>
            <p:cNvSpPr>
              <a:spLocks noChangeArrowheads="1"/>
            </p:cNvSpPr>
            <p:nvPr/>
          </p:nvSpPr>
          <p:spPr bwMode="auto">
            <a:xfrm>
              <a:off x="3609" y="1582"/>
              <a:ext cx="309" cy="212"/>
            </a:xfrm>
            <a:prstGeom prst="rect">
              <a:avLst/>
            </a:prstGeom>
            <a:noFill/>
            <a:ln w="9525">
              <a:noFill/>
              <a:miter lim="800000"/>
              <a:headEnd/>
              <a:tailEnd/>
            </a:ln>
          </p:spPr>
          <p:txBody>
            <a:bodyPr wrap="none">
              <a:spAutoFit/>
            </a:bodyPr>
            <a:lstStyle/>
            <a:p>
              <a:r>
                <a:rPr lang="en-US" altLang="zh-CN" sz="1600" b="1" i="1">
                  <a:solidFill>
                    <a:srgbClr val="FF3300"/>
                  </a:solidFill>
                  <a:latin typeface="Times New Roman" pitchFamily="18" charset="0"/>
                </a:rPr>
                <a:t>a</a:t>
              </a:r>
              <a:r>
                <a:rPr lang="en-US" altLang="en-US" sz="1600" b="1">
                  <a:solidFill>
                    <a:srgbClr val="FF3300"/>
                  </a:solidFill>
                  <a:latin typeface="Times New Roman" pitchFamily="18" charset="0"/>
                </a:rPr>
                <a:t>′</a:t>
              </a:r>
              <a:endParaRPr lang="en-US" altLang="zh-CN" sz="1600" b="1">
                <a:solidFill>
                  <a:srgbClr val="FF3300"/>
                </a:solidFill>
                <a:latin typeface="Times New Roman" pitchFamily="18" charset="0"/>
              </a:endParaRPr>
            </a:p>
          </p:txBody>
        </p:sp>
      </p:grpSp>
      <p:sp>
        <p:nvSpPr>
          <p:cNvPr id="57" name="Rectangle 56">
            <a:extLst>
              <a:ext uri="{FF2B5EF4-FFF2-40B4-BE49-F238E27FC236}">
                <a16:creationId xmlns:a16="http://schemas.microsoft.com/office/drawing/2014/main" id="{A1A444D2-95B4-29C7-C35A-E0974C34C23A}"/>
              </a:ext>
            </a:extLst>
          </p:cNvPr>
          <p:cNvSpPr txBox="1">
            <a:spLocks noChangeArrowheads="1"/>
          </p:cNvSpPr>
          <p:nvPr/>
        </p:nvSpPr>
        <p:spPr>
          <a:xfrm>
            <a:off x="1708150" y="822790"/>
            <a:ext cx="8712200" cy="369888"/>
          </a:xfrm>
          <a:prstGeom prst="rect">
            <a:avLst/>
          </a:prstGeom>
        </p:spPr>
        <p:txBody>
          <a:bodyPr vert="horz" lIns="90170" tIns="46990" rIns="90170" bIns="46990" rtlCol="0" anchor="t" anchorCtr="0">
            <a:noAutofit/>
          </a:bodyPr>
          <a:lstStyle>
            <a:lvl1pPr algn="l" defTabSz="914400" rtl="0" eaLnBrk="1" fontAlgn="auto" latinLnBrk="0" hangingPunct="1">
              <a:lnSpc>
                <a:spcPct val="100000"/>
              </a:lnSpc>
              <a:spcBef>
                <a:spcPct val="0"/>
              </a:spcBef>
              <a:buNone/>
              <a:defRPr lang="zh-CN" altLang="en-US" sz="2800" b="1" u="none" strike="noStrike" kern="1200" cap="none" spc="200" normalizeH="0" baseline="0" dirty="0">
                <a:solidFill>
                  <a:schemeClr val="accent1"/>
                </a:solidFill>
                <a:uFillTx/>
                <a:latin typeface="+mj-lt"/>
                <a:ea typeface="微软雅黑" panose="020B0503020204020204" pitchFamily="34" charset="-122"/>
                <a:cs typeface="+mj-cs"/>
              </a:defRPr>
            </a:lvl1pPr>
          </a:lstStyle>
          <a:p>
            <a:r>
              <a:rPr lang="zh-CN" altLang="en-US" sz="2400" dirty="0">
                <a:solidFill>
                  <a:srgbClr val="0033CC"/>
                </a:solidFill>
                <a:latin typeface="Times New Roman" pitchFamily="18" charset="0"/>
              </a:rPr>
              <a:t>例</a:t>
            </a:r>
            <a:r>
              <a:rPr lang="en-US" altLang="zh-CN" sz="2400" dirty="0">
                <a:solidFill>
                  <a:srgbClr val="0033CC"/>
                </a:solidFill>
                <a:latin typeface="Times New Roman" pitchFamily="18" charset="0"/>
              </a:rPr>
              <a:t>.</a:t>
            </a:r>
            <a:r>
              <a:rPr lang="zh-CN" altLang="en-US" sz="2400" dirty="0">
                <a:latin typeface="Times New Roman" pitchFamily="18" charset="0"/>
              </a:rPr>
              <a:t>已知圆球表面上曲线</a:t>
            </a:r>
            <a:r>
              <a:rPr lang="en-US" altLang="zh-CN" sz="2400" i="1" dirty="0">
                <a:latin typeface="Times New Roman" pitchFamily="18" charset="0"/>
              </a:rPr>
              <a:t>AD</a:t>
            </a:r>
            <a:r>
              <a:rPr lang="zh-CN" altLang="en-US" sz="2400" dirty="0">
                <a:latin typeface="Times New Roman" pitchFamily="18" charset="0"/>
              </a:rPr>
              <a:t>的</a:t>
            </a:r>
            <a:r>
              <a:rPr lang="en-US" altLang="zh-CN" sz="2400" i="1" dirty="0">
                <a:latin typeface="Times New Roman" pitchFamily="18" charset="0"/>
              </a:rPr>
              <a:t>V</a:t>
            </a:r>
            <a:r>
              <a:rPr lang="zh-CN" altLang="en-US" sz="2400" dirty="0">
                <a:latin typeface="Times New Roman" pitchFamily="18" charset="0"/>
              </a:rPr>
              <a:t>投影</a:t>
            </a:r>
            <a:r>
              <a:rPr lang="en-US" altLang="zh-CN" sz="2400" i="1" dirty="0" err="1">
                <a:latin typeface="Times New Roman" pitchFamily="18" charset="0"/>
              </a:rPr>
              <a:t>a</a:t>
            </a:r>
            <a:r>
              <a:rPr lang="en-US" altLang="zh-CN" sz="2400" dirty="0" err="1">
                <a:latin typeface="Times New Roman" pitchFamily="18" charset="0"/>
              </a:rPr>
              <a:t>′</a:t>
            </a:r>
            <a:r>
              <a:rPr lang="en-US" altLang="zh-CN" sz="2400" i="1" dirty="0" err="1">
                <a:latin typeface="Times New Roman" pitchFamily="18" charset="0"/>
              </a:rPr>
              <a:t>d</a:t>
            </a:r>
            <a:r>
              <a:rPr lang="en-US" altLang="zh-CN" sz="2400" dirty="0">
                <a:latin typeface="Times New Roman" pitchFamily="18" charset="0"/>
              </a:rPr>
              <a:t>′</a:t>
            </a:r>
            <a:r>
              <a:rPr lang="zh-CN" altLang="en-US" sz="2400" dirty="0">
                <a:latin typeface="Times New Roman" pitchFamily="18" charset="0"/>
              </a:rPr>
              <a:t>，求其另两投影。</a:t>
            </a:r>
          </a:p>
        </p:txBody>
      </p:sp>
      <p:sp>
        <p:nvSpPr>
          <p:cNvPr id="58" name="Rectangle 57">
            <a:extLst>
              <a:ext uri="{FF2B5EF4-FFF2-40B4-BE49-F238E27FC236}">
                <a16:creationId xmlns:a16="http://schemas.microsoft.com/office/drawing/2014/main" id="{638CB6EF-44EA-A2DB-35C8-DFBF3A8F7B51}"/>
              </a:ext>
            </a:extLst>
          </p:cNvPr>
          <p:cNvSpPr>
            <a:spLocks noChangeArrowheads="1"/>
          </p:cNvSpPr>
          <p:nvPr/>
        </p:nvSpPr>
        <p:spPr bwMode="auto">
          <a:xfrm>
            <a:off x="1708150" y="1346665"/>
            <a:ext cx="8326438" cy="1006475"/>
          </a:xfrm>
          <a:prstGeom prst="rect">
            <a:avLst/>
          </a:prstGeom>
          <a:noFill/>
          <a:ln w="9525">
            <a:noFill/>
            <a:miter lim="800000"/>
            <a:headEnd/>
            <a:tailEnd/>
          </a:ln>
        </p:spPr>
        <p:txBody>
          <a:bodyPr>
            <a:spAutoFit/>
          </a:bodyPr>
          <a:lstStyle/>
          <a:p>
            <a:r>
              <a:rPr lang="zh-CN" altLang="en-US" sz="2000" b="1">
                <a:solidFill>
                  <a:srgbClr val="0066FF"/>
                </a:solidFill>
                <a:latin typeface="Times New Roman" pitchFamily="18" charset="0"/>
              </a:rPr>
              <a:t>分析：</a:t>
            </a:r>
            <a:r>
              <a:rPr lang="zh-CN" altLang="en-US" sz="2000" b="1">
                <a:latin typeface="Times New Roman" pitchFamily="18" charset="0"/>
              </a:rPr>
              <a:t>在曲线</a:t>
            </a:r>
            <a:r>
              <a:rPr lang="en-US" altLang="zh-CN" sz="2000" b="1" i="1">
                <a:latin typeface="Times New Roman" pitchFamily="18" charset="0"/>
              </a:rPr>
              <a:t>AD</a:t>
            </a:r>
            <a:r>
              <a:rPr lang="zh-CN" altLang="en-US" sz="2000" b="1">
                <a:latin typeface="Times New Roman" pitchFamily="18" charset="0"/>
              </a:rPr>
              <a:t>上，选若干点</a:t>
            </a:r>
            <a:r>
              <a:rPr lang="en-US" altLang="zh-CN" sz="2000" b="1" i="1">
                <a:latin typeface="Times New Roman" pitchFamily="18" charset="0"/>
              </a:rPr>
              <a:t>A</a:t>
            </a:r>
            <a:r>
              <a:rPr lang="zh-CN" altLang="en-US" sz="2000" b="1" i="1">
                <a:latin typeface="Times New Roman" pitchFamily="18" charset="0"/>
              </a:rPr>
              <a:t>、</a:t>
            </a:r>
            <a:r>
              <a:rPr lang="en-US" altLang="zh-CN" sz="2000" b="1" i="1">
                <a:latin typeface="Times New Roman" pitchFamily="18" charset="0"/>
              </a:rPr>
              <a:t>B</a:t>
            </a:r>
            <a:r>
              <a:rPr lang="zh-CN" altLang="en-US" sz="2000" b="1" i="1">
                <a:latin typeface="Times New Roman" pitchFamily="18" charset="0"/>
              </a:rPr>
              <a:t>、</a:t>
            </a:r>
            <a:r>
              <a:rPr lang="en-US" altLang="zh-CN" sz="2000" b="1" i="1">
                <a:latin typeface="Times New Roman" pitchFamily="18" charset="0"/>
              </a:rPr>
              <a:t>C</a:t>
            </a:r>
            <a:r>
              <a:rPr lang="zh-CN" altLang="en-US" sz="2000" b="1" i="1">
                <a:latin typeface="Times New Roman" pitchFamily="18" charset="0"/>
              </a:rPr>
              <a:t>、</a:t>
            </a:r>
            <a:r>
              <a:rPr lang="en-US" altLang="zh-CN" sz="2000" b="1" i="1">
                <a:latin typeface="Times New Roman" pitchFamily="18" charset="0"/>
              </a:rPr>
              <a:t>D</a:t>
            </a:r>
            <a:r>
              <a:rPr lang="zh-CN" altLang="en-US" sz="2000" b="1">
                <a:latin typeface="Times New Roman" pitchFamily="18" charset="0"/>
              </a:rPr>
              <a:t>，其中点</a:t>
            </a:r>
            <a:r>
              <a:rPr lang="en-US" altLang="zh-CN" sz="2000" b="1" i="1">
                <a:latin typeface="Times New Roman" pitchFamily="18" charset="0"/>
              </a:rPr>
              <a:t>B</a:t>
            </a:r>
            <a:r>
              <a:rPr lang="zh-CN" altLang="en-US" sz="2000" b="1">
                <a:latin typeface="Times New Roman" pitchFamily="18" charset="0"/>
              </a:rPr>
              <a:t>和</a:t>
            </a:r>
            <a:r>
              <a:rPr lang="en-US" altLang="zh-CN" sz="2000" b="1" i="1">
                <a:latin typeface="Times New Roman" pitchFamily="18" charset="0"/>
              </a:rPr>
              <a:t>C</a:t>
            </a:r>
            <a:r>
              <a:rPr lang="zh-CN" altLang="en-US" sz="2000" b="1">
                <a:latin typeface="Times New Roman" pitchFamily="18" charset="0"/>
              </a:rPr>
              <a:t>为特殊点，点</a:t>
            </a:r>
            <a:r>
              <a:rPr lang="en-US" altLang="zh-CN" sz="2000" b="1" i="1">
                <a:latin typeface="Times New Roman" pitchFamily="18" charset="0"/>
              </a:rPr>
              <a:t>B</a:t>
            </a:r>
            <a:r>
              <a:rPr lang="zh-CN" altLang="en-US" sz="2000" b="1">
                <a:latin typeface="Times New Roman" pitchFamily="18" charset="0"/>
              </a:rPr>
              <a:t>在侧面最大圆上，点</a:t>
            </a:r>
            <a:r>
              <a:rPr lang="en-US" altLang="zh-CN" sz="2000" b="1" i="1">
                <a:latin typeface="Times New Roman" pitchFamily="18" charset="0"/>
              </a:rPr>
              <a:t>C</a:t>
            </a:r>
            <a:r>
              <a:rPr lang="zh-CN" altLang="en-US" sz="2000" b="1">
                <a:latin typeface="Times New Roman" pitchFamily="18" charset="0"/>
              </a:rPr>
              <a:t>在水平最大圆上，其另外两投影可直接求出。曲线两端点</a:t>
            </a:r>
            <a:r>
              <a:rPr lang="en-US" altLang="zh-CN" sz="2000" b="1" i="1">
                <a:latin typeface="Times New Roman" pitchFamily="18" charset="0"/>
              </a:rPr>
              <a:t>A</a:t>
            </a:r>
            <a:r>
              <a:rPr lang="zh-CN" altLang="en-US" sz="2000" b="1">
                <a:latin typeface="Times New Roman" pitchFamily="18" charset="0"/>
              </a:rPr>
              <a:t>和</a:t>
            </a:r>
            <a:r>
              <a:rPr lang="en-US" altLang="zh-CN" sz="2000" b="1" i="1">
                <a:latin typeface="Times New Roman" pitchFamily="18" charset="0"/>
              </a:rPr>
              <a:t>D</a:t>
            </a:r>
            <a:r>
              <a:rPr lang="zh-CN" altLang="en-US" sz="2000" b="1">
                <a:latin typeface="Times New Roman" pitchFamily="18" charset="0"/>
              </a:rPr>
              <a:t>为一般点，需作辅助线求解。</a:t>
            </a:r>
            <a:endParaRPr lang="zh-CN" altLang="en-US" sz="2000" b="1">
              <a:solidFill>
                <a:schemeClr val="tx2"/>
              </a:solidFill>
              <a:latin typeface="Times New Roman" pitchFamily="18" charset="0"/>
            </a:endParaRPr>
          </a:p>
        </p:txBody>
      </p:sp>
      <p:sp>
        <p:nvSpPr>
          <p:cNvPr id="59" name="Rectangle 58">
            <a:extLst>
              <a:ext uri="{FF2B5EF4-FFF2-40B4-BE49-F238E27FC236}">
                <a16:creationId xmlns:a16="http://schemas.microsoft.com/office/drawing/2014/main" id="{01D2A953-32CF-3C43-C698-4BAF34D80D0F}"/>
              </a:ext>
            </a:extLst>
          </p:cNvPr>
          <p:cNvSpPr>
            <a:spLocks noChangeArrowheads="1"/>
          </p:cNvSpPr>
          <p:nvPr/>
        </p:nvSpPr>
        <p:spPr bwMode="auto">
          <a:xfrm>
            <a:off x="1730375" y="2707153"/>
            <a:ext cx="4387850" cy="366712"/>
          </a:xfrm>
          <a:prstGeom prst="rect">
            <a:avLst/>
          </a:prstGeom>
          <a:noFill/>
          <a:ln w="9525">
            <a:noFill/>
            <a:miter lim="800000"/>
            <a:headEnd/>
            <a:tailEnd/>
          </a:ln>
        </p:spPr>
        <p:txBody>
          <a:bodyPr>
            <a:spAutoFit/>
          </a:bodyPr>
          <a:lstStyle/>
          <a:p>
            <a:pPr>
              <a:lnSpc>
                <a:spcPct val="90000"/>
              </a:lnSpc>
            </a:pPr>
            <a:r>
              <a:rPr lang="en-US" altLang="zh-CN" sz="2000" b="1">
                <a:solidFill>
                  <a:srgbClr val="FF3300"/>
                </a:solidFill>
                <a:latin typeface="Times New Roman" pitchFamily="18" charset="0"/>
              </a:rPr>
              <a:t>1</a:t>
            </a:r>
            <a:r>
              <a:rPr lang="zh-CN" altLang="en-US" sz="2000" b="1">
                <a:solidFill>
                  <a:srgbClr val="FF3300"/>
                </a:solidFill>
                <a:latin typeface="Times New Roman" pitchFamily="18" charset="0"/>
              </a:rPr>
              <a:t>）</a:t>
            </a:r>
            <a:r>
              <a:rPr lang="zh-CN" altLang="en-US" sz="2000" b="1">
                <a:latin typeface="Times New Roman" pitchFamily="18" charset="0"/>
              </a:rPr>
              <a:t>求特殊点</a:t>
            </a:r>
            <a:r>
              <a:rPr lang="en-US" altLang="zh-CN" sz="2000" b="1" i="1">
                <a:latin typeface="Times New Roman" pitchFamily="18" charset="0"/>
              </a:rPr>
              <a:t>B</a:t>
            </a:r>
            <a:r>
              <a:rPr lang="zh-CN" altLang="en-US" sz="2000" b="1" i="1">
                <a:latin typeface="Times New Roman" pitchFamily="18" charset="0"/>
              </a:rPr>
              <a:t>、</a:t>
            </a:r>
            <a:r>
              <a:rPr lang="en-US" altLang="zh-CN" sz="2000" b="1" i="1">
                <a:latin typeface="Times New Roman" pitchFamily="18" charset="0"/>
              </a:rPr>
              <a:t>C</a:t>
            </a:r>
            <a:r>
              <a:rPr lang="zh-CN" altLang="en-US" sz="2000" b="1">
                <a:latin typeface="Times New Roman" pitchFamily="18" charset="0"/>
              </a:rPr>
              <a:t>的</a:t>
            </a:r>
            <a:r>
              <a:rPr lang="en-US" altLang="zh-CN" sz="2000" b="1" i="1">
                <a:latin typeface="Times New Roman" pitchFamily="18" charset="0"/>
              </a:rPr>
              <a:t>H</a:t>
            </a:r>
            <a:r>
              <a:rPr lang="zh-CN" altLang="en-US" sz="2000" b="1" i="1">
                <a:latin typeface="Times New Roman" pitchFamily="18" charset="0"/>
              </a:rPr>
              <a:t>、</a:t>
            </a:r>
            <a:r>
              <a:rPr lang="en-US" altLang="zh-CN" sz="2000" b="1" i="1">
                <a:latin typeface="Times New Roman" pitchFamily="18" charset="0"/>
              </a:rPr>
              <a:t>W</a:t>
            </a:r>
            <a:r>
              <a:rPr lang="zh-CN" altLang="en-US" sz="2000" b="1">
                <a:latin typeface="Times New Roman" pitchFamily="18" charset="0"/>
              </a:rPr>
              <a:t>投影；</a:t>
            </a:r>
          </a:p>
        </p:txBody>
      </p:sp>
      <p:sp>
        <p:nvSpPr>
          <p:cNvPr id="60" name="Rectangle 59">
            <a:extLst>
              <a:ext uri="{FF2B5EF4-FFF2-40B4-BE49-F238E27FC236}">
                <a16:creationId xmlns:a16="http://schemas.microsoft.com/office/drawing/2014/main" id="{505BA0FC-23EE-1001-B359-229930786C20}"/>
              </a:ext>
            </a:extLst>
          </p:cNvPr>
          <p:cNvSpPr>
            <a:spLocks noChangeArrowheads="1"/>
          </p:cNvSpPr>
          <p:nvPr/>
        </p:nvSpPr>
        <p:spPr bwMode="auto">
          <a:xfrm>
            <a:off x="1708150" y="3000840"/>
            <a:ext cx="4275138" cy="701675"/>
          </a:xfrm>
          <a:prstGeom prst="rect">
            <a:avLst/>
          </a:prstGeom>
          <a:noFill/>
          <a:ln w="9525">
            <a:noFill/>
            <a:miter lim="800000"/>
            <a:headEnd/>
            <a:tailEnd/>
          </a:ln>
        </p:spPr>
        <p:txBody>
          <a:bodyPr>
            <a:spAutoFit/>
          </a:bodyPr>
          <a:lstStyle/>
          <a:p>
            <a:r>
              <a:rPr lang="en-US" altLang="zh-CN" sz="2000" b="1">
                <a:solidFill>
                  <a:srgbClr val="FF3300"/>
                </a:solidFill>
                <a:latin typeface="Times New Roman" pitchFamily="18" charset="0"/>
              </a:rPr>
              <a:t>2</a:t>
            </a:r>
            <a:r>
              <a:rPr lang="zh-CN" altLang="en-US" sz="2000" b="1">
                <a:solidFill>
                  <a:srgbClr val="FF3300"/>
                </a:solidFill>
                <a:latin typeface="Times New Roman" pitchFamily="18" charset="0"/>
              </a:rPr>
              <a:t>）</a:t>
            </a:r>
            <a:r>
              <a:rPr lang="zh-CN" altLang="en-US" sz="2000" b="1">
                <a:latin typeface="Times New Roman" pitchFamily="18" charset="0"/>
              </a:rPr>
              <a:t>过</a:t>
            </a:r>
            <a:r>
              <a:rPr lang="en-US" altLang="zh-CN" sz="2000" b="1" i="1">
                <a:latin typeface="Times New Roman" pitchFamily="18" charset="0"/>
              </a:rPr>
              <a:t>a</a:t>
            </a:r>
            <a:r>
              <a:rPr lang="en-US" altLang="zh-CN" sz="2000" b="1">
                <a:latin typeface="Times New Roman" pitchFamily="18" charset="0"/>
              </a:rPr>
              <a:t>′</a:t>
            </a:r>
            <a:r>
              <a:rPr lang="zh-CN" altLang="en-US" sz="2000" b="1">
                <a:latin typeface="Times New Roman" pitchFamily="18" charset="0"/>
              </a:rPr>
              <a:t>和</a:t>
            </a:r>
            <a:r>
              <a:rPr lang="en-US" altLang="zh-CN" sz="2000" b="1" i="1">
                <a:latin typeface="Times New Roman" pitchFamily="18" charset="0"/>
              </a:rPr>
              <a:t>d</a:t>
            </a:r>
            <a:r>
              <a:rPr lang="en-US" altLang="zh-CN" sz="2000" b="1">
                <a:latin typeface="Times New Roman" pitchFamily="18" charset="0"/>
              </a:rPr>
              <a:t>′</a:t>
            </a:r>
            <a:r>
              <a:rPr lang="zh-CN" altLang="en-US" sz="2000" b="1">
                <a:latin typeface="Times New Roman" pitchFamily="18" charset="0"/>
              </a:rPr>
              <a:t>分别作水平纬线圆，求出</a:t>
            </a:r>
            <a:r>
              <a:rPr lang="en-US" altLang="zh-CN" sz="2000" b="1" i="1">
                <a:latin typeface="Times New Roman" pitchFamily="18" charset="0"/>
              </a:rPr>
              <a:t>a</a:t>
            </a:r>
            <a:r>
              <a:rPr lang="zh-CN" altLang="en-US" sz="2000" b="1">
                <a:latin typeface="Times New Roman" pitchFamily="18" charset="0"/>
              </a:rPr>
              <a:t>和</a:t>
            </a:r>
            <a:r>
              <a:rPr lang="en-US" altLang="zh-CN" sz="2000" b="1" i="1">
                <a:latin typeface="Times New Roman" pitchFamily="18" charset="0"/>
              </a:rPr>
              <a:t>d</a:t>
            </a:r>
            <a:r>
              <a:rPr lang="zh-CN" altLang="en-US" sz="2000" b="1">
                <a:latin typeface="Times New Roman" pitchFamily="18" charset="0"/>
              </a:rPr>
              <a:t>；</a:t>
            </a:r>
          </a:p>
        </p:txBody>
      </p:sp>
      <p:sp>
        <p:nvSpPr>
          <p:cNvPr id="61" name="Line 60">
            <a:extLst>
              <a:ext uri="{FF2B5EF4-FFF2-40B4-BE49-F238E27FC236}">
                <a16:creationId xmlns:a16="http://schemas.microsoft.com/office/drawing/2014/main" id="{EF27C6A2-6251-0B63-3170-450D691BF77C}"/>
              </a:ext>
            </a:extLst>
          </p:cNvPr>
          <p:cNvSpPr>
            <a:spLocks noChangeShapeType="1"/>
          </p:cNvSpPr>
          <p:nvPr/>
        </p:nvSpPr>
        <p:spPr bwMode="auto">
          <a:xfrm>
            <a:off x="9077325" y="4221628"/>
            <a:ext cx="0" cy="1284287"/>
          </a:xfrm>
          <a:prstGeom prst="line">
            <a:avLst/>
          </a:prstGeom>
          <a:noFill/>
          <a:ln w="9525">
            <a:solidFill>
              <a:schemeClr val="tx1"/>
            </a:solidFill>
            <a:round/>
            <a:headEnd/>
            <a:tailEnd/>
          </a:ln>
        </p:spPr>
        <p:txBody>
          <a:bodyPr/>
          <a:lstStyle/>
          <a:p>
            <a:endParaRPr lang="zh-CN" altLang="en-US"/>
          </a:p>
        </p:txBody>
      </p:sp>
      <p:sp>
        <p:nvSpPr>
          <p:cNvPr id="62" name="Line 61">
            <a:extLst>
              <a:ext uri="{FF2B5EF4-FFF2-40B4-BE49-F238E27FC236}">
                <a16:creationId xmlns:a16="http://schemas.microsoft.com/office/drawing/2014/main" id="{C6496A17-5F43-C4B4-4ED4-B6829C20124B}"/>
              </a:ext>
            </a:extLst>
          </p:cNvPr>
          <p:cNvSpPr>
            <a:spLocks noChangeShapeType="1"/>
          </p:cNvSpPr>
          <p:nvPr/>
        </p:nvSpPr>
        <p:spPr bwMode="auto">
          <a:xfrm>
            <a:off x="8218488" y="4642315"/>
            <a:ext cx="1668462" cy="1671638"/>
          </a:xfrm>
          <a:prstGeom prst="line">
            <a:avLst/>
          </a:prstGeom>
          <a:noFill/>
          <a:ln w="9525">
            <a:solidFill>
              <a:srgbClr val="FF3300"/>
            </a:solidFill>
            <a:round/>
            <a:headEnd/>
            <a:tailEnd/>
          </a:ln>
        </p:spPr>
        <p:txBody>
          <a:bodyPr/>
          <a:lstStyle/>
          <a:p>
            <a:endParaRPr lang="zh-CN" altLang="en-US"/>
          </a:p>
        </p:txBody>
      </p:sp>
      <p:grpSp>
        <p:nvGrpSpPr>
          <p:cNvPr id="63" name="Group 62">
            <a:extLst>
              <a:ext uri="{FF2B5EF4-FFF2-40B4-BE49-F238E27FC236}">
                <a16:creationId xmlns:a16="http://schemas.microsoft.com/office/drawing/2014/main" id="{91C6E7FD-B5A1-A3D8-7C4F-C938934DB52A}"/>
              </a:ext>
            </a:extLst>
          </p:cNvPr>
          <p:cNvGrpSpPr>
            <a:grpSpLocks/>
          </p:cNvGrpSpPr>
          <p:nvPr/>
        </p:nvGrpSpPr>
        <p:grpSpPr bwMode="auto">
          <a:xfrm>
            <a:off x="6613525" y="2781765"/>
            <a:ext cx="555625" cy="336550"/>
            <a:chOff x="3494" y="2223"/>
            <a:chExt cx="350" cy="212"/>
          </a:xfrm>
        </p:grpSpPr>
        <p:sp>
          <p:nvSpPr>
            <p:cNvPr id="64" name="Oval 63">
              <a:extLst>
                <a:ext uri="{FF2B5EF4-FFF2-40B4-BE49-F238E27FC236}">
                  <a16:creationId xmlns:a16="http://schemas.microsoft.com/office/drawing/2014/main" id="{0234C5A1-D331-F4F6-2F3D-33E2BA2CA0FE}"/>
                </a:ext>
              </a:extLst>
            </p:cNvPr>
            <p:cNvSpPr>
              <a:spLocks noChangeArrowheads="1"/>
            </p:cNvSpPr>
            <p:nvPr/>
          </p:nvSpPr>
          <p:spPr bwMode="auto">
            <a:xfrm>
              <a:off x="3630" y="2358"/>
              <a:ext cx="44" cy="44"/>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65" name="Text Box 64">
              <a:extLst>
                <a:ext uri="{FF2B5EF4-FFF2-40B4-BE49-F238E27FC236}">
                  <a16:creationId xmlns:a16="http://schemas.microsoft.com/office/drawing/2014/main" id="{2CBA178D-C0E1-A268-09ED-68CFB62CD97F}"/>
                </a:ext>
              </a:extLst>
            </p:cNvPr>
            <p:cNvSpPr txBox="1">
              <a:spLocks noChangeArrowheads="1"/>
            </p:cNvSpPr>
            <p:nvPr/>
          </p:nvSpPr>
          <p:spPr bwMode="auto">
            <a:xfrm rot="10800000" flipV="1">
              <a:off x="3494" y="2223"/>
              <a:ext cx="35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grpSp>
      <p:grpSp>
        <p:nvGrpSpPr>
          <p:cNvPr id="66" name="Group 65">
            <a:extLst>
              <a:ext uri="{FF2B5EF4-FFF2-40B4-BE49-F238E27FC236}">
                <a16:creationId xmlns:a16="http://schemas.microsoft.com/office/drawing/2014/main" id="{6C5FDF26-1C2F-4575-1D93-A73B6594CA74}"/>
              </a:ext>
            </a:extLst>
          </p:cNvPr>
          <p:cNvGrpSpPr>
            <a:grpSpLocks/>
          </p:cNvGrpSpPr>
          <p:nvPr/>
        </p:nvGrpSpPr>
        <p:grpSpPr bwMode="auto">
          <a:xfrm>
            <a:off x="6343650" y="3051640"/>
            <a:ext cx="539750" cy="336550"/>
            <a:chOff x="3305" y="2188"/>
            <a:chExt cx="340" cy="212"/>
          </a:xfrm>
        </p:grpSpPr>
        <p:sp>
          <p:nvSpPr>
            <p:cNvPr id="67" name="Oval 66">
              <a:extLst>
                <a:ext uri="{FF2B5EF4-FFF2-40B4-BE49-F238E27FC236}">
                  <a16:creationId xmlns:a16="http://schemas.microsoft.com/office/drawing/2014/main" id="{3D967AC8-962D-04DE-C656-C7C97CC08589}"/>
                </a:ext>
              </a:extLst>
            </p:cNvPr>
            <p:cNvSpPr>
              <a:spLocks noChangeArrowheads="1"/>
            </p:cNvSpPr>
            <p:nvPr/>
          </p:nvSpPr>
          <p:spPr bwMode="auto">
            <a:xfrm>
              <a:off x="3460" y="2351"/>
              <a:ext cx="44" cy="43"/>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68" name="Text Box 67">
              <a:extLst>
                <a:ext uri="{FF2B5EF4-FFF2-40B4-BE49-F238E27FC236}">
                  <a16:creationId xmlns:a16="http://schemas.microsoft.com/office/drawing/2014/main" id="{B9839F84-6B20-8236-92EE-876301FC2CEE}"/>
                </a:ext>
              </a:extLst>
            </p:cNvPr>
            <p:cNvSpPr txBox="1">
              <a:spLocks noChangeArrowheads="1"/>
            </p:cNvSpPr>
            <p:nvPr/>
          </p:nvSpPr>
          <p:spPr bwMode="auto">
            <a:xfrm rot="10800000" flipV="1">
              <a:off x="3305" y="2188"/>
              <a:ext cx="34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grpSp>
      <p:sp>
        <p:nvSpPr>
          <p:cNvPr id="69" name="Line 68">
            <a:extLst>
              <a:ext uri="{FF2B5EF4-FFF2-40B4-BE49-F238E27FC236}">
                <a16:creationId xmlns:a16="http://schemas.microsoft.com/office/drawing/2014/main" id="{BD677E8F-8A4D-F55C-A06A-F903C97FBACB}"/>
              </a:ext>
            </a:extLst>
          </p:cNvPr>
          <p:cNvSpPr>
            <a:spLocks noChangeShapeType="1"/>
          </p:cNvSpPr>
          <p:nvPr/>
        </p:nvSpPr>
        <p:spPr bwMode="auto">
          <a:xfrm>
            <a:off x="7693025" y="5504328"/>
            <a:ext cx="1384300" cy="0"/>
          </a:xfrm>
          <a:prstGeom prst="line">
            <a:avLst/>
          </a:prstGeom>
          <a:noFill/>
          <a:ln w="9525">
            <a:solidFill>
              <a:schemeClr val="tx1"/>
            </a:solidFill>
            <a:round/>
            <a:headEnd/>
            <a:tailEnd/>
          </a:ln>
        </p:spPr>
        <p:txBody>
          <a:bodyPr/>
          <a:lstStyle/>
          <a:p>
            <a:endParaRPr lang="zh-CN" altLang="en-US"/>
          </a:p>
        </p:txBody>
      </p:sp>
      <p:sp>
        <p:nvSpPr>
          <p:cNvPr id="70" name="Rectangle 69">
            <a:extLst>
              <a:ext uri="{FF2B5EF4-FFF2-40B4-BE49-F238E27FC236}">
                <a16:creationId xmlns:a16="http://schemas.microsoft.com/office/drawing/2014/main" id="{4B4A57CA-86CB-5652-A750-FB07B3624754}"/>
              </a:ext>
            </a:extLst>
          </p:cNvPr>
          <p:cNvSpPr>
            <a:spLocks noChangeArrowheads="1"/>
          </p:cNvSpPr>
          <p:nvPr/>
        </p:nvSpPr>
        <p:spPr bwMode="auto">
          <a:xfrm>
            <a:off x="1708150" y="3677115"/>
            <a:ext cx="4230688" cy="701675"/>
          </a:xfrm>
          <a:prstGeom prst="rect">
            <a:avLst/>
          </a:prstGeom>
          <a:noFill/>
          <a:ln w="9525">
            <a:noFill/>
            <a:miter lim="800000"/>
            <a:headEnd/>
            <a:tailEnd/>
          </a:ln>
        </p:spPr>
        <p:txBody>
          <a:bodyPr>
            <a:spAutoFit/>
          </a:bodyPr>
          <a:lstStyle/>
          <a:p>
            <a:r>
              <a:rPr lang="en-US" altLang="zh-CN" sz="2000" b="1">
                <a:solidFill>
                  <a:srgbClr val="FF3300"/>
                </a:solidFill>
                <a:latin typeface="Times New Roman" pitchFamily="18" charset="0"/>
              </a:rPr>
              <a:t>3</a:t>
            </a:r>
            <a:r>
              <a:rPr lang="zh-CN" altLang="en-US" sz="2000" b="1">
                <a:solidFill>
                  <a:srgbClr val="FF3300"/>
                </a:solidFill>
                <a:latin typeface="Times New Roman" pitchFamily="18" charset="0"/>
              </a:rPr>
              <a:t>）</a:t>
            </a:r>
            <a:r>
              <a:rPr lang="zh-CN" altLang="en-US" sz="2000" b="1">
                <a:latin typeface="Times New Roman" pitchFamily="18" charset="0"/>
              </a:rPr>
              <a:t>由</a:t>
            </a:r>
            <a:r>
              <a:rPr lang="en-US" altLang="zh-CN" sz="2000" b="1" i="1">
                <a:latin typeface="Times New Roman" pitchFamily="18" charset="0"/>
              </a:rPr>
              <a:t>a</a:t>
            </a:r>
            <a:r>
              <a:rPr lang="zh-CN" altLang="en-US" sz="2000" b="1" i="1">
                <a:latin typeface="Times New Roman" pitchFamily="18" charset="0"/>
              </a:rPr>
              <a:t>、</a:t>
            </a:r>
            <a:r>
              <a:rPr lang="en-US" altLang="zh-CN" sz="2000" b="1" i="1">
                <a:latin typeface="Times New Roman" pitchFamily="18" charset="0"/>
              </a:rPr>
              <a:t>a</a:t>
            </a:r>
            <a:r>
              <a:rPr lang="en-US" altLang="zh-CN" sz="2000" b="1">
                <a:latin typeface="Times New Roman" pitchFamily="18" charset="0"/>
              </a:rPr>
              <a:t>′</a:t>
            </a:r>
            <a:r>
              <a:rPr lang="zh-CN" altLang="en-US" sz="2000" b="1">
                <a:latin typeface="Times New Roman" pitchFamily="18" charset="0"/>
              </a:rPr>
              <a:t>及</a:t>
            </a:r>
            <a:r>
              <a:rPr lang="en-US" altLang="zh-CN" sz="2000" b="1" i="1">
                <a:latin typeface="Times New Roman" pitchFamily="18" charset="0"/>
              </a:rPr>
              <a:t>d</a:t>
            </a:r>
            <a:r>
              <a:rPr lang="zh-CN" altLang="en-US" sz="2000" b="1" i="1">
                <a:latin typeface="Times New Roman" pitchFamily="18" charset="0"/>
              </a:rPr>
              <a:t>、</a:t>
            </a:r>
            <a:r>
              <a:rPr lang="en-US" altLang="zh-CN" sz="2000" b="1" i="1">
                <a:latin typeface="Times New Roman" pitchFamily="18" charset="0"/>
              </a:rPr>
              <a:t>d</a:t>
            </a:r>
            <a:r>
              <a:rPr lang="en-US" altLang="zh-CN" sz="2000" b="1">
                <a:latin typeface="Times New Roman" pitchFamily="18" charset="0"/>
              </a:rPr>
              <a:t>′</a:t>
            </a:r>
            <a:r>
              <a:rPr lang="zh-CN" altLang="en-US" sz="2000" b="1">
                <a:latin typeface="Times New Roman" pitchFamily="18" charset="0"/>
              </a:rPr>
              <a:t>分别求出</a:t>
            </a:r>
            <a:r>
              <a:rPr lang="en-US" altLang="zh-CN" sz="2000" b="1" i="1">
                <a:latin typeface="Times New Roman" pitchFamily="18" charset="0"/>
              </a:rPr>
              <a:t>a</a:t>
            </a:r>
            <a:r>
              <a:rPr lang="en-US" altLang="zh-CN" sz="2000" b="1">
                <a:latin typeface="Times New Roman" pitchFamily="18" charset="0"/>
              </a:rPr>
              <a:t>″</a:t>
            </a:r>
            <a:r>
              <a:rPr lang="zh-CN" altLang="en-US" sz="2000" b="1">
                <a:latin typeface="Times New Roman" pitchFamily="18" charset="0"/>
              </a:rPr>
              <a:t>及</a:t>
            </a:r>
            <a:r>
              <a:rPr lang="en-US" altLang="zh-CN" sz="2000" b="1" i="1">
                <a:latin typeface="Times New Roman" pitchFamily="18" charset="0"/>
              </a:rPr>
              <a:t>d</a:t>
            </a:r>
            <a:r>
              <a:rPr lang="en-US" altLang="zh-CN" sz="2000" b="1">
                <a:latin typeface="Times New Roman" pitchFamily="18" charset="0"/>
              </a:rPr>
              <a:t>″</a:t>
            </a:r>
            <a:r>
              <a:rPr lang="zh-CN" altLang="en-US" sz="2000" b="1">
                <a:latin typeface="Times New Roman" pitchFamily="18" charset="0"/>
              </a:rPr>
              <a:t>；</a:t>
            </a:r>
          </a:p>
        </p:txBody>
      </p:sp>
      <p:sp>
        <p:nvSpPr>
          <p:cNvPr id="71" name="Line 70">
            <a:extLst>
              <a:ext uri="{FF2B5EF4-FFF2-40B4-BE49-F238E27FC236}">
                <a16:creationId xmlns:a16="http://schemas.microsoft.com/office/drawing/2014/main" id="{257B2C52-0572-83DA-2F75-6D8A223959C0}"/>
              </a:ext>
            </a:extLst>
          </p:cNvPr>
          <p:cNvSpPr>
            <a:spLocks noChangeShapeType="1"/>
          </p:cNvSpPr>
          <p:nvPr/>
        </p:nvSpPr>
        <p:spPr bwMode="auto">
          <a:xfrm>
            <a:off x="6246813" y="2797640"/>
            <a:ext cx="0" cy="2695575"/>
          </a:xfrm>
          <a:prstGeom prst="line">
            <a:avLst/>
          </a:prstGeom>
          <a:noFill/>
          <a:ln w="9525">
            <a:solidFill>
              <a:srgbClr val="339933"/>
            </a:solidFill>
            <a:round/>
            <a:headEnd/>
            <a:tailEnd type="triangle" w="sm" len="lg"/>
          </a:ln>
        </p:spPr>
        <p:txBody>
          <a:bodyPr/>
          <a:lstStyle/>
          <a:p>
            <a:endParaRPr lang="zh-CN" altLang="en-US"/>
          </a:p>
        </p:txBody>
      </p:sp>
      <p:sp>
        <p:nvSpPr>
          <p:cNvPr id="72" name="Arc 71">
            <a:extLst>
              <a:ext uri="{FF2B5EF4-FFF2-40B4-BE49-F238E27FC236}">
                <a16:creationId xmlns:a16="http://schemas.microsoft.com/office/drawing/2014/main" id="{5762BD91-5BD2-CDB9-0FCF-DF1CE6411025}"/>
              </a:ext>
            </a:extLst>
          </p:cNvPr>
          <p:cNvSpPr>
            <a:spLocks noChangeAspect="1"/>
          </p:cNvSpPr>
          <p:nvPr/>
        </p:nvSpPr>
        <p:spPr bwMode="auto">
          <a:xfrm rot="5400000" flipV="1">
            <a:off x="6555581" y="5195560"/>
            <a:ext cx="625475" cy="1243012"/>
          </a:xfrm>
          <a:custGeom>
            <a:avLst/>
            <a:gdLst>
              <a:gd name="T0" fmla="*/ 162215 w 21797"/>
              <a:gd name="T1" fmla="*/ 0 h 43200"/>
              <a:gd name="T2" fmla="*/ 0 w 21797"/>
              <a:gd name="T3" fmla="*/ 35764881 h 43200"/>
              <a:gd name="T4" fmla="*/ 162215 w 21797"/>
              <a:gd name="T5" fmla="*/ 17882858 h 43200"/>
              <a:gd name="T6" fmla="*/ 0 60000 65536"/>
              <a:gd name="T7" fmla="*/ 0 60000 65536"/>
              <a:gd name="T8" fmla="*/ 0 60000 65536"/>
              <a:gd name="T9" fmla="*/ 0 w 21797"/>
              <a:gd name="T10" fmla="*/ 0 h 43200"/>
              <a:gd name="T11" fmla="*/ 21797 w 21797"/>
              <a:gd name="T12" fmla="*/ 43200 h 43200"/>
            </a:gdLst>
            <a:ahLst/>
            <a:cxnLst>
              <a:cxn ang="T6">
                <a:pos x="T0" y="T1"/>
              </a:cxn>
              <a:cxn ang="T7">
                <a:pos x="T2" y="T3"/>
              </a:cxn>
              <a:cxn ang="T8">
                <a:pos x="T4" y="T5"/>
              </a:cxn>
            </a:cxnLst>
            <a:rect l="T9" t="T10" r="T11" b="T12"/>
            <a:pathLst>
              <a:path w="21797" h="43200" fill="none" extrusionOk="0">
                <a:moveTo>
                  <a:pt x="196" y="0"/>
                </a:moveTo>
                <a:cubicBezTo>
                  <a:pt x="12126" y="0"/>
                  <a:pt x="21797" y="9670"/>
                  <a:pt x="21797" y="21600"/>
                </a:cubicBezTo>
                <a:cubicBezTo>
                  <a:pt x="21797" y="33529"/>
                  <a:pt x="12126" y="43200"/>
                  <a:pt x="197" y="43200"/>
                </a:cubicBezTo>
                <a:cubicBezTo>
                  <a:pt x="131" y="43200"/>
                  <a:pt x="65" y="43199"/>
                  <a:pt x="-1" y="43199"/>
                </a:cubicBezTo>
              </a:path>
              <a:path w="21797" h="43200" stroke="0" extrusionOk="0">
                <a:moveTo>
                  <a:pt x="196" y="0"/>
                </a:moveTo>
                <a:cubicBezTo>
                  <a:pt x="12126" y="0"/>
                  <a:pt x="21797" y="9670"/>
                  <a:pt x="21797" y="21600"/>
                </a:cubicBezTo>
                <a:cubicBezTo>
                  <a:pt x="21797" y="33529"/>
                  <a:pt x="12126" y="43200"/>
                  <a:pt x="197" y="43200"/>
                </a:cubicBezTo>
                <a:cubicBezTo>
                  <a:pt x="131" y="43200"/>
                  <a:pt x="65" y="43199"/>
                  <a:pt x="-1" y="43199"/>
                </a:cubicBezTo>
                <a:lnTo>
                  <a:pt x="197" y="21600"/>
                </a:lnTo>
                <a:close/>
              </a:path>
            </a:pathLst>
          </a:custGeom>
          <a:noFill/>
          <a:ln w="9525">
            <a:solidFill>
              <a:srgbClr val="339933"/>
            </a:solidFill>
            <a:round/>
            <a:headEnd/>
            <a:tailEnd/>
          </a:ln>
        </p:spPr>
        <p:txBody>
          <a:bodyPr wrap="none" anchor="ctr"/>
          <a:lstStyle/>
          <a:p>
            <a:pPr algn="ctr"/>
            <a:endParaRPr lang="zh-CN" altLang="en-US"/>
          </a:p>
        </p:txBody>
      </p:sp>
      <p:sp>
        <p:nvSpPr>
          <p:cNvPr id="73" name="Line 72">
            <a:extLst>
              <a:ext uri="{FF2B5EF4-FFF2-40B4-BE49-F238E27FC236}">
                <a16:creationId xmlns:a16="http://schemas.microsoft.com/office/drawing/2014/main" id="{193ED043-6CF4-E752-1593-9061212D7771}"/>
              </a:ext>
            </a:extLst>
          </p:cNvPr>
          <p:cNvSpPr>
            <a:spLocks noChangeShapeType="1"/>
          </p:cNvSpPr>
          <p:nvPr/>
        </p:nvSpPr>
        <p:spPr bwMode="auto">
          <a:xfrm flipV="1">
            <a:off x="7085013" y="6088528"/>
            <a:ext cx="2568575" cy="0"/>
          </a:xfrm>
          <a:prstGeom prst="line">
            <a:avLst/>
          </a:prstGeom>
          <a:noFill/>
          <a:ln w="9525">
            <a:solidFill>
              <a:srgbClr val="339933"/>
            </a:solidFill>
            <a:round/>
            <a:headEnd/>
            <a:tailEnd type="triangle" w="sm" len="lg"/>
          </a:ln>
        </p:spPr>
        <p:txBody>
          <a:bodyPr/>
          <a:lstStyle/>
          <a:p>
            <a:endParaRPr lang="zh-CN" altLang="en-US"/>
          </a:p>
        </p:txBody>
      </p:sp>
      <p:sp>
        <p:nvSpPr>
          <p:cNvPr id="74" name="Line 73">
            <a:extLst>
              <a:ext uri="{FF2B5EF4-FFF2-40B4-BE49-F238E27FC236}">
                <a16:creationId xmlns:a16="http://schemas.microsoft.com/office/drawing/2014/main" id="{74BAC557-AD8C-BF55-307F-310F1F1834DD}"/>
              </a:ext>
            </a:extLst>
          </p:cNvPr>
          <p:cNvSpPr>
            <a:spLocks noChangeShapeType="1"/>
          </p:cNvSpPr>
          <p:nvPr/>
        </p:nvSpPr>
        <p:spPr bwMode="auto">
          <a:xfrm flipV="1">
            <a:off x="9607550" y="3658065"/>
            <a:ext cx="0" cy="2370138"/>
          </a:xfrm>
          <a:prstGeom prst="line">
            <a:avLst/>
          </a:prstGeom>
          <a:noFill/>
          <a:ln w="9525">
            <a:solidFill>
              <a:schemeClr val="hlink"/>
            </a:solidFill>
            <a:round/>
            <a:headEnd/>
            <a:tailEnd type="triangle" w="sm" len="lg"/>
          </a:ln>
        </p:spPr>
        <p:txBody>
          <a:bodyPr/>
          <a:lstStyle/>
          <a:p>
            <a:endParaRPr lang="zh-CN" altLang="en-US"/>
          </a:p>
        </p:txBody>
      </p:sp>
      <p:sp>
        <p:nvSpPr>
          <p:cNvPr id="75" name="Rectangle 74">
            <a:extLst>
              <a:ext uri="{FF2B5EF4-FFF2-40B4-BE49-F238E27FC236}">
                <a16:creationId xmlns:a16="http://schemas.microsoft.com/office/drawing/2014/main" id="{63AC017E-6BA6-35E2-8451-9E59CFBA280B}"/>
              </a:ext>
            </a:extLst>
          </p:cNvPr>
          <p:cNvSpPr>
            <a:spLocks noChangeArrowheads="1"/>
          </p:cNvSpPr>
          <p:nvPr/>
        </p:nvSpPr>
        <p:spPr bwMode="auto">
          <a:xfrm>
            <a:off x="1733550" y="2308690"/>
            <a:ext cx="1665288" cy="396875"/>
          </a:xfrm>
          <a:prstGeom prst="rect">
            <a:avLst/>
          </a:prstGeom>
          <a:noFill/>
          <a:ln w="9525">
            <a:noFill/>
            <a:miter lim="800000"/>
            <a:headEnd/>
            <a:tailEnd/>
          </a:ln>
        </p:spPr>
        <p:txBody>
          <a:bodyPr>
            <a:spAutoFit/>
          </a:bodyPr>
          <a:lstStyle/>
          <a:p>
            <a:r>
              <a:rPr lang="zh-CN" altLang="en-US" sz="2000" b="1">
                <a:solidFill>
                  <a:srgbClr val="0066FF"/>
                </a:solidFill>
                <a:latin typeface="Times New Roman" pitchFamily="18" charset="0"/>
              </a:rPr>
              <a:t>作图步骤：</a:t>
            </a:r>
          </a:p>
        </p:txBody>
      </p:sp>
      <p:sp>
        <p:nvSpPr>
          <p:cNvPr id="76" name="Line 75">
            <a:extLst>
              <a:ext uri="{FF2B5EF4-FFF2-40B4-BE49-F238E27FC236}">
                <a16:creationId xmlns:a16="http://schemas.microsoft.com/office/drawing/2014/main" id="{5E53C527-3A98-875B-8604-55B82144AA41}"/>
              </a:ext>
            </a:extLst>
          </p:cNvPr>
          <p:cNvSpPr>
            <a:spLocks noChangeShapeType="1"/>
          </p:cNvSpPr>
          <p:nvPr/>
        </p:nvSpPr>
        <p:spPr bwMode="auto">
          <a:xfrm flipH="1">
            <a:off x="7080250" y="2802403"/>
            <a:ext cx="4763" cy="3305175"/>
          </a:xfrm>
          <a:prstGeom prst="line">
            <a:avLst/>
          </a:prstGeom>
          <a:noFill/>
          <a:ln w="9525">
            <a:solidFill>
              <a:srgbClr val="339933"/>
            </a:solidFill>
            <a:round/>
            <a:headEnd/>
            <a:tailEnd type="triangle" w="sm" len="lg"/>
          </a:ln>
        </p:spPr>
        <p:txBody>
          <a:bodyPr/>
          <a:lstStyle/>
          <a:p>
            <a:endParaRPr lang="zh-CN" altLang="en-US"/>
          </a:p>
        </p:txBody>
      </p:sp>
      <p:sp>
        <p:nvSpPr>
          <p:cNvPr id="77" name="Line 76">
            <a:extLst>
              <a:ext uri="{FF2B5EF4-FFF2-40B4-BE49-F238E27FC236}">
                <a16:creationId xmlns:a16="http://schemas.microsoft.com/office/drawing/2014/main" id="{8C4AC39B-9A54-AD53-7196-D2E2EC091E88}"/>
              </a:ext>
            </a:extLst>
          </p:cNvPr>
          <p:cNvSpPr>
            <a:spLocks noChangeShapeType="1"/>
          </p:cNvSpPr>
          <p:nvPr/>
        </p:nvSpPr>
        <p:spPr bwMode="auto">
          <a:xfrm flipV="1">
            <a:off x="6392863" y="6044078"/>
            <a:ext cx="3221037" cy="0"/>
          </a:xfrm>
          <a:prstGeom prst="line">
            <a:avLst/>
          </a:prstGeom>
          <a:noFill/>
          <a:ln w="9525">
            <a:solidFill>
              <a:schemeClr val="hlink"/>
            </a:solidFill>
            <a:round/>
            <a:headEnd/>
            <a:tailEnd type="triangle" w="sm" len="lg"/>
          </a:ln>
        </p:spPr>
        <p:txBody>
          <a:bodyPr/>
          <a:lstStyle/>
          <a:p>
            <a:endParaRPr lang="zh-CN" altLang="en-US"/>
          </a:p>
        </p:txBody>
      </p:sp>
      <p:sp>
        <p:nvSpPr>
          <p:cNvPr id="78" name="Line 77">
            <a:extLst>
              <a:ext uri="{FF2B5EF4-FFF2-40B4-BE49-F238E27FC236}">
                <a16:creationId xmlns:a16="http://schemas.microsoft.com/office/drawing/2014/main" id="{4211E452-7087-82C8-D001-1A131F600ADA}"/>
              </a:ext>
            </a:extLst>
          </p:cNvPr>
          <p:cNvSpPr>
            <a:spLocks noChangeShapeType="1"/>
          </p:cNvSpPr>
          <p:nvPr/>
        </p:nvSpPr>
        <p:spPr bwMode="auto">
          <a:xfrm flipV="1">
            <a:off x="9653588" y="2802403"/>
            <a:ext cx="0" cy="3276600"/>
          </a:xfrm>
          <a:prstGeom prst="line">
            <a:avLst/>
          </a:prstGeom>
          <a:noFill/>
          <a:ln w="9525">
            <a:solidFill>
              <a:srgbClr val="339933"/>
            </a:solidFill>
            <a:round/>
            <a:headEnd/>
            <a:tailEnd type="triangle" w="sm" len="lg"/>
          </a:ln>
        </p:spPr>
        <p:txBody>
          <a:bodyPr/>
          <a:lstStyle/>
          <a:p>
            <a:endParaRPr lang="zh-CN" altLang="en-US"/>
          </a:p>
        </p:txBody>
      </p:sp>
      <p:sp>
        <p:nvSpPr>
          <p:cNvPr id="79" name="Line 78">
            <a:extLst>
              <a:ext uri="{FF2B5EF4-FFF2-40B4-BE49-F238E27FC236}">
                <a16:creationId xmlns:a16="http://schemas.microsoft.com/office/drawing/2014/main" id="{C5882DFD-361C-E4B4-9321-6D53E54E8541}"/>
              </a:ext>
            </a:extLst>
          </p:cNvPr>
          <p:cNvSpPr>
            <a:spLocks noChangeShapeType="1"/>
          </p:cNvSpPr>
          <p:nvPr/>
        </p:nvSpPr>
        <p:spPr bwMode="auto">
          <a:xfrm>
            <a:off x="7113588" y="2792878"/>
            <a:ext cx="2524125" cy="0"/>
          </a:xfrm>
          <a:prstGeom prst="line">
            <a:avLst/>
          </a:prstGeom>
          <a:noFill/>
          <a:ln w="9525">
            <a:solidFill>
              <a:srgbClr val="339933"/>
            </a:solidFill>
            <a:round/>
            <a:headEnd/>
            <a:tailEnd type="triangle" w="sm" len="lg"/>
          </a:ln>
        </p:spPr>
        <p:txBody>
          <a:bodyPr/>
          <a:lstStyle/>
          <a:p>
            <a:endParaRPr lang="zh-CN" altLang="en-US"/>
          </a:p>
        </p:txBody>
      </p:sp>
      <p:sp>
        <p:nvSpPr>
          <p:cNvPr id="80" name="Line 79">
            <a:extLst>
              <a:ext uri="{FF2B5EF4-FFF2-40B4-BE49-F238E27FC236}">
                <a16:creationId xmlns:a16="http://schemas.microsoft.com/office/drawing/2014/main" id="{F393EC98-28A9-1B43-998A-98A206DEC907}"/>
              </a:ext>
            </a:extLst>
          </p:cNvPr>
          <p:cNvSpPr>
            <a:spLocks noChangeShapeType="1"/>
          </p:cNvSpPr>
          <p:nvPr/>
        </p:nvSpPr>
        <p:spPr bwMode="auto">
          <a:xfrm flipH="1">
            <a:off x="6624638" y="3343740"/>
            <a:ext cx="0" cy="2911475"/>
          </a:xfrm>
          <a:prstGeom prst="line">
            <a:avLst/>
          </a:prstGeom>
          <a:noFill/>
          <a:ln w="9525">
            <a:solidFill>
              <a:srgbClr val="0066FF"/>
            </a:solidFill>
            <a:round/>
            <a:headEnd/>
            <a:tailEnd type="triangle" w="sm" len="lg"/>
          </a:ln>
        </p:spPr>
        <p:txBody>
          <a:bodyPr/>
          <a:lstStyle/>
          <a:p>
            <a:endParaRPr lang="zh-CN" altLang="en-US"/>
          </a:p>
        </p:txBody>
      </p:sp>
      <p:sp>
        <p:nvSpPr>
          <p:cNvPr id="81" name="Line 80">
            <a:extLst>
              <a:ext uri="{FF2B5EF4-FFF2-40B4-BE49-F238E27FC236}">
                <a16:creationId xmlns:a16="http://schemas.microsoft.com/office/drawing/2014/main" id="{DAF7FA04-AEEC-4382-DE3B-B3D2901A8EB9}"/>
              </a:ext>
            </a:extLst>
          </p:cNvPr>
          <p:cNvSpPr>
            <a:spLocks noChangeShapeType="1"/>
          </p:cNvSpPr>
          <p:nvPr/>
        </p:nvSpPr>
        <p:spPr bwMode="auto">
          <a:xfrm flipH="1" flipV="1">
            <a:off x="6861175" y="6223465"/>
            <a:ext cx="2940050" cy="0"/>
          </a:xfrm>
          <a:prstGeom prst="line">
            <a:avLst/>
          </a:prstGeom>
          <a:noFill/>
          <a:ln w="9525">
            <a:solidFill>
              <a:srgbClr val="0066FF"/>
            </a:solidFill>
            <a:round/>
            <a:headEnd/>
            <a:tailEnd type="triangle" w="sm" len="lg"/>
          </a:ln>
        </p:spPr>
        <p:txBody>
          <a:bodyPr/>
          <a:lstStyle/>
          <a:p>
            <a:endParaRPr lang="zh-CN" altLang="en-US"/>
          </a:p>
        </p:txBody>
      </p:sp>
      <p:sp>
        <p:nvSpPr>
          <p:cNvPr id="82" name="Line 81">
            <a:extLst>
              <a:ext uri="{FF2B5EF4-FFF2-40B4-BE49-F238E27FC236}">
                <a16:creationId xmlns:a16="http://schemas.microsoft.com/office/drawing/2014/main" id="{CDD9CF5B-7E32-4E2F-4264-AFD7D732E3C6}"/>
              </a:ext>
            </a:extLst>
          </p:cNvPr>
          <p:cNvSpPr>
            <a:spLocks noChangeShapeType="1"/>
          </p:cNvSpPr>
          <p:nvPr/>
        </p:nvSpPr>
        <p:spPr bwMode="auto">
          <a:xfrm>
            <a:off x="9801225" y="3016715"/>
            <a:ext cx="0" cy="3206750"/>
          </a:xfrm>
          <a:prstGeom prst="line">
            <a:avLst/>
          </a:prstGeom>
          <a:noFill/>
          <a:ln w="9525">
            <a:solidFill>
              <a:srgbClr val="0066FF"/>
            </a:solidFill>
            <a:round/>
            <a:headEnd/>
            <a:tailEnd type="triangle" w="sm" len="lg"/>
          </a:ln>
        </p:spPr>
        <p:txBody>
          <a:bodyPr/>
          <a:lstStyle/>
          <a:p>
            <a:endParaRPr lang="zh-CN" altLang="en-US"/>
          </a:p>
        </p:txBody>
      </p:sp>
      <p:sp>
        <p:nvSpPr>
          <p:cNvPr id="83" name="Line 82">
            <a:extLst>
              <a:ext uri="{FF2B5EF4-FFF2-40B4-BE49-F238E27FC236}">
                <a16:creationId xmlns:a16="http://schemas.microsoft.com/office/drawing/2014/main" id="{C7CE47B9-2F9A-5F36-A139-73C705811D11}"/>
              </a:ext>
            </a:extLst>
          </p:cNvPr>
          <p:cNvSpPr>
            <a:spLocks noChangeShapeType="1"/>
          </p:cNvSpPr>
          <p:nvPr/>
        </p:nvSpPr>
        <p:spPr bwMode="auto">
          <a:xfrm>
            <a:off x="6883400" y="3027828"/>
            <a:ext cx="2944813" cy="0"/>
          </a:xfrm>
          <a:prstGeom prst="line">
            <a:avLst/>
          </a:prstGeom>
          <a:noFill/>
          <a:ln w="9525">
            <a:solidFill>
              <a:srgbClr val="0066FF"/>
            </a:solidFill>
            <a:round/>
            <a:headEnd/>
            <a:tailEnd type="triangle" w="sm" len="lg"/>
          </a:ln>
        </p:spPr>
        <p:txBody>
          <a:bodyPr/>
          <a:lstStyle/>
          <a:p>
            <a:endParaRPr lang="zh-CN" altLang="en-US"/>
          </a:p>
        </p:txBody>
      </p:sp>
      <p:sp>
        <p:nvSpPr>
          <p:cNvPr id="84" name="Line 83">
            <a:extLst>
              <a:ext uri="{FF2B5EF4-FFF2-40B4-BE49-F238E27FC236}">
                <a16:creationId xmlns:a16="http://schemas.microsoft.com/office/drawing/2014/main" id="{A7420724-172E-A1BF-D9A7-B7DFE02C615B}"/>
              </a:ext>
            </a:extLst>
          </p:cNvPr>
          <p:cNvSpPr>
            <a:spLocks noChangeShapeType="1"/>
          </p:cNvSpPr>
          <p:nvPr/>
        </p:nvSpPr>
        <p:spPr bwMode="auto">
          <a:xfrm flipV="1">
            <a:off x="6640513" y="6250453"/>
            <a:ext cx="3187700" cy="4762"/>
          </a:xfrm>
          <a:prstGeom prst="line">
            <a:avLst/>
          </a:prstGeom>
          <a:noFill/>
          <a:ln w="9525">
            <a:solidFill>
              <a:srgbClr val="0066FF"/>
            </a:solidFill>
            <a:round/>
            <a:headEnd/>
            <a:tailEnd type="triangle" w="sm" len="lg"/>
          </a:ln>
        </p:spPr>
        <p:txBody>
          <a:bodyPr/>
          <a:lstStyle/>
          <a:p>
            <a:endParaRPr lang="zh-CN" altLang="en-US"/>
          </a:p>
        </p:txBody>
      </p:sp>
      <p:sp>
        <p:nvSpPr>
          <p:cNvPr id="85" name="Line 84">
            <a:extLst>
              <a:ext uri="{FF2B5EF4-FFF2-40B4-BE49-F238E27FC236}">
                <a16:creationId xmlns:a16="http://schemas.microsoft.com/office/drawing/2014/main" id="{9711BB26-89A8-F199-9887-51D55424C126}"/>
              </a:ext>
            </a:extLst>
          </p:cNvPr>
          <p:cNvSpPr>
            <a:spLocks noChangeShapeType="1"/>
          </p:cNvSpPr>
          <p:nvPr/>
        </p:nvSpPr>
        <p:spPr bwMode="auto">
          <a:xfrm flipV="1">
            <a:off x="9828213" y="3343740"/>
            <a:ext cx="0" cy="2897188"/>
          </a:xfrm>
          <a:prstGeom prst="line">
            <a:avLst/>
          </a:prstGeom>
          <a:noFill/>
          <a:ln w="9525">
            <a:solidFill>
              <a:srgbClr val="0066FF"/>
            </a:solidFill>
            <a:round/>
            <a:headEnd/>
            <a:tailEnd type="triangle" w="sm" len="lg"/>
          </a:ln>
        </p:spPr>
        <p:txBody>
          <a:bodyPr/>
          <a:lstStyle/>
          <a:p>
            <a:endParaRPr lang="zh-CN" altLang="en-US"/>
          </a:p>
        </p:txBody>
      </p:sp>
      <p:sp>
        <p:nvSpPr>
          <p:cNvPr id="86" name="Line 85">
            <a:extLst>
              <a:ext uri="{FF2B5EF4-FFF2-40B4-BE49-F238E27FC236}">
                <a16:creationId xmlns:a16="http://schemas.microsoft.com/office/drawing/2014/main" id="{F761AFCB-7858-A8A6-426C-BCA8AD477F84}"/>
              </a:ext>
            </a:extLst>
          </p:cNvPr>
          <p:cNvSpPr>
            <a:spLocks noChangeShapeType="1"/>
          </p:cNvSpPr>
          <p:nvPr/>
        </p:nvSpPr>
        <p:spPr bwMode="auto">
          <a:xfrm>
            <a:off x="6661150" y="3342153"/>
            <a:ext cx="3167063" cy="0"/>
          </a:xfrm>
          <a:prstGeom prst="line">
            <a:avLst/>
          </a:prstGeom>
          <a:noFill/>
          <a:ln w="9525">
            <a:solidFill>
              <a:srgbClr val="0066FF"/>
            </a:solidFill>
            <a:round/>
            <a:headEnd/>
            <a:tailEnd type="triangle" w="sm" len="lg"/>
          </a:ln>
        </p:spPr>
        <p:txBody>
          <a:bodyPr/>
          <a:lstStyle/>
          <a:p>
            <a:endParaRPr lang="zh-CN" altLang="en-US"/>
          </a:p>
        </p:txBody>
      </p:sp>
      <p:grpSp>
        <p:nvGrpSpPr>
          <p:cNvPr id="87" name="Group 86">
            <a:extLst>
              <a:ext uri="{FF2B5EF4-FFF2-40B4-BE49-F238E27FC236}">
                <a16:creationId xmlns:a16="http://schemas.microsoft.com/office/drawing/2014/main" id="{C45117D8-0DD0-25CB-064E-74915E234056}"/>
              </a:ext>
            </a:extLst>
          </p:cNvPr>
          <p:cNvGrpSpPr>
            <a:grpSpLocks/>
          </p:cNvGrpSpPr>
          <p:nvPr/>
        </p:nvGrpSpPr>
        <p:grpSpPr bwMode="auto">
          <a:xfrm>
            <a:off x="9244013" y="3637428"/>
            <a:ext cx="790575" cy="336550"/>
            <a:chOff x="5019" y="2317"/>
            <a:chExt cx="498" cy="212"/>
          </a:xfrm>
        </p:grpSpPr>
        <p:sp>
          <p:nvSpPr>
            <p:cNvPr id="88" name="Text Box 87">
              <a:extLst>
                <a:ext uri="{FF2B5EF4-FFF2-40B4-BE49-F238E27FC236}">
                  <a16:creationId xmlns:a16="http://schemas.microsoft.com/office/drawing/2014/main" id="{B73810D9-126C-6128-F421-23EA1719BE21}"/>
                </a:ext>
              </a:extLst>
            </p:cNvPr>
            <p:cNvSpPr txBox="1">
              <a:spLocks noChangeArrowheads="1"/>
            </p:cNvSpPr>
            <p:nvPr/>
          </p:nvSpPr>
          <p:spPr bwMode="auto">
            <a:xfrm rot="10800000" flipV="1">
              <a:off x="5019" y="2317"/>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FF66CC"/>
                  </a:solidFill>
                  <a:latin typeface="Times New Roman" pitchFamily="18" charset="0"/>
                </a:rPr>
                <a:t>d〞</a:t>
              </a:r>
            </a:p>
          </p:txBody>
        </p:sp>
        <p:sp>
          <p:nvSpPr>
            <p:cNvPr id="89" name="Oval 88">
              <a:extLst>
                <a:ext uri="{FF2B5EF4-FFF2-40B4-BE49-F238E27FC236}">
                  <a16:creationId xmlns:a16="http://schemas.microsoft.com/office/drawing/2014/main" id="{71D6D567-D6DF-DAF5-0233-ADA96D4C5C86}"/>
                </a:ext>
              </a:extLst>
            </p:cNvPr>
            <p:cNvSpPr>
              <a:spLocks noChangeArrowheads="1"/>
            </p:cNvSpPr>
            <p:nvPr/>
          </p:nvSpPr>
          <p:spPr bwMode="auto">
            <a:xfrm>
              <a:off x="5223" y="2317"/>
              <a:ext cx="44" cy="43"/>
            </a:xfrm>
            <a:prstGeom prst="ellipse">
              <a:avLst/>
            </a:prstGeom>
            <a:solidFill>
              <a:srgbClr val="FF66CC"/>
            </a:solidFill>
            <a:ln w="19050">
              <a:solidFill>
                <a:schemeClr val="hlink"/>
              </a:solidFill>
              <a:round/>
              <a:headEnd/>
              <a:tailEnd/>
            </a:ln>
          </p:spPr>
          <p:txBody>
            <a:bodyPr wrap="none" anchor="ctr"/>
            <a:lstStyle/>
            <a:p>
              <a:pPr algn="ctr"/>
              <a:endParaRPr lang="zh-CN" altLang="en-US"/>
            </a:p>
          </p:txBody>
        </p:sp>
      </p:grpSp>
      <p:sp>
        <p:nvSpPr>
          <p:cNvPr id="90" name="Line 89">
            <a:extLst>
              <a:ext uri="{FF2B5EF4-FFF2-40B4-BE49-F238E27FC236}">
                <a16:creationId xmlns:a16="http://schemas.microsoft.com/office/drawing/2014/main" id="{6251ADDF-02E4-D973-1DD8-B6DDAC57448D}"/>
              </a:ext>
            </a:extLst>
          </p:cNvPr>
          <p:cNvSpPr>
            <a:spLocks noChangeShapeType="1"/>
          </p:cNvSpPr>
          <p:nvPr/>
        </p:nvSpPr>
        <p:spPr bwMode="auto">
          <a:xfrm>
            <a:off x="7567613" y="3658065"/>
            <a:ext cx="2035175" cy="0"/>
          </a:xfrm>
          <a:prstGeom prst="line">
            <a:avLst/>
          </a:prstGeom>
          <a:noFill/>
          <a:ln w="9525">
            <a:solidFill>
              <a:schemeClr val="hlink"/>
            </a:solidFill>
            <a:round/>
            <a:headEnd/>
            <a:tailEnd type="triangle" w="sm" len="lg"/>
          </a:ln>
        </p:spPr>
        <p:txBody>
          <a:bodyPr/>
          <a:lstStyle/>
          <a:p>
            <a:endParaRPr lang="zh-CN" altLang="en-US"/>
          </a:p>
        </p:txBody>
      </p:sp>
      <p:sp>
        <p:nvSpPr>
          <p:cNvPr id="91" name="Line 90">
            <a:extLst>
              <a:ext uri="{FF2B5EF4-FFF2-40B4-BE49-F238E27FC236}">
                <a16:creationId xmlns:a16="http://schemas.microsoft.com/office/drawing/2014/main" id="{0F759AA0-2FB1-38B2-545D-A8A58BD86CBE}"/>
              </a:ext>
            </a:extLst>
          </p:cNvPr>
          <p:cNvSpPr>
            <a:spLocks noChangeShapeType="1"/>
          </p:cNvSpPr>
          <p:nvPr/>
        </p:nvSpPr>
        <p:spPr bwMode="auto">
          <a:xfrm flipH="1">
            <a:off x="6865938" y="3065928"/>
            <a:ext cx="6350" cy="3121025"/>
          </a:xfrm>
          <a:prstGeom prst="line">
            <a:avLst/>
          </a:prstGeom>
          <a:noFill/>
          <a:ln w="9525">
            <a:solidFill>
              <a:srgbClr val="0066FF"/>
            </a:solidFill>
            <a:round/>
            <a:headEnd/>
            <a:tailEnd type="triangle" w="sm" len="lg"/>
          </a:ln>
        </p:spPr>
        <p:txBody>
          <a:bodyPr/>
          <a:lstStyle/>
          <a:p>
            <a:endParaRPr lang="zh-CN" altLang="en-US"/>
          </a:p>
        </p:txBody>
      </p:sp>
      <p:sp>
        <p:nvSpPr>
          <p:cNvPr id="92" name="Text Box 91">
            <a:extLst>
              <a:ext uri="{FF2B5EF4-FFF2-40B4-BE49-F238E27FC236}">
                <a16:creationId xmlns:a16="http://schemas.microsoft.com/office/drawing/2014/main" id="{D0DE0761-7260-272B-AA88-609B250E6DE3}"/>
              </a:ext>
            </a:extLst>
          </p:cNvPr>
          <p:cNvSpPr txBox="1">
            <a:spLocks noChangeArrowheads="1"/>
          </p:cNvSpPr>
          <p:nvPr/>
        </p:nvSpPr>
        <p:spPr bwMode="auto">
          <a:xfrm>
            <a:off x="5848350" y="6044078"/>
            <a:ext cx="881063" cy="366712"/>
          </a:xfrm>
          <a:prstGeom prst="rect">
            <a:avLst/>
          </a:prstGeom>
          <a:noFill/>
          <a:ln w="9525">
            <a:noFill/>
            <a:miter lim="800000"/>
            <a:headEnd/>
            <a:tailEnd/>
          </a:ln>
        </p:spPr>
        <p:txBody>
          <a:bodyPr>
            <a:spAutoFit/>
          </a:bodyPr>
          <a:lstStyle/>
          <a:p>
            <a:pPr>
              <a:spcBef>
                <a:spcPct val="50000"/>
              </a:spcBef>
            </a:pPr>
            <a:r>
              <a:rPr lang="zh-CN" altLang="en-US" sz="1800" b="1">
                <a:solidFill>
                  <a:srgbClr val="FF3300"/>
                </a:solidFill>
                <a:latin typeface="Times New Roman" pitchFamily="18" charset="0"/>
              </a:rPr>
              <a:t>（ ）</a:t>
            </a:r>
          </a:p>
        </p:txBody>
      </p:sp>
      <p:sp>
        <p:nvSpPr>
          <p:cNvPr id="93" name="Text Box 92">
            <a:extLst>
              <a:ext uri="{FF2B5EF4-FFF2-40B4-BE49-F238E27FC236}">
                <a16:creationId xmlns:a16="http://schemas.microsoft.com/office/drawing/2014/main" id="{FB36012C-627E-44D4-3D30-A831B0B7E19C}"/>
              </a:ext>
            </a:extLst>
          </p:cNvPr>
          <p:cNvSpPr txBox="1">
            <a:spLocks noChangeArrowheads="1"/>
          </p:cNvSpPr>
          <p:nvPr/>
        </p:nvSpPr>
        <p:spPr bwMode="auto">
          <a:xfrm>
            <a:off x="9153525" y="2526178"/>
            <a:ext cx="881063" cy="366712"/>
          </a:xfrm>
          <a:prstGeom prst="rect">
            <a:avLst/>
          </a:prstGeom>
          <a:noFill/>
          <a:ln w="9525">
            <a:noFill/>
            <a:miter lim="800000"/>
            <a:headEnd/>
            <a:tailEnd/>
          </a:ln>
        </p:spPr>
        <p:txBody>
          <a:bodyPr>
            <a:spAutoFit/>
          </a:bodyPr>
          <a:lstStyle/>
          <a:p>
            <a:pPr>
              <a:spcBef>
                <a:spcPct val="50000"/>
              </a:spcBef>
            </a:pPr>
            <a:r>
              <a:rPr lang="zh-CN" altLang="en-US" sz="1800" b="1">
                <a:solidFill>
                  <a:srgbClr val="FF3300"/>
                </a:solidFill>
                <a:latin typeface="Times New Roman" pitchFamily="18" charset="0"/>
              </a:rPr>
              <a:t>（ ）</a:t>
            </a:r>
          </a:p>
        </p:txBody>
      </p:sp>
      <p:sp>
        <p:nvSpPr>
          <p:cNvPr id="94" name="Rectangle 93">
            <a:extLst>
              <a:ext uri="{FF2B5EF4-FFF2-40B4-BE49-F238E27FC236}">
                <a16:creationId xmlns:a16="http://schemas.microsoft.com/office/drawing/2014/main" id="{1C65C40F-ACE0-328B-18AD-60B90CC14A1C}"/>
              </a:ext>
            </a:extLst>
          </p:cNvPr>
          <p:cNvSpPr>
            <a:spLocks noChangeArrowheads="1"/>
          </p:cNvSpPr>
          <p:nvPr/>
        </p:nvSpPr>
        <p:spPr bwMode="auto">
          <a:xfrm>
            <a:off x="1663700" y="4337515"/>
            <a:ext cx="4049713" cy="1616075"/>
          </a:xfrm>
          <a:prstGeom prst="rect">
            <a:avLst/>
          </a:prstGeom>
          <a:noFill/>
          <a:ln w="9525">
            <a:noFill/>
            <a:miter lim="800000"/>
            <a:headEnd/>
            <a:tailEnd/>
          </a:ln>
        </p:spPr>
        <p:txBody>
          <a:bodyPr>
            <a:spAutoFit/>
          </a:bodyPr>
          <a:lstStyle/>
          <a:p>
            <a:r>
              <a:rPr lang="en-US" altLang="zh-CN" sz="2000" b="1">
                <a:solidFill>
                  <a:srgbClr val="FF3300"/>
                </a:solidFill>
                <a:latin typeface="Times New Roman" pitchFamily="18" charset="0"/>
              </a:rPr>
              <a:t>4</a:t>
            </a:r>
            <a:r>
              <a:rPr lang="zh-CN" altLang="en-US" sz="2000" b="1">
                <a:solidFill>
                  <a:srgbClr val="FF3300"/>
                </a:solidFill>
                <a:latin typeface="Times New Roman" pitchFamily="18" charset="0"/>
              </a:rPr>
              <a:t>）</a:t>
            </a:r>
            <a:r>
              <a:rPr lang="zh-CN" altLang="en-US" sz="2000" b="1">
                <a:latin typeface="Times New Roman" pitchFamily="18" charset="0"/>
              </a:rPr>
              <a:t>判断</a:t>
            </a:r>
            <a:r>
              <a:rPr lang="zh-CN" altLang="en-US" sz="2000" b="1">
                <a:solidFill>
                  <a:srgbClr val="FF3300"/>
                </a:solidFill>
                <a:latin typeface="Times New Roman" pitchFamily="18" charset="0"/>
              </a:rPr>
              <a:t>可见性：</a:t>
            </a:r>
            <a:r>
              <a:rPr lang="zh-CN" altLang="en-US" sz="2000" b="1">
                <a:solidFill>
                  <a:srgbClr val="0066FF"/>
                </a:solidFill>
                <a:latin typeface="Times New Roman" pitchFamily="18" charset="0"/>
              </a:rPr>
              <a:t>因</a:t>
            </a:r>
            <a:r>
              <a:rPr lang="en-US" altLang="zh-CN" sz="2000" b="1" i="1">
                <a:solidFill>
                  <a:srgbClr val="0066FF"/>
                </a:solidFill>
                <a:latin typeface="Times New Roman" pitchFamily="18" charset="0"/>
              </a:rPr>
              <a:t>BD</a:t>
            </a:r>
            <a:r>
              <a:rPr lang="zh-CN" altLang="en-US" sz="2000" b="1">
                <a:solidFill>
                  <a:srgbClr val="0066FF"/>
                </a:solidFill>
                <a:latin typeface="Times New Roman" pitchFamily="18" charset="0"/>
              </a:rPr>
              <a:t>线段在球的左半部，</a:t>
            </a:r>
            <a:r>
              <a:rPr lang="en-US" altLang="zh-CN" sz="2000" b="1" i="1">
                <a:solidFill>
                  <a:srgbClr val="0066FF"/>
                </a:solidFill>
                <a:latin typeface="Times New Roman" pitchFamily="18" charset="0"/>
              </a:rPr>
              <a:t>b</a:t>
            </a:r>
            <a:r>
              <a:rPr lang="zh-CN" altLang="en-US" sz="2000" b="1">
                <a:solidFill>
                  <a:srgbClr val="0066FF"/>
                </a:solidFill>
                <a:latin typeface="Times New Roman" pitchFamily="18" charset="0"/>
              </a:rPr>
              <a:t>是曲线</a:t>
            </a:r>
            <a:r>
              <a:rPr lang="en-US" altLang="zh-CN" sz="2000" b="1">
                <a:solidFill>
                  <a:srgbClr val="0066FF"/>
                </a:solidFill>
                <a:latin typeface="Times New Roman" pitchFamily="18" charset="0"/>
              </a:rPr>
              <a:t>W</a:t>
            </a:r>
            <a:r>
              <a:rPr lang="zh-CN" altLang="en-US" sz="2000" b="1">
                <a:solidFill>
                  <a:srgbClr val="0066FF"/>
                </a:solidFill>
                <a:latin typeface="Times New Roman" pitchFamily="18" charset="0"/>
              </a:rPr>
              <a:t>投影可见性分界点，故</a:t>
            </a:r>
            <a:r>
              <a:rPr lang="en-US" altLang="zh-CN" sz="2000" b="1" i="1">
                <a:solidFill>
                  <a:srgbClr val="0066FF"/>
                </a:solidFill>
                <a:latin typeface="Times New Roman" pitchFamily="18" charset="0"/>
              </a:rPr>
              <a:t>a</a:t>
            </a:r>
            <a:r>
              <a:rPr lang="en-US" altLang="zh-CN" sz="2000" b="1">
                <a:solidFill>
                  <a:srgbClr val="0066FF"/>
                </a:solidFill>
                <a:latin typeface="Times New Roman" pitchFamily="18" charset="0"/>
              </a:rPr>
              <a:t>″</a:t>
            </a:r>
            <a:r>
              <a:rPr lang="zh-CN" altLang="en-US" sz="2000" b="1">
                <a:solidFill>
                  <a:srgbClr val="0066FF"/>
                </a:solidFill>
                <a:latin typeface="Times New Roman" pitchFamily="18" charset="0"/>
              </a:rPr>
              <a:t>不可见；</a:t>
            </a:r>
            <a:r>
              <a:rPr lang="zh-CN" altLang="en-US" sz="2000" b="1">
                <a:latin typeface="Times New Roman" pitchFamily="18" charset="0"/>
              </a:rPr>
              <a:t>因</a:t>
            </a:r>
            <a:r>
              <a:rPr lang="en-US" altLang="zh-CN" sz="2000" b="1" i="1">
                <a:latin typeface="Times New Roman" pitchFamily="18" charset="0"/>
              </a:rPr>
              <a:t>AC</a:t>
            </a:r>
            <a:r>
              <a:rPr lang="zh-CN" altLang="en-US" sz="2000" b="1">
                <a:latin typeface="Times New Roman" pitchFamily="18" charset="0"/>
              </a:rPr>
              <a:t>线段在球的上半部，</a:t>
            </a:r>
            <a:r>
              <a:rPr lang="en-US" altLang="zh-CN" sz="2000" b="1" i="1">
                <a:latin typeface="Times New Roman" pitchFamily="18" charset="0"/>
              </a:rPr>
              <a:t>C</a:t>
            </a:r>
            <a:r>
              <a:rPr lang="zh-CN" altLang="en-US" sz="2000" b="1">
                <a:latin typeface="Times New Roman" pitchFamily="18" charset="0"/>
              </a:rPr>
              <a:t>是曲线</a:t>
            </a:r>
            <a:r>
              <a:rPr lang="en-US" altLang="zh-CN" sz="2000" b="1" i="1">
                <a:latin typeface="Times New Roman" pitchFamily="18" charset="0"/>
              </a:rPr>
              <a:t>H</a:t>
            </a:r>
            <a:r>
              <a:rPr lang="zh-CN" altLang="en-US" sz="2000" b="1">
                <a:latin typeface="Times New Roman" pitchFamily="18" charset="0"/>
              </a:rPr>
              <a:t>投影可见性分界点，故</a:t>
            </a:r>
            <a:r>
              <a:rPr lang="en-US" altLang="zh-CN" sz="2000" b="1" i="1">
                <a:latin typeface="Times New Roman" pitchFamily="18" charset="0"/>
              </a:rPr>
              <a:t>d</a:t>
            </a:r>
            <a:r>
              <a:rPr lang="zh-CN" altLang="en-US" sz="2000" b="1">
                <a:latin typeface="Times New Roman" pitchFamily="18" charset="0"/>
              </a:rPr>
              <a:t>为不可见；</a:t>
            </a:r>
          </a:p>
        </p:txBody>
      </p:sp>
      <p:sp>
        <p:nvSpPr>
          <p:cNvPr id="95" name="Freeform 94">
            <a:extLst>
              <a:ext uri="{FF2B5EF4-FFF2-40B4-BE49-F238E27FC236}">
                <a16:creationId xmlns:a16="http://schemas.microsoft.com/office/drawing/2014/main" id="{AE36175F-95DA-4BEB-A92B-04705935136D}"/>
              </a:ext>
            </a:extLst>
          </p:cNvPr>
          <p:cNvSpPr>
            <a:spLocks/>
          </p:cNvSpPr>
          <p:nvPr/>
        </p:nvSpPr>
        <p:spPr bwMode="auto">
          <a:xfrm>
            <a:off x="9605963" y="3029415"/>
            <a:ext cx="246062" cy="628650"/>
          </a:xfrm>
          <a:custGeom>
            <a:avLst/>
            <a:gdLst>
              <a:gd name="T0" fmla="*/ 0 w 155"/>
              <a:gd name="T1" fmla="*/ 628650 h 396"/>
              <a:gd name="T2" fmla="*/ 69850 w 155"/>
              <a:gd name="T3" fmla="*/ 571500 h 396"/>
              <a:gd name="T4" fmla="*/ 138112 w 155"/>
              <a:gd name="T5" fmla="*/ 496888 h 396"/>
              <a:gd name="T6" fmla="*/ 195262 w 155"/>
              <a:gd name="T7" fmla="*/ 411163 h 396"/>
              <a:gd name="T8" fmla="*/ 228600 w 155"/>
              <a:gd name="T9" fmla="*/ 309563 h 396"/>
              <a:gd name="T10" fmla="*/ 241300 w 155"/>
              <a:gd name="T11" fmla="*/ 220663 h 396"/>
              <a:gd name="T12" fmla="*/ 241300 w 155"/>
              <a:gd name="T13" fmla="*/ 128588 h 396"/>
              <a:gd name="T14" fmla="*/ 214312 w 155"/>
              <a:gd name="T15" fmla="*/ 0 h 396"/>
              <a:gd name="T16" fmla="*/ 0 60000 65536"/>
              <a:gd name="T17" fmla="*/ 0 60000 65536"/>
              <a:gd name="T18" fmla="*/ 0 60000 65536"/>
              <a:gd name="T19" fmla="*/ 0 60000 65536"/>
              <a:gd name="T20" fmla="*/ 0 60000 65536"/>
              <a:gd name="T21" fmla="*/ 0 60000 65536"/>
              <a:gd name="T22" fmla="*/ 0 60000 65536"/>
              <a:gd name="T23" fmla="*/ 0 60000 65536"/>
              <a:gd name="T24" fmla="*/ 0 w 155"/>
              <a:gd name="T25" fmla="*/ 0 h 396"/>
              <a:gd name="T26" fmla="*/ 155 w 155"/>
              <a:gd name="T27" fmla="*/ 396 h 3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5" h="396">
                <a:moveTo>
                  <a:pt x="0" y="396"/>
                </a:moveTo>
                <a:cubicBezTo>
                  <a:pt x="7" y="390"/>
                  <a:pt x="30" y="374"/>
                  <a:pt x="44" y="360"/>
                </a:cubicBezTo>
                <a:cubicBezTo>
                  <a:pt x="58" y="346"/>
                  <a:pt x="74" y="330"/>
                  <a:pt x="87" y="313"/>
                </a:cubicBezTo>
                <a:cubicBezTo>
                  <a:pt x="100" y="296"/>
                  <a:pt x="114" y="279"/>
                  <a:pt x="123" y="259"/>
                </a:cubicBezTo>
                <a:cubicBezTo>
                  <a:pt x="132" y="239"/>
                  <a:pt x="139" y="215"/>
                  <a:pt x="144" y="195"/>
                </a:cubicBezTo>
                <a:cubicBezTo>
                  <a:pt x="149" y="175"/>
                  <a:pt x="151" y="158"/>
                  <a:pt x="152" y="139"/>
                </a:cubicBezTo>
                <a:cubicBezTo>
                  <a:pt x="153" y="120"/>
                  <a:pt x="155" y="104"/>
                  <a:pt x="152" y="81"/>
                </a:cubicBezTo>
                <a:cubicBezTo>
                  <a:pt x="149" y="58"/>
                  <a:pt x="139" y="17"/>
                  <a:pt x="135" y="0"/>
                </a:cubicBezTo>
              </a:path>
            </a:pathLst>
          </a:custGeom>
          <a:noFill/>
          <a:ln w="28575">
            <a:solidFill>
              <a:srgbClr val="FF3300"/>
            </a:solidFill>
            <a:round/>
            <a:headEnd/>
            <a:tailEnd/>
          </a:ln>
        </p:spPr>
        <p:txBody>
          <a:bodyPr/>
          <a:lstStyle/>
          <a:p>
            <a:pPr algn="ctr"/>
            <a:endParaRPr lang="zh-CN" altLang="en-US"/>
          </a:p>
        </p:txBody>
      </p:sp>
      <p:sp>
        <p:nvSpPr>
          <p:cNvPr id="96" name="Rectangle 95">
            <a:extLst>
              <a:ext uri="{FF2B5EF4-FFF2-40B4-BE49-F238E27FC236}">
                <a16:creationId xmlns:a16="http://schemas.microsoft.com/office/drawing/2014/main" id="{547A0A78-B15D-B62B-C6FE-0EA2B88C6E75}"/>
              </a:ext>
            </a:extLst>
          </p:cNvPr>
          <p:cNvSpPr>
            <a:spLocks noChangeArrowheads="1"/>
          </p:cNvSpPr>
          <p:nvPr/>
        </p:nvSpPr>
        <p:spPr bwMode="auto">
          <a:xfrm>
            <a:off x="1708150" y="5871040"/>
            <a:ext cx="2339975" cy="396875"/>
          </a:xfrm>
          <a:prstGeom prst="rect">
            <a:avLst/>
          </a:prstGeom>
          <a:noFill/>
          <a:ln w="9525">
            <a:noFill/>
            <a:miter lim="800000"/>
            <a:headEnd/>
            <a:tailEnd/>
          </a:ln>
          <a:effectLst/>
        </p:spPr>
        <p:txBody>
          <a:bodyPr>
            <a:spAutoFit/>
          </a:bodyPr>
          <a:lstStyle/>
          <a:p>
            <a:pPr>
              <a:defRPr/>
            </a:pPr>
            <a:r>
              <a:rPr lang="en-US" altLang="zh-CN" sz="2000" b="1">
                <a:solidFill>
                  <a:srgbClr val="CC3300"/>
                </a:solidFill>
                <a:effectLst>
                  <a:outerShdw blurRad="38100" dist="38100" dir="2700000" algn="tl">
                    <a:srgbClr val="C0C0C0"/>
                  </a:outerShdw>
                </a:effectLst>
                <a:latin typeface="Times New Roman" pitchFamily="18" charset="0"/>
                <a:ea typeface="宋体" pitchFamily="2" charset="-122"/>
              </a:rPr>
              <a:t>5</a:t>
            </a:r>
            <a:r>
              <a:rPr lang="zh-CN" altLang="en-US" sz="2000" b="1">
                <a:solidFill>
                  <a:srgbClr val="CC3300"/>
                </a:solidFill>
                <a:effectLst>
                  <a:outerShdw blurRad="38100" dist="38100" dir="2700000" algn="tl">
                    <a:srgbClr val="C0C0C0"/>
                  </a:outerShdw>
                </a:effectLst>
                <a:latin typeface="Times New Roman" pitchFamily="18" charset="0"/>
                <a:ea typeface="宋体" pitchFamily="2" charset="-122"/>
              </a:rPr>
              <a:t>）顺序连接。</a:t>
            </a:r>
          </a:p>
        </p:txBody>
      </p:sp>
      <p:sp>
        <p:nvSpPr>
          <p:cNvPr id="97" name="Rectangle 96">
            <a:extLst>
              <a:ext uri="{FF2B5EF4-FFF2-40B4-BE49-F238E27FC236}">
                <a16:creationId xmlns:a16="http://schemas.microsoft.com/office/drawing/2014/main" id="{65BDEF7A-5216-9231-F666-D286B40FA185}"/>
              </a:ext>
            </a:extLst>
          </p:cNvPr>
          <p:cNvSpPr>
            <a:spLocks noChangeArrowheads="1"/>
          </p:cNvSpPr>
          <p:nvPr/>
        </p:nvSpPr>
        <p:spPr bwMode="auto">
          <a:xfrm>
            <a:off x="1733550" y="238590"/>
            <a:ext cx="4205288" cy="679450"/>
          </a:xfrm>
          <a:prstGeom prst="rect">
            <a:avLst/>
          </a:prstGeom>
          <a:noFill/>
          <a:ln w="9525">
            <a:noFill/>
            <a:miter lim="800000"/>
            <a:headEnd/>
            <a:tailEnd/>
          </a:ln>
        </p:spPr>
        <p:txBody>
          <a:bodyPr anchor="ctr"/>
          <a:lstStyle/>
          <a:p>
            <a:r>
              <a:rPr lang="zh-CN" altLang="en-US" sz="2800" b="1" dirty="0">
                <a:latin typeface="Times New Roman" pitchFamily="18" charset="0"/>
              </a:rPr>
              <a:t>圆球面上的曲线</a:t>
            </a:r>
          </a:p>
        </p:txBody>
      </p:sp>
      <p:sp>
        <p:nvSpPr>
          <p:cNvPr id="98" name="Rectangle 97">
            <a:extLst>
              <a:ext uri="{FF2B5EF4-FFF2-40B4-BE49-F238E27FC236}">
                <a16:creationId xmlns:a16="http://schemas.microsoft.com/office/drawing/2014/main" id="{BABA42CC-EC86-32B1-99CE-FDCEDFA90353}"/>
              </a:ext>
            </a:extLst>
          </p:cNvPr>
          <p:cNvSpPr>
            <a:spLocks noChangeArrowheads="1"/>
          </p:cNvSpPr>
          <p:nvPr/>
        </p:nvSpPr>
        <p:spPr bwMode="auto">
          <a:xfrm>
            <a:off x="4565650" y="378290"/>
            <a:ext cx="5378450" cy="457200"/>
          </a:xfrm>
          <a:prstGeom prst="rect">
            <a:avLst/>
          </a:prstGeom>
          <a:noFill/>
          <a:ln w="9525">
            <a:noFill/>
            <a:miter lim="800000"/>
            <a:headEnd/>
            <a:tailEnd/>
          </a:ln>
          <a:effectLst/>
        </p:spPr>
        <p:txBody>
          <a:bodyPr anchor="ctr">
            <a:spAutoFit/>
          </a:bodyPr>
          <a:lstStyle/>
          <a:p>
            <a:pPr indent="266700">
              <a:defRPr/>
            </a:pPr>
            <a:r>
              <a:rPr lang="en-US" altLang="zh-CN" b="1">
                <a:solidFill>
                  <a:srgbClr val="0066FF"/>
                </a:solidFill>
                <a:effectLst>
                  <a:outerShdw blurRad="38100" dist="38100" dir="2700000" algn="tl">
                    <a:srgbClr val="C0C0C0"/>
                  </a:outerShdw>
                </a:effectLst>
                <a:latin typeface="Times New Roman" pitchFamily="18" charset="0"/>
                <a:ea typeface="宋体" pitchFamily="2" charset="-122"/>
              </a:rPr>
              <a:t>——</a:t>
            </a:r>
            <a:r>
              <a:rPr lang="zh-CN" altLang="en-US" b="1">
                <a:solidFill>
                  <a:srgbClr val="0066FF"/>
                </a:solidFill>
                <a:effectLst>
                  <a:outerShdw blurRad="38100" dist="38100" dir="2700000" algn="tl">
                    <a:srgbClr val="C0C0C0"/>
                  </a:outerShdw>
                </a:effectLst>
                <a:latin typeface="Times New Roman" pitchFamily="18" charset="0"/>
                <a:ea typeface="宋体" pitchFamily="2" charset="-122"/>
              </a:rPr>
              <a:t>也采用取点的方法</a:t>
            </a:r>
            <a:r>
              <a:rPr lang="en-US" altLang="zh-CN" b="1">
                <a:solidFill>
                  <a:srgbClr val="0066FF"/>
                </a:solidFill>
                <a:effectLst>
                  <a:outerShdw blurRad="38100" dist="38100" dir="2700000" algn="tl">
                    <a:srgbClr val="C0C0C0"/>
                  </a:outerShdw>
                </a:effectLst>
                <a:latin typeface="Times New Roman" pitchFamily="18" charset="0"/>
                <a:ea typeface="宋体" pitchFamily="2" charset="-122"/>
              </a:rPr>
              <a:t>——</a:t>
            </a:r>
            <a:r>
              <a:rPr lang="zh-CN" altLang="en-US" b="1">
                <a:solidFill>
                  <a:srgbClr val="0066FF"/>
                </a:solidFill>
                <a:effectLst>
                  <a:outerShdw blurRad="38100" dist="38100" dir="2700000" algn="tl">
                    <a:srgbClr val="C0C0C0"/>
                  </a:outerShdw>
                </a:effectLst>
                <a:latin typeface="Times New Roman" pitchFamily="18" charset="0"/>
                <a:ea typeface="宋体" pitchFamily="2" charset="-122"/>
              </a:rPr>
              <a:t>特殊点</a:t>
            </a:r>
          </a:p>
        </p:txBody>
      </p:sp>
      <p:grpSp>
        <p:nvGrpSpPr>
          <p:cNvPr id="99" name="Group 98">
            <a:extLst>
              <a:ext uri="{FF2B5EF4-FFF2-40B4-BE49-F238E27FC236}">
                <a16:creationId xmlns:a16="http://schemas.microsoft.com/office/drawing/2014/main" id="{3CBF5DF2-A417-3024-6DAF-4124A3437807}"/>
              </a:ext>
            </a:extLst>
          </p:cNvPr>
          <p:cNvGrpSpPr>
            <a:grpSpLocks/>
          </p:cNvGrpSpPr>
          <p:nvPr/>
        </p:nvGrpSpPr>
        <p:grpSpPr bwMode="auto">
          <a:xfrm>
            <a:off x="7018338" y="5769440"/>
            <a:ext cx="654050" cy="363538"/>
            <a:chOff x="4030" y="3127"/>
            <a:chExt cx="412" cy="229"/>
          </a:xfrm>
        </p:grpSpPr>
        <p:sp>
          <p:nvSpPr>
            <p:cNvPr id="100" name="Oval 99">
              <a:extLst>
                <a:ext uri="{FF2B5EF4-FFF2-40B4-BE49-F238E27FC236}">
                  <a16:creationId xmlns:a16="http://schemas.microsoft.com/office/drawing/2014/main" id="{A45295EA-D39B-3601-0605-EF9DADE85654}"/>
                </a:ext>
              </a:extLst>
            </p:cNvPr>
            <p:cNvSpPr>
              <a:spLocks noChangeArrowheads="1"/>
            </p:cNvSpPr>
            <p:nvPr/>
          </p:nvSpPr>
          <p:spPr bwMode="auto">
            <a:xfrm>
              <a:off x="4052" y="3313"/>
              <a:ext cx="44" cy="43"/>
            </a:xfrm>
            <a:prstGeom prst="ellipse">
              <a:avLst/>
            </a:prstGeom>
            <a:solidFill>
              <a:srgbClr val="FF66CC"/>
            </a:solidFill>
            <a:ln w="19050">
              <a:solidFill>
                <a:srgbClr val="339933"/>
              </a:solidFill>
              <a:round/>
              <a:headEnd/>
              <a:tailEnd/>
            </a:ln>
          </p:spPr>
          <p:txBody>
            <a:bodyPr wrap="none" anchor="ctr"/>
            <a:lstStyle/>
            <a:p>
              <a:pPr algn="ctr"/>
              <a:endParaRPr lang="zh-CN" altLang="en-US"/>
            </a:p>
          </p:txBody>
        </p:sp>
        <p:sp>
          <p:nvSpPr>
            <p:cNvPr id="101" name="Text Box 100">
              <a:extLst>
                <a:ext uri="{FF2B5EF4-FFF2-40B4-BE49-F238E27FC236}">
                  <a16:creationId xmlns:a16="http://schemas.microsoft.com/office/drawing/2014/main" id="{2D0F2769-629C-B64E-67E9-BEFDE71B6F99}"/>
                </a:ext>
              </a:extLst>
            </p:cNvPr>
            <p:cNvSpPr txBox="1">
              <a:spLocks noChangeArrowheads="1"/>
            </p:cNvSpPr>
            <p:nvPr/>
          </p:nvSpPr>
          <p:spPr bwMode="auto">
            <a:xfrm rot="10800000" flipV="1">
              <a:off x="4030" y="3127"/>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a</a:t>
              </a:r>
            </a:p>
          </p:txBody>
        </p:sp>
      </p:grpSp>
      <p:grpSp>
        <p:nvGrpSpPr>
          <p:cNvPr id="102" name="Group 101">
            <a:extLst>
              <a:ext uri="{FF2B5EF4-FFF2-40B4-BE49-F238E27FC236}">
                <a16:creationId xmlns:a16="http://schemas.microsoft.com/office/drawing/2014/main" id="{FD82D80D-8B08-0D33-3A8E-3063FB519C2B}"/>
              </a:ext>
            </a:extLst>
          </p:cNvPr>
          <p:cNvGrpSpPr>
            <a:grpSpLocks/>
          </p:cNvGrpSpPr>
          <p:nvPr/>
        </p:nvGrpSpPr>
        <p:grpSpPr bwMode="auto">
          <a:xfrm>
            <a:off x="9332913" y="2540465"/>
            <a:ext cx="790575" cy="336550"/>
            <a:chOff x="4864" y="2146"/>
            <a:chExt cx="498" cy="212"/>
          </a:xfrm>
        </p:grpSpPr>
        <p:sp>
          <p:nvSpPr>
            <p:cNvPr id="103" name="Text Box 102">
              <a:extLst>
                <a:ext uri="{FF2B5EF4-FFF2-40B4-BE49-F238E27FC236}">
                  <a16:creationId xmlns:a16="http://schemas.microsoft.com/office/drawing/2014/main" id="{8768824B-4BC5-A70C-1021-C13D1BA2EAB7}"/>
                </a:ext>
              </a:extLst>
            </p:cNvPr>
            <p:cNvSpPr txBox="1">
              <a:spLocks noChangeArrowheads="1"/>
            </p:cNvSpPr>
            <p:nvPr/>
          </p:nvSpPr>
          <p:spPr bwMode="auto">
            <a:xfrm rot="10800000" flipV="1">
              <a:off x="4864" y="2146"/>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a〞</a:t>
              </a:r>
            </a:p>
          </p:txBody>
        </p:sp>
        <p:sp>
          <p:nvSpPr>
            <p:cNvPr id="104" name="Oval 103">
              <a:extLst>
                <a:ext uri="{FF2B5EF4-FFF2-40B4-BE49-F238E27FC236}">
                  <a16:creationId xmlns:a16="http://schemas.microsoft.com/office/drawing/2014/main" id="{6D88C7FF-D167-B0D6-9FF3-50DE88D1A93C}"/>
                </a:ext>
              </a:extLst>
            </p:cNvPr>
            <p:cNvSpPr>
              <a:spLocks noChangeArrowheads="1"/>
            </p:cNvSpPr>
            <p:nvPr/>
          </p:nvSpPr>
          <p:spPr bwMode="auto">
            <a:xfrm>
              <a:off x="5034" y="2294"/>
              <a:ext cx="44" cy="43"/>
            </a:xfrm>
            <a:prstGeom prst="ellipse">
              <a:avLst/>
            </a:prstGeom>
            <a:solidFill>
              <a:srgbClr val="FF66CC"/>
            </a:solidFill>
            <a:ln w="19050">
              <a:solidFill>
                <a:srgbClr val="339933"/>
              </a:solidFill>
              <a:round/>
              <a:headEnd/>
              <a:tailEnd/>
            </a:ln>
          </p:spPr>
          <p:txBody>
            <a:bodyPr wrap="none" anchor="ctr"/>
            <a:lstStyle/>
            <a:p>
              <a:pPr algn="ctr"/>
              <a:endParaRPr lang="zh-CN" altLang="en-US"/>
            </a:p>
          </p:txBody>
        </p:sp>
      </p:grpSp>
      <p:sp>
        <p:nvSpPr>
          <p:cNvPr id="105" name="Line 104">
            <a:extLst>
              <a:ext uri="{FF2B5EF4-FFF2-40B4-BE49-F238E27FC236}">
                <a16:creationId xmlns:a16="http://schemas.microsoft.com/office/drawing/2014/main" id="{DC3AFB97-84FA-F096-D44D-34E824EA9417}"/>
              </a:ext>
            </a:extLst>
          </p:cNvPr>
          <p:cNvSpPr>
            <a:spLocks noChangeShapeType="1"/>
          </p:cNvSpPr>
          <p:nvPr/>
        </p:nvSpPr>
        <p:spPr bwMode="auto">
          <a:xfrm>
            <a:off x="6142038" y="3658065"/>
            <a:ext cx="0" cy="1844675"/>
          </a:xfrm>
          <a:prstGeom prst="line">
            <a:avLst/>
          </a:prstGeom>
          <a:noFill/>
          <a:ln w="9525">
            <a:solidFill>
              <a:schemeClr val="hlink"/>
            </a:solidFill>
            <a:round/>
            <a:headEnd/>
            <a:tailEnd type="triangle" w="sm" len="lg"/>
          </a:ln>
        </p:spPr>
        <p:txBody>
          <a:bodyPr/>
          <a:lstStyle/>
          <a:p>
            <a:endParaRPr lang="zh-CN" altLang="en-US"/>
          </a:p>
        </p:txBody>
      </p:sp>
      <p:sp>
        <p:nvSpPr>
          <p:cNvPr id="106" name="Arc 105">
            <a:extLst>
              <a:ext uri="{FF2B5EF4-FFF2-40B4-BE49-F238E27FC236}">
                <a16:creationId xmlns:a16="http://schemas.microsoft.com/office/drawing/2014/main" id="{8EDCD420-D2A0-D58C-BCCE-F4454AB3992B}"/>
              </a:ext>
            </a:extLst>
          </p:cNvPr>
          <p:cNvSpPr>
            <a:spLocks noChangeAspect="1"/>
          </p:cNvSpPr>
          <p:nvPr/>
        </p:nvSpPr>
        <p:spPr bwMode="auto">
          <a:xfrm rot="5400000" flipV="1">
            <a:off x="6499225" y="5153491"/>
            <a:ext cx="714375" cy="1422400"/>
          </a:xfrm>
          <a:custGeom>
            <a:avLst/>
            <a:gdLst>
              <a:gd name="T0" fmla="*/ 211589 w 21797"/>
              <a:gd name="T1" fmla="*/ 0 h 43200"/>
              <a:gd name="T2" fmla="*/ 0 w 21797"/>
              <a:gd name="T3" fmla="*/ 46832750 h 43200"/>
              <a:gd name="T4" fmla="*/ 211589 w 21797"/>
              <a:gd name="T5" fmla="*/ 23416918 h 43200"/>
              <a:gd name="T6" fmla="*/ 0 60000 65536"/>
              <a:gd name="T7" fmla="*/ 0 60000 65536"/>
              <a:gd name="T8" fmla="*/ 0 60000 65536"/>
              <a:gd name="T9" fmla="*/ 0 w 21797"/>
              <a:gd name="T10" fmla="*/ 0 h 43200"/>
              <a:gd name="T11" fmla="*/ 21797 w 21797"/>
              <a:gd name="T12" fmla="*/ 43200 h 43200"/>
            </a:gdLst>
            <a:ahLst/>
            <a:cxnLst>
              <a:cxn ang="T6">
                <a:pos x="T0" y="T1"/>
              </a:cxn>
              <a:cxn ang="T7">
                <a:pos x="T2" y="T3"/>
              </a:cxn>
              <a:cxn ang="T8">
                <a:pos x="T4" y="T5"/>
              </a:cxn>
            </a:cxnLst>
            <a:rect l="T9" t="T10" r="T11" b="T12"/>
            <a:pathLst>
              <a:path w="21797" h="43200" fill="none" extrusionOk="0">
                <a:moveTo>
                  <a:pt x="196" y="0"/>
                </a:moveTo>
                <a:cubicBezTo>
                  <a:pt x="12126" y="0"/>
                  <a:pt x="21797" y="9670"/>
                  <a:pt x="21797" y="21600"/>
                </a:cubicBezTo>
                <a:cubicBezTo>
                  <a:pt x="21797" y="33529"/>
                  <a:pt x="12126" y="43200"/>
                  <a:pt x="197" y="43200"/>
                </a:cubicBezTo>
                <a:cubicBezTo>
                  <a:pt x="131" y="43200"/>
                  <a:pt x="65" y="43199"/>
                  <a:pt x="-1" y="43199"/>
                </a:cubicBezTo>
              </a:path>
              <a:path w="21797" h="43200" stroke="0" extrusionOk="0">
                <a:moveTo>
                  <a:pt x="196" y="0"/>
                </a:moveTo>
                <a:cubicBezTo>
                  <a:pt x="12126" y="0"/>
                  <a:pt x="21797" y="9670"/>
                  <a:pt x="21797" y="21600"/>
                </a:cubicBezTo>
                <a:cubicBezTo>
                  <a:pt x="21797" y="33529"/>
                  <a:pt x="12126" y="43200"/>
                  <a:pt x="197" y="43200"/>
                </a:cubicBezTo>
                <a:cubicBezTo>
                  <a:pt x="131" y="43200"/>
                  <a:pt x="65" y="43199"/>
                  <a:pt x="-1" y="43199"/>
                </a:cubicBezTo>
                <a:lnTo>
                  <a:pt x="197" y="21600"/>
                </a:lnTo>
                <a:close/>
              </a:path>
            </a:pathLst>
          </a:custGeom>
          <a:noFill/>
          <a:ln w="9525">
            <a:solidFill>
              <a:schemeClr val="hlink"/>
            </a:solidFill>
            <a:round/>
            <a:headEnd/>
            <a:tailEnd/>
          </a:ln>
        </p:spPr>
        <p:txBody>
          <a:bodyPr wrap="none" anchor="ctr"/>
          <a:lstStyle/>
          <a:p>
            <a:pPr algn="ctr"/>
            <a:endParaRPr lang="zh-CN" altLang="en-US"/>
          </a:p>
        </p:txBody>
      </p:sp>
      <p:sp>
        <p:nvSpPr>
          <p:cNvPr id="107" name="Line 106">
            <a:extLst>
              <a:ext uri="{FF2B5EF4-FFF2-40B4-BE49-F238E27FC236}">
                <a16:creationId xmlns:a16="http://schemas.microsoft.com/office/drawing/2014/main" id="{C9E3CEB3-8854-1F73-A993-2126F23A9C13}"/>
              </a:ext>
            </a:extLst>
          </p:cNvPr>
          <p:cNvSpPr>
            <a:spLocks noChangeShapeType="1"/>
          </p:cNvSpPr>
          <p:nvPr/>
        </p:nvSpPr>
        <p:spPr bwMode="auto">
          <a:xfrm flipH="1">
            <a:off x="6388100" y="3658065"/>
            <a:ext cx="0" cy="2406650"/>
          </a:xfrm>
          <a:prstGeom prst="line">
            <a:avLst/>
          </a:prstGeom>
          <a:noFill/>
          <a:ln w="9525">
            <a:solidFill>
              <a:schemeClr val="hlink"/>
            </a:solidFill>
            <a:round/>
            <a:headEnd/>
            <a:tailEnd type="triangle" w="sm" len="lg"/>
          </a:ln>
        </p:spPr>
        <p:txBody>
          <a:bodyPr/>
          <a:lstStyle/>
          <a:p>
            <a:endParaRPr lang="zh-CN" altLang="en-US"/>
          </a:p>
        </p:txBody>
      </p:sp>
      <p:grpSp>
        <p:nvGrpSpPr>
          <p:cNvPr id="108" name="Group 107">
            <a:extLst>
              <a:ext uri="{FF2B5EF4-FFF2-40B4-BE49-F238E27FC236}">
                <a16:creationId xmlns:a16="http://schemas.microsoft.com/office/drawing/2014/main" id="{232C9FEC-14BA-A3DA-21BE-62E64C082BA8}"/>
              </a:ext>
            </a:extLst>
          </p:cNvPr>
          <p:cNvGrpSpPr>
            <a:grpSpLocks/>
          </p:cNvGrpSpPr>
          <p:nvPr/>
        </p:nvGrpSpPr>
        <p:grpSpPr bwMode="auto">
          <a:xfrm>
            <a:off x="6051550" y="6028203"/>
            <a:ext cx="654050" cy="374650"/>
            <a:chOff x="2581" y="3831"/>
            <a:chExt cx="412" cy="236"/>
          </a:xfrm>
        </p:grpSpPr>
        <p:sp>
          <p:nvSpPr>
            <p:cNvPr id="109" name="Oval 108">
              <a:extLst>
                <a:ext uri="{FF2B5EF4-FFF2-40B4-BE49-F238E27FC236}">
                  <a16:creationId xmlns:a16="http://schemas.microsoft.com/office/drawing/2014/main" id="{C2B71687-983F-7B02-5946-80AFD9672643}"/>
                </a:ext>
              </a:extLst>
            </p:cNvPr>
            <p:cNvSpPr>
              <a:spLocks noChangeArrowheads="1"/>
            </p:cNvSpPr>
            <p:nvPr/>
          </p:nvSpPr>
          <p:spPr bwMode="auto">
            <a:xfrm>
              <a:off x="2773" y="3831"/>
              <a:ext cx="44" cy="43"/>
            </a:xfrm>
            <a:prstGeom prst="ellipse">
              <a:avLst/>
            </a:prstGeom>
            <a:solidFill>
              <a:srgbClr val="FF66CC"/>
            </a:solidFill>
            <a:ln w="19050">
              <a:solidFill>
                <a:schemeClr val="hlink"/>
              </a:solidFill>
              <a:round/>
              <a:headEnd/>
              <a:tailEnd/>
            </a:ln>
          </p:spPr>
          <p:txBody>
            <a:bodyPr wrap="none" anchor="ctr"/>
            <a:lstStyle/>
            <a:p>
              <a:pPr algn="ctr"/>
              <a:endParaRPr lang="zh-CN" altLang="en-US"/>
            </a:p>
          </p:txBody>
        </p:sp>
        <p:sp>
          <p:nvSpPr>
            <p:cNvPr id="110" name="Text Box 109">
              <a:extLst>
                <a:ext uri="{FF2B5EF4-FFF2-40B4-BE49-F238E27FC236}">
                  <a16:creationId xmlns:a16="http://schemas.microsoft.com/office/drawing/2014/main" id="{C4A152B9-B347-E271-45A0-DCB19B7D1C0D}"/>
                </a:ext>
              </a:extLst>
            </p:cNvPr>
            <p:cNvSpPr txBox="1">
              <a:spLocks noChangeArrowheads="1"/>
            </p:cNvSpPr>
            <p:nvPr/>
          </p:nvSpPr>
          <p:spPr bwMode="auto">
            <a:xfrm rot="10800000" flipV="1">
              <a:off x="2581" y="3855"/>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FF66CC"/>
                  </a:solidFill>
                  <a:latin typeface="Times New Roman" pitchFamily="18" charset="0"/>
                </a:rPr>
                <a:t>d</a:t>
              </a:r>
            </a:p>
          </p:txBody>
        </p:sp>
      </p:grpSp>
      <p:grpSp>
        <p:nvGrpSpPr>
          <p:cNvPr id="111" name="Group 110">
            <a:extLst>
              <a:ext uri="{FF2B5EF4-FFF2-40B4-BE49-F238E27FC236}">
                <a16:creationId xmlns:a16="http://schemas.microsoft.com/office/drawing/2014/main" id="{F9E22C95-A034-D1F7-4611-46B94946EF1D}"/>
              </a:ext>
            </a:extLst>
          </p:cNvPr>
          <p:cNvGrpSpPr>
            <a:grpSpLocks/>
          </p:cNvGrpSpPr>
          <p:nvPr/>
        </p:nvGrpSpPr>
        <p:grpSpPr bwMode="auto">
          <a:xfrm>
            <a:off x="6580188" y="6140915"/>
            <a:ext cx="654050" cy="336550"/>
            <a:chOff x="3630" y="3719"/>
            <a:chExt cx="412" cy="212"/>
          </a:xfrm>
        </p:grpSpPr>
        <p:sp>
          <p:nvSpPr>
            <p:cNvPr id="112" name="Oval 111">
              <a:extLst>
                <a:ext uri="{FF2B5EF4-FFF2-40B4-BE49-F238E27FC236}">
                  <a16:creationId xmlns:a16="http://schemas.microsoft.com/office/drawing/2014/main" id="{E67E34A3-65A9-A875-CC8E-5F45851109AB}"/>
                </a:ext>
              </a:extLst>
            </p:cNvPr>
            <p:cNvSpPr>
              <a:spLocks noChangeArrowheads="1"/>
            </p:cNvSpPr>
            <p:nvPr/>
          </p:nvSpPr>
          <p:spPr bwMode="auto">
            <a:xfrm>
              <a:off x="3633" y="3769"/>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13" name="Text Box 112">
              <a:extLst>
                <a:ext uri="{FF2B5EF4-FFF2-40B4-BE49-F238E27FC236}">
                  <a16:creationId xmlns:a16="http://schemas.microsoft.com/office/drawing/2014/main" id="{E91B0D13-B252-7321-F9AC-18AA5A8E156B}"/>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CC6600"/>
                  </a:solidFill>
                  <a:latin typeface="Times New Roman" pitchFamily="18" charset="0"/>
                </a:rPr>
                <a:t>c</a:t>
              </a:r>
            </a:p>
          </p:txBody>
        </p:sp>
      </p:grpSp>
      <p:sp>
        <p:nvSpPr>
          <p:cNvPr id="114" name="Freeform 113">
            <a:extLst>
              <a:ext uri="{FF2B5EF4-FFF2-40B4-BE49-F238E27FC236}">
                <a16:creationId xmlns:a16="http://schemas.microsoft.com/office/drawing/2014/main" id="{DE388003-F4E5-E8C5-40F2-9FC5D3AFD662}"/>
              </a:ext>
            </a:extLst>
          </p:cNvPr>
          <p:cNvSpPr>
            <a:spLocks/>
          </p:cNvSpPr>
          <p:nvPr/>
        </p:nvSpPr>
        <p:spPr bwMode="auto">
          <a:xfrm>
            <a:off x="6627813" y="6091703"/>
            <a:ext cx="458787" cy="173037"/>
          </a:xfrm>
          <a:custGeom>
            <a:avLst/>
            <a:gdLst>
              <a:gd name="T0" fmla="*/ 458787 w 289"/>
              <a:gd name="T1" fmla="*/ 0 h 109"/>
              <a:gd name="T2" fmla="*/ 357187 w 289"/>
              <a:gd name="T3" fmla="*/ 80962 h 109"/>
              <a:gd name="T4" fmla="*/ 239712 w 289"/>
              <a:gd name="T5" fmla="*/ 130175 h 109"/>
              <a:gd name="T6" fmla="*/ 125412 w 289"/>
              <a:gd name="T7" fmla="*/ 166687 h 109"/>
              <a:gd name="T8" fmla="*/ 0 w 289"/>
              <a:gd name="T9" fmla="*/ 166687 h 109"/>
              <a:gd name="T10" fmla="*/ 0 60000 65536"/>
              <a:gd name="T11" fmla="*/ 0 60000 65536"/>
              <a:gd name="T12" fmla="*/ 0 60000 65536"/>
              <a:gd name="T13" fmla="*/ 0 60000 65536"/>
              <a:gd name="T14" fmla="*/ 0 60000 65536"/>
              <a:gd name="T15" fmla="*/ 0 w 289"/>
              <a:gd name="T16" fmla="*/ 0 h 109"/>
              <a:gd name="T17" fmla="*/ 289 w 289"/>
              <a:gd name="T18" fmla="*/ 109 h 109"/>
            </a:gdLst>
            <a:ahLst/>
            <a:cxnLst>
              <a:cxn ang="T10">
                <a:pos x="T0" y="T1"/>
              </a:cxn>
              <a:cxn ang="T11">
                <a:pos x="T2" y="T3"/>
              </a:cxn>
              <a:cxn ang="T12">
                <a:pos x="T4" y="T5"/>
              </a:cxn>
              <a:cxn ang="T13">
                <a:pos x="T6" y="T7"/>
              </a:cxn>
              <a:cxn ang="T14">
                <a:pos x="T8" y="T9"/>
              </a:cxn>
            </a:cxnLst>
            <a:rect l="T15" t="T16" r="T17" b="T18"/>
            <a:pathLst>
              <a:path w="289" h="109">
                <a:moveTo>
                  <a:pt x="289" y="0"/>
                </a:moveTo>
                <a:cubicBezTo>
                  <a:pt x="278" y="8"/>
                  <a:pt x="248" y="37"/>
                  <a:pt x="225" y="51"/>
                </a:cubicBezTo>
                <a:cubicBezTo>
                  <a:pt x="202" y="65"/>
                  <a:pt x="175" y="73"/>
                  <a:pt x="151" y="82"/>
                </a:cubicBezTo>
                <a:cubicBezTo>
                  <a:pt x="127" y="91"/>
                  <a:pt x="104" y="101"/>
                  <a:pt x="79" y="105"/>
                </a:cubicBezTo>
                <a:cubicBezTo>
                  <a:pt x="54" y="109"/>
                  <a:pt x="16" y="105"/>
                  <a:pt x="0" y="105"/>
                </a:cubicBezTo>
              </a:path>
            </a:pathLst>
          </a:custGeom>
          <a:noFill/>
          <a:ln w="28575">
            <a:solidFill>
              <a:srgbClr val="FF3300"/>
            </a:solidFill>
            <a:round/>
            <a:headEnd/>
            <a:tailEnd/>
          </a:ln>
        </p:spPr>
        <p:txBody>
          <a:bodyPr/>
          <a:lstStyle/>
          <a:p>
            <a:pPr algn="ctr"/>
            <a:endParaRPr lang="zh-CN" altLang="en-US"/>
          </a:p>
        </p:txBody>
      </p:sp>
      <p:sp>
        <p:nvSpPr>
          <p:cNvPr id="115" name="Freeform 114">
            <a:extLst>
              <a:ext uri="{FF2B5EF4-FFF2-40B4-BE49-F238E27FC236}">
                <a16:creationId xmlns:a16="http://schemas.microsoft.com/office/drawing/2014/main" id="{FD36BD98-2C00-616D-6662-0F6DDF2145FD}"/>
              </a:ext>
            </a:extLst>
          </p:cNvPr>
          <p:cNvSpPr>
            <a:spLocks/>
          </p:cNvSpPr>
          <p:nvPr/>
        </p:nvSpPr>
        <p:spPr bwMode="auto">
          <a:xfrm>
            <a:off x="6394450" y="6055190"/>
            <a:ext cx="204788" cy="188913"/>
          </a:xfrm>
          <a:custGeom>
            <a:avLst/>
            <a:gdLst>
              <a:gd name="T0" fmla="*/ 204788 w 129"/>
              <a:gd name="T1" fmla="*/ 188913 h 119"/>
              <a:gd name="T2" fmla="*/ 128588 w 129"/>
              <a:gd name="T3" fmla="*/ 142875 h 119"/>
              <a:gd name="T4" fmla="*/ 49213 w 129"/>
              <a:gd name="T5" fmla="*/ 80963 h 119"/>
              <a:gd name="T6" fmla="*/ 0 w 129"/>
              <a:gd name="T7" fmla="*/ 0 h 119"/>
              <a:gd name="T8" fmla="*/ 0 60000 65536"/>
              <a:gd name="T9" fmla="*/ 0 60000 65536"/>
              <a:gd name="T10" fmla="*/ 0 60000 65536"/>
              <a:gd name="T11" fmla="*/ 0 60000 65536"/>
              <a:gd name="T12" fmla="*/ 0 w 129"/>
              <a:gd name="T13" fmla="*/ 0 h 119"/>
              <a:gd name="T14" fmla="*/ 129 w 129"/>
              <a:gd name="T15" fmla="*/ 119 h 119"/>
            </a:gdLst>
            <a:ahLst/>
            <a:cxnLst>
              <a:cxn ang="T8">
                <a:pos x="T0" y="T1"/>
              </a:cxn>
              <a:cxn ang="T9">
                <a:pos x="T2" y="T3"/>
              </a:cxn>
              <a:cxn ang="T10">
                <a:pos x="T4" y="T5"/>
              </a:cxn>
              <a:cxn ang="T11">
                <a:pos x="T6" y="T7"/>
              </a:cxn>
            </a:cxnLst>
            <a:rect l="T12" t="T13" r="T14" b="T15"/>
            <a:pathLst>
              <a:path w="129" h="119">
                <a:moveTo>
                  <a:pt x="129" y="119"/>
                </a:moveTo>
                <a:cubicBezTo>
                  <a:pt x="121" y="114"/>
                  <a:pt x="97" y="101"/>
                  <a:pt x="81" y="90"/>
                </a:cubicBezTo>
                <a:cubicBezTo>
                  <a:pt x="65" y="79"/>
                  <a:pt x="44" y="66"/>
                  <a:pt x="31" y="51"/>
                </a:cubicBezTo>
                <a:cubicBezTo>
                  <a:pt x="18" y="36"/>
                  <a:pt x="6" y="11"/>
                  <a:pt x="0" y="0"/>
                </a:cubicBezTo>
              </a:path>
            </a:pathLst>
          </a:custGeom>
          <a:noFill/>
          <a:ln w="19050">
            <a:solidFill>
              <a:srgbClr val="FF3300"/>
            </a:solidFill>
            <a:prstDash val="lgDash"/>
            <a:round/>
            <a:headEnd/>
            <a:tailEnd/>
          </a:ln>
        </p:spPr>
        <p:txBody>
          <a:bodyPr/>
          <a:lstStyle/>
          <a:p>
            <a:pPr algn="ctr"/>
            <a:endParaRPr lang="zh-CN" altLang="en-US"/>
          </a:p>
        </p:txBody>
      </p:sp>
      <p:sp>
        <p:nvSpPr>
          <p:cNvPr id="116" name="Freeform 115">
            <a:extLst>
              <a:ext uri="{FF2B5EF4-FFF2-40B4-BE49-F238E27FC236}">
                <a16:creationId xmlns:a16="http://schemas.microsoft.com/office/drawing/2014/main" id="{7D0C7DEA-C8A7-82FF-A13A-AEF7781CE4AD}"/>
              </a:ext>
            </a:extLst>
          </p:cNvPr>
          <p:cNvSpPr>
            <a:spLocks/>
          </p:cNvSpPr>
          <p:nvPr/>
        </p:nvSpPr>
        <p:spPr bwMode="auto">
          <a:xfrm>
            <a:off x="9637713" y="2800815"/>
            <a:ext cx="166687" cy="192088"/>
          </a:xfrm>
          <a:custGeom>
            <a:avLst/>
            <a:gdLst>
              <a:gd name="T0" fmla="*/ 0 w 105"/>
              <a:gd name="T1" fmla="*/ 0 h 121"/>
              <a:gd name="T2" fmla="*/ 73025 w 105"/>
              <a:gd name="T3" fmla="*/ 47625 h 121"/>
              <a:gd name="T4" fmla="*/ 125412 w 105"/>
              <a:gd name="T5" fmla="*/ 109538 h 121"/>
              <a:gd name="T6" fmla="*/ 152400 w 105"/>
              <a:gd name="T7" fmla="*/ 157163 h 121"/>
              <a:gd name="T8" fmla="*/ 166687 w 105"/>
              <a:gd name="T9" fmla="*/ 192088 h 121"/>
              <a:gd name="T10" fmla="*/ 0 60000 65536"/>
              <a:gd name="T11" fmla="*/ 0 60000 65536"/>
              <a:gd name="T12" fmla="*/ 0 60000 65536"/>
              <a:gd name="T13" fmla="*/ 0 60000 65536"/>
              <a:gd name="T14" fmla="*/ 0 60000 65536"/>
              <a:gd name="T15" fmla="*/ 0 w 105"/>
              <a:gd name="T16" fmla="*/ 0 h 121"/>
              <a:gd name="T17" fmla="*/ 105 w 105"/>
              <a:gd name="T18" fmla="*/ 121 h 121"/>
            </a:gdLst>
            <a:ahLst/>
            <a:cxnLst>
              <a:cxn ang="T10">
                <a:pos x="T0" y="T1"/>
              </a:cxn>
              <a:cxn ang="T11">
                <a:pos x="T2" y="T3"/>
              </a:cxn>
              <a:cxn ang="T12">
                <a:pos x="T4" y="T5"/>
              </a:cxn>
              <a:cxn ang="T13">
                <a:pos x="T6" y="T7"/>
              </a:cxn>
              <a:cxn ang="T14">
                <a:pos x="T8" y="T9"/>
              </a:cxn>
            </a:cxnLst>
            <a:rect l="T15" t="T16" r="T17" b="T18"/>
            <a:pathLst>
              <a:path w="105" h="121">
                <a:moveTo>
                  <a:pt x="0" y="0"/>
                </a:moveTo>
                <a:cubicBezTo>
                  <a:pt x="8" y="5"/>
                  <a:pt x="33" y="18"/>
                  <a:pt x="46" y="30"/>
                </a:cubicBezTo>
                <a:cubicBezTo>
                  <a:pt x="59" y="42"/>
                  <a:pt x="71" y="58"/>
                  <a:pt x="79" y="69"/>
                </a:cubicBezTo>
                <a:cubicBezTo>
                  <a:pt x="87" y="80"/>
                  <a:pt x="92" y="90"/>
                  <a:pt x="96" y="99"/>
                </a:cubicBezTo>
                <a:cubicBezTo>
                  <a:pt x="100" y="108"/>
                  <a:pt x="103" y="117"/>
                  <a:pt x="105" y="121"/>
                </a:cubicBezTo>
              </a:path>
            </a:pathLst>
          </a:custGeom>
          <a:noFill/>
          <a:ln w="19050">
            <a:solidFill>
              <a:srgbClr val="FF3300"/>
            </a:solidFill>
            <a:prstDash val="lgDash"/>
            <a:round/>
            <a:headEnd/>
            <a:tailEnd/>
          </a:ln>
        </p:spPr>
        <p:txBody>
          <a:bodyPr/>
          <a:lstStyle/>
          <a:p>
            <a:pPr algn="ctr"/>
            <a:endParaRPr lang="zh-CN" altLang="en-US"/>
          </a:p>
        </p:txBody>
      </p:sp>
      <p:grpSp>
        <p:nvGrpSpPr>
          <p:cNvPr id="117" name="Group 116">
            <a:extLst>
              <a:ext uri="{FF2B5EF4-FFF2-40B4-BE49-F238E27FC236}">
                <a16:creationId xmlns:a16="http://schemas.microsoft.com/office/drawing/2014/main" id="{7BBBC3CC-A4CD-54B8-950C-CEA82429544B}"/>
              </a:ext>
            </a:extLst>
          </p:cNvPr>
          <p:cNvGrpSpPr>
            <a:grpSpLocks/>
          </p:cNvGrpSpPr>
          <p:nvPr/>
        </p:nvGrpSpPr>
        <p:grpSpPr bwMode="auto">
          <a:xfrm>
            <a:off x="9783763" y="2802403"/>
            <a:ext cx="790575" cy="336550"/>
            <a:chOff x="5176" y="2245"/>
            <a:chExt cx="498" cy="212"/>
          </a:xfrm>
        </p:grpSpPr>
        <p:sp>
          <p:nvSpPr>
            <p:cNvPr id="118" name="Text Box 117">
              <a:extLst>
                <a:ext uri="{FF2B5EF4-FFF2-40B4-BE49-F238E27FC236}">
                  <a16:creationId xmlns:a16="http://schemas.microsoft.com/office/drawing/2014/main" id="{6DB06F5C-3BB9-FA01-01DA-A7FFDE9B68F7}"/>
                </a:ext>
              </a:extLst>
            </p:cNvPr>
            <p:cNvSpPr txBox="1">
              <a:spLocks noChangeArrowheads="1"/>
            </p:cNvSpPr>
            <p:nvPr/>
          </p:nvSpPr>
          <p:spPr bwMode="auto">
            <a:xfrm rot="10800000" flipV="1">
              <a:off x="5176" y="2245"/>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sp>
          <p:nvSpPr>
            <p:cNvPr id="119" name="Oval 118">
              <a:extLst>
                <a:ext uri="{FF2B5EF4-FFF2-40B4-BE49-F238E27FC236}">
                  <a16:creationId xmlns:a16="http://schemas.microsoft.com/office/drawing/2014/main" id="{6991365C-F2E1-3BEF-416C-F5B7E43928BF}"/>
                </a:ext>
              </a:extLst>
            </p:cNvPr>
            <p:cNvSpPr>
              <a:spLocks noChangeArrowheads="1"/>
            </p:cNvSpPr>
            <p:nvPr/>
          </p:nvSpPr>
          <p:spPr bwMode="auto">
            <a:xfrm>
              <a:off x="5176" y="2366"/>
              <a:ext cx="44" cy="43"/>
            </a:xfrm>
            <a:prstGeom prst="ellipse">
              <a:avLst/>
            </a:prstGeom>
            <a:solidFill>
              <a:srgbClr val="FF3300"/>
            </a:solidFill>
            <a:ln w="19050">
              <a:solidFill>
                <a:srgbClr val="0066FF"/>
              </a:solidFill>
              <a:round/>
              <a:headEnd/>
              <a:tailEnd/>
            </a:ln>
          </p:spPr>
          <p:txBody>
            <a:bodyPr wrap="none" anchor="ctr"/>
            <a:lstStyle/>
            <a:p>
              <a:pPr algn="ctr"/>
              <a:endParaRPr lang="zh-CN" altLang="en-US"/>
            </a:p>
          </p:txBody>
        </p:sp>
      </p:grpSp>
      <p:grpSp>
        <p:nvGrpSpPr>
          <p:cNvPr id="120" name="Group 119">
            <a:extLst>
              <a:ext uri="{FF2B5EF4-FFF2-40B4-BE49-F238E27FC236}">
                <a16:creationId xmlns:a16="http://schemas.microsoft.com/office/drawing/2014/main" id="{3D483BD7-5A80-F736-2A06-341F1EB7720C}"/>
              </a:ext>
            </a:extLst>
          </p:cNvPr>
          <p:cNvGrpSpPr>
            <a:grpSpLocks/>
          </p:cNvGrpSpPr>
          <p:nvPr/>
        </p:nvGrpSpPr>
        <p:grpSpPr bwMode="auto">
          <a:xfrm>
            <a:off x="9788525" y="3197690"/>
            <a:ext cx="790575" cy="336550"/>
            <a:chOff x="4877" y="2640"/>
            <a:chExt cx="498" cy="212"/>
          </a:xfrm>
        </p:grpSpPr>
        <p:sp>
          <p:nvSpPr>
            <p:cNvPr id="121" name="Text Box 120">
              <a:extLst>
                <a:ext uri="{FF2B5EF4-FFF2-40B4-BE49-F238E27FC236}">
                  <a16:creationId xmlns:a16="http://schemas.microsoft.com/office/drawing/2014/main" id="{36CDEA35-CE78-554B-C48E-F3200DDCA0D7}"/>
                </a:ext>
              </a:extLst>
            </p:cNvPr>
            <p:cNvSpPr txBox="1">
              <a:spLocks noChangeArrowheads="1"/>
            </p:cNvSpPr>
            <p:nvPr/>
          </p:nvSpPr>
          <p:spPr bwMode="auto">
            <a:xfrm rot="10800000" flipV="1">
              <a:off x="4877" y="2640"/>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sp>
          <p:nvSpPr>
            <p:cNvPr id="122" name="Oval 121">
              <a:extLst>
                <a:ext uri="{FF2B5EF4-FFF2-40B4-BE49-F238E27FC236}">
                  <a16:creationId xmlns:a16="http://schemas.microsoft.com/office/drawing/2014/main" id="{61D6BDE1-C1E4-FC75-47C7-8DE3454910C8}"/>
                </a:ext>
              </a:extLst>
            </p:cNvPr>
            <p:cNvSpPr>
              <a:spLocks noChangeArrowheads="1"/>
            </p:cNvSpPr>
            <p:nvPr/>
          </p:nvSpPr>
          <p:spPr bwMode="auto">
            <a:xfrm>
              <a:off x="4877" y="2705"/>
              <a:ext cx="44" cy="43"/>
            </a:xfrm>
            <a:prstGeom prst="ellipse">
              <a:avLst/>
            </a:prstGeom>
            <a:solidFill>
              <a:srgbClr val="FF3300"/>
            </a:solidFill>
            <a:ln w="19050">
              <a:solidFill>
                <a:srgbClr val="0066FF"/>
              </a:solidFill>
              <a:round/>
              <a:headEnd/>
              <a:tailEnd/>
            </a:ln>
          </p:spPr>
          <p:txBody>
            <a:bodyPr wrap="none" anchor="ctr"/>
            <a:lstStyle/>
            <a:p>
              <a:pPr algn="ctr"/>
              <a:endParaRPr lang="zh-CN" altLang="en-US"/>
            </a:p>
          </p:txBody>
        </p:sp>
      </p:grpSp>
      <p:sp>
        <p:nvSpPr>
          <p:cNvPr id="123" name="Rectangle 122">
            <a:extLst>
              <a:ext uri="{FF2B5EF4-FFF2-40B4-BE49-F238E27FC236}">
                <a16:creationId xmlns:a16="http://schemas.microsoft.com/office/drawing/2014/main" id="{5CC821CE-DD86-27F7-5B96-F33B58D9D82C}"/>
              </a:ext>
            </a:extLst>
          </p:cNvPr>
          <p:cNvSpPr>
            <a:spLocks noChangeArrowheads="1"/>
          </p:cNvSpPr>
          <p:nvPr/>
        </p:nvSpPr>
        <p:spPr bwMode="auto">
          <a:xfrm>
            <a:off x="5622925" y="2397590"/>
            <a:ext cx="4411663" cy="3892550"/>
          </a:xfrm>
          <a:prstGeom prst="rect">
            <a:avLst/>
          </a:prstGeom>
          <a:solidFill>
            <a:schemeClr val="bg1"/>
          </a:solidFill>
          <a:ln w="9525">
            <a:noFill/>
            <a:miter lim="800000"/>
            <a:headEnd/>
            <a:tailEnd/>
          </a:ln>
        </p:spPr>
        <p:txBody>
          <a:bodyPr wrap="none" anchor="ctr"/>
          <a:lstStyle/>
          <a:p>
            <a:pPr algn="ctr"/>
            <a:endParaRPr lang="zh-CN" altLang="en-US"/>
          </a:p>
        </p:txBody>
      </p:sp>
      <p:grpSp>
        <p:nvGrpSpPr>
          <p:cNvPr id="124" name="Group 123">
            <a:extLst>
              <a:ext uri="{FF2B5EF4-FFF2-40B4-BE49-F238E27FC236}">
                <a16:creationId xmlns:a16="http://schemas.microsoft.com/office/drawing/2014/main" id="{468DF88E-EA22-D908-15F9-1C50F8D4BE3D}"/>
              </a:ext>
            </a:extLst>
          </p:cNvPr>
          <p:cNvGrpSpPr>
            <a:grpSpLocks/>
          </p:cNvGrpSpPr>
          <p:nvPr/>
        </p:nvGrpSpPr>
        <p:grpSpPr bwMode="auto">
          <a:xfrm>
            <a:off x="5848350" y="2397590"/>
            <a:ext cx="4730750" cy="4079875"/>
            <a:chOff x="2880" y="1536"/>
            <a:chExt cx="2980" cy="2570"/>
          </a:xfrm>
        </p:grpSpPr>
        <p:grpSp>
          <p:nvGrpSpPr>
            <p:cNvPr id="125" name="Group 124">
              <a:extLst>
                <a:ext uri="{FF2B5EF4-FFF2-40B4-BE49-F238E27FC236}">
                  <a16:creationId xmlns:a16="http://schemas.microsoft.com/office/drawing/2014/main" id="{D5E13250-3E73-51F8-5102-E8FFDEA14CE3}"/>
                </a:ext>
              </a:extLst>
            </p:cNvPr>
            <p:cNvGrpSpPr>
              <a:grpSpLocks/>
            </p:cNvGrpSpPr>
            <p:nvPr/>
          </p:nvGrpSpPr>
          <p:grpSpPr bwMode="auto">
            <a:xfrm>
              <a:off x="2940" y="1536"/>
              <a:ext cx="2520" cy="2549"/>
              <a:chOff x="2958" y="1706"/>
              <a:chExt cx="2360" cy="2388"/>
            </a:xfrm>
          </p:grpSpPr>
          <p:grpSp>
            <p:nvGrpSpPr>
              <p:cNvPr id="172" name="Group 125">
                <a:extLst>
                  <a:ext uri="{FF2B5EF4-FFF2-40B4-BE49-F238E27FC236}">
                    <a16:creationId xmlns:a16="http://schemas.microsoft.com/office/drawing/2014/main" id="{5DD8F36F-2815-72B3-0BA0-4A865129D4A4}"/>
                  </a:ext>
                </a:extLst>
              </p:cNvPr>
              <p:cNvGrpSpPr>
                <a:grpSpLocks/>
              </p:cNvGrpSpPr>
              <p:nvPr/>
            </p:nvGrpSpPr>
            <p:grpSpPr bwMode="auto">
              <a:xfrm>
                <a:off x="2958" y="2982"/>
                <a:ext cx="1056" cy="1112"/>
                <a:chOff x="2953" y="3032"/>
                <a:chExt cx="1056" cy="1112"/>
              </a:xfrm>
            </p:grpSpPr>
            <p:sp>
              <p:nvSpPr>
                <p:cNvPr id="201" name="Oval 126">
                  <a:extLst>
                    <a:ext uri="{FF2B5EF4-FFF2-40B4-BE49-F238E27FC236}">
                      <a16:creationId xmlns:a16="http://schemas.microsoft.com/office/drawing/2014/main" id="{D6FC4A58-BD87-7AF1-EB53-85FA4AA961A3}"/>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202" name="Group 127">
                  <a:extLst>
                    <a:ext uri="{FF2B5EF4-FFF2-40B4-BE49-F238E27FC236}">
                      <a16:creationId xmlns:a16="http://schemas.microsoft.com/office/drawing/2014/main" id="{04A64B4F-557D-00F6-1E16-2018ABCEF806}"/>
                    </a:ext>
                  </a:extLst>
                </p:cNvPr>
                <p:cNvGrpSpPr>
                  <a:grpSpLocks/>
                </p:cNvGrpSpPr>
                <p:nvPr/>
              </p:nvGrpSpPr>
              <p:grpSpPr bwMode="auto">
                <a:xfrm>
                  <a:off x="2953" y="3543"/>
                  <a:ext cx="1056" cy="102"/>
                  <a:chOff x="3029" y="3266"/>
                  <a:chExt cx="1155" cy="102"/>
                </a:xfrm>
              </p:grpSpPr>
              <p:sp>
                <p:nvSpPr>
                  <p:cNvPr id="209" name="Line 128">
                    <a:extLst>
                      <a:ext uri="{FF2B5EF4-FFF2-40B4-BE49-F238E27FC236}">
                        <a16:creationId xmlns:a16="http://schemas.microsoft.com/office/drawing/2014/main" id="{F6D14E27-12F5-A63F-D5DA-C248B6BD50D3}"/>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210" name="Line 129">
                    <a:extLst>
                      <a:ext uri="{FF2B5EF4-FFF2-40B4-BE49-F238E27FC236}">
                        <a16:creationId xmlns:a16="http://schemas.microsoft.com/office/drawing/2014/main" id="{CDB18327-7120-9081-2E53-D658559560F7}"/>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211" name="Line 130">
                    <a:extLst>
                      <a:ext uri="{FF2B5EF4-FFF2-40B4-BE49-F238E27FC236}">
                        <a16:creationId xmlns:a16="http://schemas.microsoft.com/office/drawing/2014/main" id="{36FDFD88-B1C6-2DBF-4DAA-9EDF989863F1}"/>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212" name="Line 131">
                    <a:extLst>
                      <a:ext uri="{FF2B5EF4-FFF2-40B4-BE49-F238E27FC236}">
                        <a16:creationId xmlns:a16="http://schemas.microsoft.com/office/drawing/2014/main" id="{2AB77553-EAAE-B332-A5D4-69108AB3A4BA}"/>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13" name="Line 132">
                    <a:extLst>
                      <a:ext uri="{FF2B5EF4-FFF2-40B4-BE49-F238E27FC236}">
                        <a16:creationId xmlns:a16="http://schemas.microsoft.com/office/drawing/2014/main" id="{445F0967-3753-C032-B96F-E84429307FF2}"/>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203" name="Group 133">
                  <a:extLst>
                    <a:ext uri="{FF2B5EF4-FFF2-40B4-BE49-F238E27FC236}">
                      <a16:creationId xmlns:a16="http://schemas.microsoft.com/office/drawing/2014/main" id="{57B0E1AA-7032-F35D-B13A-BBA8FB86796D}"/>
                    </a:ext>
                  </a:extLst>
                </p:cNvPr>
                <p:cNvGrpSpPr>
                  <a:grpSpLocks/>
                </p:cNvGrpSpPr>
                <p:nvPr/>
              </p:nvGrpSpPr>
              <p:grpSpPr bwMode="auto">
                <a:xfrm>
                  <a:off x="3442" y="3032"/>
                  <a:ext cx="82" cy="1112"/>
                  <a:chOff x="3560" y="2724"/>
                  <a:chExt cx="85" cy="1194"/>
                </a:xfrm>
              </p:grpSpPr>
              <p:sp>
                <p:nvSpPr>
                  <p:cNvPr id="204" name="Line 134">
                    <a:extLst>
                      <a:ext uri="{FF2B5EF4-FFF2-40B4-BE49-F238E27FC236}">
                        <a16:creationId xmlns:a16="http://schemas.microsoft.com/office/drawing/2014/main" id="{FD35038E-D2EB-C612-1D9F-61EF6CB922EB}"/>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05" name="Line 135">
                    <a:extLst>
                      <a:ext uri="{FF2B5EF4-FFF2-40B4-BE49-F238E27FC236}">
                        <a16:creationId xmlns:a16="http://schemas.microsoft.com/office/drawing/2014/main" id="{46199FFE-501B-79F0-6F1A-2D32323A249A}"/>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206" name="Line 136">
                    <a:extLst>
                      <a:ext uri="{FF2B5EF4-FFF2-40B4-BE49-F238E27FC236}">
                        <a16:creationId xmlns:a16="http://schemas.microsoft.com/office/drawing/2014/main" id="{96080E04-49F7-7F1B-2C78-975DAD7CF4B6}"/>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207" name="Line 137">
                    <a:extLst>
                      <a:ext uri="{FF2B5EF4-FFF2-40B4-BE49-F238E27FC236}">
                        <a16:creationId xmlns:a16="http://schemas.microsoft.com/office/drawing/2014/main" id="{B939042A-A20E-94FB-421B-D43F3C8C7193}"/>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208" name="Line 138">
                    <a:extLst>
                      <a:ext uri="{FF2B5EF4-FFF2-40B4-BE49-F238E27FC236}">
                        <a16:creationId xmlns:a16="http://schemas.microsoft.com/office/drawing/2014/main" id="{41B1E3AB-E847-EA3B-B22A-A474923C23B2}"/>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173" name="Group 139">
                <a:extLst>
                  <a:ext uri="{FF2B5EF4-FFF2-40B4-BE49-F238E27FC236}">
                    <a16:creationId xmlns:a16="http://schemas.microsoft.com/office/drawing/2014/main" id="{E22264CE-5B1B-A96C-EB44-4AA66F4C29E3}"/>
                  </a:ext>
                </a:extLst>
              </p:cNvPr>
              <p:cNvGrpSpPr>
                <a:grpSpLocks/>
              </p:cNvGrpSpPr>
              <p:nvPr/>
            </p:nvGrpSpPr>
            <p:grpSpPr bwMode="auto">
              <a:xfrm>
                <a:off x="2958" y="1706"/>
                <a:ext cx="1056" cy="1112"/>
                <a:chOff x="2953" y="3032"/>
                <a:chExt cx="1056" cy="1112"/>
              </a:xfrm>
            </p:grpSpPr>
            <p:sp>
              <p:nvSpPr>
                <p:cNvPr id="188" name="Oval 140">
                  <a:extLst>
                    <a:ext uri="{FF2B5EF4-FFF2-40B4-BE49-F238E27FC236}">
                      <a16:creationId xmlns:a16="http://schemas.microsoft.com/office/drawing/2014/main" id="{86F78953-900B-D194-0E3B-22E85C5D1358}"/>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189" name="Group 141">
                  <a:extLst>
                    <a:ext uri="{FF2B5EF4-FFF2-40B4-BE49-F238E27FC236}">
                      <a16:creationId xmlns:a16="http://schemas.microsoft.com/office/drawing/2014/main" id="{217FF22C-8D74-219A-E76F-AEACFBF3B063}"/>
                    </a:ext>
                  </a:extLst>
                </p:cNvPr>
                <p:cNvGrpSpPr>
                  <a:grpSpLocks/>
                </p:cNvGrpSpPr>
                <p:nvPr/>
              </p:nvGrpSpPr>
              <p:grpSpPr bwMode="auto">
                <a:xfrm>
                  <a:off x="2953" y="3543"/>
                  <a:ext cx="1056" cy="102"/>
                  <a:chOff x="3029" y="3266"/>
                  <a:chExt cx="1155" cy="102"/>
                </a:xfrm>
              </p:grpSpPr>
              <p:sp>
                <p:nvSpPr>
                  <p:cNvPr id="196" name="Line 142">
                    <a:extLst>
                      <a:ext uri="{FF2B5EF4-FFF2-40B4-BE49-F238E27FC236}">
                        <a16:creationId xmlns:a16="http://schemas.microsoft.com/office/drawing/2014/main" id="{B0C73B4F-3026-9249-3985-3D459B34A2BD}"/>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197" name="Line 143">
                    <a:extLst>
                      <a:ext uri="{FF2B5EF4-FFF2-40B4-BE49-F238E27FC236}">
                        <a16:creationId xmlns:a16="http://schemas.microsoft.com/office/drawing/2014/main" id="{B44C8D9B-CEBD-A5E0-8EA7-E55931F583C7}"/>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198" name="Line 144">
                    <a:extLst>
                      <a:ext uri="{FF2B5EF4-FFF2-40B4-BE49-F238E27FC236}">
                        <a16:creationId xmlns:a16="http://schemas.microsoft.com/office/drawing/2014/main" id="{E483844C-0DDC-5EF8-5001-DAB32479B61C}"/>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199" name="Line 145">
                    <a:extLst>
                      <a:ext uri="{FF2B5EF4-FFF2-40B4-BE49-F238E27FC236}">
                        <a16:creationId xmlns:a16="http://schemas.microsoft.com/office/drawing/2014/main" id="{6618DE74-700F-3A59-99E6-285CC91F69E5}"/>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00" name="Line 146">
                    <a:extLst>
                      <a:ext uri="{FF2B5EF4-FFF2-40B4-BE49-F238E27FC236}">
                        <a16:creationId xmlns:a16="http://schemas.microsoft.com/office/drawing/2014/main" id="{B6697A9E-6D7B-A8FC-4836-B26BA9D71AAE}"/>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90" name="Group 147">
                  <a:extLst>
                    <a:ext uri="{FF2B5EF4-FFF2-40B4-BE49-F238E27FC236}">
                      <a16:creationId xmlns:a16="http://schemas.microsoft.com/office/drawing/2014/main" id="{AE825696-D2D3-F288-9C53-695EC4874EBD}"/>
                    </a:ext>
                  </a:extLst>
                </p:cNvPr>
                <p:cNvGrpSpPr>
                  <a:grpSpLocks/>
                </p:cNvGrpSpPr>
                <p:nvPr/>
              </p:nvGrpSpPr>
              <p:grpSpPr bwMode="auto">
                <a:xfrm>
                  <a:off x="3442" y="3032"/>
                  <a:ext cx="82" cy="1112"/>
                  <a:chOff x="3560" y="2724"/>
                  <a:chExt cx="85" cy="1194"/>
                </a:xfrm>
              </p:grpSpPr>
              <p:sp>
                <p:nvSpPr>
                  <p:cNvPr id="191" name="Line 148">
                    <a:extLst>
                      <a:ext uri="{FF2B5EF4-FFF2-40B4-BE49-F238E27FC236}">
                        <a16:creationId xmlns:a16="http://schemas.microsoft.com/office/drawing/2014/main" id="{EBDB9854-317F-78A3-0201-DC7234B24423}"/>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92" name="Line 149">
                    <a:extLst>
                      <a:ext uri="{FF2B5EF4-FFF2-40B4-BE49-F238E27FC236}">
                        <a16:creationId xmlns:a16="http://schemas.microsoft.com/office/drawing/2014/main" id="{7AB921F7-60ED-898A-6C3B-A0E3D43EDBD5}"/>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93" name="Line 150">
                    <a:extLst>
                      <a:ext uri="{FF2B5EF4-FFF2-40B4-BE49-F238E27FC236}">
                        <a16:creationId xmlns:a16="http://schemas.microsoft.com/office/drawing/2014/main" id="{4289C803-92B5-1BA8-5EC7-0739DA8045DE}"/>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94" name="Line 151">
                    <a:extLst>
                      <a:ext uri="{FF2B5EF4-FFF2-40B4-BE49-F238E27FC236}">
                        <a16:creationId xmlns:a16="http://schemas.microsoft.com/office/drawing/2014/main" id="{F4F8E95C-3F47-E926-57ED-64E604CBA32F}"/>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95" name="Line 152">
                    <a:extLst>
                      <a:ext uri="{FF2B5EF4-FFF2-40B4-BE49-F238E27FC236}">
                        <a16:creationId xmlns:a16="http://schemas.microsoft.com/office/drawing/2014/main" id="{AD8B4C00-DB96-6367-5236-D474D09CECD7}"/>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174" name="Group 153">
                <a:extLst>
                  <a:ext uri="{FF2B5EF4-FFF2-40B4-BE49-F238E27FC236}">
                    <a16:creationId xmlns:a16="http://schemas.microsoft.com/office/drawing/2014/main" id="{1D80F37F-20E8-66A4-2276-6DFD22D0BFC3}"/>
                  </a:ext>
                </a:extLst>
              </p:cNvPr>
              <p:cNvGrpSpPr>
                <a:grpSpLocks/>
              </p:cNvGrpSpPr>
              <p:nvPr/>
            </p:nvGrpSpPr>
            <p:grpSpPr bwMode="auto">
              <a:xfrm>
                <a:off x="4262" y="1706"/>
                <a:ext cx="1056" cy="1112"/>
                <a:chOff x="2953" y="3032"/>
                <a:chExt cx="1056" cy="1112"/>
              </a:xfrm>
            </p:grpSpPr>
            <p:sp>
              <p:nvSpPr>
                <p:cNvPr id="175" name="Oval 154">
                  <a:extLst>
                    <a:ext uri="{FF2B5EF4-FFF2-40B4-BE49-F238E27FC236}">
                      <a16:creationId xmlns:a16="http://schemas.microsoft.com/office/drawing/2014/main" id="{9F458A3D-1EAD-A354-14B9-26EAA34201C7}"/>
                    </a:ext>
                  </a:extLst>
                </p:cNvPr>
                <p:cNvSpPr>
                  <a:spLocks noChangeArrowheads="1"/>
                </p:cNvSpPr>
                <p:nvPr/>
              </p:nvSpPr>
              <p:spPr bwMode="auto">
                <a:xfrm>
                  <a:off x="3017" y="3097"/>
                  <a:ext cx="950" cy="956"/>
                </a:xfrm>
                <a:prstGeom prst="ellipse">
                  <a:avLst/>
                </a:prstGeom>
                <a:noFill/>
                <a:ln w="28575">
                  <a:solidFill>
                    <a:schemeClr val="tx1"/>
                  </a:solidFill>
                  <a:round/>
                  <a:headEnd/>
                  <a:tailEnd/>
                </a:ln>
              </p:spPr>
              <p:txBody>
                <a:bodyPr wrap="none" anchor="ctr"/>
                <a:lstStyle/>
                <a:p>
                  <a:pPr algn="ctr"/>
                  <a:endParaRPr lang="zh-CN" altLang="en-US"/>
                </a:p>
              </p:txBody>
            </p:sp>
            <p:grpSp>
              <p:nvGrpSpPr>
                <p:cNvPr id="176" name="Group 155">
                  <a:extLst>
                    <a:ext uri="{FF2B5EF4-FFF2-40B4-BE49-F238E27FC236}">
                      <a16:creationId xmlns:a16="http://schemas.microsoft.com/office/drawing/2014/main" id="{BFD3E8ED-1BB7-A262-6796-5A09C4C30247}"/>
                    </a:ext>
                  </a:extLst>
                </p:cNvPr>
                <p:cNvGrpSpPr>
                  <a:grpSpLocks/>
                </p:cNvGrpSpPr>
                <p:nvPr/>
              </p:nvGrpSpPr>
              <p:grpSpPr bwMode="auto">
                <a:xfrm>
                  <a:off x="2953" y="3543"/>
                  <a:ext cx="1056" cy="102"/>
                  <a:chOff x="3029" y="3266"/>
                  <a:chExt cx="1155" cy="102"/>
                </a:xfrm>
              </p:grpSpPr>
              <p:sp>
                <p:nvSpPr>
                  <p:cNvPr id="183" name="Line 156">
                    <a:extLst>
                      <a:ext uri="{FF2B5EF4-FFF2-40B4-BE49-F238E27FC236}">
                        <a16:creationId xmlns:a16="http://schemas.microsoft.com/office/drawing/2014/main" id="{479BCFFE-8F21-8907-D2D9-66BB8AC18632}"/>
                      </a:ext>
                    </a:extLst>
                  </p:cNvPr>
                  <p:cNvSpPr>
                    <a:spLocks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184" name="Line 157">
                    <a:extLst>
                      <a:ext uri="{FF2B5EF4-FFF2-40B4-BE49-F238E27FC236}">
                        <a16:creationId xmlns:a16="http://schemas.microsoft.com/office/drawing/2014/main" id="{6994ABAB-311A-9D34-D2AF-8FE7FB27A139}"/>
                      </a:ext>
                    </a:extLst>
                  </p:cNvPr>
                  <p:cNvSpPr>
                    <a:spLocks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185" name="Line 158">
                    <a:extLst>
                      <a:ext uri="{FF2B5EF4-FFF2-40B4-BE49-F238E27FC236}">
                        <a16:creationId xmlns:a16="http://schemas.microsoft.com/office/drawing/2014/main" id="{8631ADD5-FAEA-0687-A9F0-E9924462F539}"/>
                      </a:ext>
                    </a:extLst>
                  </p:cNvPr>
                  <p:cNvSpPr>
                    <a:spLocks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186" name="Line 159">
                    <a:extLst>
                      <a:ext uri="{FF2B5EF4-FFF2-40B4-BE49-F238E27FC236}">
                        <a16:creationId xmlns:a16="http://schemas.microsoft.com/office/drawing/2014/main" id="{FCEAE274-3787-96E2-AA50-EA7ECDB8259E}"/>
                      </a:ext>
                    </a:extLst>
                  </p:cNvPr>
                  <p:cNvSpPr>
                    <a:spLocks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187" name="Line 160">
                    <a:extLst>
                      <a:ext uri="{FF2B5EF4-FFF2-40B4-BE49-F238E27FC236}">
                        <a16:creationId xmlns:a16="http://schemas.microsoft.com/office/drawing/2014/main" id="{03CE19FA-CA3A-E25A-20BB-234D4A0E35FF}"/>
                      </a:ext>
                    </a:extLst>
                  </p:cNvPr>
                  <p:cNvSpPr>
                    <a:spLocks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77" name="Group 161">
                  <a:extLst>
                    <a:ext uri="{FF2B5EF4-FFF2-40B4-BE49-F238E27FC236}">
                      <a16:creationId xmlns:a16="http://schemas.microsoft.com/office/drawing/2014/main" id="{BD036ED2-0FEA-29FE-731E-61433E37939F}"/>
                    </a:ext>
                  </a:extLst>
                </p:cNvPr>
                <p:cNvGrpSpPr>
                  <a:grpSpLocks/>
                </p:cNvGrpSpPr>
                <p:nvPr/>
              </p:nvGrpSpPr>
              <p:grpSpPr bwMode="auto">
                <a:xfrm>
                  <a:off x="3442" y="3032"/>
                  <a:ext cx="82" cy="1112"/>
                  <a:chOff x="3560" y="2724"/>
                  <a:chExt cx="85" cy="1194"/>
                </a:xfrm>
              </p:grpSpPr>
              <p:sp>
                <p:nvSpPr>
                  <p:cNvPr id="178" name="Line 162">
                    <a:extLst>
                      <a:ext uri="{FF2B5EF4-FFF2-40B4-BE49-F238E27FC236}">
                        <a16:creationId xmlns:a16="http://schemas.microsoft.com/office/drawing/2014/main" id="{656B6BAA-94A6-8715-C9DB-23F6C5219543}"/>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79" name="Line 163">
                    <a:extLst>
                      <a:ext uri="{FF2B5EF4-FFF2-40B4-BE49-F238E27FC236}">
                        <a16:creationId xmlns:a16="http://schemas.microsoft.com/office/drawing/2014/main" id="{04CBED21-FA81-02E5-2DCF-369A8F7CE8C0}"/>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80" name="Line 164">
                    <a:extLst>
                      <a:ext uri="{FF2B5EF4-FFF2-40B4-BE49-F238E27FC236}">
                        <a16:creationId xmlns:a16="http://schemas.microsoft.com/office/drawing/2014/main" id="{A3174E75-6CC2-8C18-4A42-3B60612D6DCA}"/>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81" name="Line 165">
                    <a:extLst>
                      <a:ext uri="{FF2B5EF4-FFF2-40B4-BE49-F238E27FC236}">
                        <a16:creationId xmlns:a16="http://schemas.microsoft.com/office/drawing/2014/main" id="{A643A5F2-A46B-74A2-6BBD-234018DF9177}"/>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82" name="Line 166">
                    <a:extLst>
                      <a:ext uri="{FF2B5EF4-FFF2-40B4-BE49-F238E27FC236}">
                        <a16:creationId xmlns:a16="http://schemas.microsoft.com/office/drawing/2014/main" id="{9561C452-3A15-434F-2776-FD0743F327EF}"/>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sp>
          <p:nvSpPr>
            <p:cNvPr id="126" name="Line 167">
              <a:extLst>
                <a:ext uri="{FF2B5EF4-FFF2-40B4-BE49-F238E27FC236}">
                  <a16:creationId xmlns:a16="http://schemas.microsoft.com/office/drawing/2014/main" id="{799B5B47-D966-9D6E-A59D-AD1DB567D094}"/>
                </a:ext>
              </a:extLst>
            </p:cNvPr>
            <p:cNvSpPr>
              <a:spLocks noChangeShapeType="1"/>
            </p:cNvSpPr>
            <p:nvPr/>
          </p:nvSpPr>
          <p:spPr bwMode="auto">
            <a:xfrm flipH="1">
              <a:off x="3220" y="1765"/>
              <a:ext cx="439" cy="565"/>
            </a:xfrm>
            <a:prstGeom prst="line">
              <a:avLst/>
            </a:prstGeom>
            <a:noFill/>
            <a:ln w="28575">
              <a:solidFill>
                <a:srgbClr val="008000"/>
              </a:solidFill>
              <a:round/>
              <a:headEnd/>
              <a:tailEnd/>
            </a:ln>
          </p:spPr>
          <p:txBody>
            <a:bodyPr/>
            <a:lstStyle/>
            <a:p>
              <a:endParaRPr lang="zh-CN" altLang="en-US"/>
            </a:p>
          </p:txBody>
        </p:sp>
        <p:grpSp>
          <p:nvGrpSpPr>
            <p:cNvPr id="127" name="Group 168">
              <a:extLst>
                <a:ext uri="{FF2B5EF4-FFF2-40B4-BE49-F238E27FC236}">
                  <a16:creationId xmlns:a16="http://schemas.microsoft.com/office/drawing/2014/main" id="{4DF5FBB0-D838-4452-92D5-24550DA73F80}"/>
                </a:ext>
              </a:extLst>
            </p:cNvPr>
            <p:cNvGrpSpPr>
              <a:grpSpLocks/>
            </p:cNvGrpSpPr>
            <p:nvPr/>
          </p:nvGrpSpPr>
          <p:grpSpPr bwMode="auto">
            <a:xfrm>
              <a:off x="2993" y="1582"/>
              <a:ext cx="925" cy="805"/>
              <a:chOff x="2993" y="1582"/>
              <a:chExt cx="925" cy="805"/>
            </a:xfrm>
          </p:grpSpPr>
          <p:sp>
            <p:nvSpPr>
              <p:cNvPr id="168" name="Rectangle 169">
                <a:extLst>
                  <a:ext uri="{FF2B5EF4-FFF2-40B4-BE49-F238E27FC236}">
                    <a16:creationId xmlns:a16="http://schemas.microsoft.com/office/drawing/2014/main" id="{9D3805E9-9EAB-C060-4090-D42BFAC431DE}"/>
                  </a:ext>
                </a:extLst>
              </p:cNvPr>
              <p:cNvSpPr>
                <a:spLocks noChangeArrowheads="1"/>
              </p:cNvSpPr>
              <p:nvPr/>
            </p:nvSpPr>
            <p:spPr bwMode="auto">
              <a:xfrm>
                <a:off x="2993" y="2175"/>
                <a:ext cx="309" cy="212"/>
              </a:xfrm>
              <a:prstGeom prst="rect">
                <a:avLst/>
              </a:prstGeom>
              <a:noFill/>
              <a:ln w="9525">
                <a:noFill/>
                <a:miter lim="800000"/>
                <a:headEnd/>
                <a:tailEnd/>
              </a:ln>
            </p:spPr>
            <p:txBody>
              <a:bodyPr wrap="none">
                <a:spAutoFit/>
              </a:bodyPr>
              <a:lstStyle/>
              <a:p>
                <a:r>
                  <a:rPr lang="en-US" altLang="zh-CN" sz="1600" b="1" i="1">
                    <a:solidFill>
                      <a:srgbClr val="0066FF"/>
                    </a:solidFill>
                    <a:latin typeface="Times New Roman" pitchFamily="18" charset="0"/>
                  </a:rPr>
                  <a:t>d</a:t>
                </a:r>
                <a:r>
                  <a:rPr lang="en-US" altLang="en-US" sz="1600" b="1">
                    <a:solidFill>
                      <a:srgbClr val="0066FF"/>
                    </a:solidFill>
                    <a:latin typeface="Times New Roman" pitchFamily="18" charset="0"/>
                  </a:rPr>
                  <a:t>′</a:t>
                </a:r>
                <a:endParaRPr lang="en-US" altLang="zh-CN" sz="1600" b="1">
                  <a:solidFill>
                    <a:srgbClr val="0066FF"/>
                  </a:solidFill>
                  <a:latin typeface="Times New Roman" pitchFamily="18" charset="0"/>
                </a:endParaRPr>
              </a:p>
            </p:txBody>
          </p:sp>
          <p:sp>
            <p:nvSpPr>
              <p:cNvPr id="169" name="Oval 170">
                <a:extLst>
                  <a:ext uri="{FF2B5EF4-FFF2-40B4-BE49-F238E27FC236}">
                    <a16:creationId xmlns:a16="http://schemas.microsoft.com/office/drawing/2014/main" id="{1D0874B0-9A3F-84E9-4A2E-17990DA52546}"/>
                  </a:ext>
                </a:extLst>
              </p:cNvPr>
              <p:cNvSpPr>
                <a:spLocks noChangeArrowheads="1"/>
              </p:cNvSpPr>
              <p:nvPr/>
            </p:nvSpPr>
            <p:spPr bwMode="auto">
              <a:xfrm>
                <a:off x="3630" y="1760"/>
                <a:ext cx="44" cy="44"/>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170" name="Oval 171">
                <a:extLst>
                  <a:ext uri="{FF2B5EF4-FFF2-40B4-BE49-F238E27FC236}">
                    <a16:creationId xmlns:a16="http://schemas.microsoft.com/office/drawing/2014/main" id="{9BBA79FC-43AB-3CAD-9FDE-16280E3FD772}"/>
                  </a:ext>
                </a:extLst>
              </p:cNvPr>
              <p:cNvSpPr>
                <a:spLocks noChangeArrowheads="1"/>
              </p:cNvSpPr>
              <p:nvPr/>
            </p:nvSpPr>
            <p:spPr bwMode="auto">
              <a:xfrm>
                <a:off x="3193" y="2315"/>
                <a:ext cx="43" cy="43"/>
              </a:xfrm>
              <a:prstGeom prst="ellipse">
                <a:avLst/>
              </a:prstGeom>
              <a:solidFill>
                <a:srgbClr val="FF3300"/>
              </a:solidFill>
              <a:ln w="19050">
                <a:solidFill>
                  <a:schemeClr val="tx1"/>
                </a:solidFill>
                <a:round/>
                <a:headEnd/>
                <a:tailEnd/>
              </a:ln>
            </p:spPr>
            <p:txBody>
              <a:bodyPr wrap="none" anchor="ctr"/>
              <a:lstStyle/>
              <a:p>
                <a:pPr algn="ctr"/>
                <a:endParaRPr lang="zh-CN" altLang="en-US"/>
              </a:p>
            </p:txBody>
          </p:sp>
          <p:sp>
            <p:nvSpPr>
              <p:cNvPr id="171" name="Rectangle 172">
                <a:extLst>
                  <a:ext uri="{FF2B5EF4-FFF2-40B4-BE49-F238E27FC236}">
                    <a16:creationId xmlns:a16="http://schemas.microsoft.com/office/drawing/2014/main" id="{075E680C-358A-FCA8-8FE3-823678B80CA8}"/>
                  </a:ext>
                </a:extLst>
              </p:cNvPr>
              <p:cNvSpPr>
                <a:spLocks noChangeArrowheads="1"/>
              </p:cNvSpPr>
              <p:nvPr/>
            </p:nvSpPr>
            <p:spPr bwMode="auto">
              <a:xfrm>
                <a:off x="3609" y="1582"/>
                <a:ext cx="309" cy="212"/>
              </a:xfrm>
              <a:prstGeom prst="rect">
                <a:avLst/>
              </a:prstGeom>
              <a:noFill/>
              <a:ln w="9525">
                <a:noFill/>
                <a:miter lim="800000"/>
                <a:headEnd/>
                <a:tailEnd/>
              </a:ln>
            </p:spPr>
            <p:txBody>
              <a:bodyPr wrap="none">
                <a:spAutoFit/>
              </a:bodyPr>
              <a:lstStyle/>
              <a:p>
                <a:r>
                  <a:rPr lang="en-US" altLang="zh-CN" sz="1600" b="1" i="1">
                    <a:solidFill>
                      <a:srgbClr val="0066FF"/>
                    </a:solidFill>
                    <a:latin typeface="Times New Roman" pitchFamily="18" charset="0"/>
                  </a:rPr>
                  <a:t>a</a:t>
                </a:r>
                <a:r>
                  <a:rPr lang="en-US" altLang="en-US" sz="1600" b="1">
                    <a:solidFill>
                      <a:srgbClr val="0066FF"/>
                    </a:solidFill>
                    <a:latin typeface="Times New Roman" pitchFamily="18" charset="0"/>
                  </a:rPr>
                  <a:t>′</a:t>
                </a:r>
                <a:endParaRPr lang="en-US" altLang="zh-CN" sz="1600" b="1">
                  <a:solidFill>
                    <a:srgbClr val="0066FF"/>
                  </a:solidFill>
                  <a:latin typeface="Times New Roman" pitchFamily="18" charset="0"/>
                </a:endParaRPr>
              </a:p>
            </p:txBody>
          </p:sp>
        </p:grpSp>
        <p:grpSp>
          <p:nvGrpSpPr>
            <p:cNvPr id="128" name="Group 173">
              <a:extLst>
                <a:ext uri="{FF2B5EF4-FFF2-40B4-BE49-F238E27FC236}">
                  <a16:creationId xmlns:a16="http://schemas.microsoft.com/office/drawing/2014/main" id="{A38E450B-75FD-6735-347D-E050230E88E2}"/>
                </a:ext>
              </a:extLst>
            </p:cNvPr>
            <p:cNvGrpSpPr>
              <a:grpSpLocks/>
            </p:cNvGrpSpPr>
            <p:nvPr/>
          </p:nvGrpSpPr>
          <p:grpSpPr bwMode="auto">
            <a:xfrm>
              <a:off x="3362" y="1778"/>
              <a:ext cx="350" cy="212"/>
              <a:chOff x="3494" y="2223"/>
              <a:chExt cx="350" cy="212"/>
            </a:xfrm>
          </p:grpSpPr>
          <p:sp>
            <p:nvSpPr>
              <p:cNvPr id="166" name="Oval 174">
                <a:extLst>
                  <a:ext uri="{FF2B5EF4-FFF2-40B4-BE49-F238E27FC236}">
                    <a16:creationId xmlns:a16="http://schemas.microsoft.com/office/drawing/2014/main" id="{66710599-B05D-7603-4229-173313FC88D8}"/>
                  </a:ext>
                </a:extLst>
              </p:cNvPr>
              <p:cNvSpPr>
                <a:spLocks noChangeArrowheads="1"/>
              </p:cNvSpPr>
              <p:nvPr/>
            </p:nvSpPr>
            <p:spPr bwMode="auto">
              <a:xfrm>
                <a:off x="3630" y="2358"/>
                <a:ext cx="44" cy="44"/>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167" name="Text Box 175">
                <a:extLst>
                  <a:ext uri="{FF2B5EF4-FFF2-40B4-BE49-F238E27FC236}">
                    <a16:creationId xmlns:a16="http://schemas.microsoft.com/office/drawing/2014/main" id="{7BE8EA73-F340-7BC0-CF91-6A2A09CB208E}"/>
                  </a:ext>
                </a:extLst>
              </p:cNvPr>
              <p:cNvSpPr txBox="1">
                <a:spLocks noChangeArrowheads="1"/>
              </p:cNvSpPr>
              <p:nvPr/>
            </p:nvSpPr>
            <p:spPr bwMode="auto">
              <a:xfrm rot="10800000" flipV="1">
                <a:off x="3494" y="2223"/>
                <a:ext cx="35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grpSp>
        <p:grpSp>
          <p:nvGrpSpPr>
            <p:cNvPr id="129" name="Group 176">
              <a:extLst>
                <a:ext uri="{FF2B5EF4-FFF2-40B4-BE49-F238E27FC236}">
                  <a16:creationId xmlns:a16="http://schemas.microsoft.com/office/drawing/2014/main" id="{DB882F6A-C5F1-2F55-4C87-8BBB05F8F8C7}"/>
                </a:ext>
              </a:extLst>
            </p:cNvPr>
            <p:cNvGrpSpPr>
              <a:grpSpLocks/>
            </p:cNvGrpSpPr>
            <p:nvPr/>
          </p:nvGrpSpPr>
          <p:grpSpPr bwMode="auto">
            <a:xfrm>
              <a:off x="3192" y="1948"/>
              <a:ext cx="340" cy="212"/>
              <a:chOff x="3305" y="2188"/>
              <a:chExt cx="340" cy="212"/>
            </a:xfrm>
          </p:grpSpPr>
          <p:sp>
            <p:nvSpPr>
              <p:cNvPr id="164" name="Oval 177">
                <a:extLst>
                  <a:ext uri="{FF2B5EF4-FFF2-40B4-BE49-F238E27FC236}">
                    <a16:creationId xmlns:a16="http://schemas.microsoft.com/office/drawing/2014/main" id="{EA0FA0FC-E351-70FE-BFFF-419DF98F8104}"/>
                  </a:ext>
                </a:extLst>
              </p:cNvPr>
              <p:cNvSpPr>
                <a:spLocks noChangeArrowheads="1"/>
              </p:cNvSpPr>
              <p:nvPr/>
            </p:nvSpPr>
            <p:spPr bwMode="auto">
              <a:xfrm>
                <a:off x="3460" y="2351"/>
                <a:ext cx="44" cy="43"/>
              </a:xfrm>
              <a:prstGeom prst="ellipse">
                <a:avLst/>
              </a:prstGeom>
              <a:solidFill>
                <a:schemeClr val="accent1"/>
              </a:solidFill>
              <a:ln w="19050">
                <a:solidFill>
                  <a:schemeClr val="tx1"/>
                </a:solidFill>
                <a:round/>
                <a:headEnd/>
                <a:tailEnd/>
              </a:ln>
            </p:spPr>
            <p:txBody>
              <a:bodyPr wrap="none" anchor="ctr"/>
              <a:lstStyle/>
              <a:p>
                <a:pPr algn="ctr"/>
                <a:endParaRPr lang="zh-CN" altLang="en-US"/>
              </a:p>
            </p:txBody>
          </p:sp>
          <p:sp>
            <p:nvSpPr>
              <p:cNvPr id="165" name="Text Box 178">
                <a:extLst>
                  <a:ext uri="{FF2B5EF4-FFF2-40B4-BE49-F238E27FC236}">
                    <a16:creationId xmlns:a16="http://schemas.microsoft.com/office/drawing/2014/main" id="{74BB3CCA-F42E-CA7B-7DB8-36C5E644B155}"/>
                  </a:ext>
                </a:extLst>
              </p:cNvPr>
              <p:cNvSpPr txBox="1">
                <a:spLocks noChangeArrowheads="1"/>
              </p:cNvSpPr>
              <p:nvPr/>
            </p:nvSpPr>
            <p:spPr bwMode="auto">
              <a:xfrm rot="10800000" flipV="1">
                <a:off x="3305" y="2188"/>
                <a:ext cx="340"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grpSp>
        <p:sp>
          <p:nvSpPr>
            <p:cNvPr id="130" name="Text Box 179">
              <a:extLst>
                <a:ext uri="{FF2B5EF4-FFF2-40B4-BE49-F238E27FC236}">
                  <a16:creationId xmlns:a16="http://schemas.microsoft.com/office/drawing/2014/main" id="{33F2CC88-4299-965D-32D4-1C6FBB069610}"/>
                </a:ext>
              </a:extLst>
            </p:cNvPr>
            <p:cNvSpPr txBox="1">
              <a:spLocks noChangeArrowheads="1"/>
            </p:cNvSpPr>
            <p:nvPr/>
          </p:nvSpPr>
          <p:spPr bwMode="auto">
            <a:xfrm>
              <a:off x="2880" y="3833"/>
              <a:ext cx="555" cy="231"/>
            </a:xfrm>
            <a:prstGeom prst="rect">
              <a:avLst/>
            </a:prstGeom>
            <a:noFill/>
            <a:ln w="9525">
              <a:noFill/>
              <a:miter lim="800000"/>
              <a:headEnd/>
              <a:tailEnd/>
            </a:ln>
          </p:spPr>
          <p:txBody>
            <a:bodyPr>
              <a:spAutoFit/>
            </a:bodyPr>
            <a:lstStyle/>
            <a:p>
              <a:pPr>
                <a:spcBef>
                  <a:spcPct val="50000"/>
                </a:spcBef>
              </a:pPr>
              <a:r>
                <a:rPr lang="zh-CN" altLang="en-US" sz="1800" b="1">
                  <a:solidFill>
                    <a:srgbClr val="0066FF"/>
                  </a:solidFill>
                  <a:latin typeface="Times New Roman" pitchFamily="18" charset="0"/>
                </a:rPr>
                <a:t>（ ）</a:t>
              </a:r>
            </a:p>
          </p:txBody>
        </p:sp>
        <p:sp>
          <p:nvSpPr>
            <p:cNvPr id="131" name="Text Box 180">
              <a:extLst>
                <a:ext uri="{FF2B5EF4-FFF2-40B4-BE49-F238E27FC236}">
                  <a16:creationId xmlns:a16="http://schemas.microsoft.com/office/drawing/2014/main" id="{2F6A6460-285E-D8A8-5DD2-27FC75E56D1D}"/>
                </a:ext>
              </a:extLst>
            </p:cNvPr>
            <p:cNvSpPr txBox="1">
              <a:spLocks noChangeArrowheads="1"/>
            </p:cNvSpPr>
            <p:nvPr/>
          </p:nvSpPr>
          <p:spPr bwMode="auto">
            <a:xfrm>
              <a:off x="4962" y="1617"/>
              <a:ext cx="555" cy="231"/>
            </a:xfrm>
            <a:prstGeom prst="rect">
              <a:avLst/>
            </a:prstGeom>
            <a:noFill/>
            <a:ln w="9525">
              <a:noFill/>
              <a:miter lim="800000"/>
              <a:headEnd/>
              <a:tailEnd/>
            </a:ln>
          </p:spPr>
          <p:txBody>
            <a:bodyPr>
              <a:spAutoFit/>
            </a:bodyPr>
            <a:lstStyle/>
            <a:p>
              <a:pPr>
                <a:spcBef>
                  <a:spcPct val="50000"/>
                </a:spcBef>
              </a:pPr>
              <a:r>
                <a:rPr lang="zh-CN" altLang="en-US" sz="1800" b="1">
                  <a:solidFill>
                    <a:srgbClr val="0066FF"/>
                  </a:solidFill>
                  <a:latin typeface="Times New Roman" pitchFamily="18" charset="0"/>
                </a:rPr>
                <a:t>（ ）</a:t>
              </a:r>
            </a:p>
          </p:txBody>
        </p:sp>
        <p:sp>
          <p:nvSpPr>
            <p:cNvPr id="132" name="Freeform 181">
              <a:extLst>
                <a:ext uri="{FF2B5EF4-FFF2-40B4-BE49-F238E27FC236}">
                  <a16:creationId xmlns:a16="http://schemas.microsoft.com/office/drawing/2014/main" id="{57854301-8741-0EC1-9D46-A402EBF8E996}"/>
                </a:ext>
              </a:extLst>
            </p:cNvPr>
            <p:cNvSpPr>
              <a:spLocks/>
            </p:cNvSpPr>
            <p:nvPr/>
          </p:nvSpPr>
          <p:spPr bwMode="auto">
            <a:xfrm>
              <a:off x="5247" y="1934"/>
              <a:ext cx="155" cy="396"/>
            </a:xfrm>
            <a:custGeom>
              <a:avLst/>
              <a:gdLst>
                <a:gd name="T0" fmla="*/ 0 w 155"/>
                <a:gd name="T1" fmla="*/ 396 h 396"/>
                <a:gd name="T2" fmla="*/ 44 w 155"/>
                <a:gd name="T3" fmla="*/ 360 h 396"/>
                <a:gd name="T4" fmla="*/ 87 w 155"/>
                <a:gd name="T5" fmla="*/ 313 h 396"/>
                <a:gd name="T6" fmla="*/ 123 w 155"/>
                <a:gd name="T7" fmla="*/ 259 h 396"/>
                <a:gd name="T8" fmla="*/ 144 w 155"/>
                <a:gd name="T9" fmla="*/ 195 h 396"/>
                <a:gd name="T10" fmla="*/ 152 w 155"/>
                <a:gd name="T11" fmla="*/ 139 h 396"/>
                <a:gd name="T12" fmla="*/ 152 w 155"/>
                <a:gd name="T13" fmla="*/ 81 h 396"/>
                <a:gd name="T14" fmla="*/ 135 w 155"/>
                <a:gd name="T15" fmla="*/ 0 h 396"/>
                <a:gd name="T16" fmla="*/ 0 60000 65536"/>
                <a:gd name="T17" fmla="*/ 0 60000 65536"/>
                <a:gd name="T18" fmla="*/ 0 60000 65536"/>
                <a:gd name="T19" fmla="*/ 0 60000 65536"/>
                <a:gd name="T20" fmla="*/ 0 60000 65536"/>
                <a:gd name="T21" fmla="*/ 0 60000 65536"/>
                <a:gd name="T22" fmla="*/ 0 60000 65536"/>
                <a:gd name="T23" fmla="*/ 0 60000 65536"/>
                <a:gd name="T24" fmla="*/ 0 w 155"/>
                <a:gd name="T25" fmla="*/ 0 h 396"/>
                <a:gd name="T26" fmla="*/ 155 w 155"/>
                <a:gd name="T27" fmla="*/ 396 h 3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5" h="396">
                  <a:moveTo>
                    <a:pt x="0" y="396"/>
                  </a:moveTo>
                  <a:cubicBezTo>
                    <a:pt x="7" y="390"/>
                    <a:pt x="30" y="374"/>
                    <a:pt x="44" y="360"/>
                  </a:cubicBezTo>
                  <a:cubicBezTo>
                    <a:pt x="58" y="346"/>
                    <a:pt x="74" y="330"/>
                    <a:pt x="87" y="313"/>
                  </a:cubicBezTo>
                  <a:cubicBezTo>
                    <a:pt x="100" y="296"/>
                    <a:pt x="114" y="279"/>
                    <a:pt x="123" y="259"/>
                  </a:cubicBezTo>
                  <a:cubicBezTo>
                    <a:pt x="132" y="239"/>
                    <a:pt x="139" y="215"/>
                    <a:pt x="144" y="195"/>
                  </a:cubicBezTo>
                  <a:cubicBezTo>
                    <a:pt x="149" y="175"/>
                    <a:pt x="151" y="158"/>
                    <a:pt x="152" y="139"/>
                  </a:cubicBezTo>
                  <a:cubicBezTo>
                    <a:pt x="153" y="120"/>
                    <a:pt x="155" y="104"/>
                    <a:pt x="152" y="81"/>
                  </a:cubicBezTo>
                  <a:cubicBezTo>
                    <a:pt x="149" y="58"/>
                    <a:pt x="139" y="17"/>
                    <a:pt x="135" y="0"/>
                  </a:cubicBezTo>
                </a:path>
              </a:pathLst>
            </a:custGeom>
            <a:noFill/>
            <a:ln w="28575">
              <a:solidFill>
                <a:srgbClr val="008000"/>
              </a:solidFill>
              <a:round/>
              <a:headEnd/>
              <a:tailEnd/>
            </a:ln>
          </p:spPr>
          <p:txBody>
            <a:bodyPr/>
            <a:lstStyle/>
            <a:p>
              <a:pPr algn="ctr"/>
              <a:endParaRPr lang="zh-CN" altLang="en-US"/>
            </a:p>
          </p:txBody>
        </p:sp>
        <p:sp>
          <p:nvSpPr>
            <p:cNvPr id="133" name="Freeform 182">
              <a:extLst>
                <a:ext uri="{FF2B5EF4-FFF2-40B4-BE49-F238E27FC236}">
                  <a16:creationId xmlns:a16="http://schemas.microsoft.com/office/drawing/2014/main" id="{4E821F25-19EC-8C8B-8B84-B2F439DF4CC6}"/>
                </a:ext>
              </a:extLst>
            </p:cNvPr>
            <p:cNvSpPr>
              <a:spLocks/>
            </p:cNvSpPr>
            <p:nvPr/>
          </p:nvSpPr>
          <p:spPr bwMode="auto">
            <a:xfrm>
              <a:off x="3371" y="3863"/>
              <a:ext cx="289" cy="109"/>
            </a:xfrm>
            <a:custGeom>
              <a:avLst/>
              <a:gdLst>
                <a:gd name="T0" fmla="*/ 289 w 289"/>
                <a:gd name="T1" fmla="*/ 0 h 109"/>
                <a:gd name="T2" fmla="*/ 225 w 289"/>
                <a:gd name="T3" fmla="*/ 51 h 109"/>
                <a:gd name="T4" fmla="*/ 151 w 289"/>
                <a:gd name="T5" fmla="*/ 82 h 109"/>
                <a:gd name="T6" fmla="*/ 79 w 289"/>
                <a:gd name="T7" fmla="*/ 105 h 109"/>
                <a:gd name="T8" fmla="*/ 0 w 289"/>
                <a:gd name="T9" fmla="*/ 105 h 109"/>
                <a:gd name="T10" fmla="*/ 0 60000 65536"/>
                <a:gd name="T11" fmla="*/ 0 60000 65536"/>
                <a:gd name="T12" fmla="*/ 0 60000 65536"/>
                <a:gd name="T13" fmla="*/ 0 60000 65536"/>
                <a:gd name="T14" fmla="*/ 0 60000 65536"/>
                <a:gd name="T15" fmla="*/ 0 w 289"/>
                <a:gd name="T16" fmla="*/ 0 h 109"/>
                <a:gd name="T17" fmla="*/ 289 w 289"/>
                <a:gd name="T18" fmla="*/ 109 h 109"/>
              </a:gdLst>
              <a:ahLst/>
              <a:cxnLst>
                <a:cxn ang="T10">
                  <a:pos x="T0" y="T1"/>
                </a:cxn>
                <a:cxn ang="T11">
                  <a:pos x="T2" y="T3"/>
                </a:cxn>
                <a:cxn ang="T12">
                  <a:pos x="T4" y="T5"/>
                </a:cxn>
                <a:cxn ang="T13">
                  <a:pos x="T6" y="T7"/>
                </a:cxn>
                <a:cxn ang="T14">
                  <a:pos x="T8" y="T9"/>
                </a:cxn>
              </a:cxnLst>
              <a:rect l="T15" t="T16" r="T17" b="T18"/>
              <a:pathLst>
                <a:path w="289" h="109">
                  <a:moveTo>
                    <a:pt x="289" y="0"/>
                  </a:moveTo>
                  <a:cubicBezTo>
                    <a:pt x="278" y="8"/>
                    <a:pt x="248" y="37"/>
                    <a:pt x="225" y="51"/>
                  </a:cubicBezTo>
                  <a:cubicBezTo>
                    <a:pt x="202" y="65"/>
                    <a:pt x="175" y="73"/>
                    <a:pt x="151" y="82"/>
                  </a:cubicBezTo>
                  <a:cubicBezTo>
                    <a:pt x="127" y="91"/>
                    <a:pt x="104" y="101"/>
                    <a:pt x="79" y="105"/>
                  </a:cubicBezTo>
                  <a:cubicBezTo>
                    <a:pt x="54" y="109"/>
                    <a:pt x="16" y="105"/>
                    <a:pt x="0" y="105"/>
                  </a:cubicBezTo>
                </a:path>
              </a:pathLst>
            </a:custGeom>
            <a:noFill/>
            <a:ln w="28575">
              <a:solidFill>
                <a:srgbClr val="008000"/>
              </a:solidFill>
              <a:round/>
              <a:headEnd/>
              <a:tailEnd/>
            </a:ln>
          </p:spPr>
          <p:txBody>
            <a:bodyPr/>
            <a:lstStyle/>
            <a:p>
              <a:pPr algn="ctr"/>
              <a:endParaRPr lang="zh-CN" altLang="en-US"/>
            </a:p>
          </p:txBody>
        </p:sp>
        <p:sp>
          <p:nvSpPr>
            <p:cNvPr id="134" name="Freeform 183">
              <a:extLst>
                <a:ext uri="{FF2B5EF4-FFF2-40B4-BE49-F238E27FC236}">
                  <a16:creationId xmlns:a16="http://schemas.microsoft.com/office/drawing/2014/main" id="{D61FA3EE-ACBB-9FE2-7866-3175CE94A918}"/>
                </a:ext>
              </a:extLst>
            </p:cNvPr>
            <p:cNvSpPr>
              <a:spLocks/>
            </p:cNvSpPr>
            <p:nvPr/>
          </p:nvSpPr>
          <p:spPr bwMode="auto">
            <a:xfrm>
              <a:off x="3224" y="3840"/>
              <a:ext cx="129" cy="119"/>
            </a:xfrm>
            <a:custGeom>
              <a:avLst/>
              <a:gdLst>
                <a:gd name="T0" fmla="*/ 129 w 129"/>
                <a:gd name="T1" fmla="*/ 119 h 119"/>
                <a:gd name="T2" fmla="*/ 81 w 129"/>
                <a:gd name="T3" fmla="*/ 90 h 119"/>
                <a:gd name="T4" fmla="*/ 31 w 129"/>
                <a:gd name="T5" fmla="*/ 51 h 119"/>
                <a:gd name="T6" fmla="*/ 0 w 129"/>
                <a:gd name="T7" fmla="*/ 0 h 119"/>
                <a:gd name="T8" fmla="*/ 0 60000 65536"/>
                <a:gd name="T9" fmla="*/ 0 60000 65536"/>
                <a:gd name="T10" fmla="*/ 0 60000 65536"/>
                <a:gd name="T11" fmla="*/ 0 60000 65536"/>
                <a:gd name="T12" fmla="*/ 0 w 129"/>
                <a:gd name="T13" fmla="*/ 0 h 119"/>
                <a:gd name="T14" fmla="*/ 129 w 129"/>
                <a:gd name="T15" fmla="*/ 119 h 119"/>
              </a:gdLst>
              <a:ahLst/>
              <a:cxnLst>
                <a:cxn ang="T8">
                  <a:pos x="T0" y="T1"/>
                </a:cxn>
                <a:cxn ang="T9">
                  <a:pos x="T2" y="T3"/>
                </a:cxn>
                <a:cxn ang="T10">
                  <a:pos x="T4" y="T5"/>
                </a:cxn>
                <a:cxn ang="T11">
                  <a:pos x="T6" y="T7"/>
                </a:cxn>
              </a:cxnLst>
              <a:rect l="T12" t="T13" r="T14" b="T15"/>
              <a:pathLst>
                <a:path w="129" h="119">
                  <a:moveTo>
                    <a:pt x="129" y="119"/>
                  </a:moveTo>
                  <a:cubicBezTo>
                    <a:pt x="121" y="114"/>
                    <a:pt x="97" y="101"/>
                    <a:pt x="81" y="90"/>
                  </a:cubicBezTo>
                  <a:cubicBezTo>
                    <a:pt x="65" y="79"/>
                    <a:pt x="44" y="66"/>
                    <a:pt x="31" y="51"/>
                  </a:cubicBezTo>
                  <a:cubicBezTo>
                    <a:pt x="18" y="36"/>
                    <a:pt x="6" y="11"/>
                    <a:pt x="0" y="0"/>
                  </a:cubicBezTo>
                </a:path>
              </a:pathLst>
            </a:custGeom>
            <a:noFill/>
            <a:ln w="19050">
              <a:solidFill>
                <a:srgbClr val="FF0000"/>
              </a:solidFill>
              <a:prstDash val="lgDash"/>
              <a:round/>
              <a:headEnd/>
              <a:tailEnd/>
            </a:ln>
          </p:spPr>
          <p:txBody>
            <a:bodyPr/>
            <a:lstStyle/>
            <a:p>
              <a:pPr algn="ctr"/>
              <a:endParaRPr lang="zh-CN" altLang="en-US"/>
            </a:p>
          </p:txBody>
        </p:sp>
        <p:sp>
          <p:nvSpPr>
            <p:cNvPr id="135" name="Freeform 184">
              <a:extLst>
                <a:ext uri="{FF2B5EF4-FFF2-40B4-BE49-F238E27FC236}">
                  <a16:creationId xmlns:a16="http://schemas.microsoft.com/office/drawing/2014/main" id="{FD8A323A-7696-368E-12BE-A78615E1A07A}"/>
                </a:ext>
              </a:extLst>
            </p:cNvPr>
            <p:cNvSpPr>
              <a:spLocks/>
            </p:cNvSpPr>
            <p:nvPr/>
          </p:nvSpPr>
          <p:spPr bwMode="auto">
            <a:xfrm>
              <a:off x="5267" y="1790"/>
              <a:ext cx="105" cy="121"/>
            </a:xfrm>
            <a:custGeom>
              <a:avLst/>
              <a:gdLst>
                <a:gd name="T0" fmla="*/ 0 w 105"/>
                <a:gd name="T1" fmla="*/ 0 h 121"/>
                <a:gd name="T2" fmla="*/ 46 w 105"/>
                <a:gd name="T3" fmla="*/ 30 h 121"/>
                <a:gd name="T4" fmla="*/ 79 w 105"/>
                <a:gd name="T5" fmla="*/ 69 h 121"/>
                <a:gd name="T6" fmla="*/ 96 w 105"/>
                <a:gd name="T7" fmla="*/ 99 h 121"/>
                <a:gd name="T8" fmla="*/ 105 w 105"/>
                <a:gd name="T9" fmla="*/ 121 h 121"/>
                <a:gd name="T10" fmla="*/ 0 60000 65536"/>
                <a:gd name="T11" fmla="*/ 0 60000 65536"/>
                <a:gd name="T12" fmla="*/ 0 60000 65536"/>
                <a:gd name="T13" fmla="*/ 0 60000 65536"/>
                <a:gd name="T14" fmla="*/ 0 60000 65536"/>
                <a:gd name="T15" fmla="*/ 0 w 105"/>
                <a:gd name="T16" fmla="*/ 0 h 121"/>
                <a:gd name="T17" fmla="*/ 105 w 105"/>
                <a:gd name="T18" fmla="*/ 121 h 121"/>
              </a:gdLst>
              <a:ahLst/>
              <a:cxnLst>
                <a:cxn ang="T10">
                  <a:pos x="T0" y="T1"/>
                </a:cxn>
                <a:cxn ang="T11">
                  <a:pos x="T2" y="T3"/>
                </a:cxn>
                <a:cxn ang="T12">
                  <a:pos x="T4" y="T5"/>
                </a:cxn>
                <a:cxn ang="T13">
                  <a:pos x="T6" y="T7"/>
                </a:cxn>
                <a:cxn ang="T14">
                  <a:pos x="T8" y="T9"/>
                </a:cxn>
              </a:cxnLst>
              <a:rect l="T15" t="T16" r="T17" b="T18"/>
              <a:pathLst>
                <a:path w="105" h="121">
                  <a:moveTo>
                    <a:pt x="0" y="0"/>
                  </a:moveTo>
                  <a:cubicBezTo>
                    <a:pt x="8" y="5"/>
                    <a:pt x="33" y="18"/>
                    <a:pt x="46" y="30"/>
                  </a:cubicBezTo>
                  <a:cubicBezTo>
                    <a:pt x="59" y="42"/>
                    <a:pt x="71" y="58"/>
                    <a:pt x="79" y="69"/>
                  </a:cubicBezTo>
                  <a:cubicBezTo>
                    <a:pt x="87" y="80"/>
                    <a:pt x="92" y="90"/>
                    <a:pt x="96" y="99"/>
                  </a:cubicBezTo>
                  <a:cubicBezTo>
                    <a:pt x="100" y="108"/>
                    <a:pt x="103" y="117"/>
                    <a:pt x="105" y="121"/>
                  </a:cubicBezTo>
                </a:path>
              </a:pathLst>
            </a:custGeom>
            <a:noFill/>
            <a:ln w="19050">
              <a:solidFill>
                <a:srgbClr val="FF0000"/>
              </a:solidFill>
              <a:prstDash val="lgDash"/>
              <a:round/>
              <a:headEnd/>
              <a:tailEnd/>
            </a:ln>
          </p:spPr>
          <p:txBody>
            <a:bodyPr/>
            <a:lstStyle/>
            <a:p>
              <a:pPr algn="ctr"/>
              <a:endParaRPr lang="zh-CN" altLang="en-US"/>
            </a:p>
          </p:txBody>
        </p:sp>
        <p:grpSp>
          <p:nvGrpSpPr>
            <p:cNvPr id="136" name="Group 185">
              <a:extLst>
                <a:ext uri="{FF2B5EF4-FFF2-40B4-BE49-F238E27FC236}">
                  <a16:creationId xmlns:a16="http://schemas.microsoft.com/office/drawing/2014/main" id="{99C6F068-CCCF-A1B5-EF81-170FFE35FD95}"/>
                </a:ext>
              </a:extLst>
            </p:cNvPr>
            <p:cNvGrpSpPr>
              <a:grpSpLocks/>
            </p:cNvGrpSpPr>
            <p:nvPr/>
          </p:nvGrpSpPr>
          <p:grpSpPr bwMode="auto">
            <a:xfrm>
              <a:off x="5359" y="1791"/>
              <a:ext cx="498" cy="212"/>
              <a:chOff x="5176" y="2245"/>
              <a:chExt cx="498" cy="212"/>
            </a:xfrm>
          </p:grpSpPr>
          <p:sp>
            <p:nvSpPr>
              <p:cNvPr id="162" name="Text Box 186">
                <a:extLst>
                  <a:ext uri="{FF2B5EF4-FFF2-40B4-BE49-F238E27FC236}">
                    <a16:creationId xmlns:a16="http://schemas.microsoft.com/office/drawing/2014/main" id="{556D796E-271C-D326-B76E-80FC4E48ADB3}"/>
                  </a:ext>
                </a:extLst>
              </p:cNvPr>
              <p:cNvSpPr txBox="1">
                <a:spLocks noChangeArrowheads="1"/>
              </p:cNvSpPr>
              <p:nvPr/>
            </p:nvSpPr>
            <p:spPr bwMode="auto">
              <a:xfrm rot="10800000" flipV="1">
                <a:off x="5176" y="2245"/>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sp>
            <p:nvSpPr>
              <p:cNvPr id="163" name="Oval 187">
                <a:extLst>
                  <a:ext uri="{FF2B5EF4-FFF2-40B4-BE49-F238E27FC236}">
                    <a16:creationId xmlns:a16="http://schemas.microsoft.com/office/drawing/2014/main" id="{8A322749-886C-17D0-0450-AC6F6BD9B9D9}"/>
                  </a:ext>
                </a:extLst>
              </p:cNvPr>
              <p:cNvSpPr>
                <a:spLocks noChangeArrowheads="1"/>
              </p:cNvSpPr>
              <p:nvPr/>
            </p:nvSpPr>
            <p:spPr bwMode="auto">
              <a:xfrm>
                <a:off x="5176" y="2366"/>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grpSp>
          <p:nvGrpSpPr>
            <p:cNvPr id="137" name="Group 188">
              <a:extLst>
                <a:ext uri="{FF2B5EF4-FFF2-40B4-BE49-F238E27FC236}">
                  <a16:creationId xmlns:a16="http://schemas.microsoft.com/office/drawing/2014/main" id="{DEDF34D8-D2A7-E090-4C48-3D43EC87DB08}"/>
                </a:ext>
              </a:extLst>
            </p:cNvPr>
            <p:cNvGrpSpPr>
              <a:grpSpLocks/>
            </p:cNvGrpSpPr>
            <p:nvPr/>
          </p:nvGrpSpPr>
          <p:grpSpPr bwMode="auto">
            <a:xfrm>
              <a:off x="5362" y="2040"/>
              <a:ext cx="498" cy="212"/>
              <a:chOff x="4877" y="2640"/>
              <a:chExt cx="498" cy="212"/>
            </a:xfrm>
          </p:grpSpPr>
          <p:sp>
            <p:nvSpPr>
              <p:cNvPr id="160" name="Text Box 189">
                <a:extLst>
                  <a:ext uri="{FF2B5EF4-FFF2-40B4-BE49-F238E27FC236}">
                    <a16:creationId xmlns:a16="http://schemas.microsoft.com/office/drawing/2014/main" id="{59B6491D-D1CA-6C9F-194C-5D3026ED9AF9}"/>
                  </a:ext>
                </a:extLst>
              </p:cNvPr>
              <p:cNvSpPr txBox="1">
                <a:spLocks noChangeArrowheads="1"/>
              </p:cNvSpPr>
              <p:nvPr/>
            </p:nvSpPr>
            <p:spPr bwMode="auto">
              <a:xfrm rot="10800000" flipV="1">
                <a:off x="4877" y="2640"/>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sp>
            <p:nvSpPr>
              <p:cNvPr id="161" name="Oval 190">
                <a:extLst>
                  <a:ext uri="{FF2B5EF4-FFF2-40B4-BE49-F238E27FC236}">
                    <a16:creationId xmlns:a16="http://schemas.microsoft.com/office/drawing/2014/main" id="{DF94A532-782A-D818-3942-6B839DC6B8EB}"/>
                  </a:ext>
                </a:extLst>
              </p:cNvPr>
              <p:cNvSpPr>
                <a:spLocks noChangeArrowheads="1"/>
              </p:cNvSpPr>
              <p:nvPr/>
            </p:nvSpPr>
            <p:spPr bwMode="auto">
              <a:xfrm>
                <a:off x="4877" y="2705"/>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sp>
          <p:nvSpPr>
            <p:cNvPr id="138" name="AutoShape 191">
              <a:extLst>
                <a:ext uri="{FF2B5EF4-FFF2-40B4-BE49-F238E27FC236}">
                  <a16:creationId xmlns:a16="http://schemas.microsoft.com/office/drawing/2014/main" id="{8615E11F-6E81-1C84-7140-C73C2F69E933}"/>
                </a:ext>
              </a:extLst>
            </p:cNvPr>
            <p:cNvSpPr>
              <a:spLocks noChangeArrowheads="1"/>
            </p:cNvSpPr>
            <p:nvPr/>
          </p:nvSpPr>
          <p:spPr bwMode="auto">
            <a:xfrm>
              <a:off x="3479" y="3200"/>
              <a:ext cx="645" cy="234"/>
            </a:xfrm>
            <a:prstGeom prst="wedgeRectCallout">
              <a:avLst>
                <a:gd name="adj1" fmla="val -78838"/>
                <a:gd name="adj2" fmla="val 240171"/>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细虚线</a:t>
              </a:r>
            </a:p>
          </p:txBody>
        </p:sp>
        <p:sp>
          <p:nvSpPr>
            <p:cNvPr id="139" name="AutoShape 192">
              <a:extLst>
                <a:ext uri="{FF2B5EF4-FFF2-40B4-BE49-F238E27FC236}">
                  <a16:creationId xmlns:a16="http://schemas.microsoft.com/office/drawing/2014/main" id="{B58E77E6-3429-95F7-DE35-BDC15D415424}"/>
                </a:ext>
              </a:extLst>
            </p:cNvPr>
            <p:cNvSpPr>
              <a:spLocks noChangeArrowheads="1"/>
            </p:cNvSpPr>
            <p:nvPr/>
          </p:nvSpPr>
          <p:spPr bwMode="auto">
            <a:xfrm>
              <a:off x="4119" y="3823"/>
              <a:ext cx="612" cy="234"/>
            </a:xfrm>
            <a:prstGeom prst="wedgeRectCallout">
              <a:avLst>
                <a:gd name="adj1" fmla="val -123366"/>
                <a:gd name="adj2" fmla="val -11968"/>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粗实线</a:t>
              </a:r>
            </a:p>
          </p:txBody>
        </p:sp>
        <p:sp>
          <p:nvSpPr>
            <p:cNvPr id="140" name="AutoShape 193">
              <a:extLst>
                <a:ext uri="{FF2B5EF4-FFF2-40B4-BE49-F238E27FC236}">
                  <a16:creationId xmlns:a16="http://schemas.microsoft.com/office/drawing/2014/main" id="{1A57D4AA-8AC4-AEAB-ACCA-CEAC24DAD846}"/>
                </a:ext>
              </a:extLst>
            </p:cNvPr>
            <p:cNvSpPr>
              <a:spLocks noChangeArrowheads="1"/>
            </p:cNvSpPr>
            <p:nvPr/>
          </p:nvSpPr>
          <p:spPr bwMode="auto">
            <a:xfrm>
              <a:off x="4320" y="1914"/>
              <a:ext cx="668" cy="234"/>
            </a:xfrm>
            <a:prstGeom prst="wedgeRectCallout">
              <a:avLst>
                <a:gd name="adj1" fmla="val 98801"/>
                <a:gd name="adj2" fmla="val -74787"/>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细虚线</a:t>
              </a:r>
            </a:p>
          </p:txBody>
        </p:sp>
        <p:sp>
          <p:nvSpPr>
            <p:cNvPr id="141" name="AutoShape 194">
              <a:extLst>
                <a:ext uri="{FF2B5EF4-FFF2-40B4-BE49-F238E27FC236}">
                  <a16:creationId xmlns:a16="http://schemas.microsoft.com/office/drawing/2014/main" id="{6E6F5720-E0DB-4524-9004-272D45A39DDE}"/>
                </a:ext>
              </a:extLst>
            </p:cNvPr>
            <p:cNvSpPr>
              <a:spLocks noChangeArrowheads="1"/>
            </p:cNvSpPr>
            <p:nvPr/>
          </p:nvSpPr>
          <p:spPr bwMode="auto">
            <a:xfrm>
              <a:off x="4731" y="2723"/>
              <a:ext cx="628" cy="234"/>
            </a:xfrm>
            <a:prstGeom prst="wedgeRectCallout">
              <a:avLst>
                <a:gd name="adj1" fmla="val 51116"/>
                <a:gd name="adj2" fmla="val -247861"/>
              </a:avLst>
            </a:prstGeom>
            <a:solidFill>
              <a:schemeClr val="accent1"/>
            </a:solidFill>
            <a:ln w="9525">
              <a:solidFill>
                <a:schemeClr val="tx1"/>
              </a:solidFill>
              <a:miter lim="800000"/>
              <a:headEnd/>
              <a:tailEnd/>
            </a:ln>
          </p:spPr>
          <p:txBody>
            <a:bodyPr anchor="ctr" anchorCtr="1"/>
            <a:lstStyle/>
            <a:p>
              <a:pPr algn="ctr"/>
              <a:r>
                <a:rPr lang="zh-CN" altLang="en-US" sz="2000" b="1">
                  <a:latin typeface="Times New Roman" pitchFamily="18" charset="0"/>
                </a:rPr>
                <a:t>粗实线</a:t>
              </a:r>
            </a:p>
          </p:txBody>
        </p:sp>
        <p:grpSp>
          <p:nvGrpSpPr>
            <p:cNvPr id="142" name="Group 195">
              <a:extLst>
                <a:ext uri="{FF2B5EF4-FFF2-40B4-BE49-F238E27FC236}">
                  <a16:creationId xmlns:a16="http://schemas.microsoft.com/office/drawing/2014/main" id="{1543A0B6-DD15-5807-754F-079FC97D8D75}"/>
                </a:ext>
              </a:extLst>
            </p:cNvPr>
            <p:cNvGrpSpPr>
              <a:grpSpLocks/>
            </p:cNvGrpSpPr>
            <p:nvPr/>
          </p:nvGrpSpPr>
          <p:grpSpPr bwMode="auto">
            <a:xfrm>
              <a:off x="3617" y="3660"/>
              <a:ext cx="412" cy="229"/>
              <a:chOff x="4030" y="3127"/>
              <a:chExt cx="412" cy="229"/>
            </a:xfrm>
          </p:grpSpPr>
          <p:sp>
            <p:nvSpPr>
              <p:cNvPr id="158" name="Oval 196">
                <a:extLst>
                  <a:ext uri="{FF2B5EF4-FFF2-40B4-BE49-F238E27FC236}">
                    <a16:creationId xmlns:a16="http://schemas.microsoft.com/office/drawing/2014/main" id="{B57318E0-C496-A447-3678-CBD223CE3C90}"/>
                  </a:ext>
                </a:extLst>
              </p:cNvPr>
              <p:cNvSpPr>
                <a:spLocks noChangeArrowheads="1"/>
              </p:cNvSpPr>
              <p:nvPr/>
            </p:nvSpPr>
            <p:spPr bwMode="auto">
              <a:xfrm>
                <a:off x="4052" y="3313"/>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59" name="Text Box 197">
                <a:extLst>
                  <a:ext uri="{FF2B5EF4-FFF2-40B4-BE49-F238E27FC236}">
                    <a16:creationId xmlns:a16="http://schemas.microsoft.com/office/drawing/2014/main" id="{A377F4D3-6898-04FE-8297-14C8EC3E76D0}"/>
                  </a:ext>
                </a:extLst>
              </p:cNvPr>
              <p:cNvSpPr txBox="1">
                <a:spLocks noChangeArrowheads="1"/>
              </p:cNvSpPr>
              <p:nvPr/>
            </p:nvSpPr>
            <p:spPr bwMode="auto">
              <a:xfrm rot="10800000" flipV="1">
                <a:off x="4030" y="3127"/>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a</a:t>
                </a:r>
              </a:p>
            </p:txBody>
          </p:sp>
        </p:grpSp>
        <p:grpSp>
          <p:nvGrpSpPr>
            <p:cNvPr id="143" name="Group 198">
              <a:extLst>
                <a:ext uri="{FF2B5EF4-FFF2-40B4-BE49-F238E27FC236}">
                  <a16:creationId xmlns:a16="http://schemas.microsoft.com/office/drawing/2014/main" id="{E0B6F278-9319-DC11-C823-E2F05D5024CF}"/>
                </a:ext>
              </a:extLst>
            </p:cNvPr>
            <p:cNvGrpSpPr>
              <a:grpSpLocks/>
            </p:cNvGrpSpPr>
            <p:nvPr/>
          </p:nvGrpSpPr>
          <p:grpSpPr bwMode="auto">
            <a:xfrm>
              <a:off x="3341" y="3894"/>
              <a:ext cx="412" cy="212"/>
              <a:chOff x="3630" y="3719"/>
              <a:chExt cx="412" cy="212"/>
            </a:xfrm>
          </p:grpSpPr>
          <p:sp>
            <p:nvSpPr>
              <p:cNvPr id="156" name="Oval 199">
                <a:extLst>
                  <a:ext uri="{FF2B5EF4-FFF2-40B4-BE49-F238E27FC236}">
                    <a16:creationId xmlns:a16="http://schemas.microsoft.com/office/drawing/2014/main" id="{17399E50-3E87-2FB3-5CA5-4413B37158A2}"/>
                  </a:ext>
                </a:extLst>
              </p:cNvPr>
              <p:cNvSpPr>
                <a:spLocks noChangeArrowheads="1"/>
              </p:cNvSpPr>
              <p:nvPr/>
            </p:nvSpPr>
            <p:spPr bwMode="auto">
              <a:xfrm>
                <a:off x="3633" y="3769"/>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57" name="Text Box 200">
                <a:extLst>
                  <a:ext uri="{FF2B5EF4-FFF2-40B4-BE49-F238E27FC236}">
                    <a16:creationId xmlns:a16="http://schemas.microsoft.com/office/drawing/2014/main" id="{29BF87ED-30E7-6DA0-F89E-5EB564B2D7EB}"/>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c</a:t>
                </a:r>
              </a:p>
            </p:txBody>
          </p:sp>
        </p:grpSp>
        <p:grpSp>
          <p:nvGrpSpPr>
            <p:cNvPr id="144" name="Group 201">
              <a:extLst>
                <a:ext uri="{FF2B5EF4-FFF2-40B4-BE49-F238E27FC236}">
                  <a16:creationId xmlns:a16="http://schemas.microsoft.com/office/drawing/2014/main" id="{166CAD60-B73F-55DD-ED64-F2C0FF45EE6E}"/>
                </a:ext>
              </a:extLst>
            </p:cNvPr>
            <p:cNvGrpSpPr>
              <a:grpSpLocks/>
            </p:cNvGrpSpPr>
            <p:nvPr/>
          </p:nvGrpSpPr>
          <p:grpSpPr bwMode="auto">
            <a:xfrm>
              <a:off x="3500" y="3873"/>
              <a:ext cx="412" cy="212"/>
              <a:chOff x="3630" y="3719"/>
              <a:chExt cx="412" cy="212"/>
            </a:xfrm>
          </p:grpSpPr>
          <p:sp>
            <p:nvSpPr>
              <p:cNvPr id="154" name="Oval 202">
                <a:extLst>
                  <a:ext uri="{FF2B5EF4-FFF2-40B4-BE49-F238E27FC236}">
                    <a16:creationId xmlns:a16="http://schemas.microsoft.com/office/drawing/2014/main" id="{E4151430-447E-EA79-CBAE-B25C8D2CBE69}"/>
                  </a:ext>
                </a:extLst>
              </p:cNvPr>
              <p:cNvSpPr>
                <a:spLocks noChangeArrowheads="1"/>
              </p:cNvSpPr>
              <p:nvPr/>
            </p:nvSpPr>
            <p:spPr bwMode="auto">
              <a:xfrm>
                <a:off x="3633" y="3769"/>
                <a:ext cx="44" cy="43"/>
              </a:xfrm>
              <a:prstGeom prst="ellipse">
                <a:avLst/>
              </a:prstGeom>
              <a:solidFill>
                <a:srgbClr val="BBE0E3"/>
              </a:solidFill>
              <a:ln w="19050">
                <a:solidFill>
                  <a:srgbClr val="0066FF"/>
                </a:solidFill>
                <a:round/>
                <a:headEnd/>
                <a:tailEnd/>
              </a:ln>
            </p:spPr>
            <p:txBody>
              <a:bodyPr wrap="none" anchor="ctr"/>
              <a:lstStyle/>
              <a:p>
                <a:pPr algn="ctr"/>
                <a:endParaRPr lang="zh-CN" altLang="en-US"/>
              </a:p>
            </p:txBody>
          </p:sp>
          <p:sp>
            <p:nvSpPr>
              <p:cNvPr id="155" name="Text Box 203">
                <a:extLst>
                  <a:ext uri="{FF2B5EF4-FFF2-40B4-BE49-F238E27FC236}">
                    <a16:creationId xmlns:a16="http://schemas.microsoft.com/office/drawing/2014/main" id="{64E04041-DDD0-7C84-75B3-E655016E702E}"/>
                  </a:ext>
                </a:extLst>
              </p:cNvPr>
              <p:cNvSpPr txBox="1">
                <a:spLocks noChangeArrowheads="1"/>
              </p:cNvSpPr>
              <p:nvPr/>
            </p:nvSpPr>
            <p:spPr bwMode="auto">
              <a:xfrm rot="10800000" flipV="1">
                <a:off x="3630" y="3719"/>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b</a:t>
                </a:r>
              </a:p>
            </p:txBody>
          </p:sp>
        </p:grpSp>
        <p:grpSp>
          <p:nvGrpSpPr>
            <p:cNvPr id="145" name="Group 204">
              <a:extLst>
                <a:ext uri="{FF2B5EF4-FFF2-40B4-BE49-F238E27FC236}">
                  <a16:creationId xmlns:a16="http://schemas.microsoft.com/office/drawing/2014/main" id="{5C326398-87C8-CD5A-B663-6637817FCF5B}"/>
                </a:ext>
              </a:extLst>
            </p:cNvPr>
            <p:cNvGrpSpPr>
              <a:grpSpLocks/>
            </p:cNvGrpSpPr>
            <p:nvPr/>
          </p:nvGrpSpPr>
          <p:grpSpPr bwMode="auto">
            <a:xfrm>
              <a:off x="3008" y="3823"/>
              <a:ext cx="412" cy="236"/>
              <a:chOff x="2581" y="3831"/>
              <a:chExt cx="412" cy="236"/>
            </a:xfrm>
          </p:grpSpPr>
          <p:sp>
            <p:nvSpPr>
              <p:cNvPr id="152" name="Oval 205">
                <a:extLst>
                  <a:ext uri="{FF2B5EF4-FFF2-40B4-BE49-F238E27FC236}">
                    <a16:creationId xmlns:a16="http://schemas.microsoft.com/office/drawing/2014/main" id="{B9B24299-A300-2A3F-48EF-F5EB2A96FDC2}"/>
                  </a:ext>
                </a:extLst>
              </p:cNvPr>
              <p:cNvSpPr>
                <a:spLocks noChangeArrowheads="1"/>
              </p:cNvSpPr>
              <p:nvPr/>
            </p:nvSpPr>
            <p:spPr bwMode="auto">
              <a:xfrm>
                <a:off x="2773" y="3831"/>
                <a:ext cx="44" cy="43"/>
              </a:xfrm>
              <a:prstGeom prst="ellipse">
                <a:avLst/>
              </a:prstGeom>
              <a:solidFill>
                <a:schemeClr val="accent1"/>
              </a:solidFill>
              <a:ln w="19050">
                <a:solidFill>
                  <a:srgbClr val="0066FF"/>
                </a:solidFill>
                <a:round/>
                <a:headEnd/>
                <a:tailEnd/>
              </a:ln>
            </p:spPr>
            <p:txBody>
              <a:bodyPr wrap="none" anchor="ctr"/>
              <a:lstStyle/>
              <a:p>
                <a:pPr algn="ctr"/>
                <a:endParaRPr lang="zh-CN" altLang="en-US"/>
              </a:p>
            </p:txBody>
          </p:sp>
          <p:sp>
            <p:nvSpPr>
              <p:cNvPr id="153" name="Text Box 206">
                <a:extLst>
                  <a:ext uri="{FF2B5EF4-FFF2-40B4-BE49-F238E27FC236}">
                    <a16:creationId xmlns:a16="http://schemas.microsoft.com/office/drawing/2014/main" id="{B76FA700-4A10-57A7-64B0-08A528805125}"/>
                  </a:ext>
                </a:extLst>
              </p:cNvPr>
              <p:cNvSpPr txBox="1">
                <a:spLocks noChangeArrowheads="1"/>
              </p:cNvSpPr>
              <p:nvPr/>
            </p:nvSpPr>
            <p:spPr bwMode="auto">
              <a:xfrm rot="10800000" flipV="1">
                <a:off x="2581" y="3855"/>
                <a:ext cx="412"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d</a:t>
                </a:r>
              </a:p>
            </p:txBody>
          </p:sp>
        </p:grpSp>
        <p:grpSp>
          <p:nvGrpSpPr>
            <p:cNvPr id="146" name="Group 207">
              <a:extLst>
                <a:ext uri="{FF2B5EF4-FFF2-40B4-BE49-F238E27FC236}">
                  <a16:creationId xmlns:a16="http://schemas.microsoft.com/office/drawing/2014/main" id="{4C49CE08-3FB6-E47C-8DE3-2A05C53DFE01}"/>
                </a:ext>
              </a:extLst>
            </p:cNvPr>
            <p:cNvGrpSpPr>
              <a:grpSpLocks/>
            </p:cNvGrpSpPr>
            <p:nvPr/>
          </p:nvGrpSpPr>
          <p:grpSpPr bwMode="auto">
            <a:xfrm>
              <a:off x="5075" y="1626"/>
              <a:ext cx="498" cy="212"/>
              <a:chOff x="4864" y="2146"/>
              <a:chExt cx="498" cy="212"/>
            </a:xfrm>
          </p:grpSpPr>
          <p:sp>
            <p:nvSpPr>
              <p:cNvPr id="150" name="Text Box 208">
                <a:extLst>
                  <a:ext uri="{FF2B5EF4-FFF2-40B4-BE49-F238E27FC236}">
                    <a16:creationId xmlns:a16="http://schemas.microsoft.com/office/drawing/2014/main" id="{E07ABAB3-446D-014D-3400-71011475DA47}"/>
                  </a:ext>
                </a:extLst>
              </p:cNvPr>
              <p:cNvSpPr txBox="1">
                <a:spLocks noChangeArrowheads="1"/>
              </p:cNvSpPr>
              <p:nvPr/>
            </p:nvSpPr>
            <p:spPr bwMode="auto">
              <a:xfrm rot="10800000" flipV="1">
                <a:off x="4864" y="2146"/>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a〞</a:t>
                </a:r>
              </a:p>
            </p:txBody>
          </p:sp>
          <p:sp>
            <p:nvSpPr>
              <p:cNvPr id="151" name="Oval 209">
                <a:extLst>
                  <a:ext uri="{FF2B5EF4-FFF2-40B4-BE49-F238E27FC236}">
                    <a16:creationId xmlns:a16="http://schemas.microsoft.com/office/drawing/2014/main" id="{AEB0BA61-7690-08BF-A006-2D3851B75F3B}"/>
                  </a:ext>
                </a:extLst>
              </p:cNvPr>
              <p:cNvSpPr>
                <a:spLocks noChangeArrowheads="1"/>
              </p:cNvSpPr>
              <p:nvPr/>
            </p:nvSpPr>
            <p:spPr bwMode="auto">
              <a:xfrm>
                <a:off x="5034" y="2294"/>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grpSp>
          <p:nvGrpSpPr>
            <p:cNvPr id="147" name="Group 210">
              <a:extLst>
                <a:ext uri="{FF2B5EF4-FFF2-40B4-BE49-F238E27FC236}">
                  <a16:creationId xmlns:a16="http://schemas.microsoft.com/office/drawing/2014/main" id="{0495329B-A1E5-917F-20C4-CF855D7151AF}"/>
                </a:ext>
              </a:extLst>
            </p:cNvPr>
            <p:cNvGrpSpPr>
              <a:grpSpLocks/>
            </p:cNvGrpSpPr>
            <p:nvPr/>
          </p:nvGrpSpPr>
          <p:grpSpPr bwMode="auto">
            <a:xfrm>
              <a:off x="5019" y="2317"/>
              <a:ext cx="498" cy="212"/>
              <a:chOff x="5019" y="2317"/>
              <a:chExt cx="498" cy="212"/>
            </a:xfrm>
          </p:grpSpPr>
          <p:sp>
            <p:nvSpPr>
              <p:cNvPr id="148" name="Text Box 211">
                <a:extLst>
                  <a:ext uri="{FF2B5EF4-FFF2-40B4-BE49-F238E27FC236}">
                    <a16:creationId xmlns:a16="http://schemas.microsoft.com/office/drawing/2014/main" id="{EC44BD34-18E8-3CC6-A63C-D60BFBED32DE}"/>
                  </a:ext>
                </a:extLst>
              </p:cNvPr>
              <p:cNvSpPr txBox="1">
                <a:spLocks noChangeArrowheads="1"/>
              </p:cNvSpPr>
              <p:nvPr/>
            </p:nvSpPr>
            <p:spPr bwMode="auto">
              <a:xfrm rot="10800000" flipV="1">
                <a:off x="5019" y="2317"/>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66FF"/>
                    </a:solidFill>
                    <a:latin typeface="Times New Roman" pitchFamily="18" charset="0"/>
                  </a:rPr>
                  <a:t>d〞</a:t>
                </a:r>
              </a:p>
            </p:txBody>
          </p:sp>
          <p:sp>
            <p:nvSpPr>
              <p:cNvPr id="149" name="Oval 212">
                <a:extLst>
                  <a:ext uri="{FF2B5EF4-FFF2-40B4-BE49-F238E27FC236}">
                    <a16:creationId xmlns:a16="http://schemas.microsoft.com/office/drawing/2014/main" id="{4B4C6E98-3366-2C21-ADB2-B52472AA0207}"/>
                  </a:ext>
                </a:extLst>
              </p:cNvPr>
              <p:cNvSpPr>
                <a:spLocks noChangeArrowheads="1"/>
              </p:cNvSpPr>
              <p:nvPr/>
            </p:nvSpPr>
            <p:spPr bwMode="auto">
              <a:xfrm>
                <a:off x="5223" y="2317"/>
                <a:ext cx="44" cy="43"/>
              </a:xfrm>
              <a:prstGeom prst="ellipse">
                <a:avLst/>
              </a:prstGeom>
              <a:solidFill>
                <a:srgbClr val="FF66CC"/>
              </a:solidFill>
              <a:ln w="19050">
                <a:solidFill>
                  <a:srgbClr val="0066FF"/>
                </a:solidFill>
                <a:round/>
                <a:headEnd/>
                <a:tailEnd/>
              </a:ln>
            </p:spPr>
            <p:txBody>
              <a:bodyPr wrap="none" anchor="ctr"/>
              <a:lstStyle/>
              <a:p>
                <a:pPr algn="ctr"/>
                <a:endParaRPr lang="zh-CN" altLang="en-US"/>
              </a:p>
            </p:txBody>
          </p:sp>
        </p:grpSp>
      </p:grpSp>
    </p:spTree>
    <p:extLst>
      <p:ext uri="{BB962C8B-B14F-4D97-AF65-F5344CB8AC3E}">
        <p14:creationId xmlns:p14="http://schemas.microsoft.com/office/powerpoint/2010/main" val="111620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blinds(horizontal)">
                                      <p:cBhvr>
                                        <p:cTn id="12" dur="500"/>
                                        <p:tgtEl>
                                          <p:spTgt spid="63"/>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blinds(horizontal)">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5"/>
                                        </p:tgtEl>
                                        <p:attrNameLst>
                                          <p:attrName>style.visibility</p:attrName>
                                        </p:attrNameLst>
                                      </p:cBhvr>
                                      <p:to>
                                        <p:strVal val="visible"/>
                                      </p:to>
                                    </p:set>
                                    <p:animEffect transition="in" filter="wipe(left)">
                                      <p:cBhvr>
                                        <p:cTn id="21" dur="500"/>
                                        <p:tgtEl>
                                          <p:spTgt spid="7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wipe(left)">
                                      <p:cBhvr>
                                        <p:cTn id="26" dur="500"/>
                                        <p:tgtEl>
                                          <p:spTgt spid="5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83"/>
                                        </p:tgtEl>
                                        <p:attrNameLst>
                                          <p:attrName>style.visibility</p:attrName>
                                        </p:attrNameLst>
                                      </p:cBhvr>
                                      <p:to>
                                        <p:strVal val="visible"/>
                                      </p:to>
                                    </p:set>
                                    <p:animEffect transition="in" filter="wipe(left)">
                                      <p:cBhvr>
                                        <p:cTn id="31" dur="500"/>
                                        <p:tgtEl>
                                          <p:spTgt spid="83"/>
                                        </p:tgtEl>
                                      </p:cBhvr>
                                    </p:animEffect>
                                  </p:childTnLst>
                                </p:cTn>
                              </p:par>
                            </p:childTnLst>
                          </p:cTn>
                        </p:par>
                        <p:par>
                          <p:cTn id="32" fill="hold">
                            <p:stCondLst>
                              <p:cond delay="500"/>
                            </p:stCondLst>
                            <p:childTnLst>
                              <p:par>
                                <p:cTn id="33" presetID="26" presetClass="entr" presetSubtype="0" fill="hold" nodeType="afterEffect">
                                  <p:stCondLst>
                                    <p:cond delay="0"/>
                                  </p:stCondLst>
                                  <p:childTnLst>
                                    <p:set>
                                      <p:cBhvr>
                                        <p:cTn id="34" dur="1" fill="hold">
                                          <p:stCondLst>
                                            <p:cond delay="0"/>
                                          </p:stCondLst>
                                        </p:cTn>
                                        <p:tgtEl>
                                          <p:spTgt spid="117"/>
                                        </p:tgtEl>
                                        <p:attrNameLst>
                                          <p:attrName>style.visibility</p:attrName>
                                        </p:attrNameLst>
                                      </p:cBhvr>
                                      <p:to>
                                        <p:strVal val="visible"/>
                                      </p:to>
                                    </p:set>
                                    <p:animEffect transition="in" filter="wipe(down)">
                                      <p:cBhvr>
                                        <p:cTn id="35" dur="145">
                                          <p:stCondLst>
                                            <p:cond delay="0"/>
                                          </p:stCondLst>
                                        </p:cTn>
                                        <p:tgtEl>
                                          <p:spTgt spid="117"/>
                                        </p:tgtEl>
                                      </p:cBhvr>
                                    </p:animEffect>
                                    <p:anim calcmode="lin" valueType="num">
                                      <p:cBhvr>
                                        <p:cTn id="36" dur="456" tmFilter="0,0; 0.14,0.36; 0.43,0.73; 0.71,0.91; 1.0,1.0">
                                          <p:stCondLst>
                                            <p:cond delay="0"/>
                                          </p:stCondLst>
                                        </p:cTn>
                                        <p:tgtEl>
                                          <p:spTgt spid="117"/>
                                        </p:tgtEl>
                                        <p:attrNameLst>
                                          <p:attrName>ppt_x</p:attrName>
                                        </p:attrNameLst>
                                      </p:cBhvr>
                                      <p:tavLst>
                                        <p:tav tm="0">
                                          <p:val>
                                            <p:strVal val="#ppt_x-0.25"/>
                                          </p:val>
                                        </p:tav>
                                        <p:tav tm="100000">
                                          <p:val>
                                            <p:strVal val="#ppt_x"/>
                                          </p:val>
                                        </p:tav>
                                      </p:tavLst>
                                    </p:anim>
                                    <p:anim calcmode="lin" valueType="num">
                                      <p:cBhvr>
                                        <p:cTn id="37" dur="166" tmFilter="0.0,0.0; 0.25,0.07; 0.50,0.2; 0.75,0.467; 1.0,1.0">
                                          <p:stCondLst>
                                            <p:cond delay="0"/>
                                          </p:stCondLst>
                                        </p:cTn>
                                        <p:tgtEl>
                                          <p:spTgt spid="117"/>
                                        </p:tgtEl>
                                        <p:attrNameLst>
                                          <p:attrName>ppt_y</p:attrName>
                                        </p:attrNameLst>
                                      </p:cBhvr>
                                      <p:tavLst>
                                        <p:tav tm="0" fmla="#ppt_y-sin(pi*$)/3">
                                          <p:val>
                                            <p:fltVal val="0.5"/>
                                          </p:val>
                                        </p:tav>
                                        <p:tav tm="100000">
                                          <p:val>
                                            <p:fltVal val="1"/>
                                          </p:val>
                                        </p:tav>
                                      </p:tavLst>
                                    </p:anim>
                                    <p:anim calcmode="lin" valueType="num">
                                      <p:cBhvr>
                                        <p:cTn id="38" dur="166" tmFilter="0, 0; 0.125,0.2665; 0.25,0.4; 0.375,0.465; 0.5,0.5;  0.625,0.535; 0.75,0.6; 0.875,0.7335; 1,1">
                                          <p:stCondLst>
                                            <p:cond delay="166"/>
                                          </p:stCondLst>
                                        </p:cTn>
                                        <p:tgtEl>
                                          <p:spTgt spid="117"/>
                                        </p:tgtEl>
                                        <p:attrNameLst>
                                          <p:attrName>ppt_y</p:attrName>
                                        </p:attrNameLst>
                                      </p:cBhvr>
                                      <p:tavLst>
                                        <p:tav tm="0" fmla="#ppt_y-sin(pi*$)/9">
                                          <p:val>
                                            <p:fltVal val="0"/>
                                          </p:val>
                                        </p:tav>
                                        <p:tav tm="100000">
                                          <p:val>
                                            <p:fltVal val="1"/>
                                          </p:val>
                                        </p:tav>
                                      </p:tavLst>
                                    </p:anim>
                                    <p:anim calcmode="lin" valueType="num">
                                      <p:cBhvr>
                                        <p:cTn id="39" dur="83" tmFilter="0, 0; 0.125,0.2665; 0.25,0.4; 0.375,0.465; 0.5,0.5;  0.625,0.535; 0.75,0.6; 0.875,0.7335; 1,1">
                                          <p:stCondLst>
                                            <p:cond delay="331"/>
                                          </p:stCondLst>
                                        </p:cTn>
                                        <p:tgtEl>
                                          <p:spTgt spid="117"/>
                                        </p:tgtEl>
                                        <p:attrNameLst>
                                          <p:attrName>ppt_y</p:attrName>
                                        </p:attrNameLst>
                                      </p:cBhvr>
                                      <p:tavLst>
                                        <p:tav tm="0" fmla="#ppt_y-sin(pi*$)/27">
                                          <p:val>
                                            <p:fltVal val="0"/>
                                          </p:val>
                                        </p:tav>
                                        <p:tav tm="100000">
                                          <p:val>
                                            <p:fltVal val="1"/>
                                          </p:val>
                                        </p:tav>
                                      </p:tavLst>
                                    </p:anim>
                                    <p:anim calcmode="lin" valueType="num">
                                      <p:cBhvr>
                                        <p:cTn id="40" dur="41" tmFilter="0, 0; 0.125,0.2665; 0.25,0.4; 0.375,0.465; 0.5,0.5;  0.625,0.535; 0.75,0.6; 0.875,0.7335; 1,1">
                                          <p:stCondLst>
                                            <p:cond delay="414"/>
                                          </p:stCondLst>
                                        </p:cTn>
                                        <p:tgtEl>
                                          <p:spTgt spid="117"/>
                                        </p:tgtEl>
                                        <p:attrNameLst>
                                          <p:attrName>ppt_y</p:attrName>
                                        </p:attrNameLst>
                                      </p:cBhvr>
                                      <p:tavLst>
                                        <p:tav tm="0" fmla="#ppt_y-sin(pi*$)/81">
                                          <p:val>
                                            <p:fltVal val="0"/>
                                          </p:val>
                                        </p:tav>
                                        <p:tav tm="100000">
                                          <p:val>
                                            <p:fltVal val="1"/>
                                          </p:val>
                                        </p:tav>
                                      </p:tavLst>
                                    </p:anim>
                                    <p:animScale>
                                      <p:cBhvr>
                                        <p:cTn id="41" dur="7">
                                          <p:stCondLst>
                                            <p:cond delay="162"/>
                                          </p:stCondLst>
                                        </p:cTn>
                                        <p:tgtEl>
                                          <p:spTgt spid="117"/>
                                        </p:tgtEl>
                                      </p:cBhvr>
                                      <p:to x="100000" y="60000"/>
                                    </p:animScale>
                                    <p:animScale>
                                      <p:cBhvr>
                                        <p:cTn id="42" dur="41" decel="50000">
                                          <p:stCondLst>
                                            <p:cond delay="169"/>
                                          </p:stCondLst>
                                        </p:cTn>
                                        <p:tgtEl>
                                          <p:spTgt spid="117"/>
                                        </p:tgtEl>
                                      </p:cBhvr>
                                      <p:to x="100000" y="100000"/>
                                    </p:animScale>
                                    <p:animScale>
                                      <p:cBhvr>
                                        <p:cTn id="43" dur="7">
                                          <p:stCondLst>
                                            <p:cond delay="328"/>
                                          </p:stCondLst>
                                        </p:cTn>
                                        <p:tgtEl>
                                          <p:spTgt spid="117"/>
                                        </p:tgtEl>
                                      </p:cBhvr>
                                      <p:to x="100000" y="80000"/>
                                    </p:animScale>
                                    <p:animScale>
                                      <p:cBhvr>
                                        <p:cTn id="44" dur="41" decel="50000">
                                          <p:stCondLst>
                                            <p:cond delay="335"/>
                                          </p:stCondLst>
                                        </p:cTn>
                                        <p:tgtEl>
                                          <p:spTgt spid="117"/>
                                        </p:tgtEl>
                                      </p:cBhvr>
                                      <p:to x="100000" y="100000"/>
                                    </p:animScale>
                                    <p:animScale>
                                      <p:cBhvr>
                                        <p:cTn id="45" dur="7">
                                          <p:stCondLst>
                                            <p:cond delay="410"/>
                                          </p:stCondLst>
                                        </p:cTn>
                                        <p:tgtEl>
                                          <p:spTgt spid="117"/>
                                        </p:tgtEl>
                                      </p:cBhvr>
                                      <p:to x="100000" y="90000"/>
                                    </p:animScale>
                                    <p:animScale>
                                      <p:cBhvr>
                                        <p:cTn id="46" dur="41" decel="50000">
                                          <p:stCondLst>
                                            <p:cond delay="417"/>
                                          </p:stCondLst>
                                        </p:cTn>
                                        <p:tgtEl>
                                          <p:spTgt spid="117"/>
                                        </p:tgtEl>
                                      </p:cBhvr>
                                      <p:to x="100000" y="100000"/>
                                    </p:animScale>
                                    <p:animScale>
                                      <p:cBhvr>
                                        <p:cTn id="47" dur="7">
                                          <p:stCondLst>
                                            <p:cond delay="452"/>
                                          </p:stCondLst>
                                        </p:cTn>
                                        <p:tgtEl>
                                          <p:spTgt spid="117"/>
                                        </p:tgtEl>
                                      </p:cBhvr>
                                      <p:to x="100000" y="95000"/>
                                    </p:animScale>
                                    <p:animScale>
                                      <p:cBhvr>
                                        <p:cTn id="48" dur="41" decel="50000">
                                          <p:stCondLst>
                                            <p:cond delay="458"/>
                                          </p:stCondLst>
                                        </p:cTn>
                                        <p:tgtEl>
                                          <p:spTgt spid="117"/>
                                        </p:tgtEl>
                                      </p:cBhvr>
                                      <p:to x="100000" y="100000"/>
                                    </p:animScale>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82"/>
                                        </p:tgtEl>
                                        <p:attrNameLst>
                                          <p:attrName>style.visibility</p:attrName>
                                        </p:attrNameLst>
                                      </p:cBhvr>
                                      <p:to>
                                        <p:strVal val="visible"/>
                                      </p:to>
                                    </p:set>
                                    <p:animEffect transition="in" filter="wipe(up)">
                                      <p:cBhvr>
                                        <p:cTn id="53" dur="500"/>
                                        <p:tgtEl>
                                          <p:spTgt spid="82"/>
                                        </p:tgtEl>
                                      </p:cBhvr>
                                    </p:animEffect>
                                  </p:childTnLst>
                                </p:cTn>
                              </p:par>
                            </p:childTnLst>
                          </p:cTn>
                        </p:par>
                        <p:par>
                          <p:cTn id="54" fill="hold">
                            <p:stCondLst>
                              <p:cond delay="500"/>
                            </p:stCondLst>
                            <p:childTnLst>
                              <p:par>
                                <p:cTn id="55" presetID="22" presetClass="entr" presetSubtype="2" fill="hold" grpId="0" nodeType="after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wipe(right)">
                                      <p:cBhvr>
                                        <p:cTn id="57" dur="500"/>
                                        <p:tgtEl>
                                          <p:spTgt spid="81"/>
                                        </p:tgtEl>
                                      </p:cBhvr>
                                    </p:animEffect>
                                  </p:childTnLst>
                                </p:cTn>
                              </p:par>
                            </p:childTnLst>
                          </p:cTn>
                        </p:par>
                        <p:par>
                          <p:cTn id="58" fill="hold">
                            <p:stCondLst>
                              <p:cond delay="1000"/>
                            </p:stCondLst>
                            <p:childTnLst>
                              <p:par>
                                <p:cTn id="59" presetID="22" presetClass="entr" presetSubtype="1" fill="hold" grpId="0" nodeType="after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wipe(up)">
                                      <p:cBhvr>
                                        <p:cTn id="61" dur="500"/>
                                        <p:tgtEl>
                                          <p:spTgt spid="91"/>
                                        </p:tgtEl>
                                      </p:cBhvr>
                                    </p:animEffect>
                                  </p:childTnLst>
                                </p:cTn>
                              </p:par>
                            </p:childTnLst>
                          </p:cTn>
                        </p:par>
                        <p:par>
                          <p:cTn id="62" fill="hold">
                            <p:stCondLst>
                              <p:cond delay="1500"/>
                            </p:stCondLst>
                            <p:childTnLst>
                              <p:par>
                                <p:cTn id="63" presetID="26" presetClass="entr" presetSubtype="0" fill="hold" nodeType="afterEffect">
                                  <p:stCondLst>
                                    <p:cond delay="0"/>
                                  </p:stCondLst>
                                  <p:childTnLst>
                                    <p:set>
                                      <p:cBhvr>
                                        <p:cTn id="64" dur="1" fill="hold">
                                          <p:stCondLst>
                                            <p:cond delay="0"/>
                                          </p:stCondLst>
                                        </p:cTn>
                                        <p:tgtEl>
                                          <p:spTgt spid="48"/>
                                        </p:tgtEl>
                                        <p:attrNameLst>
                                          <p:attrName>style.visibility</p:attrName>
                                        </p:attrNameLst>
                                      </p:cBhvr>
                                      <p:to>
                                        <p:strVal val="visible"/>
                                      </p:to>
                                    </p:set>
                                    <p:animEffect transition="in" filter="wipe(down)">
                                      <p:cBhvr>
                                        <p:cTn id="65" dur="145">
                                          <p:stCondLst>
                                            <p:cond delay="0"/>
                                          </p:stCondLst>
                                        </p:cTn>
                                        <p:tgtEl>
                                          <p:spTgt spid="48"/>
                                        </p:tgtEl>
                                      </p:cBhvr>
                                    </p:animEffect>
                                    <p:anim calcmode="lin" valueType="num">
                                      <p:cBhvr>
                                        <p:cTn id="66" dur="456"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67" dur="166"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68" dur="166" tmFilter="0, 0; 0.125,0.2665; 0.25,0.4; 0.375,0.465; 0.5,0.5;  0.625,0.535; 0.75,0.6; 0.875,0.7335; 1,1">
                                          <p:stCondLst>
                                            <p:cond delay="166"/>
                                          </p:stCondLst>
                                        </p:cTn>
                                        <p:tgtEl>
                                          <p:spTgt spid="48"/>
                                        </p:tgtEl>
                                        <p:attrNameLst>
                                          <p:attrName>ppt_y</p:attrName>
                                        </p:attrNameLst>
                                      </p:cBhvr>
                                      <p:tavLst>
                                        <p:tav tm="0" fmla="#ppt_y-sin(pi*$)/9">
                                          <p:val>
                                            <p:fltVal val="0"/>
                                          </p:val>
                                        </p:tav>
                                        <p:tav tm="100000">
                                          <p:val>
                                            <p:fltVal val="1"/>
                                          </p:val>
                                        </p:tav>
                                      </p:tavLst>
                                    </p:anim>
                                    <p:anim calcmode="lin" valueType="num">
                                      <p:cBhvr>
                                        <p:cTn id="69" dur="83" tmFilter="0, 0; 0.125,0.2665; 0.25,0.4; 0.375,0.465; 0.5,0.5;  0.625,0.535; 0.75,0.6; 0.875,0.7335; 1,1">
                                          <p:stCondLst>
                                            <p:cond delay="331"/>
                                          </p:stCondLst>
                                        </p:cTn>
                                        <p:tgtEl>
                                          <p:spTgt spid="48"/>
                                        </p:tgtEl>
                                        <p:attrNameLst>
                                          <p:attrName>ppt_y</p:attrName>
                                        </p:attrNameLst>
                                      </p:cBhvr>
                                      <p:tavLst>
                                        <p:tav tm="0" fmla="#ppt_y-sin(pi*$)/27">
                                          <p:val>
                                            <p:fltVal val="0"/>
                                          </p:val>
                                        </p:tav>
                                        <p:tav tm="100000">
                                          <p:val>
                                            <p:fltVal val="1"/>
                                          </p:val>
                                        </p:tav>
                                      </p:tavLst>
                                    </p:anim>
                                    <p:anim calcmode="lin" valueType="num">
                                      <p:cBhvr>
                                        <p:cTn id="70" dur="41" tmFilter="0, 0; 0.125,0.2665; 0.25,0.4; 0.375,0.465; 0.5,0.5;  0.625,0.535; 0.75,0.6; 0.875,0.7335; 1,1">
                                          <p:stCondLst>
                                            <p:cond delay="414"/>
                                          </p:stCondLst>
                                        </p:cTn>
                                        <p:tgtEl>
                                          <p:spTgt spid="48"/>
                                        </p:tgtEl>
                                        <p:attrNameLst>
                                          <p:attrName>ppt_y</p:attrName>
                                        </p:attrNameLst>
                                      </p:cBhvr>
                                      <p:tavLst>
                                        <p:tav tm="0" fmla="#ppt_y-sin(pi*$)/81">
                                          <p:val>
                                            <p:fltVal val="0"/>
                                          </p:val>
                                        </p:tav>
                                        <p:tav tm="100000">
                                          <p:val>
                                            <p:fltVal val="1"/>
                                          </p:val>
                                        </p:tav>
                                      </p:tavLst>
                                    </p:anim>
                                    <p:animScale>
                                      <p:cBhvr>
                                        <p:cTn id="71" dur="7">
                                          <p:stCondLst>
                                            <p:cond delay="162"/>
                                          </p:stCondLst>
                                        </p:cTn>
                                        <p:tgtEl>
                                          <p:spTgt spid="48"/>
                                        </p:tgtEl>
                                      </p:cBhvr>
                                      <p:to x="100000" y="60000"/>
                                    </p:animScale>
                                    <p:animScale>
                                      <p:cBhvr>
                                        <p:cTn id="72" dur="41" decel="50000">
                                          <p:stCondLst>
                                            <p:cond delay="169"/>
                                          </p:stCondLst>
                                        </p:cTn>
                                        <p:tgtEl>
                                          <p:spTgt spid="48"/>
                                        </p:tgtEl>
                                      </p:cBhvr>
                                      <p:to x="100000" y="100000"/>
                                    </p:animScale>
                                    <p:animScale>
                                      <p:cBhvr>
                                        <p:cTn id="73" dur="7">
                                          <p:stCondLst>
                                            <p:cond delay="328"/>
                                          </p:stCondLst>
                                        </p:cTn>
                                        <p:tgtEl>
                                          <p:spTgt spid="48"/>
                                        </p:tgtEl>
                                      </p:cBhvr>
                                      <p:to x="100000" y="80000"/>
                                    </p:animScale>
                                    <p:animScale>
                                      <p:cBhvr>
                                        <p:cTn id="74" dur="41" decel="50000">
                                          <p:stCondLst>
                                            <p:cond delay="335"/>
                                          </p:stCondLst>
                                        </p:cTn>
                                        <p:tgtEl>
                                          <p:spTgt spid="48"/>
                                        </p:tgtEl>
                                      </p:cBhvr>
                                      <p:to x="100000" y="100000"/>
                                    </p:animScale>
                                    <p:animScale>
                                      <p:cBhvr>
                                        <p:cTn id="75" dur="7">
                                          <p:stCondLst>
                                            <p:cond delay="410"/>
                                          </p:stCondLst>
                                        </p:cTn>
                                        <p:tgtEl>
                                          <p:spTgt spid="48"/>
                                        </p:tgtEl>
                                      </p:cBhvr>
                                      <p:to x="100000" y="90000"/>
                                    </p:animScale>
                                    <p:animScale>
                                      <p:cBhvr>
                                        <p:cTn id="76" dur="41" decel="50000">
                                          <p:stCondLst>
                                            <p:cond delay="417"/>
                                          </p:stCondLst>
                                        </p:cTn>
                                        <p:tgtEl>
                                          <p:spTgt spid="48"/>
                                        </p:tgtEl>
                                      </p:cBhvr>
                                      <p:to x="100000" y="100000"/>
                                    </p:animScale>
                                    <p:animScale>
                                      <p:cBhvr>
                                        <p:cTn id="77" dur="7">
                                          <p:stCondLst>
                                            <p:cond delay="452"/>
                                          </p:stCondLst>
                                        </p:cTn>
                                        <p:tgtEl>
                                          <p:spTgt spid="48"/>
                                        </p:tgtEl>
                                      </p:cBhvr>
                                      <p:to x="100000" y="95000"/>
                                    </p:animScale>
                                    <p:animScale>
                                      <p:cBhvr>
                                        <p:cTn id="78" dur="41" decel="50000">
                                          <p:stCondLst>
                                            <p:cond delay="458"/>
                                          </p:stCondLst>
                                        </p:cTn>
                                        <p:tgtEl>
                                          <p:spTgt spid="48"/>
                                        </p:tgtEl>
                                      </p:cBhvr>
                                      <p:to x="100000" y="100000"/>
                                    </p:animScale>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80"/>
                                        </p:tgtEl>
                                        <p:attrNameLst>
                                          <p:attrName>style.visibility</p:attrName>
                                        </p:attrNameLst>
                                      </p:cBhvr>
                                      <p:to>
                                        <p:strVal val="visible"/>
                                      </p:to>
                                    </p:set>
                                    <p:animEffect transition="in" filter="wipe(up)">
                                      <p:cBhvr>
                                        <p:cTn id="83" dur="500"/>
                                        <p:tgtEl>
                                          <p:spTgt spid="80"/>
                                        </p:tgtEl>
                                      </p:cBhvr>
                                    </p:animEffect>
                                  </p:childTnLst>
                                </p:cTn>
                              </p:par>
                            </p:childTnLst>
                          </p:cTn>
                        </p:par>
                        <p:par>
                          <p:cTn id="84" fill="hold">
                            <p:stCondLst>
                              <p:cond delay="500"/>
                            </p:stCondLst>
                            <p:childTnLst>
                              <p:par>
                                <p:cTn id="85" presetID="26" presetClass="entr" presetSubtype="0" fill="hold" nodeType="afterEffect">
                                  <p:stCondLst>
                                    <p:cond delay="0"/>
                                  </p:stCondLst>
                                  <p:childTnLst>
                                    <p:set>
                                      <p:cBhvr>
                                        <p:cTn id="86" dur="1" fill="hold">
                                          <p:stCondLst>
                                            <p:cond delay="0"/>
                                          </p:stCondLst>
                                        </p:cTn>
                                        <p:tgtEl>
                                          <p:spTgt spid="111"/>
                                        </p:tgtEl>
                                        <p:attrNameLst>
                                          <p:attrName>style.visibility</p:attrName>
                                        </p:attrNameLst>
                                      </p:cBhvr>
                                      <p:to>
                                        <p:strVal val="visible"/>
                                      </p:to>
                                    </p:set>
                                    <p:animEffect transition="in" filter="wipe(down)">
                                      <p:cBhvr>
                                        <p:cTn id="87" dur="145">
                                          <p:stCondLst>
                                            <p:cond delay="0"/>
                                          </p:stCondLst>
                                        </p:cTn>
                                        <p:tgtEl>
                                          <p:spTgt spid="111"/>
                                        </p:tgtEl>
                                      </p:cBhvr>
                                    </p:animEffect>
                                    <p:anim calcmode="lin" valueType="num">
                                      <p:cBhvr>
                                        <p:cTn id="88" dur="456" tmFilter="0,0; 0.14,0.36; 0.43,0.73; 0.71,0.91; 1.0,1.0">
                                          <p:stCondLst>
                                            <p:cond delay="0"/>
                                          </p:stCondLst>
                                        </p:cTn>
                                        <p:tgtEl>
                                          <p:spTgt spid="111"/>
                                        </p:tgtEl>
                                        <p:attrNameLst>
                                          <p:attrName>ppt_x</p:attrName>
                                        </p:attrNameLst>
                                      </p:cBhvr>
                                      <p:tavLst>
                                        <p:tav tm="0">
                                          <p:val>
                                            <p:strVal val="#ppt_x-0.25"/>
                                          </p:val>
                                        </p:tav>
                                        <p:tav tm="100000">
                                          <p:val>
                                            <p:strVal val="#ppt_x"/>
                                          </p:val>
                                        </p:tav>
                                      </p:tavLst>
                                    </p:anim>
                                    <p:anim calcmode="lin" valueType="num">
                                      <p:cBhvr>
                                        <p:cTn id="89" dur="166" tmFilter="0.0,0.0; 0.25,0.07; 0.50,0.2; 0.75,0.467; 1.0,1.0">
                                          <p:stCondLst>
                                            <p:cond delay="0"/>
                                          </p:stCondLst>
                                        </p:cTn>
                                        <p:tgtEl>
                                          <p:spTgt spid="111"/>
                                        </p:tgtEl>
                                        <p:attrNameLst>
                                          <p:attrName>ppt_y</p:attrName>
                                        </p:attrNameLst>
                                      </p:cBhvr>
                                      <p:tavLst>
                                        <p:tav tm="0" fmla="#ppt_y-sin(pi*$)/3">
                                          <p:val>
                                            <p:fltVal val="0.5"/>
                                          </p:val>
                                        </p:tav>
                                        <p:tav tm="100000">
                                          <p:val>
                                            <p:fltVal val="1"/>
                                          </p:val>
                                        </p:tav>
                                      </p:tavLst>
                                    </p:anim>
                                    <p:anim calcmode="lin" valueType="num">
                                      <p:cBhvr>
                                        <p:cTn id="90" dur="166" tmFilter="0, 0; 0.125,0.2665; 0.25,0.4; 0.375,0.465; 0.5,0.5;  0.625,0.535; 0.75,0.6; 0.875,0.7335; 1,1">
                                          <p:stCondLst>
                                            <p:cond delay="166"/>
                                          </p:stCondLst>
                                        </p:cTn>
                                        <p:tgtEl>
                                          <p:spTgt spid="111"/>
                                        </p:tgtEl>
                                        <p:attrNameLst>
                                          <p:attrName>ppt_y</p:attrName>
                                        </p:attrNameLst>
                                      </p:cBhvr>
                                      <p:tavLst>
                                        <p:tav tm="0" fmla="#ppt_y-sin(pi*$)/9">
                                          <p:val>
                                            <p:fltVal val="0"/>
                                          </p:val>
                                        </p:tav>
                                        <p:tav tm="100000">
                                          <p:val>
                                            <p:fltVal val="1"/>
                                          </p:val>
                                        </p:tav>
                                      </p:tavLst>
                                    </p:anim>
                                    <p:anim calcmode="lin" valueType="num">
                                      <p:cBhvr>
                                        <p:cTn id="91" dur="83" tmFilter="0, 0; 0.125,0.2665; 0.25,0.4; 0.375,0.465; 0.5,0.5;  0.625,0.535; 0.75,0.6; 0.875,0.7335; 1,1">
                                          <p:stCondLst>
                                            <p:cond delay="331"/>
                                          </p:stCondLst>
                                        </p:cTn>
                                        <p:tgtEl>
                                          <p:spTgt spid="111"/>
                                        </p:tgtEl>
                                        <p:attrNameLst>
                                          <p:attrName>ppt_y</p:attrName>
                                        </p:attrNameLst>
                                      </p:cBhvr>
                                      <p:tavLst>
                                        <p:tav tm="0" fmla="#ppt_y-sin(pi*$)/27">
                                          <p:val>
                                            <p:fltVal val="0"/>
                                          </p:val>
                                        </p:tav>
                                        <p:tav tm="100000">
                                          <p:val>
                                            <p:fltVal val="1"/>
                                          </p:val>
                                        </p:tav>
                                      </p:tavLst>
                                    </p:anim>
                                    <p:anim calcmode="lin" valueType="num">
                                      <p:cBhvr>
                                        <p:cTn id="92" dur="41" tmFilter="0, 0; 0.125,0.2665; 0.25,0.4; 0.375,0.465; 0.5,0.5;  0.625,0.535; 0.75,0.6; 0.875,0.7335; 1,1">
                                          <p:stCondLst>
                                            <p:cond delay="414"/>
                                          </p:stCondLst>
                                        </p:cTn>
                                        <p:tgtEl>
                                          <p:spTgt spid="111"/>
                                        </p:tgtEl>
                                        <p:attrNameLst>
                                          <p:attrName>ppt_y</p:attrName>
                                        </p:attrNameLst>
                                      </p:cBhvr>
                                      <p:tavLst>
                                        <p:tav tm="0" fmla="#ppt_y-sin(pi*$)/81">
                                          <p:val>
                                            <p:fltVal val="0"/>
                                          </p:val>
                                        </p:tav>
                                        <p:tav tm="100000">
                                          <p:val>
                                            <p:fltVal val="1"/>
                                          </p:val>
                                        </p:tav>
                                      </p:tavLst>
                                    </p:anim>
                                    <p:animScale>
                                      <p:cBhvr>
                                        <p:cTn id="93" dur="7">
                                          <p:stCondLst>
                                            <p:cond delay="162"/>
                                          </p:stCondLst>
                                        </p:cTn>
                                        <p:tgtEl>
                                          <p:spTgt spid="111"/>
                                        </p:tgtEl>
                                      </p:cBhvr>
                                      <p:to x="100000" y="60000"/>
                                    </p:animScale>
                                    <p:animScale>
                                      <p:cBhvr>
                                        <p:cTn id="94" dur="41" decel="50000">
                                          <p:stCondLst>
                                            <p:cond delay="169"/>
                                          </p:stCondLst>
                                        </p:cTn>
                                        <p:tgtEl>
                                          <p:spTgt spid="111"/>
                                        </p:tgtEl>
                                      </p:cBhvr>
                                      <p:to x="100000" y="100000"/>
                                    </p:animScale>
                                    <p:animScale>
                                      <p:cBhvr>
                                        <p:cTn id="95" dur="7">
                                          <p:stCondLst>
                                            <p:cond delay="328"/>
                                          </p:stCondLst>
                                        </p:cTn>
                                        <p:tgtEl>
                                          <p:spTgt spid="111"/>
                                        </p:tgtEl>
                                      </p:cBhvr>
                                      <p:to x="100000" y="80000"/>
                                    </p:animScale>
                                    <p:animScale>
                                      <p:cBhvr>
                                        <p:cTn id="96" dur="41" decel="50000">
                                          <p:stCondLst>
                                            <p:cond delay="335"/>
                                          </p:stCondLst>
                                        </p:cTn>
                                        <p:tgtEl>
                                          <p:spTgt spid="111"/>
                                        </p:tgtEl>
                                      </p:cBhvr>
                                      <p:to x="100000" y="100000"/>
                                    </p:animScale>
                                    <p:animScale>
                                      <p:cBhvr>
                                        <p:cTn id="97" dur="7">
                                          <p:stCondLst>
                                            <p:cond delay="410"/>
                                          </p:stCondLst>
                                        </p:cTn>
                                        <p:tgtEl>
                                          <p:spTgt spid="111"/>
                                        </p:tgtEl>
                                      </p:cBhvr>
                                      <p:to x="100000" y="90000"/>
                                    </p:animScale>
                                    <p:animScale>
                                      <p:cBhvr>
                                        <p:cTn id="98" dur="41" decel="50000">
                                          <p:stCondLst>
                                            <p:cond delay="417"/>
                                          </p:stCondLst>
                                        </p:cTn>
                                        <p:tgtEl>
                                          <p:spTgt spid="111"/>
                                        </p:tgtEl>
                                      </p:cBhvr>
                                      <p:to x="100000" y="100000"/>
                                    </p:animScale>
                                    <p:animScale>
                                      <p:cBhvr>
                                        <p:cTn id="99" dur="7">
                                          <p:stCondLst>
                                            <p:cond delay="452"/>
                                          </p:stCondLst>
                                        </p:cTn>
                                        <p:tgtEl>
                                          <p:spTgt spid="111"/>
                                        </p:tgtEl>
                                      </p:cBhvr>
                                      <p:to x="100000" y="95000"/>
                                    </p:animScale>
                                    <p:animScale>
                                      <p:cBhvr>
                                        <p:cTn id="100" dur="41" decel="50000">
                                          <p:stCondLst>
                                            <p:cond delay="458"/>
                                          </p:stCondLst>
                                        </p:cTn>
                                        <p:tgtEl>
                                          <p:spTgt spid="111"/>
                                        </p:tgtEl>
                                      </p:cBhvr>
                                      <p:to x="100000" y="100000"/>
                                    </p:animScale>
                                  </p:childTnLst>
                                </p:cTn>
                              </p:par>
                            </p:childTnLst>
                          </p:cTn>
                        </p:par>
                        <p:par>
                          <p:cTn id="101" fill="hold">
                            <p:stCondLst>
                              <p:cond delay="999"/>
                            </p:stCondLst>
                            <p:childTnLst>
                              <p:par>
                                <p:cTn id="102" presetID="22" presetClass="entr" presetSubtype="8" fill="hold" grpId="0" nodeType="afterEffect">
                                  <p:stCondLst>
                                    <p:cond delay="0"/>
                                  </p:stCondLst>
                                  <p:childTnLst>
                                    <p:set>
                                      <p:cBhvr>
                                        <p:cTn id="103" dur="1" fill="hold">
                                          <p:stCondLst>
                                            <p:cond delay="0"/>
                                          </p:stCondLst>
                                        </p:cTn>
                                        <p:tgtEl>
                                          <p:spTgt spid="84"/>
                                        </p:tgtEl>
                                        <p:attrNameLst>
                                          <p:attrName>style.visibility</p:attrName>
                                        </p:attrNameLst>
                                      </p:cBhvr>
                                      <p:to>
                                        <p:strVal val="visible"/>
                                      </p:to>
                                    </p:set>
                                    <p:animEffect transition="in" filter="wipe(left)">
                                      <p:cBhvr>
                                        <p:cTn id="104" dur="500"/>
                                        <p:tgtEl>
                                          <p:spTgt spid="84"/>
                                        </p:tgtEl>
                                      </p:cBhvr>
                                    </p:animEffect>
                                  </p:childTnLst>
                                </p:cTn>
                              </p:par>
                            </p:childTnLst>
                          </p:cTn>
                        </p:par>
                        <p:par>
                          <p:cTn id="105" fill="hold">
                            <p:stCondLst>
                              <p:cond delay="1499"/>
                            </p:stCondLst>
                            <p:childTnLst>
                              <p:par>
                                <p:cTn id="106" presetID="22" presetClass="entr" presetSubtype="4" fill="hold" grpId="0" nodeType="afterEffect">
                                  <p:stCondLst>
                                    <p:cond delay="0"/>
                                  </p:stCondLst>
                                  <p:childTnLst>
                                    <p:set>
                                      <p:cBhvr>
                                        <p:cTn id="107" dur="1" fill="hold">
                                          <p:stCondLst>
                                            <p:cond delay="0"/>
                                          </p:stCondLst>
                                        </p:cTn>
                                        <p:tgtEl>
                                          <p:spTgt spid="85"/>
                                        </p:tgtEl>
                                        <p:attrNameLst>
                                          <p:attrName>style.visibility</p:attrName>
                                        </p:attrNameLst>
                                      </p:cBhvr>
                                      <p:to>
                                        <p:strVal val="visible"/>
                                      </p:to>
                                    </p:set>
                                    <p:animEffect transition="in" filter="wipe(down)">
                                      <p:cBhvr>
                                        <p:cTn id="108" dur="500"/>
                                        <p:tgtEl>
                                          <p:spTgt spid="85"/>
                                        </p:tgtEl>
                                      </p:cBhvr>
                                    </p:animEffect>
                                  </p:childTnLst>
                                </p:cTn>
                              </p:par>
                            </p:childTnLst>
                          </p:cTn>
                        </p:par>
                        <p:par>
                          <p:cTn id="109" fill="hold">
                            <p:stCondLst>
                              <p:cond delay="1999"/>
                            </p:stCondLst>
                            <p:childTnLst>
                              <p:par>
                                <p:cTn id="110" presetID="22" presetClass="entr" presetSubtype="8" fill="hold" grpId="0" nodeType="afterEffect">
                                  <p:stCondLst>
                                    <p:cond delay="0"/>
                                  </p:stCondLst>
                                  <p:childTnLst>
                                    <p:set>
                                      <p:cBhvr>
                                        <p:cTn id="111" dur="1" fill="hold">
                                          <p:stCondLst>
                                            <p:cond delay="0"/>
                                          </p:stCondLst>
                                        </p:cTn>
                                        <p:tgtEl>
                                          <p:spTgt spid="86"/>
                                        </p:tgtEl>
                                        <p:attrNameLst>
                                          <p:attrName>style.visibility</p:attrName>
                                        </p:attrNameLst>
                                      </p:cBhvr>
                                      <p:to>
                                        <p:strVal val="visible"/>
                                      </p:to>
                                    </p:set>
                                    <p:animEffect transition="in" filter="wipe(left)">
                                      <p:cBhvr>
                                        <p:cTn id="112" dur="500"/>
                                        <p:tgtEl>
                                          <p:spTgt spid="86"/>
                                        </p:tgtEl>
                                      </p:cBhvr>
                                    </p:animEffect>
                                  </p:childTnLst>
                                </p:cTn>
                              </p:par>
                            </p:childTnLst>
                          </p:cTn>
                        </p:par>
                        <p:par>
                          <p:cTn id="113" fill="hold">
                            <p:stCondLst>
                              <p:cond delay="2499"/>
                            </p:stCondLst>
                            <p:childTnLst>
                              <p:par>
                                <p:cTn id="114" presetID="26" presetClass="entr" presetSubtype="0" fill="hold" nodeType="afterEffect">
                                  <p:stCondLst>
                                    <p:cond delay="0"/>
                                  </p:stCondLst>
                                  <p:childTnLst>
                                    <p:set>
                                      <p:cBhvr>
                                        <p:cTn id="115" dur="1" fill="hold">
                                          <p:stCondLst>
                                            <p:cond delay="0"/>
                                          </p:stCondLst>
                                        </p:cTn>
                                        <p:tgtEl>
                                          <p:spTgt spid="120"/>
                                        </p:tgtEl>
                                        <p:attrNameLst>
                                          <p:attrName>style.visibility</p:attrName>
                                        </p:attrNameLst>
                                      </p:cBhvr>
                                      <p:to>
                                        <p:strVal val="visible"/>
                                      </p:to>
                                    </p:set>
                                    <p:animEffect transition="in" filter="wipe(down)">
                                      <p:cBhvr>
                                        <p:cTn id="116" dur="145">
                                          <p:stCondLst>
                                            <p:cond delay="0"/>
                                          </p:stCondLst>
                                        </p:cTn>
                                        <p:tgtEl>
                                          <p:spTgt spid="120"/>
                                        </p:tgtEl>
                                      </p:cBhvr>
                                    </p:animEffect>
                                    <p:anim calcmode="lin" valueType="num">
                                      <p:cBhvr>
                                        <p:cTn id="117" dur="456" tmFilter="0,0; 0.14,0.36; 0.43,0.73; 0.71,0.91; 1.0,1.0">
                                          <p:stCondLst>
                                            <p:cond delay="0"/>
                                          </p:stCondLst>
                                        </p:cTn>
                                        <p:tgtEl>
                                          <p:spTgt spid="120"/>
                                        </p:tgtEl>
                                        <p:attrNameLst>
                                          <p:attrName>ppt_x</p:attrName>
                                        </p:attrNameLst>
                                      </p:cBhvr>
                                      <p:tavLst>
                                        <p:tav tm="0">
                                          <p:val>
                                            <p:strVal val="#ppt_x-0.25"/>
                                          </p:val>
                                        </p:tav>
                                        <p:tav tm="100000">
                                          <p:val>
                                            <p:strVal val="#ppt_x"/>
                                          </p:val>
                                        </p:tav>
                                      </p:tavLst>
                                    </p:anim>
                                    <p:anim calcmode="lin" valueType="num">
                                      <p:cBhvr>
                                        <p:cTn id="118" dur="166" tmFilter="0.0,0.0; 0.25,0.07; 0.50,0.2; 0.75,0.467; 1.0,1.0">
                                          <p:stCondLst>
                                            <p:cond delay="0"/>
                                          </p:stCondLst>
                                        </p:cTn>
                                        <p:tgtEl>
                                          <p:spTgt spid="120"/>
                                        </p:tgtEl>
                                        <p:attrNameLst>
                                          <p:attrName>ppt_y</p:attrName>
                                        </p:attrNameLst>
                                      </p:cBhvr>
                                      <p:tavLst>
                                        <p:tav tm="0" fmla="#ppt_y-sin(pi*$)/3">
                                          <p:val>
                                            <p:fltVal val="0.5"/>
                                          </p:val>
                                        </p:tav>
                                        <p:tav tm="100000">
                                          <p:val>
                                            <p:fltVal val="1"/>
                                          </p:val>
                                        </p:tav>
                                      </p:tavLst>
                                    </p:anim>
                                    <p:anim calcmode="lin" valueType="num">
                                      <p:cBhvr>
                                        <p:cTn id="119" dur="166" tmFilter="0, 0; 0.125,0.2665; 0.25,0.4; 0.375,0.465; 0.5,0.5;  0.625,0.535; 0.75,0.6; 0.875,0.7335; 1,1">
                                          <p:stCondLst>
                                            <p:cond delay="166"/>
                                          </p:stCondLst>
                                        </p:cTn>
                                        <p:tgtEl>
                                          <p:spTgt spid="120"/>
                                        </p:tgtEl>
                                        <p:attrNameLst>
                                          <p:attrName>ppt_y</p:attrName>
                                        </p:attrNameLst>
                                      </p:cBhvr>
                                      <p:tavLst>
                                        <p:tav tm="0" fmla="#ppt_y-sin(pi*$)/9">
                                          <p:val>
                                            <p:fltVal val="0"/>
                                          </p:val>
                                        </p:tav>
                                        <p:tav tm="100000">
                                          <p:val>
                                            <p:fltVal val="1"/>
                                          </p:val>
                                        </p:tav>
                                      </p:tavLst>
                                    </p:anim>
                                    <p:anim calcmode="lin" valueType="num">
                                      <p:cBhvr>
                                        <p:cTn id="120" dur="83" tmFilter="0, 0; 0.125,0.2665; 0.25,0.4; 0.375,0.465; 0.5,0.5;  0.625,0.535; 0.75,0.6; 0.875,0.7335; 1,1">
                                          <p:stCondLst>
                                            <p:cond delay="331"/>
                                          </p:stCondLst>
                                        </p:cTn>
                                        <p:tgtEl>
                                          <p:spTgt spid="120"/>
                                        </p:tgtEl>
                                        <p:attrNameLst>
                                          <p:attrName>ppt_y</p:attrName>
                                        </p:attrNameLst>
                                      </p:cBhvr>
                                      <p:tavLst>
                                        <p:tav tm="0" fmla="#ppt_y-sin(pi*$)/27">
                                          <p:val>
                                            <p:fltVal val="0"/>
                                          </p:val>
                                        </p:tav>
                                        <p:tav tm="100000">
                                          <p:val>
                                            <p:fltVal val="1"/>
                                          </p:val>
                                        </p:tav>
                                      </p:tavLst>
                                    </p:anim>
                                    <p:anim calcmode="lin" valueType="num">
                                      <p:cBhvr>
                                        <p:cTn id="121" dur="41" tmFilter="0, 0; 0.125,0.2665; 0.25,0.4; 0.375,0.465; 0.5,0.5;  0.625,0.535; 0.75,0.6; 0.875,0.7335; 1,1">
                                          <p:stCondLst>
                                            <p:cond delay="414"/>
                                          </p:stCondLst>
                                        </p:cTn>
                                        <p:tgtEl>
                                          <p:spTgt spid="120"/>
                                        </p:tgtEl>
                                        <p:attrNameLst>
                                          <p:attrName>ppt_y</p:attrName>
                                        </p:attrNameLst>
                                      </p:cBhvr>
                                      <p:tavLst>
                                        <p:tav tm="0" fmla="#ppt_y-sin(pi*$)/81">
                                          <p:val>
                                            <p:fltVal val="0"/>
                                          </p:val>
                                        </p:tav>
                                        <p:tav tm="100000">
                                          <p:val>
                                            <p:fltVal val="1"/>
                                          </p:val>
                                        </p:tav>
                                      </p:tavLst>
                                    </p:anim>
                                    <p:animScale>
                                      <p:cBhvr>
                                        <p:cTn id="122" dur="7">
                                          <p:stCondLst>
                                            <p:cond delay="162"/>
                                          </p:stCondLst>
                                        </p:cTn>
                                        <p:tgtEl>
                                          <p:spTgt spid="120"/>
                                        </p:tgtEl>
                                      </p:cBhvr>
                                      <p:to x="100000" y="60000"/>
                                    </p:animScale>
                                    <p:animScale>
                                      <p:cBhvr>
                                        <p:cTn id="123" dur="41" decel="50000">
                                          <p:stCondLst>
                                            <p:cond delay="169"/>
                                          </p:stCondLst>
                                        </p:cTn>
                                        <p:tgtEl>
                                          <p:spTgt spid="120"/>
                                        </p:tgtEl>
                                      </p:cBhvr>
                                      <p:to x="100000" y="100000"/>
                                    </p:animScale>
                                    <p:animScale>
                                      <p:cBhvr>
                                        <p:cTn id="124" dur="7">
                                          <p:stCondLst>
                                            <p:cond delay="328"/>
                                          </p:stCondLst>
                                        </p:cTn>
                                        <p:tgtEl>
                                          <p:spTgt spid="120"/>
                                        </p:tgtEl>
                                      </p:cBhvr>
                                      <p:to x="100000" y="80000"/>
                                    </p:animScale>
                                    <p:animScale>
                                      <p:cBhvr>
                                        <p:cTn id="125" dur="41" decel="50000">
                                          <p:stCondLst>
                                            <p:cond delay="335"/>
                                          </p:stCondLst>
                                        </p:cTn>
                                        <p:tgtEl>
                                          <p:spTgt spid="120"/>
                                        </p:tgtEl>
                                      </p:cBhvr>
                                      <p:to x="100000" y="100000"/>
                                    </p:animScale>
                                    <p:animScale>
                                      <p:cBhvr>
                                        <p:cTn id="126" dur="7">
                                          <p:stCondLst>
                                            <p:cond delay="410"/>
                                          </p:stCondLst>
                                        </p:cTn>
                                        <p:tgtEl>
                                          <p:spTgt spid="120"/>
                                        </p:tgtEl>
                                      </p:cBhvr>
                                      <p:to x="100000" y="90000"/>
                                    </p:animScale>
                                    <p:animScale>
                                      <p:cBhvr>
                                        <p:cTn id="127" dur="41" decel="50000">
                                          <p:stCondLst>
                                            <p:cond delay="417"/>
                                          </p:stCondLst>
                                        </p:cTn>
                                        <p:tgtEl>
                                          <p:spTgt spid="120"/>
                                        </p:tgtEl>
                                      </p:cBhvr>
                                      <p:to x="100000" y="100000"/>
                                    </p:animScale>
                                    <p:animScale>
                                      <p:cBhvr>
                                        <p:cTn id="128" dur="7">
                                          <p:stCondLst>
                                            <p:cond delay="452"/>
                                          </p:stCondLst>
                                        </p:cTn>
                                        <p:tgtEl>
                                          <p:spTgt spid="120"/>
                                        </p:tgtEl>
                                      </p:cBhvr>
                                      <p:to x="100000" y="95000"/>
                                    </p:animScale>
                                    <p:animScale>
                                      <p:cBhvr>
                                        <p:cTn id="129" dur="41" decel="50000">
                                          <p:stCondLst>
                                            <p:cond delay="458"/>
                                          </p:stCondLst>
                                        </p:cTn>
                                        <p:tgtEl>
                                          <p:spTgt spid="120"/>
                                        </p:tgtEl>
                                      </p:cBhvr>
                                      <p:to x="100000" y="100000"/>
                                    </p:animScale>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60"/>
                                        </p:tgtEl>
                                        <p:attrNameLst>
                                          <p:attrName>style.visibility</p:attrName>
                                        </p:attrNameLst>
                                      </p:cBhvr>
                                      <p:to>
                                        <p:strVal val="visible"/>
                                      </p:to>
                                    </p:set>
                                    <p:animEffect transition="in" filter="wipe(left)">
                                      <p:cBhvr>
                                        <p:cTn id="134" dur="500"/>
                                        <p:tgtEl>
                                          <p:spTgt spid="60"/>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2" fill="hold" grpId="0" nodeType="click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wipe(right)">
                                      <p:cBhvr>
                                        <p:cTn id="139" dur="500"/>
                                        <p:tgtEl>
                                          <p:spTgt spid="47"/>
                                        </p:tgtEl>
                                      </p:cBhvr>
                                    </p:animEffect>
                                  </p:childTnLst>
                                </p:cTn>
                              </p:par>
                            </p:childTnLst>
                          </p:cTn>
                        </p:par>
                        <p:par>
                          <p:cTn id="140" fill="hold">
                            <p:stCondLst>
                              <p:cond delay="500"/>
                            </p:stCondLst>
                            <p:childTnLst>
                              <p:par>
                                <p:cTn id="141" presetID="22" presetClass="entr" presetSubtype="1" fill="hold" grpId="0" nodeType="afterEffect">
                                  <p:stCondLst>
                                    <p:cond delay="0"/>
                                  </p:stCondLst>
                                  <p:childTnLst>
                                    <p:set>
                                      <p:cBhvr>
                                        <p:cTn id="142" dur="1" fill="hold">
                                          <p:stCondLst>
                                            <p:cond delay="0"/>
                                          </p:stCondLst>
                                        </p:cTn>
                                        <p:tgtEl>
                                          <p:spTgt spid="71"/>
                                        </p:tgtEl>
                                        <p:attrNameLst>
                                          <p:attrName>style.visibility</p:attrName>
                                        </p:attrNameLst>
                                      </p:cBhvr>
                                      <p:to>
                                        <p:strVal val="visible"/>
                                      </p:to>
                                    </p:set>
                                    <p:animEffect transition="in" filter="wipe(up)">
                                      <p:cBhvr>
                                        <p:cTn id="143" dur="500"/>
                                        <p:tgtEl>
                                          <p:spTgt spid="71"/>
                                        </p:tgtEl>
                                      </p:cBhvr>
                                    </p:animEffect>
                                  </p:childTnLst>
                                </p:cTn>
                              </p:par>
                            </p:childTnLst>
                          </p:cTn>
                        </p:par>
                        <p:par>
                          <p:cTn id="144" fill="hold">
                            <p:stCondLst>
                              <p:cond delay="1000"/>
                            </p:stCondLst>
                            <p:childTnLst>
                              <p:par>
                                <p:cTn id="145" presetID="22" presetClass="entr" presetSubtype="8" fill="hold" grpId="0" nodeType="afterEffect">
                                  <p:stCondLst>
                                    <p:cond delay="0"/>
                                  </p:stCondLst>
                                  <p:childTnLst>
                                    <p:set>
                                      <p:cBhvr>
                                        <p:cTn id="146" dur="1" fill="hold">
                                          <p:stCondLst>
                                            <p:cond delay="0"/>
                                          </p:stCondLst>
                                        </p:cTn>
                                        <p:tgtEl>
                                          <p:spTgt spid="72"/>
                                        </p:tgtEl>
                                        <p:attrNameLst>
                                          <p:attrName>style.visibility</p:attrName>
                                        </p:attrNameLst>
                                      </p:cBhvr>
                                      <p:to>
                                        <p:strVal val="visible"/>
                                      </p:to>
                                    </p:set>
                                    <p:animEffect transition="in" filter="wipe(left)">
                                      <p:cBhvr>
                                        <p:cTn id="147" dur="500"/>
                                        <p:tgtEl>
                                          <p:spTgt spid="72"/>
                                        </p:tgtEl>
                                      </p:cBhvr>
                                    </p:animEffect>
                                  </p:childTnLst>
                                </p:cTn>
                              </p:par>
                            </p:childTnLst>
                          </p:cTn>
                        </p:par>
                        <p:par>
                          <p:cTn id="148" fill="hold">
                            <p:stCondLst>
                              <p:cond delay="1500"/>
                            </p:stCondLst>
                            <p:childTnLst>
                              <p:par>
                                <p:cTn id="149" presetID="22" presetClass="entr" presetSubtype="1" fill="hold" grpId="0" nodeType="afterEffect">
                                  <p:stCondLst>
                                    <p:cond delay="0"/>
                                  </p:stCondLst>
                                  <p:childTnLst>
                                    <p:set>
                                      <p:cBhvr>
                                        <p:cTn id="150" dur="1" fill="hold">
                                          <p:stCondLst>
                                            <p:cond delay="0"/>
                                          </p:stCondLst>
                                        </p:cTn>
                                        <p:tgtEl>
                                          <p:spTgt spid="76"/>
                                        </p:tgtEl>
                                        <p:attrNameLst>
                                          <p:attrName>style.visibility</p:attrName>
                                        </p:attrNameLst>
                                      </p:cBhvr>
                                      <p:to>
                                        <p:strVal val="visible"/>
                                      </p:to>
                                    </p:set>
                                    <p:animEffect transition="in" filter="wipe(up)">
                                      <p:cBhvr>
                                        <p:cTn id="151" dur="500"/>
                                        <p:tgtEl>
                                          <p:spTgt spid="76"/>
                                        </p:tgtEl>
                                      </p:cBhvr>
                                    </p:animEffect>
                                  </p:childTnLst>
                                </p:cTn>
                              </p:par>
                            </p:childTnLst>
                          </p:cTn>
                        </p:par>
                        <p:par>
                          <p:cTn id="152" fill="hold">
                            <p:stCondLst>
                              <p:cond delay="2000"/>
                            </p:stCondLst>
                            <p:childTnLst>
                              <p:par>
                                <p:cTn id="153" presetID="26" presetClass="entr" presetSubtype="0" fill="hold" nodeType="afterEffect">
                                  <p:stCondLst>
                                    <p:cond delay="0"/>
                                  </p:stCondLst>
                                  <p:childTnLst>
                                    <p:set>
                                      <p:cBhvr>
                                        <p:cTn id="154" dur="1" fill="hold">
                                          <p:stCondLst>
                                            <p:cond delay="0"/>
                                          </p:stCondLst>
                                        </p:cTn>
                                        <p:tgtEl>
                                          <p:spTgt spid="99"/>
                                        </p:tgtEl>
                                        <p:attrNameLst>
                                          <p:attrName>style.visibility</p:attrName>
                                        </p:attrNameLst>
                                      </p:cBhvr>
                                      <p:to>
                                        <p:strVal val="visible"/>
                                      </p:to>
                                    </p:set>
                                    <p:animEffect transition="in" filter="wipe(down)">
                                      <p:cBhvr>
                                        <p:cTn id="155" dur="145">
                                          <p:stCondLst>
                                            <p:cond delay="0"/>
                                          </p:stCondLst>
                                        </p:cTn>
                                        <p:tgtEl>
                                          <p:spTgt spid="99"/>
                                        </p:tgtEl>
                                      </p:cBhvr>
                                    </p:animEffect>
                                    <p:anim calcmode="lin" valueType="num">
                                      <p:cBhvr>
                                        <p:cTn id="156" dur="456" tmFilter="0,0; 0.14,0.36; 0.43,0.73; 0.71,0.91; 1.0,1.0">
                                          <p:stCondLst>
                                            <p:cond delay="0"/>
                                          </p:stCondLst>
                                        </p:cTn>
                                        <p:tgtEl>
                                          <p:spTgt spid="99"/>
                                        </p:tgtEl>
                                        <p:attrNameLst>
                                          <p:attrName>ppt_x</p:attrName>
                                        </p:attrNameLst>
                                      </p:cBhvr>
                                      <p:tavLst>
                                        <p:tav tm="0">
                                          <p:val>
                                            <p:strVal val="#ppt_x-0.25"/>
                                          </p:val>
                                        </p:tav>
                                        <p:tav tm="100000">
                                          <p:val>
                                            <p:strVal val="#ppt_x"/>
                                          </p:val>
                                        </p:tav>
                                      </p:tavLst>
                                    </p:anim>
                                    <p:anim calcmode="lin" valueType="num">
                                      <p:cBhvr>
                                        <p:cTn id="157" dur="166" tmFilter="0.0,0.0; 0.25,0.07; 0.50,0.2; 0.75,0.467; 1.0,1.0">
                                          <p:stCondLst>
                                            <p:cond delay="0"/>
                                          </p:stCondLst>
                                        </p:cTn>
                                        <p:tgtEl>
                                          <p:spTgt spid="99"/>
                                        </p:tgtEl>
                                        <p:attrNameLst>
                                          <p:attrName>ppt_y</p:attrName>
                                        </p:attrNameLst>
                                      </p:cBhvr>
                                      <p:tavLst>
                                        <p:tav tm="0" fmla="#ppt_y-sin(pi*$)/3">
                                          <p:val>
                                            <p:fltVal val="0.5"/>
                                          </p:val>
                                        </p:tav>
                                        <p:tav tm="100000">
                                          <p:val>
                                            <p:fltVal val="1"/>
                                          </p:val>
                                        </p:tav>
                                      </p:tavLst>
                                    </p:anim>
                                    <p:anim calcmode="lin" valueType="num">
                                      <p:cBhvr>
                                        <p:cTn id="158" dur="166" tmFilter="0, 0; 0.125,0.2665; 0.25,0.4; 0.375,0.465; 0.5,0.5;  0.625,0.535; 0.75,0.6; 0.875,0.7335; 1,1">
                                          <p:stCondLst>
                                            <p:cond delay="166"/>
                                          </p:stCondLst>
                                        </p:cTn>
                                        <p:tgtEl>
                                          <p:spTgt spid="99"/>
                                        </p:tgtEl>
                                        <p:attrNameLst>
                                          <p:attrName>ppt_y</p:attrName>
                                        </p:attrNameLst>
                                      </p:cBhvr>
                                      <p:tavLst>
                                        <p:tav tm="0" fmla="#ppt_y-sin(pi*$)/9">
                                          <p:val>
                                            <p:fltVal val="0"/>
                                          </p:val>
                                        </p:tav>
                                        <p:tav tm="100000">
                                          <p:val>
                                            <p:fltVal val="1"/>
                                          </p:val>
                                        </p:tav>
                                      </p:tavLst>
                                    </p:anim>
                                    <p:anim calcmode="lin" valueType="num">
                                      <p:cBhvr>
                                        <p:cTn id="159" dur="83" tmFilter="0, 0; 0.125,0.2665; 0.25,0.4; 0.375,0.465; 0.5,0.5;  0.625,0.535; 0.75,0.6; 0.875,0.7335; 1,1">
                                          <p:stCondLst>
                                            <p:cond delay="331"/>
                                          </p:stCondLst>
                                        </p:cTn>
                                        <p:tgtEl>
                                          <p:spTgt spid="99"/>
                                        </p:tgtEl>
                                        <p:attrNameLst>
                                          <p:attrName>ppt_y</p:attrName>
                                        </p:attrNameLst>
                                      </p:cBhvr>
                                      <p:tavLst>
                                        <p:tav tm="0" fmla="#ppt_y-sin(pi*$)/27">
                                          <p:val>
                                            <p:fltVal val="0"/>
                                          </p:val>
                                        </p:tav>
                                        <p:tav tm="100000">
                                          <p:val>
                                            <p:fltVal val="1"/>
                                          </p:val>
                                        </p:tav>
                                      </p:tavLst>
                                    </p:anim>
                                    <p:anim calcmode="lin" valueType="num">
                                      <p:cBhvr>
                                        <p:cTn id="160" dur="41" tmFilter="0, 0; 0.125,0.2665; 0.25,0.4; 0.375,0.465; 0.5,0.5;  0.625,0.535; 0.75,0.6; 0.875,0.7335; 1,1">
                                          <p:stCondLst>
                                            <p:cond delay="414"/>
                                          </p:stCondLst>
                                        </p:cTn>
                                        <p:tgtEl>
                                          <p:spTgt spid="99"/>
                                        </p:tgtEl>
                                        <p:attrNameLst>
                                          <p:attrName>ppt_y</p:attrName>
                                        </p:attrNameLst>
                                      </p:cBhvr>
                                      <p:tavLst>
                                        <p:tav tm="0" fmla="#ppt_y-sin(pi*$)/81">
                                          <p:val>
                                            <p:fltVal val="0"/>
                                          </p:val>
                                        </p:tav>
                                        <p:tav tm="100000">
                                          <p:val>
                                            <p:fltVal val="1"/>
                                          </p:val>
                                        </p:tav>
                                      </p:tavLst>
                                    </p:anim>
                                    <p:animScale>
                                      <p:cBhvr>
                                        <p:cTn id="161" dur="7">
                                          <p:stCondLst>
                                            <p:cond delay="162"/>
                                          </p:stCondLst>
                                        </p:cTn>
                                        <p:tgtEl>
                                          <p:spTgt spid="99"/>
                                        </p:tgtEl>
                                      </p:cBhvr>
                                      <p:to x="100000" y="60000"/>
                                    </p:animScale>
                                    <p:animScale>
                                      <p:cBhvr>
                                        <p:cTn id="162" dur="41" decel="50000">
                                          <p:stCondLst>
                                            <p:cond delay="169"/>
                                          </p:stCondLst>
                                        </p:cTn>
                                        <p:tgtEl>
                                          <p:spTgt spid="99"/>
                                        </p:tgtEl>
                                      </p:cBhvr>
                                      <p:to x="100000" y="100000"/>
                                    </p:animScale>
                                    <p:animScale>
                                      <p:cBhvr>
                                        <p:cTn id="163" dur="7">
                                          <p:stCondLst>
                                            <p:cond delay="328"/>
                                          </p:stCondLst>
                                        </p:cTn>
                                        <p:tgtEl>
                                          <p:spTgt spid="99"/>
                                        </p:tgtEl>
                                      </p:cBhvr>
                                      <p:to x="100000" y="80000"/>
                                    </p:animScale>
                                    <p:animScale>
                                      <p:cBhvr>
                                        <p:cTn id="164" dur="41" decel="50000">
                                          <p:stCondLst>
                                            <p:cond delay="335"/>
                                          </p:stCondLst>
                                        </p:cTn>
                                        <p:tgtEl>
                                          <p:spTgt spid="99"/>
                                        </p:tgtEl>
                                      </p:cBhvr>
                                      <p:to x="100000" y="100000"/>
                                    </p:animScale>
                                    <p:animScale>
                                      <p:cBhvr>
                                        <p:cTn id="165" dur="7">
                                          <p:stCondLst>
                                            <p:cond delay="410"/>
                                          </p:stCondLst>
                                        </p:cTn>
                                        <p:tgtEl>
                                          <p:spTgt spid="99"/>
                                        </p:tgtEl>
                                      </p:cBhvr>
                                      <p:to x="100000" y="90000"/>
                                    </p:animScale>
                                    <p:animScale>
                                      <p:cBhvr>
                                        <p:cTn id="166" dur="41" decel="50000">
                                          <p:stCondLst>
                                            <p:cond delay="417"/>
                                          </p:stCondLst>
                                        </p:cTn>
                                        <p:tgtEl>
                                          <p:spTgt spid="99"/>
                                        </p:tgtEl>
                                      </p:cBhvr>
                                      <p:to x="100000" y="100000"/>
                                    </p:animScale>
                                    <p:animScale>
                                      <p:cBhvr>
                                        <p:cTn id="167" dur="7">
                                          <p:stCondLst>
                                            <p:cond delay="452"/>
                                          </p:stCondLst>
                                        </p:cTn>
                                        <p:tgtEl>
                                          <p:spTgt spid="99"/>
                                        </p:tgtEl>
                                      </p:cBhvr>
                                      <p:to x="100000" y="95000"/>
                                    </p:animScale>
                                    <p:animScale>
                                      <p:cBhvr>
                                        <p:cTn id="168" dur="41" decel="50000">
                                          <p:stCondLst>
                                            <p:cond delay="458"/>
                                          </p:stCondLst>
                                        </p:cTn>
                                        <p:tgtEl>
                                          <p:spTgt spid="99"/>
                                        </p:tgtEl>
                                      </p:cBhvr>
                                      <p:to x="100000" y="100000"/>
                                    </p:animScale>
                                  </p:childTnLst>
                                </p:cTn>
                              </p:par>
                            </p:childTnLst>
                          </p:cTn>
                        </p:par>
                      </p:childTnLst>
                    </p:cTn>
                  </p:par>
                  <p:par>
                    <p:cTn id="169" fill="hold">
                      <p:stCondLst>
                        <p:cond delay="indefinite"/>
                      </p:stCondLst>
                      <p:childTnLst>
                        <p:par>
                          <p:cTn id="170" fill="hold">
                            <p:stCondLst>
                              <p:cond delay="0"/>
                            </p:stCondLst>
                            <p:childTnLst>
                              <p:par>
                                <p:cTn id="171" presetID="22" presetClass="entr" presetSubtype="2" fill="hold" grpId="0" nodeType="clickEffect">
                                  <p:stCondLst>
                                    <p:cond delay="0"/>
                                  </p:stCondLst>
                                  <p:childTnLst>
                                    <p:set>
                                      <p:cBhvr>
                                        <p:cTn id="172" dur="1" fill="hold">
                                          <p:stCondLst>
                                            <p:cond delay="0"/>
                                          </p:stCondLst>
                                        </p:cTn>
                                        <p:tgtEl>
                                          <p:spTgt spid="3"/>
                                        </p:tgtEl>
                                        <p:attrNameLst>
                                          <p:attrName>style.visibility</p:attrName>
                                        </p:attrNameLst>
                                      </p:cBhvr>
                                      <p:to>
                                        <p:strVal val="visible"/>
                                      </p:to>
                                    </p:set>
                                    <p:animEffect transition="in" filter="wipe(right)">
                                      <p:cBhvr>
                                        <p:cTn id="173" dur="500"/>
                                        <p:tgtEl>
                                          <p:spTgt spid="3"/>
                                        </p:tgtEl>
                                      </p:cBhvr>
                                    </p:animEffect>
                                  </p:childTnLst>
                                </p:cTn>
                              </p:par>
                            </p:childTnLst>
                          </p:cTn>
                        </p:par>
                        <p:par>
                          <p:cTn id="174" fill="hold">
                            <p:stCondLst>
                              <p:cond delay="500"/>
                            </p:stCondLst>
                            <p:childTnLst>
                              <p:par>
                                <p:cTn id="175" presetID="22" presetClass="entr" presetSubtype="1" fill="hold" grpId="0" nodeType="afterEffect">
                                  <p:stCondLst>
                                    <p:cond delay="0"/>
                                  </p:stCondLst>
                                  <p:childTnLst>
                                    <p:set>
                                      <p:cBhvr>
                                        <p:cTn id="176" dur="1" fill="hold">
                                          <p:stCondLst>
                                            <p:cond delay="0"/>
                                          </p:stCondLst>
                                        </p:cTn>
                                        <p:tgtEl>
                                          <p:spTgt spid="105"/>
                                        </p:tgtEl>
                                        <p:attrNameLst>
                                          <p:attrName>style.visibility</p:attrName>
                                        </p:attrNameLst>
                                      </p:cBhvr>
                                      <p:to>
                                        <p:strVal val="visible"/>
                                      </p:to>
                                    </p:set>
                                    <p:animEffect transition="in" filter="wipe(up)">
                                      <p:cBhvr>
                                        <p:cTn id="177" dur="500"/>
                                        <p:tgtEl>
                                          <p:spTgt spid="105"/>
                                        </p:tgtEl>
                                      </p:cBhvr>
                                    </p:animEffect>
                                  </p:childTnLst>
                                </p:cTn>
                              </p:par>
                            </p:childTnLst>
                          </p:cTn>
                        </p:par>
                        <p:par>
                          <p:cTn id="178" fill="hold">
                            <p:stCondLst>
                              <p:cond delay="1000"/>
                            </p:stCondLst>
                            <p:childTnLst>
                              <p:par>
                                <p:cTn id="179" presetID="22" presetClass="entr" presetSubtype="8" fill="hold" grpId="0" nodeType="afterEffect">
                                  <p:stCondLst>
                                    <p:cond delay="0"/>
                                  </p:stCondLst>
                                  <p:childTnLst>
                                    <p:set>
                                      <p:cBhvr>
                                        <p:cTn id="180" dur="1" fill="hold">
                                          <p:stCondLst>
                                            <p:cond delay="0"/>
                                          </p:stCondLst>
                                        </p:cTn>
                                        <p:tgtEl>
                                          <p:spTgt spid="106"/>
                                        </p:tgtEl>
                                        <p:attrNameLst>
                                          <p:attrName>style.visibility</p:attrName>
                                        </p:attrNameLst>
                                      </p:cBhvr>
                                      <p:to>
                                        <p:strVal val="visible"/>
                                      </p:to>
                                    </p:set>
                                    <p:animEffect transition="in" filter="wipe(left)">
                                      <p:cBhvr>
                                        <p:cTn id="181" dur="500"/>
                                        <p:tgtEl>
                                          <p:spTgt spid="106"/>
                                        </p:tgtEl>
                                      </p:cBhvr>
                                    </p:animEffect>
                                  </p:childTnLst>
                                </p:cTn>
                              </p:par>
                            </p:childTnLst>
                          </p:cTn>
                        </p:par>
                        <p:par>
                          <p:cTn id="182" fill="hold">
                            <p:stCondLst>
                              <p:cond delay="1500"/>
                            </p:stCondLst>
                            <p:childTnLst>
                              <p:par>
                                <p:cTn id="183" presetID="22" presetClass="entr" presetSubtype="1" fill="hold" grpId="0" nodeType="afterEffect">
                                  <p:stCondLst>
                                    <p:cond delay="0"/>
                                  </p:stCondLst>
                                  <p:childTnLst>
                                    <p:set>
                                      <p:cBhvr>
                                        <p:cTn id="184" dur="1" fill="hold">
                                          <p:stCondLst>
                                            <p:cond delay="0"/>
                                          </p:stCondLst>
                                        </p:cTn>
                                        <p:tgtEl>
                                          <p:spTgt spid="107"/>
                                        </p:tgtEl>
                                        <p:attrNameLst>
                                          <p:attrName>style.visibility</p:attrName>
                                        </p:attrNameLst>
                                      </p:cBhvr>
                                      <p:to>
                                        <p:strVal val="visible"/>
                                      </p:to>
                                    </p:set>
                                    <p:animEffect transition="in" filter="wipe(up)">
                                      <p:cBhvr>
                                        <p:cTn id="185" dur="500"/>
                                        <p:tgtEl>
                                          <p:spTgt spid="107"/>
                                        </p:tgtEl>
                                      </p:cBhvr>
                                    </p:animEffect>
                                  </p:childTnLst>
                                </p:cTn>
                              </p:par>
                            </p:childTnLst>
                          </p:cTn>
                        </p:par>
                        <p:par>
                          <p:cTn id="186" fill="hold">
                            <p:stCondLst>
                              <p:cond delay="2000"/>
                            </p:stCondLst>
                            <p:childTnLst>
                              <p:par>
                                <p:cTn id="187" presetID="26" presetClass="entr" presetSubtype="0" fill="hold" nodeType="afterEffect">
                                  <p:stCondLst>
                                    <p:cond delay="0"/>
                                  </p:stCondLst>
                                  <p:childTnLst>
                                    <p:set>
                                      <p:cBhvr>
                                        <p:cTn id="188" dur="1" fill="hold">
                                          <p:stCondLst>
                                            <p:cond delay="0"/>
                                          </p:stCondLst>
                                        </p:cTn>
                                        <p:tgtEl>
                                          <p:spTgt spid="108"/>
                                        </p:tgtEl>
                                        <p:attrNameLst>
                                          <p:attrName>style.visibility</p:attrName>
                                        </p:attrNameLst>
                                      </p:cBhvr>
                                      <p:to>
                                        <p:strVal val="visible"/>
                                      </p:to>
                                    </p:set>
                                    <p:animEffect transition="in" filter="wipe(down)">
                                      <p:cBhvr>
                                        <p:cTn id="189" dur="145">
                                          <p:stCondLst>
                                            <p:cond delay="0"/>
                                          </p:stCondLst>
                                        </p:cTn>
                                        <p:tgtEl>
                                          <p:spTgt spid="108"/>
                                        </p:tgtEl>
                                      </p:cBhvr>
                                    </p:animEffect>
                                    <p:anim calcmode="lin" valueType="num">
                                      <p:cBhvr>
                                        <p:cTn id="190" dur="456" tmFilter="0,0; 0.14,0.36; 0.43,0.73; 0.71,0.91; 1.0,1.0">
                                          <p:stCondLst>
                                            <p:cond delay="0"/>
                                          </p:stCondLst>
                                        </p:cTn>
                                        <p:tgtEl>
                                          <p:spTgt spid="108"/>
                                        </p:tgtEl>
                                        <p:attrNameLst>
                                          <p:attrName>ppt_x</p:attrName>
                                        </p:attrNameLst>
                                      </p:cBhvr>
                                      <p:tavLst>
                                        <p:tav tm="0">
                                          <p:val>
                                            <p:strVal val="#ppt_x-0.25"/>
                                          </p:val>
                                        </p:tav>
                                        <p:tav tm="100000">
                                          <p:val>
                                            <p:strVal val="#ppt_x"/>
                                          </p:val>
                                        </p:tav>
                                      </p:tavLst>
                                    </p:anim>
                                    <p:anim calcmode="lin" valueType="num">
                                      <p:cBhvr>
                                        <p:cTn id="191" dur="166" tmFilter="0.0,0.0; 0.25,0.07; 0.50,0.2; 0.75,0.467; 1.0,1.0">
                                          <p:stCondLst>
                                            <p:cond delay="0"/>
                                          </p:stCondLst>
                                        </p:cTn>
                                        <p:tgtEl>
                                          <p:spTgt spid="108"/>
                                        </p:tgtEl>
                                        <p:attrNameLst>
                                          <p:attrName>ppt_y</p:attrName>
                                        </p:attrNameLst>
                                      </p:cBhvr>
                                      <p:tavLst>
                                        <p:tav tm="0" fmla="#ppt_y-sin(pi*$)/3">
                                          <p:val>
                                            <p:fltVal val="0.5"/>
                                          </p:val>
                                        </p:tav>
                                        <p:tav tm="100000">
                                          <p:val>
                                            <p:fltVal val="1"/>
                                          </p:val>
                                        </p:tav>
                                      </p:tavLst>
                                    </p:anim>
                                    <p:anim calcmode="lin" valueType="num">
                                      <p:cBhvr>
                                        <p:cTn id="192" dur="166" tmFilter="0, 0; 0.125,0.2665; 0.25,0.4; 0.375,0.465; 0.5,0.5;  0.625,0.535; 0.75,0.6; 0.875,0.7335; 1,1">
                                          <p:stCondLst>
                                            <p:cond delay="166"/>
                                          </p:stCondLst>
                                        </p:cTn>
                                        <p:tgtEl>
                                          <p:spTgt spid="108"/>
                                        </p:tgtEl>
                                        <p:attrNameLst>
                                          <p:attrName>ppt_y</p:attrName>
                                        </p:attrNameLst>
                                      </p:cBhvr>
                                      <p:tavLst>
                                        <p:tav tm="0" fmla="#ppt_y-sin(pi*$)/9">
                                          <p:val>
                                            <p:fltVal val="0"/>
                                          </p:val>
                                        </p:tav>
                                        <p:tav tm="100000">
                                          <p:val>
                                            <p:fltVal val="1"/>
                                          </p:val>
                                        </p:tav>
                                      </p:tavLst>
                                    </p:anim>
                                    <p:anim calcmode="lin" valueType="num">
                                      <p:cBhvr>
                                        <p:cTn id="193" dur="83" tmFilter="0, 0; 0.125,0.2665; 0.25,0.4; 0.375,0.465; 0.5,0.5;  0.625,0.535; 0.75,0.6; 0.875,0.7335; 1,1">
                                          <p:stCondLst>
                                            <p:cond delay="331"/>
                                          </p:stCondLst>
                                        </p:cTn>
                                        <p:tgtEl>
                                          <p:spTgt spid="108"/>
                                        </p:tgtEl>
                                        <p:attrNameLst>
                                          <p:attrName>ppt_y</p:attrName>
                                        </p:attrNameLst>
                                      </p:cBhvr>
                                      <p:tavLst>
                                        <p:tav tm="0" fmla="#ppt_y-sin(pi*$)/27">
                                          <p:val>
                                            <p:fltVal val="0"/>
                                          </p:val>
                                        </p:tav>
                                        <p:tav tm="100000">
                                          <p:val>
                                            <p:fltVal val="1"/>
                                          </p:val>
                                        </p:tav>
                                      </p:tavLst>
                                    </p:anim>
                                    <p:anim calcmode="lin" valueType="num">
                                      <p:cBhvr>
                                        <p:cTn id="194" dur="41" tmFilter="0, 0; 0.125,0.2665; 0.25,0.4; 0.375,0.465; 0.5,0.5;  0.625,0.535; 0.75,0.6; 0.875,0.7335; 1,1">
                                          <p:stCondLst>
                                            <p:cond delay="414"/>
                                          </p:stCondLst>
                                        </p:cTn>
                                        <p:tgtEl>
                                          <p:spTgt spid="108"/>
                                        </p:tgtEl>
                                        <p:attrNameLst>
                                          <p:attrName>ppt_y</p:attrName>
                                        </p:attrNameLst>
                                      </p:cBhvr>
                                      <p:tavLst>
                                        <p:tav tm="0" fmla="#ppt_y-sin(pi*$)/81">
                                          <p:val>
                                            <p:fltVal val="0"/>
                                          </p:val>
                                        </p:tav>
                                        <p:tav tm="100000">
                                          <p:val>
                                            <p:fltVal val="1"/>
                                          </p:val>
                                        </p:tav>
                                      </p:tavLst>
                                    </p:anim>
                                    <p:animScale>
                                      <p:cBhvr>
                                        <p:cTn id="195" dur="7">
                                          <p:stCondLst>
                                            <p:cond delay="162"/>
                                          </p:stCondLst>
                                        </p:cTn>
                                        <p:tgtEl>
                                          <p:spTgt spid="108"/>
                                        </p:tgtEl>
                                      </p:cBhvr>
                                      <p:to x="100000" y="60000"/>
                                    </p:animScale>
                                    <p:animScale>
                                      <p:cBhvr>
                                        <p:cTn id="196" dur="41" decel="50000">
                                          <p:stCondLst>
                                            <p:cond delay="169"/>
                                          </p:stCondLst>
                                        </p:cTn>
                                        <p:tgtEl>
                                          <p:spTgt spid="108"/>
                                        </p:tgtEl>
                                      </p:cBhvr>
                                      <p:to x="100000" y="100000"/>
                                    </p:animScale>
                                    <p:animScale>
                                      <p:cBhvr>
                                        <p:cTn id="197" dur="7">
                                          <p:stCondLst>
                                            <p:cond delay="328"/>
                                          </p:stCondLst>
                                        </p:cTn>
                                        <p:tgtEl>
                                          <p:spTgt spid="108"/>
                                        </p:tgtEl>
                                      </p:cBhvr>
                                      <p:to x="100000" y="80000"/>
                                    </p:animScale>
                                    <p:animScale>
                                      <p:cBhvr>
                                        <p:cTn id="198" dur="41" decel="50000">
                                          <p:stCondLst>
                                            <p:cond delay="335"/>
                                          </p:stCondLst>
                                        </p:cTn>
                                        <p:tgtEl>
                                          <p:spTgt spid="108"/>
                                        </p:tgtEl>
                                      </p:cBhvr>
                                      <p:to x="100000" y="100000"/>
                                    </p:animScale>
                                    <p:animScale>
                                      <p:cBhvr>
                                        <p:cTn id="199" dur="7">
                                          <p:stCondLst>
                                            <p:cond delay="410"/>
                                          </p:stCondLst>
                                        </p:cTn>
                                        <p:tgtEl>
                                          <p:spTgt spid="108"/>
                                        </p:tgtEl>
                                      </p:cBhvr>
                                      <p:to x="100000" y="90000"/>
                                    </p:animScale>
                                    <p:animScale>
                                      <p:cBhvr>
                                        <p:cTn id="200" dur="41" decel="50000">
                                          <p:stCondLst>
                                            <p:cond delay="417"/>
                                          </p:stCondLst>
                                        </p:cTn>
                                        <p:tgtEl>
                                          <p:spTgt spid="108"/>
                                        </p:tgtEl>
                                      </p:cBhvr>
                                      <p:to x="100000" y="100000"/>
                                    </p:animScale>
                                    <p:animScale>
                                      <p:cBhvr>
                                        <p:cTn id="201" dur="7">
                                          <p:stCondLst>
                                            <p:cond delay="452"/>
                                          </p:stCondLst>
                                        </p:cTn>
                                        <p:tgtEl>
                                          <p:spTgt spid="108"/>
                                        </p:tgtEl>
                                      </p:cBhvr>
                                      <p:to x="100000" y="95000"/>
                                    </p:animScale>
                                    <p:animScale>
                                      <p:cBhvr>
                                        <p:cTn id="202" dur="41" decel="50000">
                                          <p:stCondLst>
                                            <p:cond delay="458"/>
                                          </p:stCondLst>
                                        </p:cTn>
                                        <p:tgtEl>
                                          <p:spTgt spid="108"/>
                                        </p:tgtEl>
                                      </p:cBhvr>
                                      <p:to x="100000" y="100000"/>
                                    </p:animScale>
                                  </p:childTnLst>
                                </p:cTn>
                              </p:par>
                            </p:childTnLst>
                          </p:cTn>
                        </p:par>
                      </p:childTnLst>
                    </p:cTn>
                  </p:par>
                  <p:par>
                    <p:cTn id="203" fill="hold">
                      <p:stCondLst>
                        <p:cond delay="indefinite"/>
                      </p:stCondLst>
                      <p:childTnLst>
                        <p:par>
                          <p:cTn id="204" fill="hold">
                            <p:stCondLst>
                              <p:cond delay="0"/>
                            </p:stCondLst>
                            <p:childTnLst>
                              <p:par>
                                <p:cTn id="205" presetID="22" presetClass="entr" presetSubtype="8" fill="hold" nodeType="clickEffect">
                                  <p:stCondLst>
                                    <p:cond delay="0"/>
                                  </p:stCondLst>
                                  <p:childTnLst>
                                    <p:set>
                                      <p:cBhvr>
                                        <p:cTn id="206" dur="1" fill="hold">
                                          <p:stCondLst>
                                            <p:cond delay="0"/>
                                          </p:stCondLst>
                                        </p:cTn>
                                        <p:tgtEl>
                                          <p:spTgt spid="70"/>
                                        </p:tgtEl>
                                        <p:attrNameLst>
                                          <p:attrName>style.visibility</p:attrName>
                                        </p:attrNameLst>
                                      </p:cBhvr>
                                      <p:to>
                                        <p:strVal val="visible"/>
                                      </p:to>
                                    </p:set>
                                    <p:animEffect transition="in" filter="wipe(left)">
                                      <p:cBhvr>
                                        <p:cTn id="207" dur="500"/>
                                        <p:tgtEl>
                                          <p:spTgt spid="70"/>
                                        </p:tgtEl>
                                      </p:cBhvr>
                                    </p:animEffect>
                                  </p:childTnLst>
                                </p:cTn>
                              </p:par>
                            </p:childTnLst>
                          </p:cTn>
                        </p:par>
                        <p:par>
                          <p:cTn id="208" fill="hold">
                            <p:stCondLst>
                              <p:cond delay="500"/>
                            </p:stCondLst>
                            <p:childTnLst>
                              <p:par>
                                <p:cTn id="209" presetID="22" presetClass="entr" presetSubtype="8" fill="hold" grpId="0" nodeType="afterEffect">
                                  <p:stCondLst>
                                    <p:cond delay="0"/>
                                  </p:stCondLst>
                                  <p:childTnLst>
                                    <p:set>
                                      <p:cBhvr>
                                        <p:cTn id="210" dur="1" fill="hold">
                                          <p:stCondLst>
                                            <p:cond delay="0"/>
                                          </p:stCondLst>
                                        </p:cTn>
                                        <p:tgtEl>
                                          <p:spTgt spid="73"/>
                                        </p:tgtEl>
                                        <p:attrNameLst>
                                          <p:attrName>style.visibility</p:attrName>
                                        </p:attrNameLst>
                                      </p:cBhvr>
                                      <p:to>
                                        <p:strVal val="visible"/>
                                      </p:to>
                                    </p:set>
                                    <p:animEffect transition="in" filter="wipe(left)">
                                      <p:cBhvr>
                                        <p:cTn id="211" dur="500"/>
                                        <p:tgtEl>
                                          <p:spTgt spid="73"/>
                                        </p:tgtEl>
                                      </p:cBhvr>
                                    </p:animEffect>
                                  </p:childTnLst>
                                </p:cTn>
                              </p:par>
                            </p:childTnLst>
                          </p:cTn>
                        </p:par>
                        <p:par>
                          <p:cTn id="212" fill="hold">
                            <p:stCondLst>
                              <p:cond delay="1000"/>
                            </p:stCondLst>
                            <p:childTnLst>
                              <p:par>
                                <p:cTn id="213" presetID="22" presetClass="entr" presetSubtype="4" fill="hold" grpId="0" nodeType="afterEffect">
                                  <p:stCondLst>
                                    <p:cond delay="0"/>
                                  </p:stCondLst>
                                  <p:childTnLst>
                                    <p:set>
                                      <p:cBhvr>
                                        <p:cTn id="214" dur="1" fill="hold">
                                          <p:stCondLst>
                                            <p:cond delay="0"/>
                                          </p:stCondLst>
                                        </p:cTn>
                                        <p:tgtEl>
                                          <p:spTgt spid="78"/>
                                        </p:tgtEl>
                                        <p:attrNameLst>
                                          <p:attrName>style.visibility</p:attrName>
                                        </p:attrNameLst>
                                      </p:cBhvr>
                                      <p:to>
                                        <p:strVal val="visible"/>
                                      </p:to>
                                    </p:set>
                                    <p:animEffect transition="in" filter="wipe(down)">
                                      <p:cBhvr>
                                        <p:cTn id="215" dur="500"/>
                                        <p:tgtEl>
                                          <p:spTgt spid="78"/>
                                        </p:tgtEl>
                                      </p:cBhvr>
                                    </p:animEffect>
                                  </p:childTnLst>
                                </p:cTn>
                              </p:par>
                            </p:childTnLst>
                          </p:cTn>
                        </p:par>
                        <p:par>
                          <p:cTn id="216" fill="hold">
                            <p:stCondLst>
                              <p:cond delay="1500"/>
                            </p:stCondLst>
                            <p:childTnLst>
                              <p:par>
                                <p:cTn id="217" presetID="22" presetClass="entr" presetSubtype="8" fill="hold" grpId="0" nodeType="after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wipe(left)">
                                      <p:cBhvr>
                                        <p:cTn id="219" dur="500"/>
                                        <p:tgtEl>
                                          <p:spTgt spid="79"/>
                                        </p:tgtEl>
                                      </p:cBhvr>
                                    </p:animEffect>
                                  </p:childTnLst>
                                </p:cTn>
                              </p:par>
                            </p:childTnLst>
                          </p:cTn>
                        </p:par>
                        <p:par>
                          <p:cTn id="220" fill="hold">
                            <p:stCondLst>
                              <p:cond delay="2000"/>
                            </p:stCondLst>
                            <p:childTnLst>
                              <p:par>
                                <p:cTn id="221" presetID="26" presetClass="entr" presetSubtype="0" fill="hold" nodeType="afterEffect">
                                  <p:stCondLst>
                                    <p:cond delay="0"/>
                                  </p:stCondLst>
                                  <p:childTnLst>
                                    <p:set>
                                      <p:cBhvr>
                                        <p:cTn id="222" dur="1" fill="hold">
                                          <p:stCondLst>
                                            <p:cond delay="0"/>
                                          </p:stCondLst>
                                        </p:cTn>
                                        <p:tgtEl>
                                          <p:spTgt spid="102"/>
                                        </p:tgtEl>
                                        <p:attrNameLst>
                                          <p:attrName>style.visibility</p:attrName>
                                        </p:attrNameLst>
                                      </p:cBhvr>
                                      <p:to>
                                        <p:strVal val="visible"/>
                                      </p:to>
                                    </p:set>
                                    <p:animEffect transition="in" filter="wipe(down)">
                                      <p:cBhvr>
                                        <p:cTn id="223" dur="145">
                                          <p:stCondLst>
                                            <p:cond delay="0"/>
                                          </p:stCondLst>
                                        </p:cTn>
                                        <p:tgtEl>
                                          <p:spTgt spid="102"/>
                                        </p:tgtEl>
                                      </p:cBhvr>
                                    </p:animEffect>
                                    <p:anim calcmode="lin" valueType="num">
                                      <p:cBhvr>
                                        <p:cTn id="224" dur="456" tmFilter="0,0; 0.14,0.36; 0.43,0.73; 0.71,0.91; 1.0,1.0">
                                          <p:stCondLst>
                                            <p:cond delay="0"/>
                                          </p:stCondLst>
                                        </p:cTn>
                                        <p:tgtEl>
                                          <p:spTgt spid="102"/>
                                        </p:tgtEl>
                                        <p:attrNameLst>
                                          <p:attrName>ppt_x</p:attrName>
                                        </p:attrNameLst>
                                      </p:cBhvr>
                                      <p:tavLst>
                                        <p:tav tm="0">
                                          <p:val>
                                            <p:strVal val="#ppt_x-0.25"/>
                                          </p:val>
                                        </p:tav>
                                        <p:tav tm="100000">
                                          <p:val>
                                            <p:strVal val="#ppt_x"/>
                                          </p:val>
                                        </p:tav>
                                      </p:tavLst>
                                    </p:anim>
                                    <p:anim calcmode="lin" valueType="num">
                                      <p:cBhvr>
                                        <p:cTn id="225" dur="166" tmFilter="0.0,0.0; 0.25,0.07; 0.50,0.2; 0.75,0.467; 1.0,1.0">
                                          <p:stCondLst>
                                            <p:cond delay="0"/>
                                          </p:stCondLst>
                                        </p:cTn>
                                        <p:tgtEl>
                                          <p:spTgt spid="102"/>
                                        </p:tgtEl>
                                        <p:attrNameLst>
                                          <p:attrName>ppt_y</p:attrName>
                                        </p:attrNameLst>
                                      </p:cBhvr>
                                      <p:tavLst>
                                        <p:tav tm="0" fmla="#ppt_y-sin(pi*$)/3">
                                          <p:val>
                                            <p:fltVal val="0.5"/>
                                          </p:val>
                                        </p:tav>
                                        <p:tav tm="100000">
                                          <p:val>
                                            <p:fltVal val="1"/>
                                          </p:val>
                                        </p:tav>
                                      </p:tavLst>
                                    </p:anim>
                                    <p:anim calcmode="lin" valueType="num">
                                      <p:cBhvr>
                                        <p:cTn id="226" dur="166" tmFilter="0, 0; 0.125,0.2665; 0.25,0.4; 0.375,0.465; 0.5,0.5;  0.625,0.535; 0.75,0.6; 0.875,0.7335; 1,1">
                                          <p:stCondLst>
                                            <p:cond delay="166"/>
                                          </p:stCondLst>
                                        </p:cTn>
                                        <p:tgtEl>
                                          <p:spTgt spid="102"/>
                                        </p:tgtEl>
                                        <p:attrNameLst>
                                          <p:attrName>ppt_y</p:attrName>
                                        </p:attrNameLst>
                                      </p:cBhvr>
                                      <p:tavLst>
                                        <p:tav tm="0" fmla="#ppt_y-sin(pi*$)/9">
                                          <p:val>
                                            <p:fltVal val="0"/>
                                          </p:val>
                                        </p:tav>
                                        <p:tav tm="100000">
                                          <p:val>
                                            <p:fltVal val="1"/>
                                          </p:val>
                                        </p:tav>
                                      </p:tavLst>
                                    </p:anim>
                                    <p:anim calcmode="lin" valueType="num">
                                      <p:cBhvr>
                                        <p:cTn id="227" dur="83" tmFilter="0, 0; 0.125,0.2665; 0.25,0.4; 0.375,0.465; 0.5,0.5;  0.625,0.535; 0.75,0.6; 0.875,0.7335; 1,1">
                                          <p:stCondLst>
                                            <p:cond delay="331"/>
                                          </p:stCondLst>
                                        </p:cTn>
                                        <p:tgtEl>
                                          <p:spTgt spid="102"/>
                                        </p:tgtEl>
                                        <p:attrNameLst>
                                          <p:attrName>ppt_y</p:attrName>
                                        </p:attrNameLst>
                                      </p:cBhvr>
                                      <p:tavLst>
                                        <p:tav tm="0" fmla="#ppt_y-sin(pi*$)/27">
                                          <p:val>
                                            <p:fltVal val="0"/>
                                          </p:val>
                                        </p:tav>
                                        <p:tav tm="100000">
                                          <p:val>
                                            <p:fltVal val="1"/>
                                          </p:val>
                                        </p:tav>
                                      </p:tavLst>
                                    </p:anim>
                                    <p:anim calcmode="lin" valueType="num">
                                      <p:cBhvr>
                                        <p:cTn id="228" dur="41" tmFilter="0, 0; 0.125,0.2665; 0.25,0.4; 0.375,0.465; 0.5,0.5;  0.625,0.535; 0.75,0.6; 0.875,0.7335; 1,1">
                                          <p:stCondLst>
                                            <p:cond delay="414"/>
                                          </p:stCondLst>
                                        </p:cTn>
                                        <p:tgtEl>
                                          <p:spTgt spid="102"/>
                                        </p:tgtEl>
                                        <p:attrNameLst>
                                          <p:attrName>ppt_y</p:attrName>
                                        </p:attrNameLst>
                                      </p:cBhvr>
                                      <p:tavLst>
                                        <p:tav tm="0" fmla="#ppt_y-sin(pi*$)/81">
                                          <p:val>
                                            <p:fltVal val="0"/>
                                          </p:val>
                                        </p:tav>
                                        <p:tav tm="100000">
                                          <p:val>
                                            <p:fltVal val="1"/>
                                          </p:val>
                                        </p:tav>
                                      </p:tavLst>
                                    </p:anim>
                                    <p:animScale>
                                      <p:cBhvr>
                                        <p:cTn id="229" dur="7">
                                          <p:stCondLst>
                                            <p:cond delay="162"/>
                                          </p:stCondLst>
                                        </p:cTn>
                                        <p:tgtEl>
                                          <p:spTgt spid="102"/>
                                        </p:tgtEl>
                                      </p:cBhvr>
                                      <p:to x="100000" y="60000"/>
                                    </p:animScale>
                                    <p:animScale>
                                      <p:cBhvr>
                                        <p:cTn id="230" dur="41" decel="50000">
                                          <p:stCondLst>
                                            <p:cond delay="169"/>
                                          </p:stCondLst>
                                        </p:cTn>
                                        <p:tgtEl>
                                          <p:spTgt spid="102"/>
                                        </p:tgtEl>
                                      </p:cBhvr>
                                      <p:to x="100000" y="100000"/>
                                    </p:animScale>
                                    <p:animScale>
                                      <p:cBhvr>
                                        <p:cTn id="231" dur="7">
                                          <p:stCondLst>
                                            <p:cond delay="328"/>
                                          </p:stCondLst>
                                        </p:cTn>
                                        <p:tgtEl>
                                          <p:spTgt spid="102"/>
                                        </p:tgtEl>
                                      </p:cBhvr>
                                      <p:to x="100000" y="80000"/>
                                    </p:animScale>
                                    <p:animScale>
                                      <p:cBhvr>
                                        <p:cTn id="232" dur="41" decel="50000">
                                          <p:stCondLst>
                                            <p:cond delay="335"/>
                                          </p:stCondLst>
                                        </p:cTn>
                                        <p:tgtEl>
                                          <p:spTgt spid="102"/>
                                        </p:tgtEl>
                                      </p:cBhvr>
                                      <p:to x="100000" y="100000"/>
                                    </p:animScale>
                                    <p:animScale>
                                      <p:cBhvr>
                                        <p:cTn id="233" dur="7">
                                          <p:stCondLst>
                                            <p:cond delay="410"/>
                                          </p:stCondLst>
                                        </p:cTn>
                                        <p:tgtEl>
                                          <p:spTgt spid="102"/>
                                        </p:tgtEl>
                                      </p:cBhvr>
                                      <p:to x="100000" y="90000"/>
                                    </p:animScale>
                                    <p:animScale>
                                      <p:cBhvr>
                                        <p:cTn id="234" dur="41" decel="50000">
                                          <p:stCondLst>
                                            <p:cond delay="417"/>
                                          </p:stCondLst>
                                        </p:cTn>
                                        <p:tgtEl>
                                          <p:spTgt spid="102"/>
                                        </p:tgtEl>
                                      </p:cBhvr>
                                      <p:to x="100000" y="100000"/>
                                    </p:animScale>
                                    <p:animScale>
                                      <p:cBhvr>
                                        <p:cTn id="235" dur="7">
                                          <p:stCondLst>
                                            <p:cond delay="452"/>
                                          </p:stCondLst>
                                        </p:cTn>
                                        <p:tgtEl>
                                          <p:spTgt spid="102"/>
                                        </p:tgtEl>
                                      </p:cBhvr>
                                      <p:to x="100000" y="95000"/>
                                    </p:animScale>
                                    <p:animScale>
                                      <p:cBhvr>
                                        <p:cTn id="236" dur="41" decel="50000">
                                          <p:stCondLst>
                                            <p:cond delay="458"/>
                                          </p:stCondLst>
                                        </p:cTn>
                                        <p:tgtEl>
                                          <p:spTgt spid="102"/>
                                        </p:tgtEl>
                                      </p:cBhvr>
                                      <p:to x="100000" y="100000"/>
                                    </p:animScale>
                                  </p:childTnLst>
                                </p:cTn>
                              </p:par>
                            </p:childTnLst>
                          </p:cTn>
                        </p:par>
                        <p:par>
                          <p:cTn id="237" fill="hold">
                            <p:stCondLst>
                              <p:cond delay="2499"/>
                            </p:stCondLst>
                            <p:childTnLst>
                              <p:par>
                                <p:cTn id="238" presetID="22" presetClass="entr" presetSubtype="8" fill="hold" grpId="0" nodeType="afterEffect">
                                  <p:stCondLst>
                                    <p:cond delay="0"/>
                                  </p:stCondLst>
                                  <p:childTnLst>
                                    <p:set>
                                      <p:cBhvr>
                                        <p:cTn id="239" dur="1" fill="hold">
                                          <p:stCondLst>
                                            <p:cond delay="0"/>
                                          </p:stCondLst>
                                        </p:cTn>
                                        <p:tgtEl>
                                          <p:spTgt spid="77"/>
                                        </p:tgtEl>
                                        <p:attrNameLst>
                                          <p:attrName>style.visibility</p:attrName>
                                        </p:attrNameLst>
                                      </p:cBhvr>
                                      <p:to>
                                        <p:strVal val="visible"/>
                                      </p:to>
                                    </p:set>
                                    <p:animEffect transition="in" filter="wipe(left)">
                                      <p:cBhvr>
                                        <p:cTn id="240" dur="500"/>
                                        <p:tgtEl>
                                          <p:spTgt spid="77"/>
                                        </p:tgtEl>
                                      </p:cBhvr>
                                    </p:animEffect>
                                  </p:childTnLst>
                                </p:cTn>
                              </p:par>
                            </p:childTnLst>
                          </p:cTn>
                        </p:par>
                        <p:par>
                          <p:cTn id="241" fill="hold">
                            <p:stCondLst>
                              <p:cond delay="2999"/>
                            </p:stCondLst>
                            <p:childTnLst>
                              <p:par>
                                <p:cTn id="242" presetID="22" presetClass="entr" presetSubtype="4" fill="hold" grpId="0" nodeType="afterEffect">
                                  <p:stCondLst>
                                    <p:cond delay="0"/>
                                  </p:stCondLst>
                                  <p:childTnLst>
                                    <p:set>
                                      <p:cBhvr>
                                        <p:cTn id="243" dur="1" fill="hold">
                                          <p:stCondLst>
                                            <p:cond delay="0"/>
                                          </p:stCondLst>
                                        </p:cTn>
                                        <p:tgtEl>
                                          <p:spTgt spid="74"/>
                                        </p:tgtEl>
                                        <p:attrNameLst>
                                          <p:attrName>style.visibility</p:attrName>
                                        </p:attrNameLst>
                                      </p:cBhvr>
                                      <p:to>
                                        <p:strVal val="visible"/>
                                      </p:to>
                                    </p:set>
                                    <p:animEffect transition="in" filter="wipe(down)">
                                      <p:cBhvr>
                                        <p:cTn id="244" dur="500"/>
                                        <p:tgtEl>
                                          <p:spTgt spid="74"/>
                                        </p:tgtEl>
                                      </p:cBhvr>
                                    </p:animEffect>
                                  </p:childTnLst>
                                </p:cTn>
                              </p:par>
                            </p:childTnLst>
                          </p:cTn>
                        </p:par>
                        <p:par>
                          <p:cTn id="245" fill="hold">
                            <p:stCondLst>
                              <p:cond delay="3499"/>
                            </p:stCondLst>
                            <p:childTnLst>
                              <p:par>
                                <p:cTn id="246" presetID="22" presetClass="entr" presetSubtype="8" fill="hold" grpId="0" nodeType="afterEffect">
                                  <p:stCondLst>
                                    <p:cond delay="0"/>
                                  </p:stCondLst>
                                  <p:childTnLst>
                                    <p:set>
                                      <p:cBhvr>
                                        <p:cTn id="247" dur="1" fill="hold">
                                          <p:stCondLst>
                                            <p:cond delay="0"/>
                                          </p:stCondLst>
                                        </p:cTn>
                                        <p:tgtEl>
                                          <p:spTgt spid="90"/>
                                        </p:tgtEl>
                                        <p:attrNameLst>
                                          <p:attrName>style.visibility</p:attrName>
                                        </p:attrNameLst>
                                      </p:cBhvr>
                                      <p:to>
                                        <p:strVal val="visible"/>
                                      </p:to>
                                    </p:set>
                                    <p:animEffect transition="in" filter="wipe(left)">
                                      <p:cBhvr>
                                        <p:cTn id="248" dur="500"/>
                                        <p:tgtEl>
                                          <p:spTgt spid="90"/>
                                        </p:tgtEl>
                                      </p:cBhvr>
                                    </p:animEffect>
                                  </p:childTnLst>
                                </p:cTn>
                              </p:par>
                            </p:childTnLst>
                          </p:cTn>
                        </p:par>
                        <p:par>
                          <p:cTn id="249" fill="hold">
                            <p:stCondLst>
                              <p:cond delay="3999"/>
                            </p:stCondLst>
                            <p:childTnLst>
                              <p:par>
                                <p:cTn id="250" presetID="26" presetClass="entr" presetSubtype="0" fill="hold" nodeType="afterEffect">
                                  <p:stCondLst>
                                    <p:cond delay="0"/>
                                  </p:stCondLst>
                                  <p:childTnLst>
                                    <p:set>
                                      <p:cBhvr>
                                        <p:cTn id="251" dur="1" fill="hold">
                                          <p:stCondLst>
                                            <p:cond delay="0"/>
                                          </p:stCondLst>
                                        </p:cTn>
                                        <p:tgtEl>
                                          <p:spTgt spid="87"/>
                                        </p:tgtEl>
                                        <p:attrNameLst>
                                          <p:attrName>style.visibility</p:attrName>
                                        </p:attrNameLst>
                                      </p:cBhvr>
                                      <p:to>
                                        <p:strVal val="visible"/>
                                      </p:to>
                                    </p:set>
                                    <p:animEffect transition="in" filter="wipe(down)">
                                      <p:cBhvr>
                                        <p:cTn id="252" dur="145">
                                          <p:stCondLst>
                                            <p:cond delay="0"/>
                                          </p:stCondLst>
                                        </p:cTn>
                                        <p:tgtEl>
                                          <p:spTgt spid="87"/>
                                        </p:tgtEl>
                                      </p:cBhvr>
                                    </p:animEffect>
                                    <p:anim calcmode="lin" valueType="num">
                                      <p:cBhvr>
                                        <p:cTn id="253" dur="456" tmFilter="0,0; 0.14,0.36; 0.43,0.73; 0.71,0.91; 1.0,1.0">
                                          <p:stCondLst>
                                            <p:cond delay="0"/>
                                          </p:stCondLst>
                                        </p:cTn>
                                        <p:tgtEl>
                                          <p:spTgt spid="87"/>
                                        </p:tgtEl>
                                        <p:attrNameLst>
                                          <p:attrName>ppt_x</p:attrName>
                                        </p:attrNameLst>
                                      </p:cBhvr>
                                      <p:tavLst>
                                        <p:tav tm="0">
                                          <p:val>
                                            <p:strVal val="#ppt_x-0.25"/>
                                          </p:val>
                                        </p:tav>
                                        <p:tav tm="100000">
                                          <p:val>
                                            <p:strVal val="#ppt_x"/>
                                          </p:val>
                                        </p:tav>
                                      </p:tavLst>
                                    </p:anim>
                                    <p:anim calcmode="lin" valueType="num">
                                      <p:cBhvr>
                                        <p:cTn id="254" dur="166" tmFilter="0.0,0.0; 0.25,0.07; 0.50,0.2; 0.75,0.467; 1.0,1.0">
                                          <p:stCondLst>
                                            <p:cond delay="0"/>
                                          </p:stCondLst>
                                        </p:cTn>
                                        <p:tgtEl>
                                          <p:spTgt spid="87"/>
                                        </p:tgtEl>
                                        <p:attrNameLst>
                                          <p:attrName>ppt_y</p:attrName>
                                        </p:attrNameLst>
                                      </p:cBhvr>
                                      <p:tavLst>
                                        <p:tav tm="0" fmla="#ppt_y-sin(pi*$)/3">
                                          <p:val>
                                            <p:fltVal val="0.5"/>
                                          </p:val>
                                        </p:tav>
                                        <p:tav tm="100000">
                                          <p:val>
                                            <p:fltVal val="1"/>
                                          </p:val>
                                        </p:tav>
                                      </p:tavLst>
                                    </p:anim>
                                    <p:anim calcmode="lin" valueType="num">
                                      <p:cBhvr>
                                        <p:cTn id="255" dur="166" tmFilter="0, 0; 0.125,0.2665; 0.25,0.4; 0.375,0.465; 0.5,0.5;  0.625,0.535; 0.75,0.6; 0.875,0.7335; 1,1">
                                          <p:stCondLst>
                                            <p:cond delay="166"/>
                                          </p:stCondLst>
                                        </p:cTn>
                                        <p:tgtEl>
                                          <p:spTgt spid="87"/>
                                        </p:tgtEl>
                                        <p:attrNameLst>
                                          <p:attrName>ppt_y</p:attrName>
                                        </p:attrNameLst>
                                      </p:cBhvr>
                                      <p:tavLst>
                                        <p:tav tm="0" fmla="#ppt_y-sin(pi*$)/9">
                                          <p:val>
                                            <p:fltVal val="0"/>
                                          </p:val>
                                        </p:tav>
                                        <p:tav tm="100000">
                                          <p:val>
                                            <p:fltVal val="1"/>
                                          </p:val>
                                        </p:tav>
                                      </p:tavLst>
                                    </p:anim>
                                    <p:anim calcmode="lin" valueType="num">
                                      <p:cBhvr>
                                        <p:cTn id="256" dur="83" tmFilter="0, 0; 0.125,0.2665; 0.25,0.4; 0.375,0.465; 0.5,0.5;  0.625,0.535; 0.75,0.6; 0.875,0.7335; 1,1">
                                          <p:stCondLst>
                                            <p:cond delay="331"/>
                                          </p:stCondLst>
                                        </p:cTn>
                                        <p:tgtEl>
                                          <p:spTgt spid="87"/>
                                        </p:tgtEl>
                                        <p:attrNameLst>
                                          <p:attrName>ppt_y</p:attrName>
                                        </p:attrNameLst>
                                      </p:cBhvr>
                                      <p:tavLst>
                                        <p:tav tm="0" fmla="#ppt_y-sin(pi*$)/27">
                                          <p:val>
                                            <p:fltVal val="0"/>
                                          </p:val>
                                        </p:tav>
                                        <p:tav tm="100000">
                                          <p:val>
                                            <p:fltVal val="1"/>
                                          </p:val>
                                        </p:tav>
                                      </p:tavLst>
                                    </p:anim>
                                    <p:anim calcmode="lin" valueType="num">
                                      <p:cBhvr>
                                        <p:cTn id="257" dur="41" tmFilter="0, 0; 0.125,0.2665; 0.25,0.4; 0.375,0.465; 0.5,0.5;  0.625,0.535; 0.75,0.6; 0.875,0.7335; 1,1">
                                          <p:stCondLst>
                                            <p:cond delay="414"/>
                                          </p:stCondLst>
                                        </p:cTn>
                                        <p:tgtEl>
                                          <p:spTgt spid="87"/>
                                        </p:tgtEl>
                                        <p:attrNameLst>
                                          <p:attrName>ppt_y</p:attrName>
                                        </p:attrNameLst>
                                      </p:cBhvr>
                                      <p:tavLst>
                                        <p:tav tm="0" fmla="#ppt_y-sin(pi*$)/81">
                                          <p:val>
                                            <p:fltVal val="0"/>
                                          </p:val>
                                        </p:tav>
                                        <p:tav tm="100000">
                                          <p:val>
                                            <p:fltVal val="1"/>
                                          </p:val>
                                        </p:tav>
                                      </p:tavLst>
                                    </p:anim>
                                    <p:animScale>
                                      <p:cBhvr>
                                        <p:cTn id="258" dur="7">
                                          <p:stCondLst>
                                            <p:cond delay="162"/>
                                          </p:stCondLst>
                                        </p:cTn>
                                        <p:tgtEl>
                                          <p:spTgt spid="87"/>
                                        </p:tgtEl>
                                      </p:cBhvr>
                                      <p:to x="100000" y="60000"/>
                                    </p:animScale>
                                    <p:animScale>
                                      <p:cBhvr>
                                        <p:cTn id="259" dur="41" decel="50000">
                                          <p:stCondLst>
                                            <p:cond delay="169"/>
                                          </p:stCondLst>
                                        </p:cTn>
                                        <p:tgtEl>
                                          <p:spTgt spid="87"/>
                                        </p:tgtEl>
                                      </p:cBhvr>
                                      <p:to x="100000" y="100000"/>
                                    </p:animScale>
                                    <p:animScale>
                                      <p:cBhvr>
                                        <p:cTn id="260" dur="7">
                                          <p:stCondLst>
                                            <p:cond delay="328"/>
                                          </p:stCondLst>
                                        </p:cTn>
                                        <p:tgtEl>
                                          <p:spTgt spid="87"/>
                                        </p:tgtEl>
                                      </p:cBhvr>
                                      <p:to x="100000" y="80000"/>
                                    </p:animScale>
                                    <p:animScale>
                                      <p:cBhvr>
                                        <p:cTn id="261" dur="41" decel="50000">
                                          <p:stCondLst>
                                            <p:cond delay="335"/>
                                          </p:stCondLst>
                                        </p:cTn>
                                        <p:tgtEl>
                                          <p:spTgt spid="87"/>
                                        </p:tgtEl>
                                      </p:cBhvr>
                                      <p:to x="100000" y="100000"/>
                                    </p:animScale>
                                    <p:animScale>
                                      <p:cBhvr>
                                        <p:cTn id="262" dur="7">
                                          <p:stCondLst>
                                            <p:cond delay="410"/>
                                          </p:stCondLst>
                                        </p:cTn>
                                        <p:tgtEl>
                                          <p:spTgt spid="87"/>
                                        </p:tgtEl>
                                      </p:cBhvr>
                                      <p:to x="100000" y="90000"/>
                                    </p:animScale>
                                    <p:animScale>
                                      <p:cBhvr>
                                        <p:cTn id="263" dur="41" decel="50000">
                                          <p:stCondLst>
                                            <p:cond delay="417"/>
                                          </p:stCondLst>
                                        </p:cTn>
                                        <p:tgtEl>
                                          <p:spTgt spid="87"/>
                                        </p:tgtEl>
                                      </p:cBhvr>
                                      <p:to x="100000" y="100000"/>
                                    </p:animScale>
                                    <p:animScale>
                                      <p:cBhvr>
                                        <p:cTn id="264" dur="7">
                                          <p:stCondLst>
                                            <p:cond delay="452"/>
                                          </p:stCondLst>
                                        </p:cTn>
                                        <p:tgtEl>
                                          <p:spTgt spid="87"/>
                                        </p:tgtEl>
                                      </p:cBhvr>
                                      <p:to x="100000" y="95000"/>
                                    </p:animScale>
                                    <p:animScale>
                                      <p:cBhvr>
                                        <p:cTn id="265" dur="41" decel="50000">
                                          <p:stCondLst>
                                            <p:cond delay="458"/>
                                          </p:stCondLst>
                                        </p:cTn>
                                        <p:tgtEl>
                                          <p:spTgt spid="87"/>
                                        </p:tgtEl>
                                      </p:cBhvr>
                                      <p:to x="100000" y="100000"/>
                                    </p:animScale>
                                  </p:childTnLst>
                                </p:cTn>
                              </p:par>
                            </p:childTnLst>
                          </p:cTn>
                        </p:par>
                      </p:childTnLst>
                    </p:cTn>
                  </p:par>
                  <p:par>
                    <p:cTn id="266" fill="hold">
                      <p:stCondLst>
                        <p:cond delay="indefinite"/>
                      </p:stCondLst>
                      <p:childTnLst>
                        <p:par>
                          <p:cTn id="267" fill="hold">
                            <p:stCondLst>
                              <p:cond delay="0"/>
                            </p:stCondLst>
                            <p:childTnLst>
                              <p:par>
                                <p:cTn id="268" presetID="22" presetClass="entr" presetSubtype="1" fill="hold" grpId="0" nodeType="clickEffect">
                                  <p:stCondLst>
                                    <p:cond delay="0"/>
                                  </p:stCondLst>
                                  <p:childTnLst>
                                    <p:set>
                                      <p:cBhvr>
                                        <p:cTn id="269" dur="1" fill="hold">
                                          <p:stCondLst>
                                            <p:cond delay="0"/>
                                          </p:stCondLst>
                                        </p:cTn>
                                        <p:tgtEl>
                                          <p:spTgt spid="94"/>
                                        </p:tgtEl>
                                        <p:attrNameLst>
                                          <p:attrName>style.visibility</p:attrName>
                                        </p:attrNameLst>
                                      </p:cBhvr>
                                      <p:to>
                                        <p:strVal val="visible"/>
                                      </p:to>
                                    </p:set>
                                    <p:animEffect transition="in" filter="wipe(up)">
                                      <p:cBhvr>
                                        <p:cTn id="270" dur="500"/>
                                        <p:tgtEl>
                                          <p:spTgt spid="94"/>
                                        </p:tgtEl>
                                      </p:cBhvr>
                                    </p:animEffect>
                                  </p:childTnLst>
                                </p:cTn>
                              </p:par>
                            </p:childTnLst>
                          </p:cTn>
                        </p:par>
                      </p:childTnLst>
                    </p:cTn>
                  </p:par>
                  <p:par>
                    <p:cTn id="271" fill="hold">
                      <p:stCondLst>
                        <p:cond delay="indefinite"/>
                      </p:stCondLst>
                      <p:childTnLst>
                        <p:par>
                          <p:cTn id="272" fill="hold">
                            <p:stCondLst>
                              <p:cond delay="0"/>
                            </p:stCondLst>
                            <p:childTnLst>
                              <p:par>
                                <p:cTn id="273" presetID="26" presetClass="entr" presetSubtype="0" fill="hold" grpId="0" nodeType="clickEffect">
                                  <p:stCondLst>
                                    <p:cond delay="0"/>
                                  </p:stCondLst>
                                  <p:childTnLst>
                                    <p:set>
                                      <p:cBhvr>
                                        <p:cTn id="274" dur="1" fill="hold">
                                          <p:stCondLst>
                                            <p:cond delay="0"/>
                                          </p:stCondLst>
                                        </p:cTn>
                                        <p:tgtEl>
                                          <p:spTgt spid="93"/>
                                        </p:tgtEl>
                                        <p:attrNameLst>
                                          <p:attrName>style.visibility</p:attrName>
                                        </p:attrNameLst>
                                      </p:cBhvr>
                                      <p:to>
                                        <p:strVal val="visible"/>
                                      </p:to>
                                    </p:set>
                                    <p:animEffect transition="in" filter="wipe(down)">
                                      <p:cBhvr>
                                        <p:cTn id="275" dur="145">
                                          <p:stCondLst>
                                            <p:cond delay="0"/>
                                          </p:stCondLst>
                                        </p:cTn>
                                        <p:tgtEl>
                                          <p:spTgt spid="93"/>
                                        </p:tgtEl>
                                      </p:cBhvr>
                                    </p:animEffect>
                                    <p:anim calcmode="lin" valueType="num">
                                      <p:cBhvr>
                                        <p:cTn id="276" dur="456" tmFilter="0,0; 0.14,0.36; 0.43,0.73; 0.71,0.91; 1.0,1.0">
                                          <p:stCondLst>
                                            <p:cond delay="0"/>
                                          </p:stCondLst>
                                        </p:cTn>
                                        <p:tgtEl>
                                          <p:spTgt spid="93"/>
                                        </p:tgtEl>
                                        <p:attrNameLst>
                                          <p:attrName>ppt_x</p:attrName>
                                        </p:attrNameLst>
                                      </p:cBhvr>
                                      <p:tavLst>
                                        <p:tav tm="0">
                                          <p:val>
                                            <p:strVal val="#ppt_x-0.25"/>
                                          </p:val>
                                        </p:tav>
                                        <p:tav tm="100000">
                                          <p:val>
                                            <p:strVal val="#ppt_x"/>
                                          </p:val>
                                        </p:tav>
                                      </p:tavLst>
                                    </p:anim>
                                    <p:anim calcmode="lin" valueType="num">
                                      <p:cBhvr>
                                        <p:cTn id="277" dur="166" tmFilter="0.0,0.0; 0.25,0.07; 0.50,0.2; 0.75,0.467; 1.0,1.0">
                                          <p:stCondLst>
                                            <p:cond delay="0"/>
                                          </p:stCondLst>
                                        </p:cTn>
                                        <p:tgtEl>
                                          <p:spTgt spid="93"/>
                                        </p:tgtEl>
                                        <p:attrNameLst>
                                          <p:attrName>ppt_y</p:attrName>
                                        </p:attrNameLst>
                                      </p:cBhvr>
                                      <p:tavLst>
                                        <p:tav tm="0" fmla="#ppt_y-sin(pi*$)/3">
                                          <p:val>
                                            <p:fltVal val="0.5"/>
                                          </p:val>
                                        </p:tav>
                                        <p:tav tm="100000">
                                          <p:val>
                                            <p:fltVal val="1"/>
                                          </p:val>
                                        </p:tav>
                                      </p:tavLst>
                                    </p:anim>
                                    <p:anim calcmode="lin" valueType="num">
                                      <p:cBhvr>
                                        <p:cTn id="278" dur="166" tmFilter="0, 0; 0.125,0.2665; 0.25,0.4; 0.375,0.465; 0.5,0.5;  0.625,0.535; 0.75,0.6; 0.875,0.7335; 1,1">
                                          <p:stCondLst>
                                            <p:cond delay="166"/>
                                          </p:stCondLst>
                                        </p:cTn>
                                        <p:tgtEl>
                                          <p:spTgt spid="93"/>
                                        </p:tgtEl>
                                        <p:attrNameLst>
                                          <p:attrName>ppt_y</p:attrName>
                                        </p:attrNameLst>
                                      </p:cBhvr>
                                      <p:tavLst>
                                        <p:tav tm="0" fmla="#ppt_y-sin(pi*$)/9">
                                          <p:val>
                                            <p:fltVal val="0"/>
                                          </p:val>
                                        </p:tav>
                                        <p:tav tm="100000">
                                          <p:val>
                                            <p:fltVal val="1"/>
                                          </p:val>
                                        </p:tav>
                                      </p:tavLst>
                                    </p:anim>
                                    <p:anim calcmode="lin" valueType="num">
                                      <p:cBhvr>
                                        <p:cTn id="279" dur="83" tmFilter="0, 0; 0.125,0.2665; 0.25,0.4; 0.375,0.465; 0.5,0.5;  0.625,0.535; 0.75,0.6; 0.875,0.7335; 1,1">
                                          <p:stCondLst>
                                            <p:cond delay="331"/>
                                          </p:stCondLst>
                                        </p:cTn>
                                        <p:tgtEl>
                                          <p:spTgt spid="93"/>
                                        </p:tgtEl>
                                        <p:attrNameLst>
                                          <p:attrName>ppt_y</p:attrName>
                                        </p:attrNameLst>
                                      </p:cBhvr>
                                      <p:tavLst>
                                        <p:tav tm="0" fmla="#ppt_y-sin(pi*$)/27">
                                          <p:val>
                                            <p:fltVal val="0"/>
                                          </p:val>
                                        </p:tav>
                                        <p:tav tm="100000">
                                          <p:val>
                                            <p:fltVal val="1"/>
                                          </p:val>
                                        </p:tav>
                                      </p:tavLst>
                                    </p:anim>
                                    <p:anim calcmode="lin" valueType="num">
                                      <p:cBhvr>
                                        <p:cTn id="280" dur="41" tmFilter="0, 0; 0.125,0.2665; 0.25,0.4; 0.375,0.465; 0.5,0.5;  0.625,0.535; 0.75,0.6; 0.875,0.7335; 1,1">
                                          <p:stCondLst>
                                            <p:cond delay="414"/>
                                          </p:stCondLst>
                                        </p:cTn>
                                        <p:tgtEl>
                                          <p:spTgt spid="93"/>
                                        </p:tgtEl>
                                        <p:attrNameLst>
                                          <p:attrName>ppt_y</p:attrName>
                                        </p:attrNameLst>
                                      </p:cBhvr>
                                      <p:tavLst>
                                        <p:tav tm="0" fmla="#ppt_y-sin(pi*$)/81">
                                          <p:val>
                                            <p:fltVal val="0"/>
                                          </p:val>
                                        </p:tav>
                                        <p:tav tm="100000">
                                          <p:val>
                                            <p:fltVal val="1"/>
                                          </p:val>
                                        </p:tav>
                                      </p:tavLst>
                                    </p:anim>
                                    <p:animScale>
                                      <p:cBhvr>
                                        <p:cTn id="281" dur="7">
                                          <p:stCondLst>
                                            <p:cond delay="162"/>
                                          </p:stCondLst>
                                        </p:cTn>
                                        <p:tgtEl>
                                          <p:spTgt spid="93"/>
                                        </p:tgtEl>
                                      </p:cBhvr>
                                      <p:to x="100000" y="60000"/>
                                    </p:animScale>
                                    <p:animScale>
                                      <p:cBhvr>
                                        <p:cTn id="282" dur="41" decel="50000">
                                          <p:stCondLst>
                                            <p:cond delay="169"/>
                                          </p:stCondLst>
                                        </p:cTn>
                                        <p:tgtEl>
                                          <p:spTgt spid="93"/>
                                        </p:tgtEl>
                                      </p:cBhvr>
                                      <p:to x="100000" y="100000"/>
                                    </p:animScale>
                                    <p:animScale>
                                      <p:cBhvr>
                                        <p:cTn id="283" dur="7">
                                          <p:stCondLst>
                                            <p:cond delay="328"/>
                                          </p:stCondLst>
                                        </p:cTn>
                                        <p:tgtEl>
                                          <p:spTgt spid="93"/>
                                        </p:tgtEl>
                                      </p:cBhvr>
                                      <p:to x="100000" y="80000"/>
                                    </p:animScale>
                                    <p:animScale>
                                      <p:cBhvr>
                                        <p:cTn id="284" dur="41" decel="50000">
                                          <p:stCondLst>
                                            <p:cond delay="335"/>
                                          </p:stCondLst>
                                        </p:cTn>
                                        <p:tgtEl>
                                          <p:spTgt spid="93"/>
                                        </p:tgtEl>
                                      </p:cBhvr>
                                      <p:to x="100000" y="100000"/>
                                    </p:animScale>
                                    <p:animScale>
                                      <p:cBhvr>
                                        <p:cTn id="285" dur="7">
                                          <p:stCondLst>
                                            <p:cond delay="410"/>
                                          </p:stCondLst>
                                        </p:cTn>
                                        <p:tgtEl>
                                          <p:spTgt spid="93"/>
                                        </p:tgtEl>
                                      </p:cBhvr>
                                      <p:to x="100000" y="90000"/>
                                    </p:animScale>
                                    <p:animScale>
                                      <p:cBhvr>
                                        <p:cTn id="286" dur="41" decel="50000">
                                          <p:stCondLst>
                                            <p:cond delay="417"/>
                                          </p:stCondLst>
                                        </p:cTn>
                                        <p:tgtEl>
                                          <p:spTgt spid="93"/>
                                        </p:tgtEl>
                                      </p:cBhvr>
                                      <p:to x="100000" y="100000"/>
                                    </p:animScale>
                                    <p:animScale>
                                      <p:cBhvr>
                                        <p:cTn id="287" dur="7">
                                          <p:stCondLst>
                                            <p:cond delay="452"/>
                                          </p:stCondLst>
                                        </p:cTn>
                                        <p:tgtEl>
                                          <p:spTgt spid="93"/>
                                        </p:tgtEl>
                                      </p:cBhvr>
                                      <p:to x="100000" y="95000"/>
                                    </p:animScale>
                                    <p:animScale>
                                      <p:cBhvr>
                                        <p:cTn id="288" dur="41" decel="50000">
                                          <p:stCondLst>
                                            <p:cond delay="458"/>
                                          </p:stCondLst>
                                        </p:cTn>
                                        <p:tgtEl>
                                          <p:spTgt spid="93"/>
                                        </p:tgtEl>
                                      </p:cBhvr>
                                      <p:to x="100000" y="100000"/>
                                    </p:animScale>
                                  </p:childTnLst>
                                </p:cTn>
                              </p:par>
                            </p:childTnLst>
                          </p:cTn>
                        </p:par>
                      </p:childTnLst>
                    </p:cTn>
                  </p:par>
                  <p:par>
                    <p:cTn id="289" fill="hold">
                      <p:stCondLst>
                        <p:cond delay="indefinite"/>
                      </p:stCondLst>
                      <p:childTnLst>
                        <p:par>
                          <p:cTn id="290" fill="hold">
                            <p:stCondLst>
                              <p:cond delay="0"/>
                            </p:stCondLst>
                            <p:childTnLst>
                              <p:par>
                                <p:cTn id="291" presetID="26" presetClass="entr" presetSubtype="0" fill="hold" grpId="0" nodeType="clickEffect">
                                  <p:stCondLst>
                                    <p:cond delay="0"/>
                                  </p:stCondLst>
                                  <p:childTnLst>
                                    <p:set>
                                      <p:cBhvr>
                                        <p:cTn id="292" dur="1" fill="hold">
                                          <p:stCondLst>
                                            <p:cond delay="0"/>
                                          </p:stCondLst>
                                        </p:cTn>
                                        <p:tgtEl>
                                          <p:spTgt spid="92"/>
                                        </p:tgtEl>
                                        <p:attrNameLst>
                                          <p:attrName>style.visibility</p:attrName>
                                        </p:attrNameLst>
                                      </p:cBhvr>
                                      <p:to>
                                        <p:strVal val="visible"/>
                                      </p:to>
                                    </p:set>
                                    <p:animEffect transition="in" filter="wipe(down)">
                                      <p:cBhvr>
                                        <p:cTn id="293" dur="145">
                                          <p:stCondLst>
                                            <p:cond delay="0"/>
                                          </p:stCondLst>
                                        </p:cTn>
                                        <p:tgtEl>
                                          <p:spTgt spid="92"/>
                                        </p:tgtEl>
                                      </p:cBhvr>
                                    </p:animEffect>
                                    <p:anim calcmode="lin" valueType="num">
                                      <p:cBhvr>
                                        <p:cTn id="294" dur="456" tmFilter="0,0; 0.14,0.36; 0.43,0.73; 0.71,0.91; 1.0,1.0">
                                          <p:stCondLst>
                                            <p:cond delay="0"/>
                                          </p:stCondLst>
                                        </p:cTn>
                                        <p:tgtEl>
                                          <p:spTgt spid="92"/>
                                        </p:tgtEl>
                                        <p:attrNameLst>
                                          <p:attrName>ppt_x</p:attrName>
                                        </p:attrNameLst>
                                      </p:cBhvr>
                                      <p:tavLst>
                                        <p:tav tm="0">
                                          <p:val>
                                            <p:strVal val="#ppt_x-0.25"/>
                                          </p:val>
                                        </p:tav>
                                        <p:tav tm="100000">
                                          <p:val>
                                            <p:strVal val="#ppt_x"/>
                                          </p:val>
                                        </p:tav>
                                      </p:tavLst>
                                    </p:anim>
                                    <p:anim calcmode="lin" valueType="num">
                                      <p:cBhvr>
                                        <p:cTn id="295" dur="166" tmFilter="0.0,0.0; 0.25,0.07; 0.50,0.2; 0.75,0.467; 1.0,1.0">
                                          <p:stCondLst>
                                            <p:cond delay="0"/>
                                          </p:stCondLst>
                                        </p:cTn>
                                        <p:tgtEl>
                                          <p:spTgt spid="92"/>
                                        </p:tgtEl>
                                        <p:attrNameLst>
                                          <p:attrName>ppt_y</p:attrName>
                                        </p:attrNameLst>
                                      </p:cBhvr>
                                      <p:tavLst>
                                        <p:tav tm="0" fmla="#ppt_y-sin(pi*$)/3">
                                          <p:val>
                                            <p:fltVal val="0.5"/>
                                          </p:val>
                                        </p:tav>
                                        <p:tav tm="100000">
                                          <p:val>
                                            <p:fltVal val="1"/>
                                          </p:val>
                                        </p:tav>
                                      </p:tavLst>
                                    </p:anim>
                                    <p:anim calcmode="lin" valueType="num">
                                      <p:cBhvr>
                                        <p:cTn id="296" dur="166" tmFilter="0, 0; 0.125,0.2665; 0.25,0.4; 0.375,0.465; 0.5,0.5;  0.625,0.535; 0.75,0.6; 0.875,0.7335; 1,1">
                                          <p:stCondLst>
                                            <p:cond delay="166"/>
                                          </p:stCondLst>
                                        </p:cTn>
                                        <p:tgtEl>
                                          <p:spTgt spid="92"/>
                                        </p:tgtEl>
                                        <p:attrNameLst>
                                          <p:attrName>ppt_y</p:attrName>
                                        </p:attrNameLst>
                                      </p:cBhvr>
                                      <p:tavLst>
                                        <p:tav tm="0" fmla="#ppt_y-sin(pi*$)/9">
                                          <p:val>
                                            <p:fltVal val="0"/>
                                          </p:val>
                                        </p:tav>
                                        <p:tav tm="100000">
                                          <p:val>
                                            <p:fltVal val="1"/>
                                          </p:val>
                                        </p:tav>
                                      </p:tavLst>
                                    </p:anim>
                                    <p:anim calcmode="lin" valueType="num">
                                      <p:cBhvr>
                                        <p:cTn id="297" dur="83" tmFilter="0, 0; 0.125,0.2665; 0.25,0.4; 0.375,0.465; 0.5,0.5;  0.625,0.535; 0.75,0.6; 0.875,0.7335; 1,1">
                                          <p:stCondLst>
                                            <p:cond delay="331"/>
                                          </p:stCondLst>
                                        </p:cTn>
                                        <p:tgtEl>
                                          <p:spTgt spid="92"/>
                                        </p:tgtEl>
                                        <p:attrNameLst>
                                          <p:attrName>ppt_y</p:attrName>
                                        </p:attrNameLst>
                                      </p:cBhvr>
                                      <p:tavLst>
                                        <p:tav tm="0" fmla="#ppt_y-sin(pi*$)/27">
                                          <p:val>
                                            <p:fltVal val="0"/>
                                          </p:val>
                                        </p:tav>
                                        <p:tav tm="100000">
                                          <p:val>
                                            <p:fltVal val="1"/>
                                          </p:val>
                                        </p:tav>
                                      </p:tavLst>
                                    </p:anim>
                                    <p:anim calcmode="lin" valueType="num">
                                      <p:cBhvr>
                                        <p:cTn id="298" dur="41" tmFilter="0, 0; 0.125,0.2665; 0.25,0.4; 0.375,0.465; 0.5,0.5;  0.625,0.535; 0.75,0.6; 0.875,0.7335; 1,1">
                                          <p:stCondLst>
                                            <p:cond delay="414"/>
                                          </p:stCondLst>
                                        </p:cTn>
                                        <p:tgtEl>
                                          <p:spTgt spid="92"/>
                                        </p:tgtEl>
                                        <p:attrNameLst>
                                          <p:attrName>ppt_y</p:attrName>
                                        </p:attrNameLst>
                                      </p:cBhvr>
                                      <p:tavLst>
                                        <p:tav tm="0" fmla="#ppt_y-sin(pi*$)/81">
                                          <p:val>
                                            <p:fltVal val="0"/>
                                          </p:val>
                                        </p:tav>
                                        <p:tav tm="100000">
                                          <p:val>
                                            <p:fltVal val="1"/>
                                          </p:val>
                                        </p:tav>
                                      </p:tavLst>
                                    </p:anim>
                                    <p:animScale>
                                      <p:cBhvr>
                                        <p:cTn id="299" dur="7">
                                          <p:stCondLst>
                                            <p:cond delay="162"/>
                                          </p:stCondLst>
                                        </p:cTn>
                                        <p:tgtEl>
                                          <p:spTgt spid="92"/>
                                        </p:tgtEl>
                                      </p:cBhvr>
                                      <p:to x="100000" y="60000"/>
                                    </p:animScale>
                                    <p:animScale>
                                      <p:cBhvr>
                                        <p:cTn id="300" dur="41" decel="50000">
                                          <p:stCondLst>
                                            <p:cond delay="169"/>
                                          </p:stCondLst>
                                        </p:cTn>
                                        <p:tgtEl>
                                          <p:spTgt spid="92"/>
                                        </p:tgtEl>
                                      </p:cBhvr>
                                      <p:to x="100000" y="100000"/>
                                    </p:animScale>
                                    <p:animScale>
                                      <p:cBhvr>
                                        <p:cTn id="301" dur="7">
                                          <p:stCondLst>
                                            <p:cond delay="328"/>
                                          </p:stCondLst>
                                        </p:cTn>
                                        <p:tgtEl>
                                          <p:spTgt spid="92"/>
                                        </p:tgtEl>
                                      </p:cBhvr>
                                      <p:to x="100000" y="80000"/>
                                    </p:animScale>
                                    <p:animScale>
                                      <p:cBhvr>
                                        <p:cTn id="302" dur="41" decel="50000">
                                          <p:stCondLst>
                                            <p:cond delay="335"/>
                                          </p:stCondLst>
                                        </p:cTn>
                                        <p:tgtEl>
                                          <p:spTgt spid="92"/>
                                        </p:tgtEl>
                                      </p:cBhvr>
                                      <p:to x="100000" y="100000"/>
                                    </p:animScale>
                                    <p:animScale>
                                      <p:cBhvr>
                                        <p:cTn id="303" dur="7">
                                          <p:stCondLst>
                                            <p:cond delay="410"/>
                                          </p:stCondLst>
                                        </p:cTn>
                                        <p:tgtEl>
                                          <p:spTgt spid="92"/>
                                        </p:tgtEl>
                                      </p:cBhvr>
                                      <p:to x="100000" y="90000"/>
                                    </p:animScale>
                                    <p:animScale>
                                      <p:cBhvr>
                                        <p:cTn id="304" dur="41" decel="50000">
                                          <p:stCondLst>
                                            <p:cond delay="417"/>
                                          </p:stCondLst>
                                        </p:cTn>
                                        <p:tgtEl>
                                          <p:spTgt spid="92"/>
                                        </p:tgtEl>
                                      </p:cBhvr>
                                      <p:to x="100000" y="100000"/>
                                    </p:animScale>
                                    <p:animScale>
                                      <p:cBhvr>
                                        <p:cTn id="305" dur="7">
                                          <p:stCondLst>
                                            <p:cond delay="452"/>
                                          </p:stCondLst>
                                        </p:cTn>
                                        <p:tgtEl>
                                          <p:spTgt spid="92"/>
                                        </p:tgtEl>
                                      </p:cBhvr>
                                      <p:to x="100000" y="95000"/>
                                    </p:animScale>
                                    <p:animScale>
                                      <p:cBhvr>
                                        <p:cTn id="306" dur="41" decel="50000">
                                          <p:stCondLst>
                                            <p:cond delay="458"/>
                                          </p:stCondLst>
                                        </p:cTn>
                                        <p:tgtEl>
                                          <p:spTgt spid="92"/>
                                        </p:tgtEl>
                                      </p:cBhvr>
                                      <p:to x="100000" y="100000"/>
                                    </p:animScale>
                                  </p:childTnLst>
                                </p:cTn>
                              </p:par>
                            </p:childTnLst>
                          </p:cTn>
                        </p:par>
                      </p:childTnLst>
                    </p:cTn>
                  </p:par>
                  <p:par>
                    <p:cTn id="307" fill="hold">
                      <p:stCondLst>
                        <p:cond delay="indefinite"/>
                      </p:stCondLst>
                      <p:childTnLst>
                        <p:par>
                          <p:cTn id="308" fill="hold">
                            <p:stCondLst>
                              <p:cond delay="0"/>
                            </p:stCondLst>
                            <p:childTnLst>
                              <p:par>
                                <p:cTn id="309" presetID="22" presetClass="entr" presetSubtype="8" fill="hold" grpId="0" nodeType="clickEffect">
                                  <p:stCondLst>
                                    <p:cond delay="0"/>
                                  </p:stCondLst>
                                  <p:childTnLst>
                                    <p:set>
                                      <p:cBhvr>
                                        <p:cTn id="310" dur="1" fill="hold">
                                          <p:stCondLst>
                                            <p:cond delay="0"/>
                                          </p:stCondLst>
                                        </p:cTn>
                                        <p:tgtEl>
                                          <p:spTgt spid="96"/>
                                        </p:tgtEl>
                                        <p:attrNameLst>
                                          <p:attrName>style.visibility</p:attrName>
                                        </p:attrNameLst>
                                      </p:cBhvr>
                                      <p:to>
                                        <p:strVal val="visible"/>
                                      </p:to>
                                    </p:set>
                                    <p:animEffect transition="in" filter="wipe(left)">
                                      <p:cBhvr>
                                        <p:cTn id="311" dur="500"/>
                                        <p:tgtEl>
                                          <p:spTgt spid="96"/>
                                        </p:tgtEl>
                                      </p:cBhvr>
                                    </p:animEffect>
                                  </p:childTnLst>
                                </p:cTn>
                              </p:par>
                            </p:childTnLst>
                          </p:cTn>
                        </p:par>
                      </p:childTnLst>
                    </p:cTn>
                  </p:par>
                  <p:par>
                    <p:cTn id="312" fill="hold">
                      <p:stCondLst>
                        <p:cond delay="indefinite"/>
                      </p:stCondLst>
                      <p:childTnLst>
                        <p:par>
                          <p:cTn id="313" fill="hold">
                            <p:stCondLst>
                              <p:cond delay="0"/>
                            </p:stCondLst>
                            <p:childTnLst>
                              <p:par>
                                <p:cTn id="314" presetID="22" presetClass="entr" presetSubtype="1" fill="hold" grpId="0" nodeType="clickEffect">
                                  <p:stCondLst>
                                    <p:cond delay="0"/>
                                  </p:stCondLst>
                                  <p:childTnLst>
                                    <p:set>
                                      <p:cBhvr>
                                        <p:cTn id="315" dur="1" fill="hold">
                                          <p:stCondLst>
                                            <p:cond delay="0"/>
                                          </p:stCondLst>
                                        </p:cTn>
                                        <p:tgtEl>
                                          <p:spTgt spid="114"/>
                                        </p:tgtEl>
                                        <p:attrNameLst>
                                          <p:attrName>style.visibility</p:attrName>
                                        </p:attrNameLst>
                                      </p:cBhvr>
                                      <p:to>
                                        <p:strVal val="visible"/>
                                      </p:to>
                                    </p:set>
                                    <p:animEffect transition="in" filter="wipe(up)">
                                      <p:cBhvr>
                                        <p:cTn id="316" dur="500"/>
                                        <p:tgtEl>
                                          <p:spTgt spid="114"/>
                                        </p:tgtEl>
                                      </p:cBhvr>
                                    </p:animEffect>
                                  </p:childTnLst>
                                </p:cTn>
                              </p:par>
                            </p:childTnLst>
                          </p:cTn>
                        </p:par>
                        <p:par>
                          <p:cTn id="317" fill="hold">
                            <p:stCondLst>
                              <p:cond delay="500"/>
                            </p:stCondLst>
                            <p:childTnLst>
                              <p:par>
                                <p:cTn id="318" presetID="22" presetClass="entr" presetSubtype="4" fill="hold" grpId="0" nodeType="afterEffect">
                                  <p:stCondLst>
                                    <p:cond delay="0"/>
                                  </p:stCondLst>
                                  <p:childTnLst>
                                    <p:set>
                                      <p:cBhvr>
                                        <p:cTn id="319" dur="1" fill="hold">
                                          <p:stCondLst>
                                            <p:cond delay="0"/>
                                          </p:stCondLst>
                                        </p:cTn>
                                        <p:tgtEl>
                                          <p:spTgt spid="115"/>
                                        </p:tgtEl>
                                        <p:attrNameLst>
                                          <p:attrName>style.visibility</p:attrName>
                                        </p:attrNameLst>
                                      </p:cBhvr>
                                      <p:to>
                                        <p:strVal val="visible"/>
                                      </p:to>
                                    </p:set>
                                    <p:animEffect transition="in" filter="wipe(down)">
                                      <p:cBhvr>
                                        <p:cTn id="320" dur="500"/>
                                        <p:tgtEl>
                                          <p:spTgt spid="115"/>
                                        </p:tgtEl>
                                      </p:cBhvr>
                                    </p:animEffect>
                                  </p:childTnLst>
                                </p:cTn>
                              </p:par>
                            </p:childTnLst>
                          </p:cTn>
                        </p:par>
                      </p:childTnLst>
                    </p:cTn>
                  </p:par>
                  <p:par>
                    <p:cTn id="321" fill="hold">
                      <p:stCondLst>
                        <p:cond delay="indefinite"/>
                      </p:stCondLst>
                      <p:childTnLst>
                        <p:par>
                          <p:cTn id="322" fill="hold">
                            <p:stCondLst>
                              <p:cond delay="0"/>
                            </p:stCondLst>
                            <p:childTnLst>
                              <p:par>
                                <p:cTn id="323" presetID="22" presetClass="entr" presetSubtype="1" fill="hold" grpId="0" nodeType="clickEffect">
                                  <p:stCondLst>
                                    <p:cond delay="0"/>
                                  </p:stCondLst>
                                  <p:childTnLst>
                                    <p:set>
                                      <p:cBhvr>
                                        <p:cTn id="324" dur="1" fill="hold">
                                          <p:stCondLst>
                                            <p:cond delay="0"/>
                                          </p:stCondLst>
                                        </p:cTn>
                                        <p:tgtEl>
                                          <p:spTgt spid="116"/>
                                        </p:tgtEl>
                                        <p:attrNameLst>
                                          <p:attrName>style.visibility</p:attrName>
                                        </p:attrNameLst>
                                      </p:cBhvr>
                                      <p:to>
                                        <p:strVal val="visible"/>
                                      </p:to>
                                    </p:set>
                                    <p:animEffect transition="in" filter="wipe(up)">
                                      <p:cBhvr>
                                        <p:cTn id="325" dur="500"/>
                                        <p:tgtEl>
                                          <p:spTgt spid="116"/>
                                        </p:tgtEl>
                                      </p:cBhvr>
                                    </p:animEffect>
                                  </p:childTnLst>
                                </p:cTn>
                              </p:par>
                            </p:childTnLst>
                          </p:cTn>
                        </p:par>
                        <p:par>
                          <p:cTn id="326" fill="hold">
                            <p:stCondLst>
                              <p:cond delay="500"/>
                            </p:stCondLst>
                            <p:childTnLst>
                              <p:par>
                                <p:cTn id="327" presetID="22" presetClass="entr" presetSubtype="1" fill="hold" grpId="0" nodeType="afterEffect">
                                  <p:stCondLst>
                                    <p:cond delay="0"/>
                                  </p:stCondLst>
                                  <p:childTnLst>
                                    <p:set>
                                      <p:cBhvr>
                                        <p:cTn id="328" dur="1" fill="hold">
                                          <p:stCondLst>
                                            <p:cond delay="0"/>
                                          </p:stCondLst>
                                        </p:cTn>
                                        <p:tgtEl>
                                          <p:spTgt spid="95"/>
                                        </p:tgtEl>
                                        <p:attrNameLst>
                                          <p:attrName>style.visibility</p:attrName>
                                        </p:attrNameLst>
                                      </p:cBhvr>
                                      <p:to>
                                        <p:strVal val="visible"/>
                                      </p:to>
                                    </p:set>
                                    <p:animEffect transition="in" filter="wipe(up)">
                                      <p:cBhvr>
                                        <p:cTn id="329" dur="500"/>
                                        <p:tgtEl>
                                          <p:spTgt spid="95"/>
                                        </p:tgtEl>
                                      </p:cBhvr>
                                    </p:animEffect>
                                  </p:childTnLst>
                                </p:cTn>
                              </p:par>
                            </p:childTnLst>
                          </p:cTn>
                        </p:par>
                      </p:childTnLst>
                    </p:cTn>
                  </p:par>
                  <p:par>
                    <p:cTn id="330" fill="hold">
                      <p:stCondLst>
                        <p:cond delay="indefinite"/>
                      </p:stCondLst>
                      <p:childTnLst>
                        <p:par>
                          <p:cTn id="331" fill="hold">
                            <p:stCondLst>
                              <p:cond delay="0"/>
                            </p:stCondLst>
                            <p:childTnLst>
                              <p:par>
                                <p:cTn id="332" presetID="1" presetClass="entr" presetSubtype="0" fill="hold" grpId="0" nodeType="clickEffect">
                                  <p:stCondLst>
                                    <p:cond delay="0"/>
                                  </p:stCondLst>
                                  <p:childTnLst>
                                    <p:set>
                                      <p:cBhvr>
                                        <p:cTn id="333" dur="1" fill="hold">
                                          <p:stCondLst>
                                            <p:cond delay="0"/>
                                          </p:stCondLst>
                                        </p:cTn>
                                        <p:tgtEl>
                                          <p:spTgt spid="123"/>
                                        </p:tgtEl>
                                        <p:attrNameLst>
                                          <p:attrName>style.visibility</p:attrName>
                                        </p:attrNameLst>
                                      </p:cBhvr>
                                      <p:to>
                                        <p:strVal val="visible"/>
                                      </p:to>
                                    </p:set>
                                  </p:childTnLst>
                                </p:cTn>
                              </p:par>
                              <p:par>
                                <p:cTn id="334" presetID="1" presetClass="entr" presetSubtype="0" fill="hold" nodeType="withEffect">
                                  <p:stCondLst>
                                    <p:cond delay="0"/>
                                  </p:stCondLst>
                                  <p:childTnLst>
                                    <p:set>
                                      <p:cBhvr>
                                        <p:cTn id="335"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7" grpId="0" animBg="1"/>
      <p:bldP spid="58" grpId="0"/>
      <p:bldP spid="59" grpId="0"/>
      <p:bldP spid="60" grpId="0"/>
      <p:bldP spid="71" grpId="0" animBg="1"/>
      <p:bldP spid="72" grpId="0" animBg="1"/>
      <p:bldP spid="73" grpId="0" animBg="1"/>
      <p:bldP spid="74" grpId="0" animBg="1"/>
      <p:bldP spid="75" grpId="0"/>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90" grpId="0" animBg="1"/>
      <p:bldP spid="91" grpId="0" animBg="1"/>
      <p:bldP spid="92" grpId="0"/>
      <p:bldP spid="93" grpId="0"/>
      <p:bldP spid="94" grpId="0"/>
      <p:bldP spid="95" grpId="0" animBg="1"/>
      <p:bldP spid="96" grpId="0"/>
      <p:bldP spid="105" grpId="0" animBg="1"/>
      <p:bldP spid="106" grpId="0" animBg="1"/>
      <p:bldP spid="107" grpId="0" animBg="1"/>
      <p:bldP spid="114" grpId="0" animBg="1"/>
      <p:bldP spid="115" grpId="0" animBg="1"/>
      <p:bldP spid="116" grpId="0" animBg="1"/>
      <p:bldP spid="12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CE800-D6BB-BF55-F4B8-7C3CF437EBA3}"/>
              </a:ext>
            </a:extLst>
          </p:cNvPr>
          <p:cNvSpPr>
            <a:spLocks noGrp="1"/>
          </p:cNvSpPr>
          <p:nvPr>
            <p:ph type="title"/>
          </p:nvPr>
        </p:nvSpPr>
        <p:spPr/>
        <p:txBody>
          <a:bodyPr/>
          <a:lstStyle/>
          <a:p>
            <a:endParaRPr lang="zh-CN" altLang="en-US"/>
          </a:p>
        </p:txBody>
      </p:sp>
      <p:sp>
        <p:nvSpPr>
          <p:cNvPr id="3" name="Text Box 2">
            <a:extLst>
              <a:ext uri="{FF2B5EF4-FFF2-40B4-BE49-F238E27FC236}">
                <a16:creationId xmlns:a16="http://schemas.microsoft.com/office/drawing/2014/main" id="{E8E50AA9-22FD-F46B-8151-97096F8FB8FE}"/>
              </a:ext>
            </a:extLst>
          </p:cNvPr>
          <p:cNvSpPr txBox="1">
            <a:spLocks noChangeArrowheads="1"/>
          </p:cNvSpPr>
          <p:nvPr/>
        </p:nvSpPr>
        <p:spPr bwMode="auto">
          <a:xfrm>
            <a:off x="1847056" y="464654"/>
            <a:ext cx="8424863" cy="584200"/>
          </a:xfrm>
          <a:prstGeom prst="rect">
            <a:avLst/>
          </a:prstGeom>
          <a:noFill/>
          <a:ln w="9525">
            <a:noFill/>
            <a:miter lim="800000"/>
            <a:headEnd/>
            <a:tailEnd/>
          </a:ln>
        </p:spPr>
        <p:txBody>
          <a:bodyPr wrap="none">
            <a:spAutoFit/>
          </a:bodyPr>
          <a:lstStyle/>
          <a:p>
            <a:pPr algn="ctr"/>
            <a:r>
              <a:rPr kumimoji="1" lang="zh-CN" altLang="en-US" sz="3200" b="1"/>
              <a:t>求特殊位置平面与回转体截交线的一般步骤：</a:t>
            </a:r>
          </a:p>
        </p:txBody>
      </p:sp>
      <p:sp>
        <p:nvSpPr>
          <p:cNvPr id="4" name="Text Box 3">
            <a:extLst>
              <a:ext uri="{FF2B5EF4-FFF2-40B4-BE49-F238E27FC236}">
                <a16:creationId xmlns:a16="http://schemas.microsoft.com/office/drawing/2014/main" id="{BFCEF620-CC6D-6E01-CBFD-1D965E760B4F}"/>
              </a:ext>
            </a:extLst>
          </p:cNvPr>
          <p:cNvSpPr txBox="1">
            <a:spLocks noChangeArrowheads="1"/>
          </p:cNvSpPr>
          <p:nvPr/>
        </p:nvSpPr>
        <p:spPr bwMode="auto">
          <a:xfrm>
            <a:off x="1918494" y="1112354"/>
            <a:ext cx="3890962" cy="457200"/>
          </a:xfrm>
          <a:prstGeom prst="rect">
            <a:avLst/>
          </a:prstGeom>
          <a:noFill/>
          <a:ln w="38100">
            <a:noFill/>
            <a:miter lim="800000"/>
            <a:headEnd/>
            <a:tailEnd/>
          </a:ln>
        </p:spPr>
        <p:txBody>
          <a:bodyPr anchor="ctr">
            <a:spAutoFit/>
          </a:bodyPr>
          <a:lstStyle/>
          <a:p>
            <a:r>
              <a:rPr kumimoji="1" lang="en-US" altLang="zh-CN" b="1">
                <a:solidFill>
                  <a:srgbClr val="0066FF"/>
                </a:solidFill>
              </a:rPr>
              <a:t>1. </a:t>
            </a:r>
            <a:r>
              <a:rPr kumimoji="1" lang="zh-CN" altLang="en-US" b="1">
                <a:solidFill>
                  <a:srgbClr val="0066FF"/>
                </a:solidFill>
              </a:rPr>
              <a:t>空间及投影分析</a:t>
            </a:r>
          </a:p>
        </p:txBody>
      </p:sp>
      <p:sp>
        <p:nvSpPr>
          <p:cNvPr id="5" name="Text Box 4">
            <a:extLst>
              <a:ext uri="{FF2B5EF4-FFF2-40B4-BE49-F238E27FC236}">
                <a16:creationId xmlns:a16="http://schemas.microsoft.com/office/drawing/2014/main" id="{B2F31F96-1097-2107-1313-EE9600CBAF41}"/>
              </a:ext>
            </a:extLst>
          </p:cNvPr>
          <p:cNvSpPr txBox="1">
            <a:spLocks noChangeArrowheads="1"/>
          </p:cNvSpPr>
          <p:nvPr/>
        </p:nvSpPr>
        <p:spPr bwMode="auto">
          <a:xfrm>
            <a:off x="2207419" y="1544154"/>
            <a:ext cx="7488237" cy="1570037"/>
          </a:xfrm>
          <a:prstGeom prst="rect">
            <a:avLst/>
          </a:prstGeom>
          <a:noFill/>
          <a:ln w="9525">
            <a:noFill/>
            <a:miter lim="800000"/>
            <a:headEnd/>
            <a:tailEnd/>
          </a:ln>
        </p:spPr>
        <p:txBody>
          <a:bodyPr>
            <a:spAutoFit/>
          </a:bodyPr>
          <a:lstStyle/>
          <a:p>
            <a:pPr>
              <a:lnSpc>
                <a:spcPct val="120000"/>
              </a:lnSpc>
            </a:pPr>
            <a:r>
              <a:rPr kumimoji="1" lang="zh-CN" altLang="en-US" sz="2000" b="1"/>
              <a:t>   根据截平面与回转体的相对位置，分析截交线的空间形状。</a:t>
            </a:r>
            <a:endParaRPr kumimoji="1" lang="en-US" altLang="zh-CN" sz="2000" b="1"/>
          </a:p>
          <a:p>
            <a:pPr>
              <a:lnSpc>
                <a:spcPct val="120000"/>
              </a:lnSpc>
            </a:pPr>
            <a:r>
              <a:rPr kumimoji="1" lang="zh-CN" altLang="en-US" sz="2000" b="1">
                <a:latin typeface="宋体" charset="-122"/>
              </a:rPr>
              <a:t>    根据截平面和回转体表面与投影面的相对位置，明确截交线的投影特性，如</a:t>
            </a:r>
            <a:r>
              <a:rPr kumimoji="1" lang="zh-CN" altLang="en-US" sz="2000" b="1">
                <a:solidFill>
                  <a:srgbClr val="FF00FF"/>
                </a:solidFill>
                <a:latin typeface="宋体" charset="-122"/>
              </a:rPr>
              <a:t>积聚性、相仿性、实形性</a:t>
            </a:r>
            <a:r>
              <a:rPr kumimoji="1" lang="zh-CN" altLang="en-US" sz="2000" b="1">
                <a:latin typeface="宋体" charset="-122"/>
              </a:rPr>
              <a:t>等。找出截交线的已知投影，预见未知投影。</a:t>
            </a:r>
          </a:p>
        </p:txBody>
      </p:sp>
      <p:sp>
        <p:nvSpPr>
          <p:cNvPr id="6" name="Text Box 6">
            <a:extLst>
              <a:ext uri="{FF2B5EF4-FFF2-40B4-BE49-F238E27FC236}">
                <a16:creationId xmlns:a16="http://schemas.microsoft.com/office/drawing/2014/main" id="{09CCF115-A510-0C58-ED02-C08350C7A520}"/>
              </a:ext>
            </a:extLst>
          </p:cNvPr>
          <p:cNvSpPr txBox="1">
            <a:spLocks noChangeArrowheads="1"/>
          </p:cNvSpPr>
          <p:nvPr/>
        </p:nvSpPr>
        <p:spPr bwMode="auto">
          <a:xfrm>
            <a:off x="1918494" y="3201504"/>
            <a:ext cx="3225800" cy="461962"/>
          </a:xfrm>
          <a:prstGeom prst="rect">
            <a:avLst/>
          </a:prstGeom>
          <a:noFill/>
          <a:ln w="12700">
            <a:noFill/>
            <a:miter lim="800000"/>
            <a:headEnd/>
            <a:tailEnd/>
          </a:ln>
        </p:spPr>
        <p:txBody>
          <a:bodyPr wrap="none" anchor="ctr">
            <a:spAutoFit/>
          </a:bodyPr>
          <a:lstStyle/>
          <a:p>
            <a:r>
              <a:rPr kumimoji="1" lang="en-US" altLang="zh-CN" b="1">
                <a:solidFill>
                  <a:srgbClr val="0066FF"/>
                </a:solidFill>
              </a:rPr>
              <a:t>2. </a:t>
            </a:r>
            <a:r>
              <a:rPr kumimoji="1" lang="zh-CN" altLang="en-US" b="1">
                <a:solidFill>
                  <a:srgbClr val="0066FF"/>
                </a:solidFill>
              </a:rPr>
              <a:t>画出截交线的投影</a:t>
            </a:r>
          </a:p>
        </p:txBody>
      </p:sp>
      <p:sp>
        <p:nvSpPr>
          <p:cNvPr id="7" name="Text Box 7">
            <a:extLst>
              <a:ext uri="{FF2B5EF4-FFF2-40B4-BE49-F238E27FC236}">
                <a16:creationId xmlns:a16="http://schemas.microsoft.com/office/drawing/2014/main" id="{52580B5F-6915-92A5-F261-066273B6E551}"/>
              </a:ext>
            </a:extLst>
          </p:cNvPr>
          <p:cNvSpPr txBox="1">
            <a:spLocks noChangeArrowheads="1"/>
          </p:cNvSpPr>
          <p:nvPr/>
        </p:nvSpPr>
        <p:spPr bwMode="auto">
          <a:xfrm>
            <a:off x="2566194" y="5001729"/>
            <a:ext cx="6630987" cy="1309687"/>
          </a:xfrm>
          <a:prstGeom prst="rect">
            <a:avLst/>
          </a:prstGeom>
          <a:gradFill rotWithShape="1">
            <a:gsLst>
              <a:gs pos="0">
                <a:srgbClr val="FFFF99"/>
              </a:gs>
              <a:gs pos="50000">
                <a:srgbClr val="FFFFFF"/>
              </a:gs>
              <a:gs pos="100000">
                <a:srgbClr val="FFFF99"/>
              </a:gs>
            </a:gsLst>
            <a:lin ang="5400000" scaled="1"/>
          </a:gradFill>
          <a:ln w="12700">
            <a:solidFill>
              <a:srgbClr val="33CCFF"/>
            </a:solidFill>
            <a:miter lim="800000"/>
            <a:headEnd/>
            <a:tailEnd/>
          </a:ln>
        </p:spPr>
        <p:txBody>
          <a:bodyPr wrap="none" anchor="ctr">
            <a:spAutoFit/>
          </a:bodyPr>
          <a:lstStyle/>
          <a:p>
            <a:pPr>
              <a:lnSpc>
                <a:spcPct val="110000"/>
              </a:lnSpc>
            </a:pPr>
            <a:r>
              <a:rPr kumimoji="1" lang="zh-CN" altLang="en-US" b="1">
                <a:solidFill>
                  <a:srgbClr val="FF0000"/>
                </a:solidFill>
              </a:rPr>
              <a:t>当截交线的投影为非圆曲线时，其作图步骤为：</a:t>
            </a:r>
          </a:p>
          <a:p>
            <a:pPr>
              <a:lnSpc>
                <a:spcPct val="110000"/>
              </a:lnSpc>
            </a:pPr>
            <a:r>
              <a:rPr kumimoji="1" lang="zh-CN" altLang="en-US" b="1"/>
              <a:t>★ 先找特殊点，补充中间点；</a:t>
            </a:r>
          </a:p>
          <a:p>
            <a:pPr>
              <a:lnSpc>
                <a:spcPct val="110000"/>
              </a:lnSpc>
            </a:pPr>
            <a:r>
              <a:rPr kumimoji="1" lang="zh-CN" altLang="en-US" b="1"/>
              <a:t>★ 判断截交线的可见性，光滑连接各点。</a:t>
            </a:r>
          </a:p>
        </p:txBody>
      </p:sp>
      <p:sp>
        <p:nvSpPr>
          <p:cNvPr id="8" name="Text Box 10">
            <a:extLst>
              <a:ext uri="{FF2B5EF4-FFF2-40B4-BE49-F238E27FC236}">
                <a16:creationId xmlns:a16="http://schemas.microsoft.com/office/drawing/2014/main" id="{6E215F4B-DC0F-E79E-B59F-044C9907F29C}"/>
              </a:ext>
            </a:extLst>
          </p:cNvPr>
          <p:cNvSpPr txBox="1">
            <a:spLocks noChangeArrowheads="1"/>
          </p:cNvSpPr>
          <p:nvPr/>
        </p:nvSpPr>
        <p:spPr bwMode="auto">
          <a:xfrm>
            <a:off x="2207419" y="3633304"/>
            <a:ext cx="7561262" cy="1274762"/>
          </a:xfrm>
          <a:prstGeom prst="rect">
            <a:avLst/>
          </a:prstGeom>
          <a:noFill/>
          <a:ln w="12700">
            <a:noFill/>
            <a:miter lim="800000"/>
            <a:headEnd/>
            <a:tailEnd/>
          </a:ln>
        </p:spPr>
        <p:txBody>
          <a:bodyPr anchor="ctr">
            <a:spAutoFit/>
          </a:bodyPr>
          <a:lstStyle/>
          <a:p>
            <a:pPr>
              <a:lnSpc>
                <a:spcPct val="120000"/>
              </a:lnSpc>
            </a:pPr>
            <a:r>
              <a:rPr kumimoji="1" lang="zh-CN" altLang="en-US" sz="2000" b="1"/>
              <a:t>   利用积聚性或者辅助线作图求共有点；</a:t>
            </a:r>
          </a:p>
          <a:p>
            <a:pPr>
              <a:lnSpc>
                <a:spcPct val="120000"/>
              </a:lnSpc>
            </a:pPr>
            <a:r>
              <a:rPr kumimoji="1" lang="zh-CN" altLang="en-US" sz="2000" b="1"/>
              <a:t>   判别可见性，依次连接各点的同面投影，并补全回转体轮廓线。</a:t>
            </a:r>
            <a:r>
              <a:rPr kumimoji="1" lang="zh-CN" altLang="en-US"/>
              <a:t> </a:t>
            </a:r>
          </a:p>
        </p:txBody>
      </p:sp>
    </p:spTree>
    <p:extLst>
      <p:ext uri="{BB962C8B-B14F-4D97-AF65-F5344CB8AC3E}">
        <p14:creationId xmlns:p14="http://schemas.microsoft.com/office/powerpoint/2010/main" val="320546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left)">
                                      <p:cBhvr>
                                        <p:cTn id="16" dur="500"/>
                                        <p:tgtEl>
                                          <p:spTgt spid="6">
                                            <p:txEl>
                                              <p:pRg st="0" end="0"/>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p:bldP spid="6" grpId="0" build="p" autoUpdateAnimBg="0"/>
      <p:bldP spid="7" grpId="0" animBg="1"/>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F75BB7-F3D6-2826-DDF0-8AEF3D12AFA3}"/>
              </a:ext>
            </a:extLst>
          </p:cNvPr>
          <p:cNvSpPr>
            <a:spLocks noGrp="1"/>
          </p:cNvSpPr>
          <p:nvPr>
            <p:ph type="title"/>
          </p:nvPr>
        </p:nvSpPr>
        <p:spPr/>
        <p:txBody>
          <a:bodyPr/>
          <a:lstStyle/>
          <a:p>
            <a:endParaRPr lang="zh-CN" altLang="en-US"/>
          </a:p>
        </p:txBody>
      </p:sp>
      <p:sp>
        <p:nvSpPr>
          <p:cNvPr id="3" name="Rectangle 32">
            <a:extLst>
              <a:ext uri="{FF2B5EF4-FFF2-40B4-BE49-F238E27FC236}">
                <a16:creationId xmlns:a16="http://schemas.microsoft.com/office/drawing/2014/main" id="{B14A7A77-B2E9-AD0B-91EB-B50726DD6A88}"/>
              </a:ext>
            </a:extLst>
          </p:cNvPr>
          <p:cNvSpPr txBox="1">
            <a:spLocks noChangeArrowheads="1"/>
          </p:cNvSpPr>
          <p:nvPr/>
        </p:nvSpPr>
        <p:spPr>
          <a:xfrm>
            <a:off x="1944688" y="95250"/>
            <a:ext cx="8229600" cy="858838"/>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lang="zh-CN" altLang="en-US" sz="2800" b="1" u="none" strike="noStrike" kern="1200" cap="none" spc="200" normalizeH="0" baseline="0" dirty="0">
                <a:solidFill>
                  <a:schemeClr val="accent1"/>
                </a:solidFill>
                <a:uFillTx/>
                <a:latin typeface="+mj-lt"/>
                <a:ea typeface="微软雅黑" panose="020B0503020204020204" pitchFamily="34" charset="-122"/>
                <a:cs typeface="+mj-cs"/>
              </a:defRPr>
            </a:lvl1pPr>
          </a:lstStyle>
          <a:p>
            <a:r>
              <a:rPr lang="zh-CN" altLang="en-US" sz="2400" dirty="0">
                <a:latin typeface="Times New Roman" pitchFamily="18" charset="0"/>
              </a:rPr>
              <a:t>圆柱体被</a:t>
            </a:r>
            <a:r>
              <a:rPr lang="en-US" altLang="zh-CN" sz="2400" i="1" dirty="0">
                <a:latin typeface="Times New Roman" pitchFamily="18" charset="0"/>
              </a:rPr>
              <a:t>P</a:t>
            </a:r>
            <a:r>
              <a:rPr lang="zh-CN" altLang="en-US" sz="2400" i="1" dirty="0">
                <a:latin typeface="Times New Roman" pitchFamily="18" charset="0"/>
              </a:rPr>
              <a:t>、</a:t>
            </a:r>
            <a:r>
              <a:rPr lang="en-US" altLang="zh-CN" sz="2400" i="1" dirty="0">
                <a:latin typeface="Times New Roman" pitchFamily="18" charset="0"/>
              </a:rPr>
              <a:t>Q</a:t>
            </a:r>
            <a:r>
              <a:rPr lang="zh-CN" altLang="en-US" sz="2400" dirty="0">
                <a:latin typeface="Times New Roman" pitchFamily="18" charset="0"/>
              </a:rPr>
              <a:t>二平面截切，试完成其三个投影图。 </a:t>
            </a:r>
          </a:p>
        </p:txBody>
      </p:sp>
      <p:sp>
        <p:nvSpPr>
          <p:cNvPr id="4" name="Rectangle 33">
            <a:extLst>
              <a:ext uri="{FF2B5EF4-FFF2-40B4-BE49-F238E27FC236}">
                <a16:creationId xmlns:a16="http://schemas.microsoft.com/office/drawing/2014/main" id="{5BF3B373-D1E5-785A-62EC-47EED69DB873}"/>
              </a:ext>
            </a:extLst>
          </p:cNvPr>
          <p:cNvSpPr>
            <a:spLocks noChangeArrowheads="1"/>
          </p:cNvSpPr>
          <p:nvPr/>
        </p:nvSpPr>
        <p:spPr bwMode="auto">
          <a:xfrm>
            <a:off x="1944688" y="752475"/>
            <a:ext cx="8364537" cy="1371600"/>
          </a:xfrm>
          <a:prstGeom prst="rect">
            <a:avLst/>
          </a:prstGeom>
          <a:noFill/>
          <a:ln w="9525">
            <a:noFill/>
            <a:miter lim="800000"/>
            <a:headEnd/>
            <a:tailEnd/>
          </a:ln>
        </p:spPr>
        <p:txBody>
          <a:bodyPr anchor="ctr">
            <a:spAutoFit/>
          </a:bodyPr>
          <a:lstStyle/>
          <a:p>
            <a:pPr indent="266700"/>
            <a:r>
              <a:rPr lang="zh-CN" altLang="en-US" sz="2000" b="1">
                <a:solidFill>
                  <a:srgbClr val="0033CC"/>
                </a:solidFill>
                <a:latin typeface="Times New Roman" pitchFamily="18" charset="0"/>
              </a:rPr>
              <a:t>分析：</a:t>
            </a:r>
            <a:r>
              <a:rPr lang="zh-CN" altLang="en-US" sz="2000" b="1">
                <a:latin typeface="Times New Roman" pitchFamily="18" charset="0"/>
              </a:rPr>
              <a:t>圆柱轴线</a:t>
            </a:r>
            <a:r>
              <a:rPr lang="zh-CN" altLang="en-US" b="1">
                <a:latin typeface="Times New Roman" pitchFamily="18" charset="0"/>
              </a:rPr>
              <a:t>⊥</a:t>
            </a:r>
            <a:r>
              <a:rPr lang="en-US" altLang="zh-CN" sz="2000" b="1" i="1">
                <a:latin typeface="Times New Roman" pitchFamily="18" charset="0"/>
              </a:rPr>
              <a:t>V</a:t>
            </a:r>
            <a:r>
              <a:rPr lang="zh-CN" altLang="en-US" sz="2000" b="1">
                <a:latin typeface="Times New Roman" pitchFamily="18" charset="0"/>
              </a:rPr>
              <a:t>面，被水平面</a:t>
            </a:r>
            <a:r>
              <a:rPr lang="en-US" altLang="zh-CN" sz="2000" b="1">
                <a:latin typeface="Times New Roman" pitchFamily="18" charset="0"/>
              </a:rPr>
              <a:t>P</a:t>
            </a:r>
            <a:r>
              <a:rPr lang="zh-CN" altLang="en-US" sz="2000" b="1">
                <a:latin typeface="Times New Roman" pitchFamily="18" charset="0"/>
              </a:rPr>
              <a:t>和侧平面</a:t>
            </a:r>
            <a:r>
              <a:rPr lang="en-US" altLang="zh-CN" sz="2000" b="1" i="1">
                <a:latin typeface="Times New Roman" pitchFamily="18" charset="0"/>
              </a:rPr>
              <a:t>Q</a:t>
            </a:r>
            <a:r>
              <a:rPr lang="zh-CN" altLang="en-US" sz="2000" b="1">
                <a:latin typeface="Times New Roman" pitchFamily="18" charset="0"/>
              </a:rPr>
              <a:t>所截切；截平面</a:t>
            </a:r>
            <a:r>
              <a:rPr lang="en-US" altLang="zh-CN" sz="2000" b="1" i="1">
                <a:latin typeface="Times New Roman" pitchFamily="18" charset="0"/>
              </a:rPr>
              <a:t>P</a:t>
            </a:r>
            <a:r>
              <a:rPr lang="en-US" altLang="zh-CN" b="1">
                <a:latin typeface="Times New Roman" pitchFamily="18" charset="0"/>
              </a:rPr>
              <a:t>∥</a:t>
            </a:r>
            <a:r>
              <a:rPr lang="zh-CN" altLang="en-US" sz="2000" b="1">
                <a:latin typeface="Times New Roman" pitchFamily="18" charset="0"/>
              </a:rPr>
              <a:t>圆柱的轴线，与圆柱面的交线为两条侧垂线。截平面</a:t>
            </a:r>
            <a:r>
              <a:rPr lang="en-US" altLang="zh-CN" sz="2000" b="1" i="1">
                <a:latin typeface="Times New Roman" pitchFamily="18" charset="0"/>
              </a:rPr>
              <a:t>Q</a:t>
            </a:r>
            <a:r>
              <a:rPr lang="zh-CN" altLang="en-US" sz="2000" b="1">
                <a:latin typeface="Times New Roman" pitchFamily="18" charset="0"/>
              </a:rPr>
              <a:t>垂直于圆柱的轴线，与圆柱面的交线为平行于</a:t>
            </a:r>
            <a:r>
              <a:rPr lang="en-US" altLang="zh-CN" sz="2000" b="1" i="1">
                <a:latin typeface="Times New Roman" pitchFamily="18" charset="0"/>
              </a:rPr>
              <a:t>W</a:t>
            </a:r>
            <a:r>
              <a:rPr lang="zh-CN" altLang="en-US" sz="2000" b="1">
                <a:latin typeface="Times New Roman" pitchFamily="18" charset="0"/>
              </a:rPr>
              <a:t>面的一段圆弧。平面</a:t>
            </a:r>
            <a:r>
              <a:rPr lang="en-US" altLang="zh-CN" sz="2000" b="1">
                <a:latin typeface="Times New Roman" pitchFamily="18" charset="0"/>
              </a:rPr>
              <a:t>P</a:t>
            </a:r>
            <a:r>
              <a:rPr lang="zh-CN" altLang="en-US" sz="2000" b="1">
                <a:latin typeface="Times New Roman" pitchFamily="18" charset="0"/>
              </a:rPr>
              <a:t>和</a:t>
            </a:r>
            <a:r>
              <a:rPr lang="en-US" altLang="zh-CN" sz="2000" b="1" i="1">
                <a:latin typeface="Times New Roman" pitchFamily="18" charset="0"/>
              </a:rPr>
              <a:t>Q</a:t>
            </a:r>
            <a:r>
              <a:rPr lang="zh-CN" altLang="en-US" sz="2000" b="1">
                <a:latin typeface="Times New Roman" pitchFamily="18" charset="0"/>
              </a:rPr>
              <a:t>的交线为正垂线。可利用截平面</a:t>
            </a:r>
            <a:r>
              <a:rPr lang="en-US" altLang="zh-CN" sz="2000" b="1" i="1">
                <a:latin typeface="Times New Roman" pitchFamily="18" charset="0"/>
              </a:rPr>
              <a:t>P</a:t>
            </a:r>
            <a:r>
              <a:rPr lang="zh-CN" altLang="en-US" sz="2000" b="1" i="1">
                <a:latin typeface="Times New Roman" pitchFamily="18" charset="0"/>
              </a:rPr>
              <a:t>、</a:t>
            </a:r>
            <a:r>
              <a:rPr lang="en-US" altLang="zh-CN" sz="2000" b="1" i="1">
                <a:latin typeface="Times New Roman" pitchFamily="18" charset="0"/>
              </a:rPr>
              <a:t>Q</a:t>
            </a:r>
            <a:r>
              <a:rPr lang="zh-CN" altLang="en-US" sz="2000" b="1">
                <a:latin typeface="Times New Roman" pitchFamily="18" charset="0"/>
              </a:rPr>
              <a:t>和圆柱面投影的积聚性，直接求圆柱截交线的投影。 </a:t>
            </a:r>
          </a:p>
        </p:txBody>
      </p:sp>
      <p:sp>
        <p:nvSpPr>
          <p:cNvPr id="5" name="Rectangle 34">
            <a:extLst>
              <a:ext uri="{FF2B5EF4-FFF2-40B4-BE49-F238E27FC236}">
                <a16:creationId xmlns:a16="http://schemas.microsoft.com/office/drawing/2014/main" id="{96FB0DCA-C894-0A42-8AA7-54EAD48D97CE}"/>
              </a:ext>
            </a:extLst>
          </p:cNvPr>
          <p:cNvSpPr>
            <a:spLocks noChangeArrowheads="1"/>
          </p:cNvSpPr>
          <p:nvPr/>
        </p:nvSpPr>
        <p:spPr bwMode="auto">
          <a:xfrm>
            <a:off x="1757363" y="2106613"/>
            <a:ext cx="1890712" cy="396875"/>
          </a:xfrm>
          <a:prstGeom prst="rect">
            <a:avLst/>
          </a:prstGeom>
          <a:noFill/>
          <a:ln w="9525">
            <a:noFill/>
            <a:miter lim="800000"/>
            <a:headEnd/>
            <a:tailEnd/>
          </a:ln>
        </p:spPr>
        <p:txBody>
          <a:bodyPr>
            <a:spAutoFit/>
          </a:bodyPr>
          <a:lstStyle/>
          <a:p>
            <a:r>
              <a:rPr lang="zh-CN" altLang="en-US" sz="2000" b="1">
                <a:solidFill>
                  <a:srgbClr val="0033CC"/>
                </a:solidFill>
                <a:latin typeface="Times New Roman" pitchFamily="18" charset="0"/>
              </a:rPr>
              <a:t>作图步骤：</a:t>
            </a:r>
          </a:p>
        </p:txBody>
      </p:sp>
      <p:sp>
        <p:nvSpPr>
          <p:cNvPr id="6" name="Rectangle 35">
            <a:extLst>
              <a:ext uri="{FF2B5EF4-FFF2-40B4-BE49-F238E27FC236}">
                <a16:creationId xmlns:a16="http://schemas.microsoft.com/office/drawing/2014/main" id="{6A10708D-786F-5DCC-53D0-73A4F2D740DA}"/>
              </a:ext>
            </a:extLst>
          </p:cNvPr>
          <p:cNvSpPr>
            <a:spLocks noChangeArrowheads="1"/>
          </p:cNvSpPr>
          <p:nvPr/>
        </p:nvSpPr>
        <p:spPr bwMode="auto">
          <a:xfrm>
            <a:off x="1712913" y="2574925"/>
            <a:ext cx="4770437" cy="3968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1)</a:t>
            </a:r>
            <a:r>
              <a:rPr lang="zh-CN" altLang="en-US" sz="2000" b="1">
                <a:latin typeface="Times New Roman" pitchFamily="18" charset="0"/>
              </a:rPr>
              <a:t>画出截平面</a:t>
            </a:r>
            <a:r>
              <a:rPr lang="en-US" altLang="zh-CN" sz="2000" b="1" i="1">
                <a:latin typeface="Times New Roman" pitchFamily="18" charset="0"/>
              </a:rPr>
              <a:t>P</a:t>
            </a:r>
            <a:r>
              <a:rPr lang="zh-CN" altLang="en-US" sz="2000" b="1" i="1">
                <a:latin typeface="Times New Roman" pitchFamily="18" charset="0"/>
              </a:rPr>
              <a:t>、</a:t>
            </a:r>
            <a:r>
              <a:rPr lang="en-US" altLang="zh-CN" sz="2000" b="1" i="1">
                <a:latin typeface="Times New Roman" pitchFamily="18" charset="0"/>
              </a:rPr>
              <a:t>Q</a:t>
            </a:r>
            <a:r>
              <a:rPr lang="zh-CN" altLang="en-US" sz="2000" b="1">
                <a:latin typeface="Times New Roman" pitchFamily="18" charset="0"/>
              </a:rPr>
              <a:t>的</a:t>
            </a:r>
            <a:r>
              <a:rPr lang="en-US" altLang="zh-CN" sz="2000" b="1" i="1">
                <a:latin typeface="Times New Roman" pitchFamily="18" charset="0"/>
              </a:rPr>
              <a:t>V</a:t>
            </a:r>
            <a:r>
              <a:rPr lang="zh-CN" altLang="en-US" sz="2000" b="1">
                <a:latin typeface="Times New Roman" pitchFamily="18" charset="0"/>
              </a:rPr>
              <a:t>投影</a:t>
            </a:r>
            <a:r>
              <a:rPr lang="en-US" altLang="zh-CN" sz="2000" b="1" i="1">
                <a:latin typeface="Times New Roman" pitchFamily="18" charset="0"/>
              </a:rPr>
              <a:t>P</a:t>
            </a:r>
            <a:r>
              <a:rPr lang="en-US" altLang="zh-CN" sz="2000" b="1" baseline="-25000">
                <a:latin typeface="Times New Roman" pitchFamily="18" charset="0"/>
              </a:rPr>
              <a:t>V</a:t>
            </a:r>
            <a:r>
              <a:rPr lang="zh-CN" altLang="en-US" sz="2000" b="1">
                <a:latin typeface="Times New Roman" pitchFamily="18" charset="0"/>
              </a:rPr>
              <a:t>、</a:t>
            </a:r>
            <a:r>
              <a:rPr lang="en-US" altLang="zh-CN" sz="2000" b="1" i="1">
                <a:latin typeface="Times New Roman" pitchFamily="18" charset="0"/>
              </a:rPr>
              <a:t>Q</a:t>
            </a:r>
            <a:r>
              <a:rPr lang="en-US" altLang="zh-CN" sz="2000" b="1" baseline="-25000">
                <a:latin typeface="Times New Roman" pitchFamily="18" charset="0"/>
              </a:rPr>
              <a:t>V</a:t>
            </a:r>
            <a:r>
              <a:rPr lang="zh-CN" altLang="en-US" sz="2000" b="1">
                <a:latin typeface="Times New Roman" pitchFamily="18" charset="0"/>
              </a:rPr>
              <a:t>；</a:t>
            </a:r>
          </a:p>
        </p:txBody>
      </p:sp>
      <p:sp>
        <p:nvSpPr>
          <p:cNvPr id="7" name="Rectangle 36">
            <a:extLst>
              <a:ext uri="{FF2B5EF4-FFF2-40B4-BE49-F238E27FC236}">
                <a16:creationId xmlns:a16="http://schemas.microsoft.com/office/drawing/2014/main" id="{40F0F068-54EE-B65D-486E-059FD41812DC}"/>
              </a:ext>
            </a:extLst>
          </p:cNvPr>
          <p:cNvSpPr>
            <a:spLocks noChangeArrowheads="1"/>
          </p:cNvSpPr>
          <p:nvPr/>
        </p:nvSpPr>
        <p:spPr bwMode="auto">
          <a:xfrm>
            <a:off x="1712913" y="3152775"/>
            <a:ext cx="4049712" cy="13112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2)</a:t>
            </a:r>
            <a:r>
              <a:rPr lang="zh-CN" altLang="en-US" sz="2000" b="1">
                <a:solidFill>
                  <a:srgbClr val="FF3300"/>
                </a:solidFill>
                <a:latin typeface="Times New Roman" pitchFamily="18" charset="0"/>
              </a:rPr>
              <a:t>找</a:t>
            </a:r>
            <a:r>
              <a:rPr lang="zh-CN" altLang="en-US" sz="2000" b="1">
                <a:latin typeface="Times New Roman" pitchFamily="18" charset="0"/>
              </a:rPr>
              <a:t>出截平面</a:t>
            </a:r>
            <a:r>
              <a:rPr lang="en-US" altLang="zh-CN" sz="2000" b="1" i="1">
                <a:latin typeface="Times New Roman" pitchFamily="18" charset="0"/>
              </a:rPr>
              <a:t>P</a:t>
            </a:r>
            <a:r>
              <a:rPr lang="zh-CN" altLang="en-US" sz="2000" b="1">
                <a:latin typeface="Times New Roman" pitchFamily="18" charset="0"/>
              </a:rPr>
              <a:t>与圆柱面交线的</a:t>
            </a:r>
            <a:r>
              <a:rPr lang="en-US" altLang="zh-CN" sz="2000" b="1" i="1">
                <a:latin typeface="Times New Roman" pitchFamily="18" charset="0"/>
              </a:rPr>
              <a:t>V</a:t>
            </a:r>
            <a:r>
              <a:rPr lang="zh-CN" altLang="en-US" sz="2000" b="1">
                <a:latin typeface="Times New Roman" pitchFamily="18" charset="0"/>
              </a:rPr>
              <a:t>投影</a:t>
            </a:r>
            <a:r>
              <a:rPr lang="en-US" altLang="zh-CN" sz="2000" b="1" i="1">
                <a:solidFill>
                  <a:srgbClr val="0000FF"/>
                </a:solidFill>
                <a:latin typeface="Times New Roman" pitchFamily="18" charset="0"/>
              </a:rPr>
              <a:t>a′b′</a:t>
            </a:r>
            <a:r>
              <a:rPr lang="zh-CN" altLang="en-US" sz="2000" b="1" i="1">
                <a:latin typeface="Times New Roman" pitchFamily="18" charset="0"/>
              </a:rPr>
              <a:t>、</a:t>
            </a:r>
            <a:r>
              <a:rPr lang="en-US" altLang="zh-CN" sz="2000" b="1" i="1">
                <a:solidFill>
                  <a:srgbClr val="0000FF"/>
                </a:solidFill>
                <a:latin typeface="Times New Roman" pitchFamily="18" charset="0"/>
              </a:rPr>
              <a:t>c′d′</a:t>
            </a:r>
            <a:r>
              <a:rPr lang="zh-CN" altLang="en-US" sz="2000" b="1">
                <a:latin typeface="Times New Roman" pitchFamily="18" charset="0"/>
              </a:rPr>
              <a:t>及</a:t>
            </a:r>
            <a:r>
              <a:rPr lang="en-US" altLang="zh-CN" sz="2000" b="1" i="1">
                <a:latin typeface="Times New Roman" pitchFamily="18" charset="0"/>
              </a:rPr>
              <a:t>W</a:t>
            </a:r>
            <a:r>
              <a:rPr lang="zh-CN" altLang="en-US" sz="2000" b="1">
                <a:latin typeface="Times New Roman" pitchFamily="18" charset="0"/>
              </a:rPr>
              <a:t>投影</a:t>
            </a:r>
            <a:r>
              <a:rPr lang="en-US" altLang="zh-CN" sz="2000" b="1" i="1">
                <a:solidFill>
                  <a:srgbClr val="339933"/>
                </a:solidFill>
                <a:latin typeface="Times New Roman" pitchFamily="18" charset="0"/>
              </a:rPr>
              <a:t>a″(b″)</a:t>
            </a:r>
            <a:r>
              <a:rPr lang="zh-CN" altLang="en-US" sz="2000" b="1" i="1">
                <a:latin typeface="Times New Roman" pitchFamily="18" charset="0"/>
              </a:rPr>
              <a:t>、</a:t>
            </a:r>
            <a:r>
              <a:rPr lang="en-US" altLang="zh-CN" sz="2000" b="1" i="1">
                <a:solidFill>
                  <a:srgbClr val="339933"/>
                </a:solidFill>
                <a:latin typeface="Times New Roman" pitchFamily="18" charset="0"/>
              </a:rPr>
              <a:t>c″(d″)</a:t>
            </a:r>
            <a:r>
              <a:rPr lang="zh-CN" altLang="en-US" sz="2000" b="1">
                <a:latin typeface="Times New Roman" pitchFamily="18" charset="0"/>
              </a:rPr>
              <a:t>，求出两交线</a:t>
            </a:r>
            <a:r>
              <a:rPr lang="en-US" altLang="zh-CN" sz="2000" b="1" i="1">
                <a:latin typeface="Times New Roman" pitchFamily="18" charset="0"/>
              </a:rPr>
              <a:t>AB</a:t>
            </a:r>
            <a:r>
              <a:rPr lang="zh-CN" altLang="en-US" sz="2000" b="1" i="1">
                <a:latin typeface="Times New Roman" pitchFamily="18" charset="0"/>
              </a:rPr>
              <a:t>、</a:t>
            </a:r>
            <a:r>
              <a:rPr lang="en-US" altLang="zh-CN" sz="2000" b="1" i="1">
                <a:latin typeface="Times New Roman" pitchFamily="18" charset="0"/>
              </a:rPr>
              <a:t>CD</a:t>
            </a:r>
            <a:r>
              <a:rPr lang="zh-CN" altLang="en-US" sz="2000" b="1">
                <a:latin typeface="Times New Roman" pitchFamily="18" charset="0"/>
              </a:rPr>
              <a:t>的</a:t>
            </a:r>
            <a:r>
              <a:rPr lang="en-US" altLang="zh-CN" sz="2000" b="1" i="1">
                <a:latin typeface="Times New Roman" pitchFamily="18" charset="0"/>
              </a:rPr>
              <a:t>H</a:t>
            </a:r>
            <a:r>
              <a:rPr lang="zh-CN" altLang="en-US" sz="2000" b="1">
                <a:latin typeface="Times New Roman" pitchFamily="18" charset="0"/>
              </a:rPr>
              <a:t>投影</a:t>
            </a:r>
            <a:r>
              <a:rPr lang="en-US" altLang="zh-CN" sz="2000" b="1" i="1">
                <a:latin typeface="Times New Roman" pitchFamily="18" charset="0"/>
              </a:rPr>
              <a:t>ab</a:t>
            </a:r>
            <a:r>
              <a:rPr lang="zh-CN" altLang="en-US" sz="2000" b="1" i="1">
                <a:latin typeface="Times New Roman" pitchFamily="18" charset="0"/>
              </a:rPr>
              <a:t>、</a:t>
            </a:r>
            <a:r>
              <a:rPr lang="en-US" altLang="zh-CN" sz="2000" b="1" i="1">
                <a:latin typeface="Times New Roman" pitchFamily="18" charset="0"/>
              </a:rPr>
              <a:t>cd</a:t>
            </a:r>
            <a:r>
              <a:rPr lang="zh-CN" altLang="en-US" sz="2000" b="1">
                <a:latin typeface="Times New Roman" pitchFamily="18" charset="0"/>
              </a:rPr>
              <a:t>；</a:t>
            </a:r>
          </a:p>
        </p:txBody>
      </p:sp>
      <p:sp>
        <p:nvSpPr>
          <p:cNvPr id="8" name="Rectangle 37">
            <a:extLst>
              <a:ext uri="{FF2B5EF4-FFF2-40B4-BE49-F238E27FC236}">
                <a16:creationId xmlns:a16="http://schemas.microsoft.com/office/drawing/2014/main" id="{56FA3E99-F585-5E13-38B9-79D6A9E6BC3D}"/>
              </a:ext>
            </a:extLst>
          </p:cNvPr>
          <p:cNvSpPr>
            <a:spLocks noChangeArrowheads="1"/>
          </p:cNvSpPr>
          <p:nvPr/>
        </p:nvSpPr>
        <p:spPr bwMode="auto">
          <a:xfrm>
            <a:off x="1757363" y="5905500"/>
            <a:ext cx="2565400" cy="3968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4)</a:t>
            </a:r>
            <a:r>
              <a:rPr lang="en-US" altLang="zh-CN" sz="2000" b="1">
                <a:latin typeface="Times New Roman" pitchFamily="18" charset="0"/>
              </a:rPr>
              <a:t> </a:t>
            </a:r>
            <a:r>
              <a:rPr lang="zh-CN" altLang="en-US" sz="2000" b="1">
                <a:latin typeface="Times New Roman" pitchFamily="18" charset="0"/>
              </a:rPr>
              <a:t>顺序连接。</a:t>
            </a:r>
          </a:p>
        </p:txBody>
      </p:sp>
      <p:sp>
        <p:nvSpPr>
          <p:cNvPr id="9" name="Rectangle 107">
            <a:extLst>
              <a:ext uri="{FF2B5EF4-FFF2-40B4-BE49-F238E27FC236}">
                <a16:creationId xmlns:a16="http://schemas.microsoft.com/office/drawing/2014/main" id="{082E82DB-327D-EA18-1751-EEE5C9C6E84E}"/>
              </a:ext>
            </a:extLst>
          </p:cNvPr>
          <p:cNvSpPr>
            <a:spLocks noChangeArrowheads="1"/>
          </p:cNvSpPr>
          <p:nvPr/>
        </p:nvSpPr>
        <p:spPr bwMode="auto">
          <a:xfrm>
            <a:off x="1757363" y="4733925"/>
            <a:ext cx="3878262" cy="1006475"/>
          </a:xfrm>
          <a:prstGeom prst="rect">
            <a:avLst/>
          </a:prstGeom>
          <a:noFill/>
          <a:ln w="9525">
            <a:noFill/>
            <a:miter lim="800000"/>
            <a:headEnd/>
            <a:tailEnd/>
          </a:ln>
        </p:spPr>
        <p:txBody>
          <a:bodyPr>
            <a:spAutoFit/>
          </a:bodyPr>
          <a:lstStyle/>
          <a:p>
            <a:r>
              <a:rPr lang="en-US" altLang="zh-CN" sz="2000" b="1">
                <a:solidFill>
                  <a:srgbClr val="0033CC"/>
                </a:solidFill>
                <a:latin typeface="Times New Roman" pitchFamily="18" charset="0"/>
              </a:rPr>
              <a:t>3)</a:t>
            </a:r>
            <a:r>
              <a:rPr lang="zh-CN" altLang="en-US" sz="2000" b="1">
                <a:solidFill>
                  <a:srgbClr val="FF3300"/>
                </a:solidFill>
                <a:latin typeface="Times New Roman" pitchFamily="18" charset="0"/>
              </a:rPr>
              <a:t>找</a:t>
            </a:r>
            <a:r>
              <a:rPr lang="zh-CN" altLang="en-US" sz="2000" b="1">
                <a:latin typeface="Times New Roman" pitchFamily="18" charset="0"/>
              </a:rPr>
              <a:t>出截平面</a:t>
            </a:r>
            <a:r>
              <a:rPr lang="en-US" altLang="zh-CN" sz="2000" b="1" i="1">
                <a:latin typeface="Times New Roman" pitchFamily="18" charset="0"/>
              </a:rPr>
              <a:t>Q</a:t>
            </a:r>
            <a:r>
              <a:rPr lang="zh-CN" altLang="en-US" sz="2000" b="1">
                <a:latin typeface="Times New Roman" pitchFamily="18" charset="0"/>
              </a:rPr>
              <a:t>与圆柱面交线的</a:t>
            </a:r>
            <a:r>
              <a:rPr lang="en-US" altLang="zh-CN" sz="2000" b="1" i="1">
                <a:latin typeface="Times New Roman" pitchFamily="18" charset="0"/>
              </a:rPr>
              <a:t>W</a:t>
            </a:r>
            <a:r>
              <a:rPr lang="zh-CN" altLang="en-US" sz="2000" b="1">
                <a:latin typeface="Times New Roman" pitchFamily="18" charset="0"/>
              </a:rPr>
              <a:t>投影</a:t>
            </a:r>
            <a:r>
              <a:rPr lang="en-US" altLang="zh-CN" sz="2000" b="1" i="1">
                <a:solidFill>
                  <a:srgbClr val="339933"/>
                </a:solidFill>
                <a:latin typeface="Times New Roman" pitchFamily="18" charset="0"/>
              </a:rPr>
              <a:t>b″e″d″</a:t>
            </a:r>
            <a:r>
              <a:rPr lang="zh-CN" altLang="en-US" sz="2000" b="1">
                <a:latin typeface="Times New Roman" pitchFamily="18" charset="0"/>
              </a:rPr>
              <a:t>及</a:t>
            </a:r>
            <a:r>
              <a:rPr lang="en-US" altLang="zh-CN" sz="2000" b="1">
                <a:latin typeface="Times New Roman" pitchFamily="18" charset="0"/>
              </a:rPr>
              <a:t>V</a:t>
            </a:r>
            <a:r>
              <a:rPr lang="zh-CN" altLang="en-US" sz="2000" b="1">
                <a:latin typeface="Times New Roman" pitchFamily="18" charset="0"/>
              </a:rPr>
              <a:t>投影</a:t>
            </a:r>
            <a:r>
              <a:rPr lang="en-US" altLang="zh-CN" sz="2000" b="1" i="1">
                <a:solidFill>
                  <a:srgbClr val="0000FF"/>
                </a:solidFill>
                <a:latin typeface="Times New Roman" pitchFamily="18" charset="0"/>
              </a:rPr>
              <a:t>b′e′d′</a:t>
            </a:r>
            <a:r>
              <a:rPr lang="zh-CN" altLang="en-US" sz="2000" b="1">
                <a:latin typeface="Times New Roman" pitchFamily="18" charset="0"/>
              </a:rPr>
              <a:t>，求出</a:t>
            </a:r>
            <a:r>
              <a:rPr lang="en-US" altLang="zh-CN" sz="2000" b="1" i="1">
                <a:latin typeface="Times New Roman" pitchFamily="18" charset="0"/>
              </a:rPr>
              <a:t>H</a:t>
            </a:r>
            <a:r>
              <a:rPr lang="zh-CN" altLang="en-US" sz="2000" b="1">
                <a:latin typeface="Times New Roman" pitchFamily="18" charset="0"/>
              </a:rPr>
              <a:t>投影</a:t>
            </a:r>
            <a:r>
              <a:rPr lang="en-US" altLang="zh-CN" sz="2000" b="1" i="1">
                <a:latin typeface="Times New Roman" pitchFamily="18" charset="0"/>
              </a:rPr>
              <a:t>bed</a:t>
            </a:r>
            <a:r>
              <a:rPr lang="zh-CN" altLang="en-US" sz="2000" b="1">
                <a:latin typeface="Times New Roman" pitchFamily="18" charset="0"/>
              </a:rPr>
              <a:t>；</a:t>
            </a:r>
          </a:p>
        </p:txBody>
      </p:sp>
      <p:pic>
        <p:nvPicPr>
          <p:cNvPr id="10" name="Picture 169">
            <a:extLst>
              <a:ext uri="{FF2B5EF4-FFF2-40B4-BE49-F238E27FC236}">
                <a16:creationId xmlns:a16="http://schemas.microsoft.com/office/drawing/2014/main" id="{43B7E2BC-B3DA-DFE3-2FBF-FF24541C9BEC}"/>
              </a:ext>
            </a:extLst>
          </p:cNvPr>
          <p:cNvPicPr>
            <a:picLocks noChangeAspect="1" noChangeArrowheads="1"/>
          </p:cNvPicPr>
          <p:nvPr/>
        </p:nvPicPr>
        <p:blipFill>
          <a:blip r:embed="rId2">
            <a:lum bright="6000" contrast="-30000"/>
          </a:blip>
          <a:srcRect/>
          <a:stretch>
            <a:fillRect/>
          </a:stretch>
        </p:blipFill>
        <p:spPr bwMode="auto">
          <a:xfrm>
            <a:off x="8328025" y="4681538"/>
            <a:ext cx="1658938" cy="1447800"/>
          </a:xfrm>
          <a:prstGeom prst="rect">
            <a:avLst/>
          </a:prstGeom>
          <a:noFill/>
          <a:ln w="9525">
            <a:noFill/>
            <a:miter lim="800000"/>
            <a:headEnd/>
            <a:tailEnd/>
          </a:ln>
        </p:spPr>
      </p:pic>
      <p:grpSp>
        <p:nvGrpSpPr>
          <p:cNvPr id="11" name="Group 252">
            <a:extLst>
              <a:ext uri="{FF2B5EF4-FFF2-40B4-BE49-F238E27FC236}">
                <a16:creationId xmlns:a16="http://schemas.microsoft.com/office/drawing/2014/main" id="{019E8113-F660-AF72-2086-90D3F0AFB2D4}"/>
              </a:ext>
            </a:extLst>
          </p:cNvPr>
          <p:cNvGrpSpPr>
            <a:grpSpLocks/>
          </p:cNvGrpSpPr>
          <p:nvPr/>
        </p:nvGrpSpPr>
        <p:grpSpPr bwMode="auto">
          <a:xfrm>
            <a:off x="8256588" y="2811463"/>
            <a:ext cx="1736725" cy="1562100"/>
            <a:chOff x="4309" y="1799"/>
            <a:chExt cx="1094" cy="984"/>
          </a:xfrm>
        </p:grpSpPr>
        <p:sp>
          <p:nvSpPr>
            <p:cNvPr id="12" name="Oval 175">
              <a:extLst>
                <a:ext uri="{FF2B5EF4-FFF2-40B4-BE49-F238E27FC236}">
                  <a16:creationId xmlns:a16="http://schemas.microsoft.com/office/drawing/2014/main" id="{9F2BD92F-2F64-296B-53BC-2F76D0B7CF4A}"/>
                </a:ext>
              </a:extLst>
            </p:cNvPr>
            <p:cNvSpPr>
              <a:spLocks noChangeArrowheads="1"/>
            </p:cNvSpPr>
            <p:nvPr/>
          </p:nvSpPr>
          <p:spPr bwMode="auto">
            <a:xfrm rot="5400000">
              <a:off x="4428" y="1860"/>
              <a:ext cx="885" cy="884"/>
            </a:xfrm>
            <a:prstGeom prst="ellipse">
              <a:avLst/>
            </a:prstGeom>
            <a:noFill/>
            <a:ln w="28575">
              <a:solidFill>
                <a:schemeClr val="tx1"/>
              </a:solidFill>
              <a:round/>
              <a:headEnd/>
              <a:tailEnd/>
            </a:ln>
          </p:spPr>
          <p:txBody>
            <a:bodyPr wrap="none" anchor="ctr"/>
            <a:lstStyle/>
            <a:p>
              <a:pPr algn="ctr"/>
              <a:endParaRPr lang="zh-CN" altLang="en-US"/>
            </a:p>
          </p:txBody>
        </p:sp>
        <p:grpSp>
          <p:nvGrpSpPr>
            <p:cNvPr id="13" name="Group 176">
              <a:extLst>
                <a:ext uri="{FF2B5EF4-FFF2-40B4-BE49-F238E27FC236}">
                  <a16:creationId xmlns:a16="http://schemas.microsoft.com/office/drawing/2014/main" id="{9D8210BE-65D4-2305-E3A5-2B2C1A6DEFA5}"/>
                </a:ext>
              </a:extLst>
            </p:cNvPr>
            <p:cNvGrpSpPr>
              <a:grpSpLocks noChangeAspect="1"/>
            </p:cNvGrpSpPr>
            <p:nvPr/>
          </p:nvGrpSpPr>
          <p:grpSpPr bwMode="auto">
            <a:xfrm rot="5400000" flipV="1">
              <a:off x="4370" y="2241"/>
              <a:ext cx="984" cy="100"/>
              <a:chOff x="3029" y="3266"/>
              <a:chExt cx="1155" cy="102"/>
            </a:xfrm>
          </p:grpSpPr>
          <p:sp>
            <p:nvSpPr>
              <p:cNvPr id="20" name="Line 177">
                <a:extLst>
                  <a:ext uri="{FF2B5EF4-FFF2-40B4-BE49-F238E27FC236}">
                    <a16:creationId xmlns:a16="http://schemas.microsoft.com/office/drawing/2014/main" id="{5668E345-2C25-1E31-F898-908CA562EC37}"/>
                  </a:ext>
                </a:extLst>
              </p:cNvPr>
              <p:cNvSpPr>
                <a:spLocks noChangeAspect="1" noChangeShapeType="1"/>
              </p:cNvSpPr>
              <p:nvPr/>
            </p:nvSpPr>
            <p:spPr bwMode="auto">
              <a:xfrm>
                <a:off x="3029" y="3313"/>
                <a:ext cx="1155" cy="0"/>
              </a:xfrm>
              <a:prstGeom prst="line">
                <a:avLst/>
              </a:prstGeom>
              <a:noFill/>
              <a:ln w="9525">
                <a:solidFill>
                  <a:schemeClr val="tx1"/>
                </a:solidFill>
                <a:round/>
                <a:headEnd/>
                <a:tailEnd/>
              </a:ln>
            </p:spPr>
            <p:txBody>
              <a:bodyPr/>
              <a:lstStyle/>
              <a:p>
                <a:endParaRPr lang="zh-CN" altLang="en-US"/>
              </a:p>
            </p:txBody>
          </p:sp>
          <p:sp>
            <p:nvSpPr>
              <p:cNvPr id="21" name="Line 178">
                <a:extLst>
                  <a:ext uri="{FF2B5EF4-FFF2-40B4-BE49-F238E27FC236}">
                    <a16:creationId xmlns:a16="http://schemas.microsoft.com/office/drawing/2014/main" id="{3EE53ECF-42FF-8852-3199-42079E8399BA}"/>
                  </a:ext>
                </a:extLst>
              </p:cNvPr>
              <p:cNvSpPr>
                <a:spLocks noChangeAspect="1" noChangeShapeType="1"/>
              </p:cNvSpPr>
              <p:nvPr/>
            </p:nvSpPr>
            <p:spPr bwMode="auto">
              <a:xfrm>
                <a:off x="3288" y="3277"/>
                <a:ext cx="0" cy="74"/>
              </a:xfrm>
              <a:prstGeom prst="line">
                <a:avLst/>
              </a:prstGeom>
              <a:noFill/>
              <a:ln w="57150">
                <a:solidFill>
                  <a:schemeClr val="bg1"/>
                </a:solidFill>
                <a:round/>
                <a:headEnd/>
                <a:tailEnd/>
              </a:ln>
            </p:spPr>
            <p:txBody>
              <a:bodyPr/>
              <a:lstStyle/>
              <a:p>
                <a:endParaRPr lang="zh-CN" altLang="en-US"/>
              </a:p>
            </p:txBody>
          </p:sp>
          <p:sp>
            <p:nvSpPr>
              <p:cNvPr id="22" name="Line 179">
                <a:extLst>
                  <a:ext uri="{FF2B5EF4-FFF2-40B4-BE49-F238E27FC236}">
                    <a16:creationId xmlns:a16="http://schemas.microsoft.com/office/drawing/2014/main" id="{B3C06DF1-A14A-2991-8757-F9CD1675D77F}"/>
                  </a:ext>
                </a:extLst>
              </p:cNvPr>
              <p:cNvSpPr>
                <a:spLocks noChangeAspect="1" noChangeShapeType="1"/>
              </p:cNvSpPr>
              <p:nvPr/>
            </p:nvSpPr>
            <p:spPr bwMode="auto">
              <a:xfrm>
                <a:off x="3362" y="3294"/>
                <a:ext cx="0" cy="74"/>
              </a:xfrm>
              <a:prstGeom prst="line">
                <a:avLst/>
              </a:prstGeom>
              <a:noFill/>
              <a:ln w="57150">
                <a:solidFill>
                  <a:schemeClr val="bg1"/>
                </a:solidFill>
                <a:round/>
                <a:headEnd/>
                <a:tailEnd/>
              </a:ln>
            </p:spPr>
            <p:txBody>
              <a:bodyPr/>
              <a:lstStyle/>
              <a:p>
                <a:endParaRPr lang="zh-CN" altLang="en-US"/>
              </a:p>
            </p:txBody>
          </p:sp>
          <p:sp>
            <p:nvSpPr>
              <p:cNvPr id="23" name="Line 180">
                <a:extLst>
                  <a:ext uri="{FF2B5EF4-FFF2-40B4-BE49-F238E27FC236}">
                    <a16:creationId xmlns:a16="http://schemas.microsoft.com/office/drawing/2014/main" id="{0DB8CDED-4CB1-D658-5575-88CDDAA8B768}"/>
                  </a:ext>
                </a:extLst>
              </p:cNvPr>
              <p:cNvSpPr>
                <a:spLocks noChangeAspect="1" noChangeShapeType="1"/>
              </p:cNvSpPr>
              <p:nvPr/>
            </p:nvSpPr>
            <p:spPr bwMode="auto">
              <a:xfrm>
                <a:off x="3912" y="3266"/>
                <a:ext cx="0" cy="74"/>
              </a:xfrm>
              <a:prstGeom prst="line">
                <a:avLst/>
              </a:prstGeom>
              <a:noFill/>
              <a:ln w="57150">
                <a:solidFill>
                  <a:schemeClr val="bg1"/>
                </a:solidFill>
                <a:round/>
                <a:headEnd/>
                <a:tailEnd/>
              </a:ln>
            </p:spPr>
            <p:txBody>
              <a:bodyPr/>
              <a:lstStyle/>
              <a:p>
                <a:endParaRPr lang="zh-CN" altLang="en-US"/>
              </a:p>
            </p:txBody>
          </p:sp>
          <p:sp>
            <p:nvSpPr>
              <p:cNvPr id="24" name="Line 181">
                <a:extLst>
                  <a:ext uri="{FF2B5EF4-FFF2-40B4-BE49-F238E27FC236}">
                    <a16:creationId xmlns:a16="http://schemas.microsoft.com/office/drawing/2014/main" id="{3D1A57CB-9444-4638-0941-6FF1EF3366F1}"/>
                  </a:ext>
                </a:extLst>
              </p:cNvPr>
              <p:cNvSpPr>
                <a:spLocks noChangeAspect="1" noChangeShapeType="1"/>
              </p:cNvSpPr>
              <p:nvPr/>
            </p:nvSpPr>
            <p:spPr bwMode="auto">
              <a:xfrm>
                <a:off x="3986" y="3283"/>
                <a:ext cx="0" cy="74"/>
              </a:xfrm>
              <a:prstGeom prst="line">
                <a:avLst/>
              </a:prstGeom>
              <a:noFill/>
              <a:ln w="57150">
                <a:solidFill>
                  <a:schemeClr val="bg1"/>
                </a:solidFill>
                <a:round/>
                <a:headEnd/>
                <a:tailEnd/>
              </a:ln>
            </p:spPr>
            <p:txBody>
              <a:bodyPr/>
              <a:lstStyle/>
              <a:p>
                <a:endParaRPr lang="zh-CN" altLang="en-US"/>
              </a:p>
            </p:txBody>
          </p:sp>
        </p:grpSp>
        <p:grpSp>
          <p:nvGrpSpPr>
            <p:cNvPr id="14" name="Group 182">
              <a:extLst>
                <a:ext uri="{FF2B5EF4-FFF2-40B4-BE49-F238E27FC236}">
                  <a16:creationId xmlns:a16="http://schemas.microsoft.com/office/drawing/2014/main" id="{619ADFA1-CA92-27FA-3D08-6A3AA3864239}"/>
                </a:ext>
              </a:extLst>
            </p:cNvPr>
            <p:cNvGrpSpPr>
              <a:grpSpLocks noChangeAspect="1"/>
            </p:cNvGrpSpPr>
            <p:nvPr/>
          </p:nvGrpSpPr>
          <p:grpSpPr bwMode="auto">
            <a:xfrm rot="5400000" flipV="1">
              <a:off x="4818" y="1746"/>
              <a:ext cx="76" cy="1094"/>
              <a:chOff x="3560" y="2724"/>
              <a:chExt cx="85" cy="1194"/>
            </a:xfrm>
          </p:grpSpPr>
          <p:sp>
            <p:nvSpPr>
              <p:cNvPr id="15" name="Line 183">
                <a:extLst>
                  <a:ext uri="{FF2B5EF4-FFF2-40B4-BE49-F238E27FC236}">
                    <a16:creationId xmlns:a16="http://schemas.microsoft.com/office/drawing/2014/main" id="{647DC47C-D58A-7671-30EE-11019DADC76C}"/>
                  </a:ext>
                </a:extLst>
              </p:cNvPr>
              <p:cNvSpPr>
                <a:spLocks noChangeAspect="1"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16" name="Line 184">
                <a:extLst>
                  <a:ext uri="{FF2B5EF4-FFF2-40B4-BE49-F238E27FC236}">
                    <a16:creationId xmlns:a16="http://schemas.microsoft.com/office/drawing/2014/main" id="{4E2C2A58-CB0B-D554-F950-43C98B7ED37E}"/>
                  </a:ext>
                </a:extLst>
              </p:cNvPr>
              <p:cNvSpPr>
                <a:spLocks noChangeAspect="1"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17" name="Line 185">
                <a:extLst>
                  <a:ext uri="{FF2B5EF4-FFF2-40B4-BE49-F238E27FC236}">
                    <a16:creationId xmlns:a16="http://schemas.microsoft.com/office/drawing/2014/main" id="{4D93F3E3-63B1-242C-D46D-1E70DEF1BCE8}"/>
                  </a:ext>
                </a:extLst>
              </p:cNvPr>
              <p:cNvSpPr>
                <a:spLocks noChangeAspect="1"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18" name="Line 186">
                <a:extLst>
                  <a:ext uri="{FF2B5EF4-FFF2-40B4-BE49-F238E27FC236}">
                    <a16:creationId xmlns:a16="http://schemas.microsoft.com/office/drawing/2014/main" id="{44B26B12-EFB0-88E4-B4F4-34EB82AC7F5F}"/>
                  </a:ext>
                </a:extLst>
              </p:cNvPr>
              <p:cNvSpPr>
                <a:spLocks noChangeAspect="1"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19" name="Line 187">
                <a:extLst>
                  <a:ext uri="{FF2B5EF4-FFF2-40B4-BE49-F238E27FC236}">
                    <a16:creationId xmlns:a16="http://schemas.microsoft.com/office/drawing/2014/main" id="{C1AA8AD8-A9BA-382E-20BD-AF127FDDD01F}"/>
                  </a:ext>
                </a:extLst>
              </p:cNvPr>
              <p:cNvSpPr>
                <a:spLocks noChangeAspect="1"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25" name="Group 188">
            <a:extLst>
              <a:ext uri="{FF2B5EF4-FFF2-40B4-BE49-F238E27FC236}">
                <a16:creationId xmlns:a16="http://schemas.microsoft.com/office/drawing/2014/main" id="{9F1623B2-72FC-5569-4BAC-275C3E4A54E6}"/>
              </a:ext>
            </a:extLst>
          </p:cNvPr>
          <p:cNvGrpSpPr>
            <a:grpSpLocks/>
          </p:cNvGrpSpPr>
          <p:nvPr/>
        </p:nvGrpSpPr>
        <p:grpSpPr bwMode="auto">
          <a:xfrm>
            <a:off x="5991225" y="2909888"/>
            <a:ext cx="2179638" cy="1416050"/>
            <a:chOff x="215" y="1409"/>
            <a:chExt cx="1418" cy="921"/>
          </a:xfrm>
        </p:grpSpPr>
        <p:sp>
          <p:nvSpPr>
            <p:cNvPr id="26" name="AutoShape 189">
              <a:extLst>
                <a:ext uri="{FF2B5EF4-FFF2-40B4-BE49-F238E27FC236}">
                  <a16:creationId xmlns:a16="http://schemas.microsoft.com/office/drawing/2014/main" id="{93949AFB-2349-5E15-9D05-A74157E359CF}"/>
                </a:ext>
              </a:extLst>
            </p:cNvPr>
            <p:cNvSpPr>
              <a:spLocks noChangeArrowheads="1"/>
            </p:cNvSpPr>
            <p:nvPr/>
          </p:nvSpPr>
          <p:spPr bwMode="auto">
            <a:xfrm>
              <a:off x="317" y="1409"/>
              <a:ext cx="1231" cy="921"/>
            </a:xfrm>
            <a:prstGeom prst="parallelogram">
              <a:avLst>
                <a:gd name="adj" fmla="val 0"/>
              </a:avLst>
            </a:prstGeom>
            <a:noFill/>
            <a:ln w="28575">
              <a:solidFill>
                <a:schemeClr val="tx1"/>
              </a:solidFill>
              <a:miter lim="800000"/>
              <a:headEnd/>
              <a:tailEnd/>
            </a:ln>
          </p:spPr>
          <p:txBody>
            <a:bodyPr wrap="none" anchor="ctr"/>
            <a:lstStyle/>
            <a:p>
              <a:pPr algn="ctr"/>
              <a:endParaRPr lang="zh-CN" altLang="zh-CN" b="1">
                <a:solidFill>
                  <a:srgbClr val="0066FF"/>
                </a:solidFill>
                <a:latin typeface="Times New Roman" pitchFamily="18" charset="0"/>
              </a:endParaRPr>
            </a:p>
          </p:txBody>
        </p:sp>
        <p:grpSp>
          <p:nvGrpSpPr>
            <p:cNvPr id="27" name="Group 190">
              <a:extLst>
                <a:ext uri="{FF2B5EF4-FFF2-40B4-BE49-F238E27FC236}">
                  <a16:creationId xmlns:a16="http://schemas.microsoft.com/office/drawing/2014/main" id="{5F61F160-F4EE-57FD-B2C0-9CF8CEC9E8BA}"/>
                </a:ext>
              </a:extLst>
            </p:cNvPr>
            <p:cNvGrpSpPr>
              <a:grpSpLocks/>
            </p:cNvGrpSpPr>
            <p:nvPr/>
          </p:nvGrpSpPr>
          <p:grpSpPr bwMode="auto">
            <a:xfrm rot="5400000" flipV="1">
              <a:off x="893" y="1146"/>
              <a:ext cx="61" cy="1418"/>
              <a:chOff x="3560" y="2724"/>
              <a:chExt cx="85" cy="1194"/>
            </a:xfrm>
          </p:grpSpPr>
          <p:sp>
            <p:nvSpPr>
              <p:cNvPr id="28" name="Line 191">
                <a:extLst>
                  <a:ext uri="{FF2B5EF4-FFF2-40B4-BE49-F238E27FC236}">
                    <a16:creationId xmlns:a16="http://schemas.microsoft.com/office/drawing/2014/main" id="{6F9D150A-2173-55BF-0BDD-886078F4AAB1}"/>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29" name="Line 192">
                <a:extLst>
                  <a:ext uri="{FF2B5EF4-FFF2-40B4-BE49-F238E27FC236}">
                    <a16:creationId xmlns:a16="http://schemas.microsoft.com/office/drawing/2014/main" id="{DC64FEA9-0B3D-3316-8CEA-D8E615F11F86}"/>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30" name="Line 193">
                <a:extLst>
                  <a:ext uri="{FF2B5EF4-FFF2-40B4-BE49-F238E27FC236}">
                    <a16:creationId xmlns:a16="http://schemas.microsoft.com/office/drawing/2014/main" id="{33B17A0F-5F41-B77A-0DB7-A687317C2474}"/>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31" name="Line 194">
                <a:extLst>
                  <a:ext uri="{FF2B5EF4-FFF2-40B4-BE49-F238E27FC236}">
                    <a16:creationId xmlns:a16="http://schemas.microsoft.com/office/drawing/2014/main" id="{534650FF-7445-5FF9-6A9B-B1E76C9A7435}"/>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32" name="Line 195">
                <a:extLst>
                  <a:ext uri="{FF2B5EF4-FFF2-40B4-BE49-F238E27FC236}">
                    <a16:creationId xmlns:a16="http://schemas.microsoft.com/office/drawing/2014/main" id="{0F8E6EF9-F204-9D9C-8AE0-218712504ADE}"/>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33" name="Group 197">
            <a:extLst>
              <a:ext uri="{FF2B5EF4-FFF2-40B4-BE49-F238E27FC236}">
                <a16:creationId xmlns:a16="http://schemas.microsoft.com/office/drawing/2014/main" id="{57689902-90AD-DB5C-289C-D8D6C050E876}"/>
              </a:ext>
            </a:extLst>
          </p:cNvPr>
          <p:cNvGrpSpPr>
            <a:grpSpLocks/>
          </p:cNvGrpSpPr>
          <p:nvPr/>
        </p:nvGrpSpPr>
        <p:grpSpPr bwMode="auto">
          <a:xfrm>
            <a:off x="5991225" y="4848225"/>
            <a:ext cx="2179638" cy="1416050"/>
            <a:chOff x="215" y="1409"/>
            <a:chExt cx="1418" cy="921"/>
          </a:xfrm>
        </p:grpSpPr>
        <p:sp>
          <p:nvSpPr>
            <p:cNvPr id="34" name="AutoShape 198">
              <a:extLst>
                <a:ext uri="{FF2B5EF4-FFF2-40B4-BE49-F238E27FC236}">
                  <a16:creationId xmlns:a16="http://schemas.microsoft.com/office/drawing/2014/main" id="{45B0CF65-2DC4-43DE-FEFF-32804F871634}"/>
                </a:ext>
              </a:extLst>
            </p:cNvPr>
            <p:cNvSpPr>
              <a:spLocks noChangeArrowheads="1"/>
            </p:cNvSpPr>
            <p:nvPr/>
          </p:nvSpPr>
          <p:spPr bwMode="auto">
            <a:xfrm>
              <a:off x="317" y="1409"/>
              <a:ext cx="1231" cy="921"/>
            </a:xfrm>
            <a:prstGeom prst="parallelogram">
              <a:avLst>
                <a:gd name="adj" fmla="val 0"/>
              </a:avLst>
            </a:prstGeom>
            <a:noFill/>
            <a:ln w="28575">
              <a:solidFill>
                <a:schemeClr val="tx1"/>
              </a:solidFill>
              <a:miter lim="800000"/>
              <a:headEnd/>
              <a:tailEnd/>
            </a:ln>
          </p:spPr>
          <p:txBody>
            <a:bodyPr wrap="none" anchor="ctr"/>
            <a:lstStyle/>
            <a:p>
              <a:pPr algn="ctr"/>
              <a:endParaRPr lang="zh-CN" altLang="zh-CN" b="1">
                <a:solidFill>
                  <a:srgbClr val="0066FF"/>
                </a:solidFill>
                <a:latin typeface="Times New Roman" pitchFamily="18" charset="0"/>
              </a:endParaRPr>
            </a:p>
          </p:txBody>
        </p:sp>
        <p:grpSp>
          <p:nvGrpSpPr>
            <p:cNvPr id="35" name="Group 199">
              <a:extLst>
                <a:ext uri="{FF2B5EF4-FFF2-40B4-BE49-F238E27FC236}">
                  <a16:creationId xmlns:a16="http://schemas.microsoft.com/office/drawing/2014/main" id="{79BAD53C-1842-FAE9-004B-D325A50C5D44}"/>
                </a:ext>
              </a:extLst>
            </p:cNvPr>
            <p:cNvGrpSpPr>
              <a:grpSpLocks/>
            </p:cNvGrpSpPr>
            <p:nvPr/>
          </p:nvGrpSpPr>
          <p:grpSpPr bwMode="auto">
            <a:xfrm rot="5400000" flipV="1">
              <a:off x="893" y="1146"/>
              <a:ext cx="61" cy="1418"/>
              <a:chOff x="3560" y="2724"/>
              <a:chExt cx="85" cy="1194"/>
            </a:xfrm>
          </p:grpSpPr>
          <p:sp>
            <p:nvSpPr>
              <p:cNvPr id="36" name="Line 200">
                <a:extLst>
                  <a:ext uri="{FF2B5EF4-FFF2-40B4-BE49-F238E27FC236}">
                    <a16:creationId xmlns:a16="http://schemas.microsoft.com/office/drawing/2014/main" id="{76502A3E-1D31-68B1-735A-DC06559071A8}"/>
                  </a:ext>
                </a:extLst>
              </p:cNvPr>
              <p:cNvSpPr>
                <a:spLocks noChangeShapeType="1"/>
              </p:cNvSpPr>
              <p:nvPr/>
            </p:nvSpPr>
            <p:spPr bwMode="auto">
              <a:xfrm>
                <a:off x="3617" y="2724"/>
                <a:ext cx="0" cy="1194"/>
              </a:xfrm>
              <a:prstGeom prst="line">
                <a:avLst/>
              </a:prstGeom>
              <a:noFill/>
              <a:ln w="9525">
                <a:solidFill>
                  <a:schemeClr val="tx1"/>
                </a:solidFill>
                <a:round/>
                <a:headEnd/>
                <a:tailEnd/>
              </a:ln>
            </p:spPr>
            <p:txBody>
              <a:bodyPr/>
              <a:lstStyle/>
              <a:p>
                <a:endParaRPr lang="zh-CN" altLang="en-US"/>
              </a:p>
            </p:txBody>
          </p:sp>
          <p:sp>
            <p:nvSpPr>
              <p:cNvPr id="37" name="Line 201">
                <a:extLst>
                  <a:ext uri="{FF2B5EF4-FFF2-40B4-BE49-F238E27FC236}">
                    <a16:creationId xmlns:a16="http://schemas.microsoft.com/office/drawing/2014/main" id="{F6B674DC-87E8-96D3-8049-996C5686BCD9}"/>
                  </a:ext>
                </a:extLst>
              </p:cNvPr>
              <p:cNvSpPr>
                <a:spLocks noChangeShapeType="1"/>
              </p:cNvSpPr>
              <p:nvPr/>
            </p:nvSpPr>
            <p:spPr bwMode="auto">
              <a:xfrm rot="5400000">
                <a:off x="3597" y="3580"/>
                <a:ext cx="0" cy="74"/>
              </a:xfrm>
              <a:prstGeom prst="line">
                <a:avLst/>
              </a:prstGeom>
              <a:noFill/>
              <a:ln w="57150">
                <a:solidFill>
                  <a:schemeClr val="bg1"/>
                </a:solidFill>
                <a:round/>
                <a:headEnd/>
                <a:tailEnd/>
              </a:ln>
            </p:spPr>
            <p:txBody>
              <a:bodyPr/>
              <a:lstStyle/>
              <a:p>
                <a:endParaRPr lang="zh-CN" altLang="en-US"/>
              </a:p>
            </p:txBody>
          </p:sp>
          <p:sp>
            <p:nvSpPr>
              <p:cNvPr id="38" name="Line 202">
                <a:extLst>
                  <a:ext uri="{FF2B5EF4-FFF2-40B4-BE49-F238E27FC236}">
                    <a16:creationId xmlns:a16="http://schemas.microsoft.com/office/drawing/2014/main" id="{7E1B3781-79AD-7474-03DD-B7B2F5FC23EB}"/>
                  </a:ext>
                </a:extLst>
              </p:cNvPr>
              <p:cNvSpPr>
                <a:spLocks noChangeShapeType="1"/>
              </p:cNvSpPr>
              <p:nvPr/>
            </p:nvSpPr>
            <p:spPr bwMode="auto">
              <a:xfrm rot="5400000">
                <a:off x="3608" y="3654"/>
                <a:ext cx="0" cy="74"/>
              </a:xfrm>
              <a:prstGeom prst="line">
                <a:avLst/>
              </a:prstGeom>
              <a:noFill/>
              <a:ln w="57150">
                <a:solidFill>
                  <a:schemeClr val="bg1"/>
                </a:solidFill>
                <a:round/>
                <a:headEnd/>
                <a:tailEnd/>
              </a:ln>
            </p:spPr>
            <p:txBody>
              <a:bodyPr/>
              <a:lstStyle/>
              <a:p>
                <a:endParaRPr lang="zh-CN" altLang="en-US"/>
              </a:p>
            </p:txBody>
          </p:sp>
          <p:sp>
            <p:nvSpPr>
              <p:cNvPr id="39" name="Line 203">
                <a:extLst>
                  <a:ext uri="{FF2B5EF4-FFF2-40B4-BE49-F238E27FC236}">
                    <a16:creationId xmlns:a16="http://schemas.microsoft.com/office/drawing/2014/main" id="{7A6AB731-FEE4-D5CA-5EA1-2EF1DDCD297F}"/>
                  </a:ext>
                </a:extLst>
              </p:cNvPr>
              <p:cNvSpPr>
                <a:spLocks noChangeShapeType="1"/>
              </p:cNvSpPr>
              <p:nvPr/>
            </p:nvSpPr>
            <p:spPr bwMode="auto">
              <a:xfrm rot="5400000">
                <a:off x="3597" y="2917"/>
                <a:ext cx="0" cy="74"/>
              </a:xfrm>
              <a:prstGeom prst="line">
                <a:avLst/>
              </a:prstGeom>
              <a:noFill/>
              <a:ln w="57150">
                <a:solidFill>
                  <a:schemeClr val="bg1"/>
                </a:solidFill>
                <a:round/>
                <a:headEnd/>
                <a:tailEnd/>
              </a:ln>
            </p:spPr>
            <p:txBody>
              <a:bodyPr/>
              <a:lstStyle/>
              <a:p>
                <a:endParaRPr lang="zh-CN" altLang="en-US"/>
              </a:p>
            </p:txBody>
          </p:sp>
          <p:sp>
            <p:nvSpPr>
              <p:cNvPr id="40" name="Line 204">
                <a:extLst>
                  <a:ext uri="{FF2B5EF4-FFF2-40B4-BE49-F238E27FC236}">
                    <a16:creationId xmlns:a16="http://schemas.microsoft.com/office/drawing/2014/main" id="{0BECDE67-AA09-4115-5475-A05A26C03A52}"/>
                  </a:ext>
                </a:extLst>
              </p:cNvPr>
              <p:cNvSpPr>
                <a:spLocks noChangeShapeType="1"/>
              </p:cNvSpPr>
              <p:nvPr/>
            </p:nvSpPr>
            <p:spPr bwMode="auto">
              <a:xfrm rot="5400000">
                <a:off x="3608" y="2991"/>
                <a:ext cx="0" cy="74"/>
              </a:xfrm>
              <a:prstGeom prst="line">
                <a:avLst/>
              </a:prstGeom>
              <a:noFill/>
              <a:ln w="57150">
                <a:solidFill>
                  <a:schemeClr val="bg1"/>
                </a:solidFill>
                <a:round/>
                <a:headEnd/>
                <a:tailEnd/>
              </a:ln>
            </p:spPr>
            <p:txBody>
              <a:bodyPr/>
              <a:lstStyle/>
              <a:p>
                <a:endParaRPr lang="zh-CN" altLang="en-US"/>
              </a:p>
            </p:txBody>
          </p:sp>
        </p:grpSp>
      </p:grpSp>
      <p:grpSp>
        <p:nvGrpSpPr>
          <p:cNvPr id="41" name="Group 349">
            <a:extLst>
              <a:ext uri="{FF2B5EF4-FFF2-40B4-BE49-F238E27FC236}">
                <a16:creationId xmlns:a16="http://schemas.microsoft.com/office/drawing/2014/main" id="{BC99DD8C-D826-1953-3A06-ED41A9155674}"/>
              </a:ext>
            </a:extLst>
          </p:cNvPr>
          <p:cNvGrpSpPr>
            <a:grpSpLocks/>
          </p:cNvGrpSpPr>
          <p:nvPr/>
        </p:nvGrpSpPr>
        <p:grpSpPr bwMode="auto">
          <a:xfrm>
            <a:off x="8867775" y="2598738"/>
            <a:ext cx="790575" cy="354012"/>
            <a:chOff x="4694" y="1665"/>
            <a:chExt cx="498" cy="223"/>
          </a:xfrm>
        </p:grpSpPr>
        <p:sp>
          <p:nvSpPr>
            <p:cNvPr id="42" name="Text Box 171">
              <a:extLst>
                <a:ext uri="{FF2B5EF4-FFF2-40B4-BE49-F238E27FC236}">
                  <a16:creationId xmlns:a16="http://schemas.microsoft.com/office/drawing/2014/main" id="{309E7D39-E38D-814E-DC4D-B7694C724A72}"/>
                </a:ext>
              </a:extLst>
            </p:cNvPr>
            <p:cNvSpPr txBox="1">
              <a:spLocks noChangeArrowheads="1"/>
            </p:cNvSpPr>
            <p:nvPr/>
          </p:nvSpPr>
          <p:spPr bwMode="auto">
            <a:xfrm rot="10800000" flipV="1">
              <a:off x="4694" y="1665"/>
              <a:ext cx="498" cy="212"/>
            </a:xfrm>
            <a:prstGeom prst="rect">
              <a:avLst/>
            </a:prstGeom>
            <a:noFill/>
            <a:ln w="9525">
              <a:noFill/>
              <a:miter lim="800000"/>
              <a:headEnd/>
              <a:tailEnd/>
            </a:ln>
          </p:spPr>
          <p:txBody>
            <a:bodyPr>
              <a:spAutoFit/>
            </a:bodyPr>
            <a:lstStyle/>
            <a:p>
              <a:pPr>
                <a:spcBef>
                  <a:spcPct val="50000"/>
                </a:spcBef>
              </a:pPr>
              <a:r>
                <a:rPr lang="en-US" altLang="zh-CN" sz="1600" b="1" i="1" dirty="0">
                  <a:solidFill>
                    <a:srgbClr val="339933"/>
                  </a:solidFill>
                  <a:latin typeface="Times New Roman" pitchFamily="18" charset="0"/>
                </a:rPr>
                <a:t>e〞</a:t>
              </a:r>
            </a:p>
          </p:txBody>
        </p:sp>
        <p:sp>
          <p:nvSpPr>
            <p:cNvPr id="43" name="Oval 207">
              <a:extLst>
                <a:ext uri="{FF2B5EF4-FFF2-40B4-BE49-F238E27FC236}">
                  <a16:creationId xmlns:a16="http://schemas.microsoft.com/office/drawing/2014/main" id="{E596825E-1972-96CF-3716-9B55781FF475}"/>
                </a:ext>
              </a:extLst>
            </p:cNvPr>
            <p:cNvSpPr>
              <a:spLocks noChangeArrowheads="1"/>
            </p:cNvSpPr>
            <p:nvPr/>
          </p:nvSpPr>
          <p:spPr bwMode="auto">
            <a:xfrm>
              <a:off x="4836" y="1845"/>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44" name="Line 209">
            <a:extLst>
              <a:ext uri="{FF2B5EF4-FFF2-40B4-BE49-F238E27FC236}">
                <a16:creationId xmlns:a16="http://schemas.microsoft.com/office/drawing/2014/main" id="{87ACB38D-3A49-7DB6-DD79-9A08F6708425}"/>
              </a:ext>
            </a:extLst>
          </p:cNvPr>
          <p:cNvSpPr>
            <a:spLocks noChangeShapeType="1"/>
          </p:cNvSpPr>
          <p:nvPr/>
        </p:nvSpPr>
        <p:spPr bwMode="auto">
          <a:xfrm>
            <a:off x="7292975" y="2905125"/>
            <a:ext cx="1800225" cy="4763"/>
          </a:xfrm>
          <a:prstGeom prst="line">
            <a:avLst/>
          </a:prstGeom>
          <a:noFill/>
          <a:ln w="9525">
            <a:solidFill>
              <a:schemeClr val="hlink"/>
            </a:solidFill>
            <a:round/>
            <a:headEnd/>
            <a:tailEnd type="triangle" w="sm" len="lg"/>
          </a:ln>
        </p:spPr>
        <p:txBody>
          <a:bodyPr/>
          <a:lstStyle/>
          <a:p>
            <a:endParaRPr lang="zh-CN" altLang="en-US"/>
          </a:p>
        </p:txBody>
      </p:sp>
      <p:sp>
        <p:nvSpPr>
          <p:cNvPr id="45" name="Line 220">
            <a:extLst>
              <a:ext uri="{FF2B5EF4-FFF2-40B4-BE49-F238E27FC236}">
                <a16:creationId xmlns:a16="http://schemas.microsoft.com/office/drawing/2014/main" id="{4CF41E3F-DF1F-307F-6E2B-A14531CF3975}"/>
              </a:ext>
            </a:extLst>
          </p:cNvPr>
          <p:cNvSpPr>
            <a:spLocks noChangeShapeType="1"/>
          </p:cNvSpPr>
          <p:nvPr/>
        </p:nvSpPr>
        <p:spPr bwMode="auto">
          <a:xfrm>
            <a:off x="7329488" y="3317875"/>
            <a:ext cx="2447925" cy="0"/>
          </a:xfrm>
          <a:prstGeom prst="line">
            <a:avLst/>
          </a:prstGeom>
          <a:noFill/>
          <a:ln w="9525">
            <a:solidFill>
              <a:schemeClr val="hlink"/>
            </a:solidFill>
            <a:round/>
            <a:headEnd/>
            <a:tailEnd type="triangle" w="sm" len="lg"/>
          </a:ln>
        </p:spPr>
        <p:txBody>
          <a:bodyPr/>
          <a:lstStyle/>
          <a:p>
            <a:endParaRPr lang="zh-CN" altLang="en-US"/>
          </a:p>
        </p:txBody>
      </p:sp>
      <p:sp>
        <p:nvSpPr>
          <p:cNvPr id="46" name="Line 232">
            <a:extLst>
              <a:ext uri="{FF2B5EF4-FFF2-40B4-BE49-F238E27FC236}">
                <a16:creationId xmlns:a16="http://schemas.microsoft.com/office/drawing/2014/main" id="{A1378C0C-DB5E-471E-3BE2-921E842BA833}"/>
              </a:ext>
            </a:extLst>
          </p:cNvPr>
          <p:cNvSpPr>
            <a:spLocks noChangeShapeType="1"/>
          </p:cNvSpPr>
          <p:nvPr/>
        </p:nvSpPr>
        <p:spPr bwMode="auto">
          <a:xfrm>
            <a:off x="9785350" y="3316288"/>
            <a:ext cx="0" cy="2900362"/>
          </a:xfrm>
          <a:prstGeom prst="line">
            <a:avLst/>
          </a:prstGeom>
          <a:noFill/>
          <a:ln w="9525">
            <a:solidFill>
              <a:schemeClr val="hlink"/>
            </a:solidFill>
            <a:round/>
            <a:headEnd/>
            <a:tailEnd type="triangle" w="sm" len="lg"/>
          </a:ln>
        </p:spPr>
        <p:txBody>
          <a:bodyPr/>
          <a:lstStyle/>
          <a:p>
            <a:endParaRPr lang="zh-CN" altLang="en-US"/>
          </a:p>
        </p:txBody>
      </p:sp>
      <p:sp>
        <p:nvSpPr>
          <p:cNvPr id="47" name="Line 241">
            <a:extLst>
              <a:ext uri="{FF2B5EF4-FFF2-40B4-BE49-F238E27FC236}">
                <a16:creationId xmlns:a16="http://schemas.microsoft.com/office/drawing/2014/main" id="{5432BDC6-CE4C-8539-2238-80A83DFB5D97}"/>
              </a:ext>
            </a:extLst>
          </p:cNvPr>
          <p:cNvSpPr>
            <a:spLocks noChangeShapeType="1"/>
          </p:cNvSpPr>
          <p:nvPr/>
        </p:nvSpPr>
        <p:spPr bwMode="auto">
          <a:xfrm flipH="1">
            <a:off x="6124575" y="6197600"/>
            <a:ext cx="3652838" cy="0"/>
          </a:xfrm>
          <a:prstGeom prst="line">
            <a:avLst/>
          </a:prstGeom>
          <a:noFill/>
          <a:ln w="9525">
            <a:solidFill>
              <a:schemeClr val="hlink"/>
            </a:solidFill>
            <a:round/>
            <a:headEnd/>
            <a:tailEnd type="triangle" w="sm" len="lg"/>
          </a:ln>
        </p:spPr>
        <p:txBody>
          <a:bodyPr/>
          <a:lstStyle/>
          <a:p>
            <a:endParaRPr lang="zh-CN" altLang="en-US"/>
          </a:p>
        </p:txBody>
      </p:sp>
      <p:grpSp>
        <p:nvGrpSpPr>
          <p:cNvPr id="48" name="Group 361">
            <a:extLst>
              <a:ext uri="{FF2B5EF4-FFF2-40B4-BE49-F238E27FC236}">
                <a16:creationId xmlns:a16="http://schemas.microsoft.com/office/drawing/2014/main" id="{C9B438E2-37A0-559D-E1AF-DC44B226AD64}"/>
              </a:ext>
            </a:extLst>
          </p:cNvPr>
          <p:cNvGrpSpPr>
            <a:grpSpLocks/>
          </p:cNvGrpSpPr>
          <p:nvPr/>
        </p:nvGrpSpPr>
        <p:grpSpPr bwMode="auto">
          <a:xfrm>
            <a:off x="8062913" y="4549775"/>
            <a:ext cx="1697037" cy="1239838"/>
            <a:chOff x="4187" y="2894"/>
            <a:chExt cx="1069" cy="781"/>
          </a:xfrm>
        </p:grpSpPr>
        <p:sp>
          <p:nvSpPr>
            <p:cNvPr id="49" name="Freeform 274">
              <a:extLst>
                <a:ext uri="{FF2B5EF4-FFF2-40B4-BE49-F238E27FC236}">
                  <a16:creationId xmlns:a16="http://schemas.microsoft.com/office/drawing/2014/main" id="{D5D42E8C-DC97-677D-116E-A2F56F2E967F}"/>
                </a:ext>
              </a:extLst>
            </p:cNvPr>
            <p:cNvSpPr>
              <a:spLocks noChangeAspect="1"/>
            </p:cNvSpPr>
            <p:nvPr/>
          </p:nvSpPr>
          <p:spPr bwMode="auto">
            <a:xfrm>
              <a:off x="4195" y="3124"/>
              <a:ext cx="959" cy="551"/>
            </a:xfrm>
            <a:custGeom>
              <a:avLst/>
              <a:gdLst>
                <a:gd name="T0" fmla="*/ 0 w 682"/>
                <a:gd name="T1" fmla="*/ 273 h 392"/>
                <a:gd name="T2" fmla="*/ 478 w 682"/>
                <a:gd name="T3" fmla="*/ 551 h 392"/>
                <a:gd name="T4" fmla="*/ 959 w 682"/>
                <a:gd name="T5" fmla="*/ 273 h 392"/>
                <a:gd name="T6" fmla="*/ 487 w 682"/>
                <a:gd name="T7" fmla="*/ 0 h 392"/>
                <a:gd name="T8" fmla="*/ 0 w 682"/>
                <a:gd name="T9" fmla="*/ 273 h 392"/>
                <a:gd name="T10" fmla="*/ 0 60000 65536"/>
                <a:gd name="T11" fmla="*/ 0 60000 65536"/>
                <a:gd name="T12" fmla="*/ 0 60000 65536"/>
                <a:gd name="T13" fmla="*/ 0 60000 65536"/>
                <a:gd name="T14" fmla="*/ 0 60000 65536"/>
                <a:gd name="T15" fmla="*/ 0 w 682"/>
                <a:gd name="T16" fmla="*/ 0 h 392"/>
                <a:gd name="T17" fmla="*/ 682 w 682"/>
                <a:gd name="T18" fmla="*/ 392 h 392"/>
              </a:gdLst>
              <a:ahLst/>
              <a:cxnLst>
                <a:cxn ang="T10">
                  <a:pos x="T0" y="T1"/>
                </a:cxn>
                <a:cxn ang="T11">
                  <a:pos x="T2" y="T3"/>
                </a:cxn>
                <a:cxn ang="T12">
                  <a:pos x="T4" y="T5"/>
                </a:cxn>
                <a:cxn ang="T13">
                  <a:pos x="T6" y="T7"/>
                </a:cxn>
                <a:cxn ang="T14">
                  <a:pos x="T8" y="T9"/>
                </a:cxn>
              </a:cxnLst>
              <a:rect l="T15" t="T16" r="T17" b="T18"/>
              <a:pathLst>
                <a:path w="682" h="392">
                  <a:moveTo>
                    <a:pt x="0" y="194"/>
                  </a:moveTo>
                  <a:lnTo>
                    <a:pt x="340" y="392"/>
                  </a:lnTo>
                  <a:lnTo>
                    <a:pt x="682" y="194"/>
                  </a:lnTo>
                  <a:lnTo>
                    <a:pt x="346" y="0"/>
                  </a:lnTo>
                  <a:lnTo>
                    <a:pt x="0" y="194"/>
                  </a:lnTo>
                  <a:close/>
                </a:path>
              </a:pathLst>
            </a:custGeom>
            <a:solidFill>
              <a:srgbClr val="BBE0E3">
                <a:alpha val="49019"/>
              </a:srgbClr>
            </a:solidFill>
            <a:ln w="9525">
              <a:solidFill>
                <a:srgbClr val="800000"/>
              </a:solidFill>
              <a:round/>
              <a:headEnd/>
              <a:tailEnd/>
            </a:ln>
          </p:spPr>
          <p:txBody>
            <a:bodyPr/>
            <a:lstStyle/>
            <a:p>
              <a:pPr algn="ctr"/>
              <a:endParaRPr lang="zh-CN" altLang="en-US"/>
            </a:p>
          </p:txBody>
        </p:sp>
        <p:sp>
          <p:nvSpPr>
            <p:cNvPr id="50" name="Freeform 275">
              <a:extLst>
                <a:ext uri="{FF2B5EF4-FFF2-40B4-BE49-F238E27FC236}">
                  <a16:creationId xmlns:a16="http://schemas.microsoft.com/office/drawing/2014/main" id="{95281324-C991-B9F1-4F18-2A974BA1EB92}"/>
                </a:ext>
              </a:extLst>
            </p:cNvPr>
            <p:cNvSpPr>
              <a:spLocks noChangeAspect="1"/>
            </p:cNvSpPr>
            <p:nvPr/>
          </p:nvSpPr>
          <p:spPr bwMode="auto">
            <a:xfrm>
              <a:off x="4682" y="2894"/>
              <a:ext cx="472" cy="503"/>
            </a:xfrm>
            <a:custGeom>
              <a:avLst/>
              <a:gdLst>
                <a:gd name="T0" fmla="*/ 0 w 472"/>
                <a:gd name="T1" fmla="*/ 0 h 503"/>
                <a:gd name="T2" fmla="*/ 470 w 472"/>
                <a:gd name="T3" fmla="*/ 254 h 503"/>
                <a:gd name="T4" fmla="*/ 472 w 472"/>
                <a:gd name="T5" fmla="*/ 503 h 503"/>
                <a:gd name="T6" fmla="*/ 0 w 472"/>
                <a:gd name="T7" fmla="*/ 230 h 503"/>
                <a:gd name="T8" fmla="*/ 0 w 472"/>
                <a:gd name="T9" fmla="*/ 0 h 503"/>
                <a:gd name="T10" fmla="*/ 0 60000 65536"/>
                <a:gd name="T11" fmla="*/ 0 60000 65536"/>
                <a:gd name="T12" fmla="*/ 0 60000 65536"/>
                <a:gd name="T13" fmla="*/ 0 60000 65536"/>
                <a:gd name="T14" fmla="*/ 0 60000 65536"/>
                <a:gd name="T15" fmla="*/ 0 w 472"/>
                <a:gd name="T16" fmla="*/ 0 h 503"/>
                <a:gd name="T17" fmla="*/ 472 w 472"/>
                <a:gd name="T18" fmla="*/ 503 h 503"/>
              </a:gdLst>
              <a:ahLst/>
              <a:cxnLst>
                <a:cxn ang="T10">
                  <a:pos x="T0" y="T1"/>
                </a:cxn>
                <a:cxn ang="T11">
                  <a:pos x="T2" y="T3"/>
                </a:cxn>
                <a:cxn ang="T12">
                  <a:pos x="T4" y="T5"/>
                </a:cxn>
                <a:cxn ang="T13">
                  <a:pos x="T6" y="T7"/>
                </a:cxn>
                <a:cxn ang="T14">
                  <a:pos x="T8" y="T9"/>
                </a:cxn>
              </a:cxnLst>
              <a:rect l="T15" t="T16" r="T17" b="T18"/>
              <a:pathLst>
                <a:path w="472" h="503">
                  <a:moveTo>
                    <a:pt x="0" y="0"/>
                  </a:moveTo>
                  <a:lnTo>
                    <a:pt x="470" y="254"/>
                  </a:lnTo>
                  <a:lnTo>
                    <a:pt x="472" y="503"/>
                  </a:lnTo>
                  <a:lnTo>
                    <a:pt x="0" y="230"/>
                  </a:lnTo>
                  <a:lnTo>
                    <a:pt x="0" y="0"/>
                  </a:lnTo>
                  <a:close/>
                </a:path>
              </a:pathLst>
            </a:custGeom>
            <a:solidFill>
              <a:srgbClr val="BBE0E3">
                <a:alpha val="49019"/>
              </a:srgbClr>
            </a:solidFill>
            <a:ln w="9525">
              <a:solidFill>
                <a:srgbClr val="800000"/>
              </a:solidFill>
              <a:round/>
              <a:headEnd/>
              <a:tailEnd/>
            </a:ln>
          </p:spPr>
          <p:txBody>
            <a:bodyPr/>
            <a:lstStyle/>
            <a:p>
              <a:pPr algn="ctr"/>
              <a:endParaRPr lang="zh-CN" altLang="en-US"/>
            </a:p>
          </p:txBody>
        </p:sp>
        <p:sp>
          <p:nvSpPr>
            <p:cNvPr id="51" name="Text Box 276">
              <a:extLst>
                <a:ext uri="{FF2B5EF4-FFF2-40B4-BE49-F238E27FC236}">
                  <a16:creationId xmlns:a16="http://schemas.microsoft.com/office/drawing/2014/main" id="{4436D707-8BEA-9010-7431-5C023A910EB8}"/>
                </a:ext>
              </a:extLst>
            </p:cNvPr>
            <p:cNvSpPr txBox="1">
              <a:spLocks noChangeArrowheads="1"/>
            </p:cNvSpPr>
            <p:nvPr/>
          </p:nvSpPr>
          <p:spPr bwMode="auto">
            <a:xfrm>
              <a:off x="4187" y="3306"/>
              <a:ext cx="242" cy="173"/>
            </a:xfrm>
            <a:prstGeom prst="rect">
              <a:avLst/>
            </a:prstGeom>
            <a:noFill/>
            <a:ln w="9525">
              <a:noFill/>
              <a:miter lim="800000"/>
              <a:headEnd/>
              <a:tailEnd/>
            </a:ln>
          </p:spPr>
          <p:txBody>
            <a:bodyPr>
              <a:spAutoFit/>
            </a:bodyPr>
            <a:lstStyle/>
            <a:p>
              <a:pPr>
                <a:spcBef>
                  <a:spcPct val="50000"/>
                </a:spcBef>
              </a:pPr>
              <a:r>
                <a:rPr lang="en-US" altLang="zh-CN" sz="1200" b="1" i="1">
                  <a:solidFill>
                    <a:srgbClr val="0000FF"/>
                  </a:solidFill>
                  <a:latin typeface="Times New Roman" pitchFamily="18" charset="0"/>
                </a:rPr>
                <a:t>P</a:t>
              </a:r>
            </a:p>
          </p:txBody>
        </p:sp>
        <p:sp>
          <p:nvSpPr>
            <p:cNvPr id="52" name="Text Box 277">
              <a:extLst>
                <a:ext uri="{FF2B5EF4-FFF2-40B4-BE49-F238E27FC236}">
                  <a16:creationId xmlns:a16="http://schemas.microsoft.com/office/drawing/2014/main" id="{2E063D76-03C2-2C90-8AEA-77374CE91D18}"/>
                </a:ext>
              </a:extLst>
            </p:cNvPr>
            <p:cNvSpPr txBox="1">
              <a:spLocks noChangeArrowheads="1"/>
            </p:cNvSpPr>
            <p:nvPr/>
          </p:nvSpPr>
          <p:spPr bwMode="auto">
            <a:xfrm>
              <a:off x="5014" y="3090"/>
              <a:ext cx="242" cy="173"/>
            </a:xfrm>
            <a:prstGeom prst="rect">
              <a:avLst/>
            </a:prstGeom>
            <a:noFill/>
            <a:ln w="9525">
              <a:noFill/>
              <a:miter lim="800000"/>
              <a:headEnd/>
              <a:tailEnd/>
            </a:ln>
          </p:spPr>
          <p:txBody>
            <a:bodyPr>
              <a:spAutoFit/>
            </a:bodyPr>
            <a:lstStyle/>
            <a:p>
              <a:pPr>
                <a:spcBef>
                  <a:spcPct val="50000"/>
                </a:spcBef>
              </a:pPr>
              <a:r>
                <a:rPr lang="en-US" altLang="zh-CN" sz="1200" b="1" i="1">
                  <a:solidFill>
                    <a:srgbClr val="008000"/>
                  </a:solidFill>
                  <a:latin typeface="Times New Roman" pitchFamily="18" charset="0"/>
                </a:rPr>
                <a:t>Q</a:t>
              </a:r>
            </a:p>
          </p:txBody>
        </p:sp>
      </p:grpSp>
      <p:grpSp>
        <p:nvGrpSpPr>
          <p:cNvPr id="53" name="Group 367">
            <a:extLst>
              <a:ext uri="{FF2B5EF4-FFF2-40B4-BE49-F238E27FC236}">
                <a16:creationId xmlns:a16="http://schemas.microsoft.com/office/drawing/2014/main" id="{8D960595-649B-B5E6-4164-97200616A353}"/>
              </a:ext>
            </a:extLst>
          </p:cNvPr>
          <p:cNvGrpSpPr>
            <a:grpSpLocks/>
          </p:cNvGrpSpPr>
          <p:nvPr/>
        </p:nvGrpSpPr>
        <p:grpSpPr bwMode="auto">
          <a:xfrm>
            <a:off x="8161338" y="4694238"/>
            <a:ext cx="1566862" cy="1128712"/>
            <a:chOff x="4249" y="2985"/>
            <a:chExt cx="987" cy="711"/>
          </a:xfrm>
        </p:grpSpPr>
        <p:grpSp>
          <p:nvGrpSpPr>
            <p:cNvPr id="54" name="Group 364">
              <a:extLst>
                <a:ext uri="{FF2B5EF4-FFF2-40B4-BE49-F238E27FC236}">
                  <a16:creationId xmlns:a16="http://schemas.microsoft.com/office/drawing/2014/main" id="{D250C9E6-17AC-A0B1-B4F0-5D6E711F606F}"/>
                </a:ext>
              </a:extLst>
            </p:cNvPr>
            <p:cNvGrpSpPr>
              <a:grpSpLocks/>
            </p:cNvGrpSpPr>
            <p:nvPr/>
          </p:nvGrpSpPr>
          <p:grpSpPr bwMode="auto">
            <a:xfrm>
              <a:off x="4601" y="3484"/>
              <a:ext cx="226" cy="212"/>
              <a:chOff x="4601" y="3484"/>
              <a:chExt cx="226" cy="212"/>
            </a:xfrm>
          </p:grpSpPr>
          <p:sp>
            <p:nvSpPr>
              <p:cNvPr id="67" name="Text Box 254">
                <a:extLst>
                  <a:ext uri="{FF2B5EF4-FFF2-40B4-BE49-F238E27FC236}">
                    <a16:creationId xmlns:a16="http://schemas.microsoft.com/office/drawing/2014/main" id="{2FF0FC78-CABD-0843-9908-EC1B813419A0}"/>
                  </a:ext>
                </a:extLst>
              </p:cNvPr>
              <p:cNvSpPr txBox="1">
                <a:spLocks noChangeArrowheads="1"/>
              </p:cNvSpPr>
              <p:nvPr/>
            </p:nvSpPr>
            <p:spPr bwMode="auto">
              <a:xfrm>
                <a:off x="4601" y="3484"/>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A</a:t>
                </a:r>
              </a:p>
            </p:txBody>
          </p:sp>
          <p:sp>
            <p:nvSpPr>
              <p:cNvPr id="68" name="Oval 256">
                <a:extLst>
                  <a:ext uri="{FF2B5EF4-FFF2-40B4-BE49-F238E27FC236}">
                    <a16:creationId xmlns:a16="http://schemas.microsoft.com/office/drawing/2014/main" id="{329FCB1B-A8B0-6BB5-FBFB-D6F5FBC961C0}"/>
                  </a:ext>
                </a:extLst>
              </p:cNvPr>
              <p:cNvSpPr>
                <a:spLocks noChangeArrowheads="1"/>
              </p:cNvSpPr>
              <p:nvPr/>
            </p:nvSpPr>
            <p:spPr bwMode="auto">
              <a:xfrm>
                <a:off x="4747" y="3546"/>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5" name="Group 365">
              <a:extLst>
                <a:ext uri="{FF2B5EF4-FFF2-40B4-BE49-F238E27FC236}">
                  <a16:creationId xmlns:a16="http://schemas.microsoft.com/office/drawing/2014/main" id="{0FE453FD-CDA7-2D4D-E29D-5BF3D89C6BE2}"/>
                </a:ext>
              </a:extLst>
            </p:cNvPr>
            <p:cNvGrpSpPr>
              <a:grpSpLocks/>
            </p:cNvGrpSpPr>
            <p:nvPr/>
          </p:nvGrpSpPr>
          <p:grpSpPr bwMode="auto">
            <a:xfrm>
              <a:off x="5010" y="3179"/>
              <a:ext cx="226" cy="212"/>
              <a:chOff x="5010" y="3179"/>
              <a:chExt cx="226" cy="212"/>
            </a:xfrm>
          </p:grpSpPr>
          <p:sp>
            <p:nvSpPr>
              <p:cNvPr id="65" name="Text Box 259">
                <a:extLst>
                  <a:ext uri="{FF2B5EF4-FFF2-40B4-BE49-F238E27FC236}">
                    <a16:creationId xmlns:a16="http://schemas.microsoft.com/office/drawing/2014/main" id="{82B326B3-37FE-04D4-534A-892CB3DF0903}"/>
                  </a:ext>
                </a:extLst>
              </p:cNvPr>
              <p:cNvSpPr txBox="1">
                <a:spLocks noChangeArrowheads="1"/>
              </p:cNvSpPr>
              <p:nvPr/>
            </p:nvSpPr>
            <p:spPr bwMode="auto">
              <a:xfrm>
                <a:off x="5010" y="3179"/>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B</a:t>
                </a:r>
              </a:p>
            </p:txBody>
          </p:sp>
          <p:sp>
            <p:nvSpPr>
              <p:cNvPr id="66" name="Oval 260">
                <a:extLst>
                  <a:ext uri="{FF2B5EF4-FFF2-40B4-BE49-F238E27FC236}">
                    <a16:creationId xmlns:a16="http://schemas.microsoft.com/office/drawing/2014/main" id="{9CB52C2A-EA52-D91E-E2D7-DD2E42BBEB51}"/>
                  </a:ext>
                </a:extLst>
              </p:cNvPr>
              <p:cNvSpPr>
                <a:spLocks noChangeArrowheads="1"/>
              </p:cNvSpPr>
              <p:nvPr/>
            </p:nvSpPr>
            <p:spPr bwMode="auto">
              <a:xfrm>
                <a:off x="5084" y="3345"/>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6" name="Group 362">
              <a:extLst>
                <a:ext uri="{FF2B5EF4-FFF2-40B4-BE49-F238E27FC236}">
                  <a16:creationId xmlns:a16="http://schemas.microsoft.com/office/drawing/2014/main" id="{87ECA4E7-AA2F-668B-F141-A274B787F3D6}"/>
                </a:ext>
              </a:extLst>
            </p:cNvPr>
            <p:cNvGrpSpPr>
              <a:grpSpLocks/>
            </p:cNvGrpSpPr>
            <p:nvPr/>
          </p:nvGrpSpPr>
          <p:grpSpPr bwMode="auto">
            <a:xfrm>
              <a:off x="4890" y="3025"/>
              <a:ext cx="226" cy="212"/>
              <a:chOff x="4890" y="3025"/>
              <a:chExt cx="226" cy="212"/>
            </a:xfrm>
          </p:grpSpPr>
          <p:sp>
            <p:nvSpPr>
              <p:cNvPr id="63" name="Text Box 262">
                <a:extLst>
                  <a:ext uri="{FF2B5EF4-FFF2-40B4-BE49-F238E27FC236}">
                    <a16:creationId xmlns:a16="http://schemas.microsoft.com/office/drawing/2014/main" id="{5C2DAE50-A017-2F26-175C-077A81B76DB6}"/>
                  </a:ext>
                </a:extLst>
              </p:cNvPr>
              <p:cNvSpPr txBox="1">
                <a:spLocks noChangeArrowheads="1"/>
              </p:cNvSpPr>
              <p:nvPr/>
            </p:nvSpPr>
            <p:spPr bwMode="auto">
              <a:xfrm>
                <a:off x="4890" y="3025"/>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E</a:t>
                </a:r>
              </a:p>
            </p:txBody>
          </p:sp>
          <p:sp>
            <p:nvSpPr>
              <p:cNvPr id="64" name="Oval 263">
                <a:extLst>
                  <a:ext uri="{FF2B5EF4-FFF2-40B4-BE49-F238E27FC236}">
                    <a16:creationId xmlns:a16="http://schemas.microsoft.com/office/drawing/2014/main" id="{BF5D673B-DAA7-6C85-53BD-4B4CC2A9DA20}"/>
                  </a:ext>
                </a:extLst>
              </p:cNvPr>
              <p:cNvSpPr>
                <a:spLocks noChangeArrowheads="1"/>
              </p:cNvSpPr>
              <p:nvPr/>
            </p:nvSpPr>
            <p:spPr bwMode="auto">
              <a:xfrm>
                <a:off x="4923" y="3147"/>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7" name="Group 366">
              <a:extLst>
                <a:ext uri="{FF2B5EF4-FFF2-40B4-BE49-F238E27FC236}">
                  <a16:creationId xmlns:a16="http://schemas.microsoft.com/office/drawing/2014/main" id="{37B534DF-FC25-70A9-1304-1ADB35F78FF3}"/>
                </a:ext>
              </a:extLst>
            </p:cNvPr>
            <p:cNvGrpSpPr>
              <a:grpSpLocks/>
            </p:cNvGrpSpPr>
            <p:nvPr/>
          </p:nvGrpSpPr>
          <p:grpSpPr bwMode="auto">
            <a:xfrm>
              <a:off x="4659" y="2985"/>
              <a:ext cx="226" cy="212"/>
              <a:chOff x="4659" y="2985"/>
              <a:chExt cx="226" cy="212"/>
            </a:xfrm>
          </p:grpSpPr>
          <p:sp>
            <p:nvSpPr>
              <p:cNvPr id="61" name="Text Box 265">
                <a:extLst>
                  <a:ext uri="{FF2B5EF4-FFF2-40B4-BE49-F238E27FC236}">
                    <a16:creationId xmlns:a16="http://schemas.microsoft.com/office/drawing/2014/main" id="{431ABA88-7364-FF27-39F9-10A26957F03C}"/>
                  </a:ext>
                </a:extLst>
              </p:cNvPr>
              <p:cNvSpPr txBox="1">
                <a:spLocks noChangeArrowheads="1"/>
              </p:cNvSpPr>
              <p:nvPr/>
            </p:nvSpPr>
            <p:spPr bwMode="auto">
              <a:xfrm>
                <a:off x="4659" y="2985"/>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D</a:t>
                </a:r>
              </a:p>
            </p:txBody>
          </p:sp>
          <p:sp>
            <p:nvSpPr>
              <p:cNvPr id="62" name="Oval 266">
                <a:extLst>
                  <a:ext uri="{FF2B5EF4-FFF2-40B4-BE49-F238E27FC236}">
                    <a16:creationId xmlns:a16="http://schemas.microsoft.com/office/drawing/2014/main" id="{C3B5BDFD-B4A5-6A11-7DD1-F5CC9F1363B1}"/>
                  </a:ext>
                </a:extLst>
              </p:cNvPr>
              <p:cNvSpPr>
                <a:spLocks noChangeArrowheads="1"/>
              </p:cNvSpPr>
              <p:nvPr/>
            </p:nvSpPr>
            <p:spPr bwMode="auto">
              <a:xfrm>
                <a:off x="4748" y="3156"/>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58" name="Group 363">
              <a:extLst>
                <a:ext uri="{FF2B5EF4-FFF2-40B4-BE49-F238E27FC236}">
                  <a16:creationId xmlns:a16="http://schemas.microsoft.com/office/drawing/2014/main" id="{C95337D0-F5AE-4EAC-FDE1-6A76CC4D50E1}"/>
                </a:ext>
              </a:extLst>
            </p:cNvPr>
            <p:cNvGrpSpPr>
              <a:grpSpLocks/>
            </p:cNvGrpSpPr>
            <p:nvPr/>
          </p:nvGrpSpPr>
          <p:grpSpPr bwMode="auto">
            <a:xfrm>
              <a:off x="4249" y="3253"/>
              <a:ext cx="226" cy="212"/>
              <a:chOff x="4249" y="3253"/>
              <a:chExt cx="226" cy="212"/>
            </a:xfrm>
          </p:grpSpPr>
          <p:sp>
            <p:nvSpPr>
              <p:cNvPr id="59" name="Text Box 271">
                <a:extLst>
                  <a:ext uri="{FF2B5EF4-FFF2-40B4-BE49-F238E27FC236}">
                    <a16:creationId xmlns:a16="http://schemas.microsoft.com/office/drawing/2014/main" id="{E4E8BF98-C9A6-A676-0903-268129127215}"/>
                  </a:ext>
                </a:extLst>
              </p:cNvPr>
              <p:cNvSpPr txBox="1">
                <a:spLocks noChangeArrowheads="1"/>
              </p:cNvSpPr>
              <p:nvPr/>
            </p:nvSpPr>
            <p:spPr bwMode="auto">
              <a:xfrm>
                <a:off x="4249" y="3253"/>
                <a:ext cx="226" cy="212"/>
              </a:xfrm>
              <a:prstGeom prst="rect">
                <a:avLst/>
              </a:prstGeom>
              <a:noFill/>
              <a:ln w="9525">
                <a:noFill/>
                <a:miter lim="800000"/>
                <a:headEnd/>
                <a:tailEnd/>
              </a:ln>
            </p:spPr>
            <p:txBody>
              <a:bodyPr>
                <a:spAutoFit/>
              </a:bodyPr>
              <a:lstStyle/>
              <a:p>
                <a:pPr>
                  <a:spcBef>
                    <a:spcPct val="50000"/>
                  </a:spcBef>
                </a:pPr>
                <a:r>
                  <a:rPr lang="en-US" altLang="zh-CN" sz="1600" b="1" i="1">
                    <a:latin typeface="Times New Roman" pitchFamily="18" charset="0"/>
                  </a:rPr>
                  <a:t>C</a:t>
                </a:r>
              </a:p>
            </p:txBody>
          </p:sp>
          <p:sp>
            <p:nvSpPr>
              <p:cNvPr id="60" name="Oval 272">
                <a:extLst>
                  <a:ext uri="{FF2B5EF4-FFF2-40B4-BE49-F238E27FC236}">
                    <a16:creationId xmlns:a16="http://schemas.microsoft.com/office/drawing/2014/main" id="{6C9028F8-EED7-0718-4E97-B79044C8C28D}"/>
                  </a:ext>
                </a:extLst>
              </p:cNvPr>
              <p:cNvSpPr>
                <a:spLocks noChangeArrowheads="1"/>
              </p:cNvSpPr>
              <p:nvPr/>
            </p:nvSpPr>
            <p:spPr bwMode="auto">
              <a:xfrm>
                <a:off x="4413" y="3345"/>
                <a:ext cx="20" cy="20"/>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grpSp>
        <p:nvGrpSpPr>
          <p:cNvPr id="69" name="Group 280">
            <a:extLst>
              <a:ext uri="{FF2B5EF4-FFF2-40B4-BE49-F238E27FC236}">
                <a16:creationId xmlns:a16="http://schemas.microsoft.com/office/drawing/2014/main" id="{516EBE5A-0206-24F6-A9E4-574EF8396D45}"/>
              </a:ext>
            </a:extLst>
          </p:cNvPr>
          <p:cNvGrpSpPr>
            <a:grpSpLocks/>
          </p:cNvGrpSpPr>
          <p:nvPr/>
        </p:nvGrpSpPr>
        <p:grpSpPr bwMode="auto">
          <a:xfrm>
            <a:off x="8129588" y="4302125"/>
            <a:ext cx="1758950" cy="2008188"/>
            <a:chOff x="4229" y="2738"/>
            <a:chExt cx="1108" cy="1265"/>
          </a:xfrm>
        </p:grpSpPr>
        <p:sp>
          <p:nvSpPr>
            <p:cNvPr id="70" name="Line 211">
              <a:extLst>
                <a:ext uri="{FF2B5EF4-FFF2-40B4-BE49-F238E27FC236}">
                  <a16:creationId xmlns:a16="http://schemas.microsoft.com/office/drawing/2014/main" id="{7AA4372B-DD19-1A53-C1AB-71B1A93D152C}"/>
                </a:ext>
              </a:extLst>
            </p:cNvPr>
            <p:cNvSpPr>
              <a:spLocks noChangeShapeType="1"/>
            </p:cNvSpPr>
            <p:nvPr/>
          </p:nvSpPr>
          <p:spPr bwMode="auto">
            <a:xfrm>
              <a:off x="4229" y="3520"/>
              <a:ext cx="635" cy="0"/>
            </a:xfrm>
            <a:prstGeom prst="line">
              <a:avLst/>
            </a:prstGeom>
            <a:noFill/>
            <a:ln w="9525">
              <a:solidFill>
                <a:srgbClr val="FF3300"/>
              </a:solidFill>
              <a:round/>
              <a:headEnd/>
              <a:tailEnd/>
            </a:ln>
          </p:spPr>
          <p:txBody>
            <a:bodyPr/>
            <a:lstStyle/>
            <a:p>
              <a:endParaRPr lang="zh-CN" altLang="en-US"/>
            </a:p>
          </p:txBody>
        </p:sp>
        <p:sp>
          <p:nvSpPr>
            <p:cNvPr id="71" name="Line 212">
              <a:extLst>
                <a:ext uri="{FF2B5EF4-FFF2-40B4-BE49-F238E27FC236}">
                  <a16:creationId xmlns:a16="http://schemas.microsoft.com/office/drawing/2014/main" id="{A7820BF9-08D7-DF76-CC4B-294076E0077C}"/>
                </a:ext>
              </a:extLst>
            </p:cNvPr>
            <p:cNvSpPr>
              <a:spLocks noChangeShapeType="1"/>
            </p:cNvSpPr>
            <p:nvPr/>
          </p:nvSpPr>
          <p:spPr bwMode="auto">
            <a:xfrm>
              <a:off x="4864" y="2738"/>
              <a:ext cx="0" cy="783"/>
            </a:xfrm>
            <a:prstGeom prst="line">
              <a:avLst/>
            </a:prstGeom>
            <a:noFill/>
            <a:ln w="9525">
              <a:solidFill>
                <a:srgbClr val="FF3300"/>
              </a:solidFill>
              <a:round/>
              <a:headEnd/>
              <a:tailEnd/>
            </a:ln>
          </p:spPr>
          <p:txBody>
            <a:bodyPr/>
            <a:lstStyle/>
            <a:p>
              <a:endParaRPr lang="zh-CN" altLang="en-US"/>
            </a:p>
          </p:txBody>
        </p:sp>
        <p:sp>
          <p:nvSpPr>
            <p:cNvPr id="72" name="Line 213">
              <a:extLst>
                <a:ext uri="{FF2B5EF4-FFF2-40B4-BE49-F238E27FC236}">
                  <a16:creationId xmlns:a16="http://schemas.microsoft.com/office/drawing/2014/main" id="{0989C261-6AB0-1E4E-DC41-43D2D2B310E7}"/>
                </a:ext>
              </a:extLst>
            </p:cNvPr>
            <p:cNvSpPr>
              <a:spLocks noChangeShapeType="1"/>
            </p:cNvSpPr>
            <p:nvPr/>
          </p:nvSpPr>
          <p:spPr bwMode="auto">
            <a:xfrm>
              <a:off x="4345" y="3010"/>
              <a:ext cx="992" cy="993"/>
            </a:xfrm>
            <a:prstGeom prst="line">
              <a:avLst/>
            </a:prstGeom>
            <a:noFill/>
            <a:ln w="9525">
              <a:solidFill>
                <a:srgbClr val="FF3300"/>
              </a:solidFill>
              <a:round/>
              <a:headEnd/>
              <a:tailEnd/>
            </a:ln>
          </p:spPr>
          <p:txBody>
            <a:bodyPr/>
            <a:lstStyle/>
            <a:p>
              <a:endParaRPr lang="zh-CN" altLang="en-US"/>
            </a:p>
          </p:txBody>
        </p:sp>
      </p:grpSp>
      <p:grpSp>
        <p:nvGrpSpPr>
          <p:cNvPr id="73" name="Group 301">
            <a:extLst>
              <a:ext uri="{FF2B5EF4-FFF2-40B4-BE49-F238E27FC236}">
                <a16:creationId xmlns:a16="http://schemas.microsoft.com/office/drawing/2014/main" id="{77501BDE-2392-84EC-9A25-FCBD48EB1BC7}"/>
              </a:ext>
            </a:extLst>
          </p:cNvPr>
          <p:cNvGrpSpPr>
            <a:grpSpLocks/>
          </p:cNvGrpSpPr>
          <p:nvPr/>
        </p:nvGrpSpPr>
        <p:grpSpPr bwMode="auto">
          <a:xfrm>
            <a:off x="6078538" y="2847975"/>
            <a:ext cx="1214437" cy="469900"/>
            <a:chOff x="2937" y="1822"/>
            <a:chExt cx="765" cy="296"/>
          </a:xfrm>
        </p:grpSpPr>
        <p:sp>
          <p:nvSpPr>
            <p:cNvPr id="74" name="Rectangle 298">
              <a:extLst>
                <a:ext uri="{FF2B5EF4-FFF2-40B4-BE49-F238E27FC236}">
                  <a16:creationId xmlns:a16="http://schemas.microsoft.com/office/drawing/2014/main" id="{512EBDFE-726E-EA9D-ED71-AC8EF3164A24}"/>
                </a:ext>
              </a:extLst>
            </p:cNvPr>
            <p:cNvSpPr>
              <a:spLocks noChangeArrowheads="1"/>
            </p:cNvSpPr>
            <p:nvPr/>
          </p:nvSpPr>
          <p:spPr bwMode="auto">
            <a:xfrm>
              <a:off x="2937" y="1822"/>
              <a:ext cx="765" cy="295"/>
            </a:xfrm>
            <a:prstGeom prst="rect">
              <a:avLst/>
            </a:prstGeom>
            <a:solidFill>
              <a:schemeClr val="bg1"/>
            </a:solidFill>
            <a:ln w="9525">
              <a:noFill/>
              <a:miter lim="800000"/>
              <a:headEnd/>
              <a:tailEnd/>
            </a:ln>
          </p:spPr>
          <p:txBody>
            <a:bodyPr wrap="none" anchor="ctr"/>
            <a:lstStyle/>
            <a:p>
              <a:pPr algn="ctr"/>
              <a:endParaRPr lang="zh-CN" altLang="en-US"/>
            </a:p>
          </p:txBody>
        </p:sp>
        <p:sp>
          <p:nvSpPr>
            <p:cNvPr id="75" name="Freeform 299">
              <a:extLst>
                <a:ext uri="{FF2B5EF4-FFF2-40B4-BE49-F238E27FC236}">
                  <a16:creationId xmlns:a16="http://schemas.microsoft.com/office/drawing/2014/main" id="{20B56884-ACE6-8BA0-2914-9372AEFF46E0}"/>
                </a:ext>
              </a:extLst>
            </p:cNvPr>
            <p:cNvSpPr>
              <a:spLocks/>
            </p:cNvSpPr>
            <p:nvPr/>
          </p:nvSpPr>
          <p:spPr bwMode="auto">
            <a:xfrm>
              <a:off x="2978" y="1862"/>
              <a:ext cx="724" cy="256"/>
            </a:xfrm>
            <a:custGeom>
              <a:avLst/>
              <a:gdLst>
                <a:gd name="T0" fmla="*/ 0 w 724"/>
                <a:gd name="T1" fmla="*/ 256 h 256"/>
                <a:gd name="T2" fmla="*/ 0 w 724"/>
                <a:gd name="T3" fmla="*/ 0 h 256"/>
                <a:gd name="T4" fmla="*/ 724 w 724"/>
                <a:gd name="T5" fmla="*/ 0 h 256"/>
                <a:gd name="T6" fmla="*/ 0 60000 65536"/>
                <a:gd name="T7" fmla="*/ 0 60000 65536"/>
                <a:gd name="T8" fmla="*/ 0 60000 65536"/>
                <a:gd name="T9" fmla="*/ 0 w 724"/>
                <a:gd name="T10" fmla="*/ 0 h 256"/>
                <a:gd name="T11" fmla="*/ 724 w 724"/>
                <a:gd name="T12" fmla="*/ 256 h 256"/>
              </a:gdLst>
              <a:ahLst/>
              <a:cxnLst>
                <a:cxn ang="T6">
                  <a:pos x="T0" y="T1"/>
                </a:cxn>
                <a:cxn ang="T7">
                  <a:pos x="T2" y="T3"/>
                </a:cxn>
                <a:cxn ang="T8">
                  <a:pos x="T4" y="T5"/>
                </a:cxn>
              </a:cxnLst>
              <a:rect l="T9" t="T10" r="T11" b="T12"/>
              <a:pathLst>
                <a:path w="724" h="256">
                  <a:moveTo>
                    <a:pt x="0" y="256"/>
                  </a:moveTo>
                  <a:lnTo>
                    <a:pt x="0" y="0"/>
                  </a:lnTo>
                  <a:lnTo>
                    <a:pt x="724" y="0"/>
                  </a:lnTo>
                </a:path>
              </a:pathLst>
            </a:custGeom>
            <a:solidFill>
              <a:schemeClr val="bg1"/>
            </a:solidFill>
            <a:ln w="12700">
              <a:solidFill>
                <a:schemeClr val="tx1"/>
              </a:solidFill>
              <a:prstDash val="lgDashDotDot"/>
              <a:round/>
              <a:headEnd/>
              <a:tailEnd/>
            </a:ln>
          </p:spPr>
          <p:txBody>
            <a:bodyPr/>
            <a:lstStyle/>
            <a:p>
              <a:pPr algn="ctr"/>
              <a:endParaRPr lang="zh-CN" altLang="en-US"/>
            </a:p>
          </p:txBody>
        </p:sp>
      </p:grpSp>
      <p:grpSp>
        <p:nvGrpSpPr>
          <p:cNvPr id="76" name="Group 297">
            <a:extLst>
              <a:ext uri="{FF2B5EF4-FFF2-40B4-BE49-F238E27FC236}">
                <a16:creationId xmlns:a16="http://schemas.microsoft.com/office/drawing/2014/main" id="{FB2839FF-2E55-275D-3AA7-77D51C8313ED}"/>
              </a:ext>
            </a:extLst>
          </p:cNvPr>
          <p:cNvGrpSpPr>
            <a:grpSpLocks/>
          </p:cNvGrpSpPr>
          <p:nvPr/>
        </p:nvGrpSpPr>
        <p:grpSpPr bwMode="auto">
          <a:xfrm>
            <a:off x="7200900" y="2393950"/>
            <a:ext cx="542925" cy="933450"/>
            <a:chOff x="3644" y="1536"/>
            <a:chExt cx="342" cy="588"/>
          </a:xfrm>
        </p:grpSpPr>
        <p:sp>
          <p:nvSpPr>
            <p:cNvPr id="77" name="Line 294">
              <a:extLst>
                <a:ext uri="{FF2B5EF4-FFF2-40B4-BE49-F238E27FC236}">
                  <a16:creationId xmlns:a16="http://schemas.microsoft.com/office/drawing/2014/main" id="{96AA279F-C9FE-A4F2-B91F-D73BD941E2EB}"/>
                </a:ext>
              </a:extLst>
            </p:cNvPr>
            <p:cNvSpPr>
              <a:spLocks noChangeShapeType="1"/>
            </p:cNvSpPr>
            <p:nvPr/>
          </p:nvSpPr>
          <p:spPr bwMode="auto">
            <a:xfrm rot="16200000" flipV="1">
              <a:off x="3494" y="1917"/>
              <a:ext cx="415" cy="0"/>
            </a:xfrm>
            <a:prstGeom prst="line">
              <a:avLst/>
            </a:prstGeom>
            <a:noFill/>
            <a:ln w="9525">
              <a:solidFill>
                <a:srgbClr val="339933"/>
              </a:solidFill>
              <a:round/>
              <a:headEnd/>
              <a:tailEnd/>
            </a:ln>
          </p:spPr>
          <p:txBody>
            <a:bodyPr/>
            <a:lstStyle/>
            <a:p>
              <a:endParaRPr lang="zh-CN" altLang="en-US"/>
            </a:p>
          </p:txBody>
        </p:sp>
        <p:sp>
          <p:nvSpPr>
            <p:cNvPr id="78" name="Line 295">
              <a:extLst>
                <a:ext uri="{FF2B5EF4-FFF2-40B4-BE49-F238E27FC236}">
                  <a16:creationId xmlns:a16="http://schemas.microsoft.com/office/drawing/2014/main" id="{E8CF73A5-85D3-7F6C-8763-CB523BB424D7}"/>
                </a:ext>
              </a:extLst>
            </p:cNvPr>
            <p:cNvSpPr>
              <a:spLocks noChangeShapeType="1"/>
            </p:cNvSpPr>
            <p:nvPr/>
          </p:nvSpPr>
          <p:spPr bwMode="auto">
            <a:xfrm rot="16200000" flipH="1">
              <a:off x="3616" y="1736"/>
              <a:ext cx="172" cy="0"/>
            </a:xfrm>
            <a:prstGeom prst="line">
              <a:avLst/>
            </a:prstGeom>
            <a:noFill/>
            <a:ln w="28575">
              <a:solidFill>
                <a:srgbClr val="339933"/>
              </a:solidFill>
              <a:round/>
              <a:headEnd/>
              <a:tailEnd/>
            </a:ln>
          </p:spPr>
          <p:txBody>
            <a:bodyPr/>
            <a:lstStyle/>
            <a:p>
              <a:endParaRPr lang="zh-CN" altLang="en-US"/>
            </a:p>
          </p:txBody>
        </p:sp>
        <p:sp>
          <p:nvSpPr>
            <p:cNvPr id="79" name="Text Box 296">
              <a:extLst>
                <a:ext uri="{FF2B5EF4-FFF2-40B4-BE49-F238E27FC236}">
                  <a16:creationId xmlns:a16="http://schemas.microsoft.com/office/drawing/2014/main" id="{1E481756-29FB-D1F1-F413-D803AE88ADF1}"/>
                </a:ext>
              </a:extLst>
            </p:cNvPr>
            <p:cNvSpPr txBox="1">
              <a:spLocks noChangeArrowheads="1"/>
            </p:cNvSpPr>
            <p:nvPr/>
          </p:nvSpPr>
          <p:spPr bwMode="auto">
            <a:xfrm>
              <a:off x="3644" y="1536"/>
              <a:ext cx="34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Q</a:t>
              </a:r>
              <a:r>
                <a:rPr lang="en-US" altLang="zh-CN" sz="1600" b="1" i="1" baseline="-25000">
                  <a:solidFill>
                    <a:srgbClr val="339933"/>
                  </a:solidFill>
                  <a:latin typeface="Times New Roman" pitchFamily="18" charset="0"/>
                </a:rPr>
                <a:t>V</a:t>
              </a:r>
            </a:p>
          </p:txBody>
        </p:sp>
      </p:grpSp>
      <p:grpSp>
        <p:nvGrpSpPr>
          <p:cNvPr id="80" name="Group 316">
            <a:extLst>
              <a:ext uri="{FF2B5EF4-FFF2-40B4-BE49-F238E27FC236}">
                <a16:creationId xmlns:a16="http://schemas.microsoft.com/office/drawing/2014/main" id="{9A20FAA9-5A74-8736-54DC-DA2D370AC8F5}"/>
              </a:ext>
            </a:extLst>
          </p:cNvPr>
          <p:cNvGrpSpPr>
            <a:grpSpLocks/>
          </p:cNvGrpSpPr>
          <p:nvPr/>
        </p:nvGrpSpPr>
        <p:grpSpPr bwMode="auto">
          <a:xfrm>
            <a:off x="9678988" y="3016250"/>
            <a:ext cx="1014412" cy="381000"/>
            <a:chOff x="5205" y="1948"/>
            <a:chExt cx="639" cy="240"/>
          </a:xfrm>
        </p:grpSpPr>
        <p:sp>
          <p:nvSpPr>
            <p:cNvPr id="81" name="Text Box 222">
              <a:extLst>
                <a:ext uri="{FF2B5EF4-FFF2-40B4-BE49-F238E27FC236}">
                  <a16:creationId xmlns:a16="http://schemas.microsoft.com/office/drawing/2014/main" id="{2B8E02AD-97C0-C4BC-A552-AD164BC2AC2C}"/>
                </a:ext>
              </a:extLst>
            </p:cNvPr>
            <p:cNvSpPr txBox="1">
              <a:spLocks noChangeArrowheads="1"/>
            </p:cNvSpPr>
            <p:nvPr/>
          </p:nvSpPr>
          <p:spPr bwMode="auto">
            <a:xfrm rot="10800000" flipV="1">
              <a:off x="5360" y="1948"/>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b〞</a:t>
              </a:r>
            </a:p>
          </p:txBody>
        </p:sp>
        <p:grpSp>
          <p:nvGrpSpPr>
            <p:cNvPr id="82" name="Group 311">
              <a:extLst>
                <a:ext uri="{FF2B5EF4-FFF2-40B4-BE49-F238E27FC236}">
                  <a16:creationId xmlns:a16="http://schemas.microsoft.com/office/drawing/2014/main" id="{2371B6E9-2559-7CFF-E489-40A9D2166EF1}"/>
                </a:ext>
              </a:extLst>
            </p:cNvPr>
            <p:cNvGrpSpPr>
              <a:grpSpLocks/>
            </p:cNvGrpSpPr>
            <p:nvPr/>
          </p:nvGrpSpPr>
          <p:grpSpPr bwMode="auto">
            <a:xfrm>
              <a:off x="5205" y="1948"/>
              <a:ext cx="538" cy="240"/>
              <a:chOff x="5205" y="1948"/>
              <a:chExt cx="538" cy="240"/>
            </a:xfrm>
          </p:grpSpPr>
          <p:sp>
            <p:nvSpPr>
              <p:cNvPr id="83" name="Text Box 170">
                <a:extLst>
                  <a:ext uri="{FF2B5EF4-FFF2-40B4-BE49-F238E27FC236}">
                    <a16:creationId xmlns:a16="http://schemas.microsoft.com/office/drawing/2014/main" id="{B39A3233-82B5-E20A-397A-576D6767A526}"/>
                  </a:ext>
                </a:extLst>
              </p:cNvPr>
              <p:cNvSpPr txBox="1">
                <a:spLocks noChangeArrowheads="1"/>
              </p:cNvSpPr>
              <p:nvPr/>
            </p:nvSpPr>
            <p:spPr bwMode="auto">
              <a:xfrm rot="10800000" flipV="1">
                <a:off x="5205" y="1948"/>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a〞</a:t>
                </a:r>
              </a:p>
            </p:txBody>
          </p:sp>
          <p:sp>
            <p:nvSpPr>
              <p:cNvPr id="84" name="Oval 223">
                <a:extLst>
                  <a:ext uri="{FF2B5EF4-FFF2-40B4-BE49-F238E27FC236}">
                    <a16:creationId xmlns:a16="http://schemas.microsoft.com/office/drawing/2014/main" id="{8706FFCD-1ACE-4BD5-EDC9-62DAAAEB1DE2}"/>
                  </a:ext>
                </a:extLst>
              </p:cNvPr>
              <p:cNvSpPr>
                <a:spLocks noChangeArrowheads="1"/>
              </p:cNvSpPr>
              <p:nvPr/>
            </p:nvSpPr>
            <p:spPr bwMode="auto">
              <a:xfrm>
                <a:off x="5261" y="2103"/>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sp>
            <p:nvSpPr>
              <p:cNvPr id="85" name="Text Box 310">
                <a:extLst>
                  <a:ext uri="{FF2B5EF4-FFF2-40B4-BE49-F238E27FC236}">
                    <a16:creationId xmlns:a16="http://schemas.microsoft.com/office/drawing/2014/main" id="{139CA2C1-9DC3-CDC7-487B-73EB40C38EB8}"/>
                  </a:ext>
                </a:extLst>
              </p:cNvPr>
              <p:cNvSpPr txBox="1">
                <a:spLocks noChangeArrowheads="1"/>
              </p:cNvSpPr>
              <p:nvPr/>
            </p:nvSpPr>
            <p:spPr bwMode="auto">
              <a:xfrm rot="10800000" flipV="1">
                <a:off x="5259" y="1976"/>
                <a:ext cx="484" cy="212"/>
              </a:xfrm>
              <a:prstGeom prst="rect">
                <a:avLst/>
              </a:prstGeom>
              <a:noFill/>
              <a:ln w="9525">
                <a:noFill/>
                <a:miter lim="800000"/>
                <a:headEnd/>
                <a:tailEnd/>
              </a:ln>
            </p:spPr>
            <p:txBody>
              <a:bodyPr>
                <a:spAutoFit/>
              </a:bodyPr>
              <a:lstStyle/>
              <a:p>
                <a:pPr>
                  <a:spcBef>
                    <a:spcPct val="50000"/>
                  </a:spcBef>
                </a:pPr>
                <a:r>
                  <a:rPr lang="zh-CN" altLang="en-US" sz="1600" b="1">
                    <a:solidFill>
                      <a:srgbClr val="339933"/>
                    </a:solidFill>
                    <a:latin typeface="Times New Roman" pitchFamily="18" charset="0"/>
                  </a:rPr>
                  <a:t>（ ）</a:t>
                </a:r>
              </a:p>
            </p:txBody>
          </p:sp>
        </p:grpSp>
      </p:grpSp>
      <p:grpSp>
        <p:nvGrpSpPr>
          <p:cNvPr id="86" name="Group 339">
            <a:extLst>
              <a:ext uri="{FF2B5EF4-FFF2-40B4-BE49-F238E27FC236}">
                <a16:creationId xmlns:a16="http://schemas.microsoft.com/office/drawing/2014/main" id="{474AFA2A-EDA5-9B9A-2B6C-BA61D7C3E036}"/>
              </a:ext>
            </a:extLst>
          </p:cNvPr>
          <p:cNvGrpSpPr>
            <a:grpSpLocks/>
          </p:cNvGrpSpPr>
          <p:nvPr/>
        </p:nvGrpSpPr>
        <p:grpSpPr bwMode="auto">
          <a:xfrm>
            <a:off x="7881938" y="3055938"/>
            <a:ext cx="1112837" cy="650875"/>
            <a:chOff x="4073" y="1962"/>
            <a:chExt cx="701" cy="410"/>
          </a:xfrm>
        </p:grpSpPr>
        <p:grpSp>
          <p:nvGrpSpPr>
            <p:cNvPr id="87" name="Group 323">
              <a:extLst>
                <a:ext uri="{FF2B5EF4-FFF2-40B4-BE49-F238E27FC236}">
                  <a16:creationId xmlns:a16="http://schemas.microsoft.com/office/drawing/2014/main" id="{43C53B4B-59EB-42FB-ED7B-BE6A0B58DCE0}"/>
                </a:ext>
              </a:extLst>
            </p:cNvPr>
            <p:cNvGrpSpPr>
              <a:grpSpLocks/>
            </p:cNvGrpSpPr>
            <p:nvPr/>
          </p:nvGrpSpPr>
          <p:grpSpPr bwMode="auto">
            <a:xfrm>
              <a:off x="4182" y="1962"/>
              <a:ext cx="592" cy="368"/>
              <a:chOff x="4182" y="1962"/>
              <a:chExt cx="592" cy="368"/>
            </a:xfrm>
          </p:grpSpPr>
          <p:sp>
            <p:nvSpPr>
              <p:cNvPr id="89" name="Text Box 318">
                <a:extLst>
                  <a:ext uri="{FF2B5EF4-FFF2-40B4-BE49-F238E27FC236}">
                    <a16:creationId xmlns:a16="http://schemas.microsoft.com/office/drawing/2014/main" id="{DD0FB176-28CF-9183-7362-D0D7C6856262}"/>
                  </a:ext>
                </a:extLst>
              </p:cNvPr>
              <p:cNvSpPr txBox="1">
                <a:spLocks noChangeArrowheads="1"/>
              </p:cNvSpPr>
              <p:nvPr/>
            </p:nvSpPr>
            <p:spPr bwMode="auto">
              <a:xfrm rot="10800000" flipV="1">
                <a:off x="4280" y="1962"/>
                <a:ext cx="40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c〞</a:t>
                </a:r>
              </a:p>
            </p:txBody>
          </p:sp>
          <p:sp>
            <p:nvSpPr>
              <p:cNvPr id="90" name="Text Box 320">
                <a:extLst>
                  <a:ext uri="{FF2B5EF4-FFF2-40B4-BE49-F238E27FC236}">
                    <a16:creationId xmlns:a16="http://schemas.microsoft.com/office/drawing/2014/main" id="{5DDB7109-364F-1013-245D-E2CCAFACBBC3}"/>
                  </a:ext>
                </a:extLst>
              </p:cNvPr>
              <p:cNvSpPr txBox="1">
                <a:spLocks noChangeArrowheads="1"/>
              </p:cNvSpPr>
              <p:nvPr/>
            </p:nvSpPr>
            <p:spPr bwMode="auto">
              <a:xfrm rot="10800000" flipV="1">
                <a:off x="4182" y="2118"/>
                <a:ext cx="592" cy="212"/>
              </a:xfrm>
              <a:prstGeom prst="rect">
                <a:avLst/>
              </a:prstGeom>
              <a:noFill/>
              <a:ln w="9525">
                <a:noFill/>
                <a:miter lim="800000"/>
                <a:headEnd/>
                <a:tailEnd/>
              </a:ln>
            </p:spPr>
            <p:txBody>
              <a:bodyPr>
                <a:spAutoFit/>
              </a:bodyPr>
              <a:lstStyle/>
              <a:p>
                <a:pPr>
                  <a:spcBef>
                    <a:spcPct val="50000"/>
                  </a:spcBef>
                </a:pPr>
                <a:r>
                  <a:rPr lang="en-US" altLang="zh-CN" sz="1600" b="1" i="1">
                    <a:solidFill>
                      <a:srgbClr val="339933"/>
                    </a:solidFill>
                    <a:latin typeface="Times New Roman" pitchFamily="18" charset="0"/>
                  </a:rPr>
                  <a:t>d〞</a:t>
                </a:r>
              </a:p>
            </p:txBody>
          </p:sp>
          <p:sp>
            <p:nvSpPr>
              <p:cNvPr id="91" name="Oval 321">
                <a:extLst>
                  <a:ext uri="{FF2B5EF4-FFF2-40B4-BE49-F238E27FC236}">
                    <a16:creationId xmlns:a16="http://schemas.microsoft.com/office/drawing/2014/main" id="{00009A5D-25D4-BD34-768F-850306976F76}"/>
                  </a:ext>
                </a:extLst>
              </p:cNvPr>
              <p:cNvSpPr>
                <a:spLocks noChangeArrowheads="1"/>
              </p:cNvSpPr>
              <p:nvPr/>
            </p:nvSpPr>
            <p:spPr bwMode="auto">
              <a:xfrm>
                <a:off x="4452" y="2103"/>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88" name="Text Box 322">
              <a:extLst>
                <a:ext uri="{FF2B5EF4-FFF2-40B4-BE49-F238E27FC236}">
                  <a16:creationId xmlns:a16="http://schemas.microsoft.com/office/drawing/2014/main" id="{EB349B7F-7D27-EBD8-D464-8914DC224395}"/>
                </a:ext>
              </a:extLst>
            </p:cNvPr>
            <p:cNvSpPr txBox="1">
              <a:spLocks noChangeArrowheads="1"/>
            </p:cNvSpPr>
            <p:nvPr/>
          </p:nvSpPr>
          <p:spPr bwMode="auto">
            <a:xfrm rot="10800000" flipV="1">
              <a:off x="4073" y="2160"/>
              <a:ext cx="511" cy="212"/>
            </a:xfrm>
            <a:prstGeom prst="rect">
              <a:avLst/>
            </a:prstGeom>
            <a:noFill/>
            <a:ln w="9525">
              <a:noFill/>
              <a:miter lim="800000"/>
              <a:headEnd/>
              <a:tailEnd/>
            </a:ln>
          </p:spPr>
          <p:txBody>
            <a:bodyPr>
              <a:spAutoFit/>
            </a:bodyPr>
            <a:lstStyle/>
            <a:p>
              <a:pPr>
                <a:spcBef>
                  <a:spcPct val="50000"/>
                </a:spcBef>
              </a:pPr>
              <a:r>
                <a:rPr lang="zh-CN" altLang="en-US" sz="1600" b="1">
                  <a:solidFill>
                    <a:srgbClr val="339933"/>
                  </a:solidFill>
                  <a:latin typeface="Times New Roman" pitchFamily="18" charset="0"/>
                </a:rPr>
                <a:t>（ ）</a:t>
              </a:r>
            </a:p>
          </p:txBody>
        </p:sp>
      </p:grpSp>
      <p:sp>
        <p:nvSpPr>
          <p:cNvPr id="92" name="Line 324">
            <a:extLst>
              <a:ext uri="{FF2B5EF4-FFF2-40B4-BE49-F238E27FC236}">
                <a16:creationId xmlns:a16="http://schemas.microsoft.com/office/drawing/2014/main" id="{AC5A6EB3-38B2-AF54-8A3A-3A007454E3EC}"/>
              </a:ext>
            </a:extLst>
          </p:cNvPr>
          <p:cNvSpPr>
            <a:spLocks noChangeShapeType="1"/>
          </p:cNvSpPr>
          <p:nvPr/>
        </p:nvSpPr>
        <p:spPr bwMode="auto">
          <a:xfrm>
            <a:off x="7292975" y="3268663"/>
            <a:ext cx="0" cy="2928937"/>
          </a:xfrm>
          <a:prstGeom prst="line">
            <a:avLst/>
          </a:prstGeom>
          <a:noFill/>
          <a:ln w="9525">
            <a:solidFill>
              <a:schemeClr val="hlink"/>
            </a:solidFill>
            <a:round/>
            <a:headEnd/>
            <a:tailEnd type="triangle" w="sm" len="lg"/>
          </a:ln>
        </p:spPr>
        <p:txBody>
          <a:bodyPr/>
          <a:lstStyle/>
          <a:p>
            <a:endParaRPr lang="zh-CN" altLang="en-US"/>
          </a:p>
        </p:txBody>
      </p:sp>
      <p:sp>
        <p:nvSpPr>
          <p:cNvPr id="93" name="Line 329">
            <a:extLst>
              <a:ext uri="{FF2B5EF4-FFF2-40B4-BE49-F238E27FC236}">
                <a16:creationId xmlns:a16="http://schemas.microsoft.com/office/drawing/2014/main" id="{85D26BBC-D4AB-388D-1A1F-FE2BF8692C7E}"/>
              </a:ext>
            </a:extLst>
          </p:cNvPr>
          <p:cNvSpPr>
            <a:spLocks noChangeShapeType="1"/>
          </p:cNvSpPr>
          <p:nvPr/>
        </p:nvSpPr>
        <p:spPr bwMode="auto">
          <a:xfrm>
            <a:off x="8509000" y="3316288"/>
            <a:ext cx="0" cy="1619250"/>
          </a:xfrm>
          <a:prstGeom prst="line">
            <a:avLst/>
          </a:prstGeom>
          <a:noFill/>
          <a:ln w="9525">
            <a:solidFill>
              <a:schemeClr val="hlink"/>
            </a:solidFill>
            <a:round/>
            <a:headEnd/>
            <a:tailEnd type="triangle" w="sm" len="lg"/>
          </a:ln>
        </p:spPr>
        <p:txBody>
          <a:bodyPr/>
          <a:lstStyle/>
          <a:p>
            <a:endParaRPr lang="zh-CN" altLang="en-US"/>
          </a:p>
        </p:txBody>
      </p:sp>
      <p:sp>
        <p:nvSpPr>
          <p:cNvPr id="94" name="Line 330">
            <a:extLst>
              <a:ext uri="{FF2B5EF4-FFF2-40B4-BE49-F238E27FC236}">
                <a16:creationId xmlns:a16="http://schemas.microsoft.com/office/drawing/2014/main" id="{2AD9FF04-5D2D-3A96-4A1A-09ECC0C2BBEA}"/>
              </a:ext>
            </a:extLst>
          </p:cNvPr>
          <p:cNvSpPr>
            <a:spLocks noChangeShapeType="1"/>
          </p:cNvSpPr>
          <p:nvPr/>
        </p:nvSpPr>
        <p:spPr bwMode="auto">
          <a:xfrm flipH="1">
            <a:off x="6170613" y="4916488"/>
            <a:ext cx="2330450" cy="0"/>
          </a:xfrm>
          <a:prstGeom prst="line">
            <a:avLst/>
          </a:prstGeom>
          <a:noFill/>
          <a:ln w="9525">
            <a:solidFill>
              <a:schemeClr val="hlink"/>
            </a:solidFill>
            <a:round/>
            <a:headEnd/>
            <a:tailEnd type="triangle" w="sm" len="lg"/>
          </a:ln>
        </p:spPr>
        <p:txBody>
          <a:bodyPr/>
          <a:lstStyle/>
          <a:p>
            <a:endParaRPr lang="zh-CN" altLang="en-US"/>
          </a:p>
        </p:txBody>
      </p:sp>
      <p:grpSp>
        <p:nvGrpSpPr>
          <p:cNvPr id="95" name="Group 326">
            <a:extLst>
              <a:ext uri="{FF2B5EF4-FFF2-40B4-BE49-F238E27FC236}">
                <a16:creationId xmlns:a16="http://schemas.microsoft.com/office/drawing/2014/main" id="{B551C6F7-4665-C042-4C22-D503739C81F3}"/>
              </a:ext>
            </a:extLst>
          </p:cNvPr>
          <p:cNvGrpSpPr>
            <a:grpSpLocks/>
          </p:cNvGrpSpPr>
          <p:nvPr/>
        </p:nvGrpSpPr>
        <p:grpSpPr bwMode="auto">
          <a:xfrm>
            <a:off x="7154863" y="6175375"/>
            <a:ext cx="768350" cy="358775"/>
            <a:chOff x="2880" y="3918"/>
            <a:chExt cx="484" cy="226"/>
          </a:xfrm>
        </p:grpSpPr>
        <p:sp>
          <p:nvSpPr>
            <p:cNvPr id="96" name="Text Box 327">
              <a:extLst>
                <a:ext uri="{FF2B5EF4-FFF2-40B4-BE49-F238E27FC236}">
                  <a16:creationId xmlns:a16="http://schemas.microsoft.com/office/drawing/2014/main" id="{6ABC60C4-FD3B-F22C-9E1A-BAD17FE88D88}"/>
                </a:ext>
              </a:extLst>
            </p:cNvPr>
            <p:cNvSpPr txBox="1">
              <a:spLocks noChangeArrowheads="1"/>
            </p:cNvSpPr>
            <p:nvPr/>
          </p:nvSpPr>
          <p:spPr bwMode="auto">
            <a:xfrm rot="10800000" flipV="1">
              <a:off x="2880" y="3932"/>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b</a:t>
              </a:r>
            </a:p>
          </p:txBody>
        </p:sp>
        <p:sp>
          <p:nvSpPr>
            <p:cNvPr id="97" name="Oval 328">
              <a:extLst>
                <a:ext uri="{FF2B5EF4-FFF2-40B4-BE49-F238E27FC236}">
                  <a16:creationId xmlns:a16="http://schemas.microsoft.com/office/drawing/2014/main" id="{1E653E74-114E-F3CC-5941-CC33D4A43F84}"/>
                </a:ext>
              </a:extLst>
            </p:cNvPr>
            <p:cNvSpPr>
              <a:spLocks noChangeArrowheads="1"/>
            </p:cNvSpPr>
            <p:nvPr/>
          </p:nvSpPr>
          <p:spPr bwMode="auto">
            <a:xfrm>
              <a:off x="2951" y="3918"/>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98" name="Group 325">
            <a:extLst>
              <a:ext uri="{FF2B5EF4-FFF2-40B4-BE49-F238E27FC236}">
                <a16:creationId xmlns:a16="http://schemas.microsoft.com/office/drawing/2014/main" id="{A190046B-81CD-05CF-494E-4C153C13B699}"/>
              </a:ext>
            </a:extLst>
          </p:cNvPr>
          <p:cNvGrpSpPr>
            <a:grpSpLocks/>
          </p:cNvGrpSpPr>
          <p:nvPr/>
        </p:nvGrpSpPr>
        <p:grpSpPr bwMode="auto">
          <a:xfrm>
            <a:off x="5988050" y="6175375"/>
            <a:ext cx="768350" cy="358775"/>
            <a:chOff x="2880" y="3918"/>
            <a:chExt cx="484" cy="226"/>
          </a:xfrm>
        </p:grpSpPr>
        <p:sp>
          <p:nvSpPr>
            <p:cNvPr id="99" name="Text Box 230">
              <a:extLst>
                <a:ext uri="{FF2B5EF4-FFF2-40B4-BE49-F238E27FC236}">
                  <a16:creationId xmlns:a16="http://schemas.microsoft.com/office/drawing/2014/main" id="{D53642C2-C10F-9146-3F73-13633F6CD14E}"/>
                </a:ext>
              </a:extLst>
            </p:cNvPr>
            <p:cNvSpPr txBox="1">
              <a:spLocks noChangeArrowheads="1"/>
            </p:cNvSpPr>
            <p:nvPr/>
          </p:nvSpPr>
          <p:spPr bwMode="auto">
            <a:xfrm rot="10800000" flipV="1">
              <a:off x="2880" y="3932"/>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a</a:t>
              </a:r>
            </a:p>
          </p:txBody>
        </p:sp>
        <p:sp>
          <p:nvSpPr>
            <p:cNvPr id="100" name="Oval 231">
              <a:extLst>
                <a:ext uri="{FF2B5EF4-FFF2-40B4-BE49-F238E27FC236}">
                  <a16:creationId xmlns:a16="http://schemas.microsoft.com/office/drawing/2014/main" id="{42EC0259-61C1-9420-4CCE-F929C288D833}"/>
                </a:ext>
              </a:extLst>
            </p:cNvPr>
            <p:cNvSpPr>
              <a:spLocks noChangeArrowheads="1"/>
            </p:cNvSpPr>
            <p:nvPr/>
          </p:nvSpPr>
          <p:spPr bwMode="auto">
            <a:xfrm>
              <a:off x="2951" y="3918"/>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101" name="Group 338">
            <a:extLst>
              <a:ext uri="{FF2B5EF4-FFF2-40B4-BE49-F238E27FC236}">
                <a16:creationId xmlns:a16="http://schemas.microsoft.com/office/drawing/2014/main" id="{8FFDA904-F39B-AAA7-8E7B-DC90DD47FA66}"/>
              </a:ext>
            </a:extLst>
          </p:cNvPr>
          <p:cNvGrpSpPr>
            <a:grpSpLocks/>
          </p:cNvGrpSpPr>
          <p:nvPr/>
        </p:nvGrpSpPr>
        <p:grpSpPr bwMode="auto">
          <a:xfrm>
            <a:off x="7019925" y="4598988"/>
            <a:ext cx="768350" cy="360362"/>
            <a:chOff x="3504" y="2925"/>
            <a:chExt cx="484" cy="227"/>
          </a:xfrm>
        </p:grpSpPr>
        <p:sp>
          <p:nvSpPr>
            <p:cNvPr id="102" name="Text Box 335">
              <a:extLst>
                <a:ext uri="{FF2B5EF4-FFF2-40B4-BE49-F238E27FC236}">
                  <a16:creationId xmlns:a16="http://schemas.microsoft.com/office/drawing/2014/main" id="{CD0659BC-C032-3AEF-E77C-A1F191AF8C77}"/>
                </a:ext>
              </a:extLst>
            </p:cNvPr>
            <p:cNvSpPr txBox="1">
              <a:spLocks noChangeArrowheads="1"/>
            </p:cNvSpPr>
            <p:nvPr/>
          </p:nvSpPr>
          <p:spPr bwMode="auto">
            <a:xfrm rot="10800000" flipV="1">
              <a:off x="3504" y="2925"/>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d</a:t>
              </a:r>
            </a:p>
          </p:txBody>
        </p:sp>
        <p:sp>
          <p:nvSpPr>
            <p:cNvPr id="103" name="Oval 336">
              <a:extLst>
                <a:ext uri="{FF2B5EF4-FFF2-40B4-BE49-F238E27FC236}">
                  <a16:creationId xmlns:a16="http://schemas.microsoft.com/office/drawing/2014/main" id="{54B516C6-BD07-B337-A39C-1CA85C268D8C}"/>
                </a:ext>
              </a:extLst>
            </p:cNvPr>
            <p:cNvSpPr>
              <a:spLocks noChangeArrowheads="1"/>
            </p:cNvSpPr>
            <p:nvPr/>
          </p:nvSpPr>
          <p:spPr bwMode="auto">
            <a:xfrm>
              <a:off x="3660" y="3109"/>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104" name="Group 337">
            <a:extLst>
              <a:ext uri="{FF2B5EF4-FFF2-40B4-BE49-F238E27FC236}">
                <a16:creationId xmlns:a16="http://schemas.microsoft.com/office/drawing/2014/main" id="{C1E20FD3-DF10-2EB1-2D4C-A7EF64C1E7FD}"/>
              </a:ext>
            </a:extLst>
          </p:cNvPr>
          <p:cNvGrpSpPr>
            <a:grpSpLocks/>
          </p:cNvGrpSpPr>
          <p:nvPr/>
        </p:nvGrpSpPr>
        <p:grpSpPr bwMode="auto">
          <a:xfrm>
            <a:off x="5849938" y="4668838"/>
            <a:ext cx="768350" cy="336550"/>
            <a:chOff x="2793" y="2969"/>
            <a:chExt cx="484" cy="212"/>
          </a:xfrm>
        </p:grpSpPr>
        <p:sp>
          <p:nvSpPr>
            <p:cNvPr id="105" name="Text Box 332">
              <a:extLst>
                <a:ext uri="{FF2B5EF4-FFF2-40B4-BE49-F238E27FC236}">
                  <a16:creationId xmlns:a16="http://schemas.microsoft.com/office/drawing/2014/main" id="{852FC43C-E190-DA8C-DC18-3E78324A9563}"/>
                </a:ext>
              </a:extLst>
            </p:cNvPr>
            <p:cNvSpPr txBox="1">
              <a:spLocks noChangeArrowheads="1"/>
            </p:cNvSpPr>
            <p:nvPr/>
          </p:nvSpPr>
          <p:spPr bwMode="auto">
            <a:xfrm rot="10800000" flipV="1">
              <a:off x="2793" y="2969"/>
              <a:ext cx="484"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c</a:t>
              </a:r>
            </a:p>
          </p:txBody>
        </p:sp>
        <p:sp>
          <p:nvSpPr>
            <p:cNvPr id="106" name="Oval 333">
              <a:extLst>
                <a:ext uri="{FF2B5EF4-FFF2-40B4-BE49-F238E27FC236}">
                  <a16:creationId xmlns:a16="http://schemas.microsoft.com/office/drawing/2014/main" id="{263EAF7F-3676-1A09-E9FF-DD518C339D1F}"/>
                </a:ext>
              </a:extLst>
            </p:cNvPr>
            <p:cNvSpPr>
              <a:spLocks noChangeArrowheads="1"/>
            </p:cNvSpPr>
            <p:nvPr/>
          </p:nvSpPr>
          <p:spPr bwMode="auto">
            <a:xfrm>
              <a:off x="2951" y="3109"/>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107" name="Line 196">
            <a:extLst>
              <a:ext uri="{FF2B5EF4-FFF2-40B4-BE49-F238E27FC236}">
                <a16:creationId xmlns:a16="http://schemas.microsoft.com/office/drawing/2014/main" id="{14F1EF70-62D3-20E8-9829-F9005D753D0C}"/>
              </a:ext>
            </a:extLst>
          </p:cNvPr>
          <p:cNvSpPr>
            <a:spLocks noChangeShapeType="1"/>
          </p:cNvSpPr>
          <p:nvPr/>
        </p:nvSpPr>
        <p:spPr bwMode="auto">
          <a:xfrm flipH="1">
            <a:off x="6124575" y="3316288"/>
            <a:ext cx="1168400" cy="0"/>
          </a:xfrm>
          <a:prstGeom prst="line">
            <a:avLst/>
          </a:prstGeom>
          <a:noFill/>
          <a:ln w="28575">
            <a:solidFill>
              <a:srgbClr val="FF3300"/>
            </a:solidFill>
            <a:round/>
            <a:headEnd/>
            <a:tailEnd/>
          </a:ln>
        </p:spPr>
        <p:txBody>
          <a:bodyPr/>
          <a:lstStyle/>
          <a:p>
            <a:endParaRPr lang="zh-CN" altLang="en-US"/>
          </a:p>
        </p:txBody>
      </p:sp>
      <p:grpSp>
        <p:nvGrpSpPr>
          <p:cNvPr id="108" name="Group 292">
            <a:extLst>
              <a:ext uri="{FF2B5EF4-FFF2-40B4-BE49-F238E27FC236}">
                <a16:creationId xmlns:a16="http://schemas.microsoft.com/office/drawing/2014/main" id="{0A73E680-77A9-BB2E-1E9C-5ED9F8E170DC}"/>
              </a:ext>
            </a:extLst>
          </p:cNvPr>
          <p:cNvGrpSpPr>
            <a:grpSpLocks/>
          </p:cNvGrpSpPr>
          <p:nvPr/>
        </p:nvGrpSpPr>
        <p:grpSpPr bwMode="auto">
          <a:xfrm>
            <a:off x="5535613" y="3003550"/>
            <a:ext cx="1757362" cy="336550"/>
            <a:chOff x="2595" y="1920"/>
            <a:chExt cx="1107" cy="212"/>
          </a:xfrm>
        </p:grpSpPr>
        <p:sp>
          <p:nvSpPr>
            <p:cNvPr id="109" name="Line 281">
              <a:extLst>
                <a:ext uri="{FF2B5EF4-FFF2-40B4-BE49-F238E27FC236}">
                  <a16:creationId xmlns:a16="http://schemas.microsoft.com/office/drawing/2014/main" id="{D64923E9-0C31-6F3E-B5E5-BCC3A8EEB23C}"/>
                </a:ext>
              </a:extLst>
            </p:cNvPr>
            <p:cNvSpPr>
              <a:spLocks noChangeShapeType="1"/>
            </p:cNvSpPr>
            <p:nvPr/>
          </p:nvSpPr>
          <p:spPr bwMode="auto">
            <a:xfrm flipV="1">
              <a:off x="2823" y="2118"/>
              <a:ext cx="879" cy="0"/>
            </a:xfrm>
            <a:prstGeom prst="line">
              <a:avLst/>
            </a:prstGeom>
            <a:noFill/>
            <a:ln w="9525">
              <a:solidFill>
                <a:srgbClr val="0000FF"/>
              </a:solidFill>
              <a:round/>
              <a:headEnd/>
              <a:tailEnd/>
            </a:ln>
          </p:spPr>
          <p:txBody>
            <a:bodyPr/>
            <a:lstStyle/>
            <a:p>
              <a:endParaRPr lang="zh-CN" altLang="en-US"/>
            </a:p>
          </p:txBody>
        </p:sp>
        <p:sp>
          <p:nvSpPr>
            <p:cNvPr id="110" name="Line 290">
              <a:extLst>
                <a:ext uri="{FF2B5EF4-FFF2-40B4-BE49-F238E27FC236}">
                  <a16:creationId xmlns:a16="http://schemas.microsoft.com/office/drawing/2014/main" id="{D7CDCD52-DC8B-EBEA-DFC2-B0146ABF4D64}"/>
                </a:ext>
              </a:extLst>
            </p:cNvPr>
            <p:cNvSpPr>
              <a:spLocks noChangeShapeType="1"/>
            </p:cNvSpPr>
            <p:nvPr/>
          </p:nvSpPr>
          <p:spPr bwMode="auto">
            <a:xfrm flipH="1">
              <a:off x="2710" y="2117"/>
              <a:ext cx="172" cy="0"/>
            </a:xfrm>
            <a:prstGeom prst="line">
              <a:avLst/>
            </a:prstGeom>
            <a:noFill/>
            <a:ln w="28575">
              <a:solidFill>
                <a:srgbClr val="0000FF"/>
              </a:solidFill>
              <a:round/>
              <a:headEnd/>
              <a:tailEnd/>
            </a:ln>
          </p:spPr>
          <p:txBody>
            <a:bodyPr/>
            <a:lstStyle/>
            <a:p>
              <a:endParaRPr lang="zh-CN" altLang="en-US"/>
            </a:p>
          </p:txBody>
        </p:sp>
        <p:sp>
          <p:nvSpPr>
            <p:cNvPr id="111" name="Text Box 291">
              <a:extLst>
                <a:ext uri="{FF2B5EF4-FFF2-40B4-BE49-F238E27FC236}">
                  <a16:creationId xmlns:a16="http://schemas.microsoft.com/office/drawing/2014/main" id="{3A1746BC-1D45-1B16-F684-E0B38AA3CB29}"/>
                </a:ext>
              </a:extLst>
            </p:cNvPr>
            <p:cNvSpPr txBox="1">
              <a:spLocks noChangeArrowheads="1"/>
            </p:cNvSpPr>
            <p:nvPr/>
          </p:nvSpPr>
          <p:spPr bwMode="auto">
            <a:xfrm>
              <a:off x="2595" y="1920"/>
              <a:ext cx="342"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P</a:t>
              </a:r>
              <a:r>
                <a:rPr lang="en-US" altLang="zh-CN" sz="1600" b="1" i="1" baseline="-25000">
                  <a:solidFill>
                    <a:srgbClr val="0000FF"/>
                  </a:solidFill>
                  <a:latin typeface="Times New Roman" pitchFamily="18" charset="0"/>
                </a:rPr>
                <a:t>V</a:t>
              </a:r>
            </a:p>
          </p:txBody>
        </p:sp>
      </p:grpSp>
      <p:sp>
        <p:nvSpPr>
          <p:cNvPr id="112" name="Line 344">
            <a:extLst>
              <a:ext uri="{FF2B5EF4-FFF2-40B4-BE49-F238E27FC236}">
                <a16:creationId xmlns:a16="http://schemas.microsoft.com/office/drawing/2014/main" id="{EE331613-6D45-F9C9-A4C7-38C474A0A225}"/>
              </a:ext>
            </a:extLst>
          </p:cNvPr>
          <p:cNvSpPr>
            <a:spLocks noChangeShapeType="1"/>
          </p:cNvSpPr>
          <p:nvPr/>
        </p:nvSpPr>
        <p:spPr bwMode="auto">
          <a:xfrm>
            <a:off x="6149975" y="4916488"/>
            <a:ext cx="1098550" cy="0"/>
          </a:xfrm>
          <a:prstGeom prst="line">
            <a:avLst/>
          </a:prstGeom>
          <a:noFill/>
          <a:ln w="19050">
            <a:solidFill>
              <a:srgbClr val="0033CC"/>
            </a:solidFill>
            <a:round/>
            <a:headEnd/>
            <a:tailEnd/>
          </a:ln>
        </p:spPr>
        <p:txBody>
          <a:bodyPr/>
          <a:lstStyle/>
          <a:p>
            <a:endParaRPr lang="zh-CN" altLang="en-US"/>
          </a:p>
        </p:txBody>
      </p:sp>
      <p:sp>
        <p:nvSpPr>
          <p:cNvPr id="113" name="Line 345">
            <a:extLst>
              <a:ext uri="{FF2B5EF4-FFF2-40B4-BE49-F238E27FC236}">
                <a16:creationId xmlns:a16="http://schemas.microsoft.com/office/drawing/2014/main" id="{EC53B62A-B706-F4BC-6A54-55CC2F02E9F6}"/>
              </a:ext>
            </a:extLst>
          </p:cNvPr>
          <p:cNvSpPr>
            <a:spLocks noChangeShapeType="1"/>
          </p:cNvSpPr>
          <p:nvPr/>
        </p:nvSpPr>
        <p:spPr bwMode="auto">
          <a:xfrm>
            <a:off x="6167438" y="6203950"/>
            <a:ext cx="1098550" cy="0"/>
          </a:xfrm>
          <a:prstGeom prst="line">
            <a:avLst/>
          </a:prstGeom>
          <a:noFill/>
          <a:ln w="19050">
            <a:solidFill>
              <a:srgbClr val="0033CC"/>
            </a:solidFill>
            <a:round/>
            <a:headEnd/>
            <a:tailEnd/>
          </a:ln>
        </p:spPr>
        <p:txBody>
          <a:bodyPr/>
          <a:lstStyle/>
          <a:p>
            <a:endParaRPr lang="zh-CN" altLang="en-US"/>
          </a:p>
        </p:txBody>
      </p:sp>
      <p:sp>
        <p:nvSpPr>
          <p:cNvPr id="114" name="Arc 347">
            <a:extLst>
              <a:ext uri="{FF2B5EF4-FFF2-40B4-BE49-F238E27FC236}">
                <a16:creationId xmlns:a16="http://schemas.microsoft.com/office/drawing/2014/main" id="{94DFF96B-546D-5DEE-4BBE-B3BA35C65683}"/>
              </a:ext>
            </a:extLst>
          </p:cNvPr>
          <p:cNvSpPr>
            <a:spLocks/>
          </p:cNvSpPr>
          <p:nvPr/>
        </p:nvSpPr>
        <p:spPr bwMode="auto">
          <a:xfrm rot="18900000">
            <a:off x="8699500" y="2809875"/>
            <a:ext cx="909638" cy="939800"/>
          </a:xfrm>
          <a:custGeom>
            <a:avLst/>
            <a:gdLst>
              <a:gd name="T0" fmla="*/ 0 w 29064"/>
              <a:gd name="T1" fmla="*/ 1450453 h 28469"/>
              <a:gd name="T2" fmla="*/ 27371547 w 29064"/>
              <a:gd name="T3" fmla="*/ 31024062 h 28469"/>
              <a:gd name="T4" fmla="*/ 7311344 w 29064"/>
              <a:gd name="T5" fmla="*/ 23538577 h 28469"/>
              <a:gd name="T6" fmla="*/ 0 60000 65536"/>
              <a:gd name="T7" fmla="*/ 0 60000 65536"/>
              <a:gd name="T8" fmla="*/ 0 60000 65536"/>
              <a:gd name="T9" fmla="*/ 0 w 29064"/>
              <a:gd name="T10" fmla="*/ 0 h 28469"/>
              <a:gd name="T11" fmla="*/ 29064 w 29064"/>
              <a:gd name="T12" fmla="*/ 28469 h 28469"/>
            </a:gdLst>
            <a:ahLst/>
            <a:cxnLst>
              <a:cxn ang="T6">
                <a:pos x="T0" y="T1"/>
              </a:cxn>
              <a:cxn ang="T7">
                <a:pos x="T2" y="T3"/>
              </a:cxn>
              <a:cxn ang="T8">
                <a:pos x="T4" y="T5"/>
              </a:cxn>
            </a:cxnLst>
            <a:rect l="T9" t="T10" r="T11" b="T12"/>
            <a:pathLst>
              <a:path w="29064" h="28469" fill="none" extrusionOk="0">
                <a:moveTo>
                  <a:pt x="-1" y="1330"/>
                </a:moveTo>
                <a:cubicBezTo>
                  <a:pt x="2389" y="450"/>
                  <a:pt x="4916" y="-1"/>
                  <a:pt x="7464" y="0"/>
                </a:cubicBezTo>
                <a:cubicBezTo>
                  <a:pt x="19393" y="0"/>
                  <a:pt x="29064" y="9670"/>
                  <a:pt x="29064" y="21600"/>
                </a:cubicBezTo>
                <a:cubicBezTo>
                  <a:pt x="29064" y="23935"/>
                  <a:pt x="28685" y="26254"/>
                  <a:pt x="27942" y="28468"/>
                </a:cubicBezTo>
              </a:path>
              <a:path w="29064" h="28469" stroke="0" extrusionOk="0">
                <a:moveTo>
                  <a:pt x="-1" y="1330"/>
                </a:moveTo>
                <a:cubicBezTo>
                  <a:pt x="2389" y="450"/>
                  <a:pt x="4916" y="-1"/>
                  <a:pt x="7464" y="0"/>
                </a:cubicBezTo>
                <a:cubicBezTo>
                  <a:pt x="19393" y="0"/>
                  <a:pt x="29064" y="9670"/>
                  <a:pt x="29064" y="21600"/>
                </a:cubicBezTo>
                <a:cubicBezTo>
                  <a:pt x="29064" y="23935"/>
                  <a:pt x="28685" y="26254"/>
                  <a:pt x="27942" y="28468"/>
                </a:cubicBezTo>
                <a:lnTo>
                  <a:pt x="7464" y="21600"/>
                </a:lnTo>
                <a:close/>
              </a:path>
            </a:pathLst>
          </a:custGeom>
          <a:noFill/>
          <a:ln w="28575">
            <a:solidFill>
              <a:srgbClr val="FF3300"/>
            </a:solidFill>
            <a:round/>
            <a:headEnd/>
            <a:tailEnd/>
          </a:ln>
        </p:spPr>
        <p:txBody>
          <a:bodyPr wrap="none" anchor="ctr"/>
          <a:lstStyle/>
          <a:p>
            <a:pPr algn="ctr"/>
            <a:endParaRPr lang="zh-CN" altLang="en-US"/>
          </a:p>
        </p:txBody>
      </p:sp>
      <p:sp>
        <p:nvSpPr>
          <p:cNvPr id="115" name="Line 348">
            <a:extLst>
              <a:ext uri="{FF2B5EF4-FFF2-40B4-BE49-F238E27FC236}">
                <a16:creationId xmlns:a16="http://schemas.microsoft.com/office/drawing/2014/main" id="{C2874491-4225-0C46-9875-AE0463192C32}"/>
              </a:ext>
            </a:extLst>
          </p:cNvPr>
          <p:cNvSpPr>
            <a:spLocks noChangeShapeType="1"/>
          </p:cNvSpPr>
          <p:nvPr/>
        </p:nvSpPr>
        <p:spPr bwMode="auto">
          <a:xfrm>
            <a:off x="7292975" y="2884488"/>
            <a:ext cx="0" cy="431800"/>
          </a:xfrm>
          <a:prstGeom prst="line">
            <a:avLst/>
          </a:prstGeom>
          <a:noFill/>
          <a:ln w="28575">
            <a:solidFill>
              <a:srgbClr val="FF3300"/>
            </a:solidFill>
            <a:round/>
            <a:headEnd/>
            <a:tailEnd/>
          </a:ln>
        </p:spPr>
        <p:txBody>
          <a:bodyPr/>
          <a:lstStyle/>
          <a:p>
            <a:endParaRPr lang="zh-CN" altLang="en-US"/>
          </a:p>
        </p:txBody>
      </p:sp>
      <p:sp>
        <p:nvSpPr>
          <p:cNvPr id="116" name="Line 357">
            <a:extLst>
              <a:ext uri="{FF2B5EF4-FFF2-40B4-BE49-F238E27FC236}">
                <a16:creationId xmlns:a16="http://schemas.microsoft.com/office/drawing/2014/main" id="{92BA3850-3140-5A91-6818-B14F07458D0B}"/>
              </a:ext>
            </a:extLst>
          </p:cNvPr>
          <p:cNvSpPr>
            <a:spLocks noChangeShapeType="1"/>
          </p:cNvSpPr>
          <p:nvPr/>
        </p:nvSpPr>
        <p:spPr bwMode="auto">
          <a:xfrm>
            <a:off x="7292975" y="4935538"/>
            <a:ext cx="0" cy="1262062"/>
          </a:xfrm>
          <a:prstGeom prst="line">
            <a:avLst/>
          </a:prstGeom>
          <a:noFill/>
          <a:ln w="19050">
            <a:solidFill>
              <a:srgbClr val="0000FF"/>
            </a:solidFill>
            <a:round/>
            <a:headEnd/>
            <a:tailEnd/>
          </a:ln>
        </p:spPr>
        <p:txBody>
          <a:bodyPr/>
          <a:lstStyle/>
          <a:p>
            <a:endParaRPr lang="zh-CN" altLang="en-US"/>
          </a:p>
        </p:txBody>
      </p:sp>
      <p:grpSp>
        <p:nvGrpSpPr>
          <p:cNvPr id="117" name="Group 372">
            <a:extLst>
              <a:ext uri="{FF2B5EF4-FFF2-40B4-BE49-F238E27FC236}">
                <a16:creationId xmlns:a16="http://schemas.microsoft.com/office/drawing/2014/main" id="{A0A01128-B32A-14CF-70AF-48B0B2C508EB}"/>
              </a:ext>
            </a:extLst>
          </p:cNvPr>
          <p:cNvGrpSpPr>
            <a:grpSpLocks/>
          </p:cNvGrpSpPr>
          <p:nvPr/>
        </p:nvGrpSpPr>
        <p:grpSpPr bwMode="auto">
          <a:xfrm>
            <a:off x="7248525" y="5291138"/>
            <a:ext cx="790575" cy="336550"/>
            <a:chOff x="3674" y="3361"/>
            <a:chExt cx="498" cy="212"/>
          </a:xfrm>
        </p:grpSpPr>
        <p:sp>
          <p:nvSpPr>
            <p:cNvPr id="118" name="Text Box 354">
              <a:extLst>
                <a:ext uri="{FF2B5EF4-FFF2-40B4-BE49-F238E27FC236}">
                  <a16:creationId xmlns:a16="http://schemas.microsoft.com/office/drawing/2014/main" id="{F9420F09-303A-587F-BD48-8C03927225F1}"/>
                </a:ext>
              </a:extLst>
            </p:cNvPr>
            <p:cNvSpPr txBox="1">
              <a:spLocks noChangeArrowheads="1"/>
            </p:cNvSpPr>
            <p:nvPr/>
          </p:nvSpPr>
          <p:spPr bwMode="auto">
            <a:xfrm rot="10800000" flipV="1">
              <a:off x="3674" y="3361"/>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e</a:t>
              </a:r>
            </a:p>
          </p:txBody>
        </p:sp>
        <p:sp>
          <p:nvSpPr>
            <p:cNvPr id="119" name="Oval 355">
              <a:extLst>
                <a:ext uri="{FF2B5EF4-FFF2-40B4-BE49-F238E27FC236}">
                  <a16:creationId xmlns:a16="http://schemas.microsoft.com/office/drawing/2014/main" id="{BD127F8E-B513-D7DF-310C-1BB514920104}"/>
                </a:ext>
              </a:extLst>
            </p:cNvPr>
            <p:cNvSpPr>
              <a:spLocks noChangeArrowheads="1"/>
            </p:cNvSpPr>
            <p:nvPr/>
          </p:nvSpPr>
          <p:spPr bwMode="auto">
            <a:xfrm>
              <a:off x="3680" y="3503"/>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sp>
        <p:nvSpPr>
          <p:cNvPr id="120" name="Rectangle 341">
            <a:extLst>
              <a:ext uri="{FF2B5EF4-FFF2-40B4-BE49-F238E27FC236}">
                <a16:creationId xmlns:a16="http://schemas.microsoft.com/office/drawing/2014/main" id="{64E80C6B-42A3-9D72-44E7-19C800632AAC}"/>
              </a:ext>
            </a:extLst>
          </p:cNvPr>
          <p:cNvSpPr>
            <a:spLocks noChangeArrowheads="1"/>
          </p:cNvSpPr>
          <p:nvPr/>
        </p:nvSpPr>
        <p:spPr bwMode="auto">
          <a:xfrm>
            <a:off x="6149975" y="4914900"/>
            <a:ext cx="1144588" cy="1282700"/>
          </a:xfrm>
          <a:prstGeom prst="rect">
            <a:avLst/>
          </a:prstGeom>
          <a:noFill/>
          <a:ln w="28575">
            <a:solidFill>
              <a:srgbClr val="FF3300"/>
            </a:solidFill>
            <a:miter lim="800000"/>
            <a:headEnd/>
            <a:tailEnd/>
          </a:ln>
        </p:spPr>
        <p:txBody>
          <a:bodyPr wrap="none" anchor="ctr"/>
          <a:lstStyle/>
          <a:p>
            <a:pPr algn="ctr"/>
            <a:endParaRPr lang="zh-CN" altLang="en-US"/>
          </a:p>
        </p:txBody>
      </p:sp>
      <p:sp>
        <p:nvSpPr>
          <p:cNvPr id="121" name="Line 358">
            <a:extLst>
              <a:ext uri="{FF2B5EF4-FFF2-40B4-BE49-F238E27FC236}">
                <a16:creationId xmlns:a16="http://schemas.microsoft.com/office/drawing/2014/main" id="{18B81C3F-08C0-190C-8296-39152E96E596}"/>
              </a:ext>
            </a:extLst>
          </p:cNvPr>
          <p:cNvSpPr>
            <a:spLocks noChangeShapeType="1"/>
          </p:cNvSpPr>
          <p:nvPr/>
        </p:nvSpPr>
        <p:spPr bwMode="auto">
          <a:xfrm>
            <a:off x="8509000" y="3322638"/>
            <a:ext cx="1255713" cy="0"/>
          </a:xfrm>
          <a:prstGeom prst="line">
            <a:avLst/>
          </a:prstGeom>
          <a:noFill/>
          <a:ln w="28575">
            <a:solidFill>
              <a:srgbClr val="FF3300"/>
            </a:solidFill>
            <a:round/>
            <a:headEnd/>
            <a:tailEnd/>
          </a:ln>
        </p:spPr>
        <p:txBody>
          <a:bodyPr/>
          <a:lstStyle/>
          <a:p>
            <a:endParaRPr lang="zh-CN" altLang="en-US"/>
          </a:p>
        </p:txBody>
      </p:sp>
      <p:sp>
        <p:nvSpPr>
          <p:cNvPr id="122" name="Rectangle 359">
            <a:extLst>
              <a:ext uri="{FF2B5EF4-FFF2-40B4-BE49-F238E27FC236}">
                <a16:creationId xmlns:a16="http://schemas.microsoft.com/office/drawing/2014/main" id="{139CACBA-DED1-CD60-7014-8D43ED80A6FA}"/>
              </a:ext>
            </a:extLst>
          </p:cNvPr>
          <p:cNvSpPr>
            <a:spLocks noChangeArrowheads="1"/>
          </p:cNvSpPr>
          <p:nvPr/>
        </p:nvSpPr>
        <p:spPr bwMode="auto">
          <a:xfrm>
            <a:off x="5991225" y="2730500"/>
            <a:ext cx="1276350" cy="563563"/>
          </a:xfrm>
          <a:prstGeom prst="rect">
            <a:avLst/>
          </a:prstGeom>
          <a:solidFill>
            <a:schemeClr val="bg1"/>
          </a:solidFill>
          <a:ln w="19050">
            <a:solidFill>
              <a:schemeClr val="bg1"/>
            </a:solidFill>
            <a:miter lim="800000"/>
            <a:headEnd/>
            <a:tailEnd/>
          </a:ln>
        </p:spPr>
        <p:txBody>
          <a:bodyPr wrap="none" anchor="ctr"/>
          <a:lstStyle/>
          <a:p>
            <a:pPr algn="ctr"/>
            <a:endParaRPr lang="zh-CN" altLang="en-US"/>
          </a:p>
        </p:txBody>
      </p:sp>
      <p:grpSp>
        <p:nvGrpSpPr>
          <p:cNvPr id="123" name="Group 350">
            <a:extLst>
              <a:ext uri="{FF2B5EF4-FFF2-40B4-BE49-F238E27FC236}">
                <a16:creationId xmlns:a16="http://schemas.microsoft.com/office/drawing/2014/main" id="{FED77C3D-6A9C-D328-53EA-4A759BF5A83B}"/>
              </a:ext>
            </a:extLst>
          </p:cNvPr>
          <p:cNvGrpSpPr>
            <a:grpSpLocks/>
          </p:cNvGrpSpPr>
          <p:nvPr/>
        </p:nvGrpSpPr>
        <p:grpSpPr bwMode="auto">
          <a:xfrm>
            <a:off x="7023100" y="2574925"/>
            <a:ext cx="790575" cy="354013"/>
            <a:chOff x="4694" y="1665"/>
            <a:chExt cx="498" cy="223"/>
          </a:xfrm>
        </p:grpSpPr>
        <p:sp>
          <p:nvSpPr>
            <p:cNvPr id="124" name="Text Box 351">
              <a:extLst>
                <a:ext uri="{FF2B5EF4-FFF2-40B4-BE49-F238E27FC236}">
                  <a16:creationId xmlns:a16="http://schemas.microsoft.com/office/drawing/2014/main" id="{5E6DAD53-FE04-1BFB-EC35-C204DC9FA6DF}"/>
                </a:ext>
              </a:extLst>
            </p:cNvPr>
            <p:cNvSpPr txBox="1">
              <a:spLocks noChangeArrowheads="1"/>
            </p:cNvSpPr>
            <p:nvPr/>
          </p:nvSpPr>
          <p:spPr bwMode="auto">
            <a:xfrm rot="10800000" flipV="1">
              <a:off x="4694" y="1665"/>
              <a:ext cx="498"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e</a:t>
              </a:r>
            </a:p>
          </p:txBody>
        </p:sp>
        <p:sp>
          <p:nvSpPr>
            <p:cNvPr id="125" name="Oval 352">
              <a:extLst>
                <a:ext uri="{FF2B5EF4-FFF2-40B4-BE49-F238E27FC236}">
                  <a16:creationId xmlns:a16="http://schemas.microsoft.com/office/drawing/2014/main" id="{E609BFA0-0474-500F-9635-686E331BF6C7}"/>
                </a:ext>
              </a:extLst>
            </p:cNvPr>
            <p:cNvSpPr>
              <a:spLocks noChangeArrowheads="1"/>
            </p:cNvSpPr>
            <p:nvPr/>
          </p:nvSpPr>
          <p:spPr bwMode="auto">
            <a:xfrm>
              <a:off x="4836" y="1845"/>
              <a:ext cx="44" cy="43"/>
            </a:xfrm>
            <a:prstGeom prst="ellipse">
              <a:avLst/>
            </a:prstGeom>
            <a:solidFill>
              <a:schemeClr val="accent1"/>
            </a:solidFill>
            <a:ln w="19050">
              <a:solidFill>
                <a:srgbClr val="FF3300"/>
              </a:solidFill>
              <a:round/>
              <a:headEnd/>
              <a:tailEnd/>
            </a:ln>
          </p:spPr>
          <p:txBody>
            <a:bodyPr wrap="none" anchor="ctr"/>
            <a:lstStyle/>
            <a:p>
              <a:pPr algn="ctr"/>
              <a:endParaRPr lang="zh-CN" altLang="en-US"/>
            </a:p>
          </p:txBody>
        </p:sp>
      </p:grpSp>
      <p:grpSp>
        <p:nvGrpSpPr>
          <p:cNvPr id="126" name="Group 342">
            <a:extLst>
              <a:ext uri="{FF2B5EF4-FFF2-40B4-BE49-F238E27FC236}">
                <a16:creationId xmlns:a16="http://schemas.microsoft.com/office/drawing/2014/main" id="{B81EEDC2-86DD-0564-C546-12693E71F13B}"/>
              </a:ext>
            </a:extLst>
          </p:cNvPr>
          <p:cNvGrpSpPr>
            <a:grpSpLocks/>
          </p:cNvGrpSpPr>
          <p:nvPr/>
        </p:nvGrpSpPr>
        <p:grpSpPr bwMode="auto">
          <a:xfrm>
            <a:off x="5673725" y="3271838"/>
            <a:ext cx="900113" cy="493712"/>
            <a:chOff x="2682" y="2089"/>
            <a:chExt cx="567" cy="311"/>
          </a:xfrm>
        </p:grpSpPr>
        <p:grpSp>
          <p:nvGrpSpPr>
            <p:cNvPr id="127" name="Group 305">
              <a:extLst>
                <a:ext uri="{FF2B5EF4-FFF2-40B4-BE49-F238E27FC236}">
                  <a16:creationId xmlns:a16="http://schemas.microsoft.com/office/drawing/2014/main" id="{97B19C57-EF23-398F-203C-3A5909EB3C31}"/>
                </a:ext>
              </a:extLst>
            </p:cNvPr>
            <p:cNvGrpSpPr>
              <a:grpSpLocks/>
            </p:cNvGrpSpPr>
            <p:nvPr/>
          </p:nvGrpSpPr>
          <p:grpSpPr bwMode="auto">
            <a:xfrm>
              <a:off x="2739" y="2089"/>
              <a:ext cx="368" cy="213"/>
              <a:chOff x="2738" y="2060"/>
              <a:chExt cx="368" cy="213"/>
            </a:xfrm>
          </p:grpSpPr>
          <p:sp>
            <p:nvSpPr>
              <p:cNvPr id="131" name="Text Box 173">
                <a:extLst>
                  <a:ext uri="{FF2B5EF4-FFF2-40B4-BE49-F238E27FC236}">
                    <a16:creationId xmlns:a16="http://schemas.microsoft.com/office/drawing/2014/main" id="{A4A39D8F-C53E-C416-3170-C2EA4E6E3997}"/>
                  </a:ext>
                </a:extLst>
              </p:cNvPr>
              <p:cNvSpPr txBox="1">
                <a:spLocks noChangeArrowheads="1"/>
              </p:cNvSpPr>
              <p:nvPr/>
            </p:nvSpPr>
            <p:spPr bwMode="auto">
              <a:xfrm rot="10800000" flipV="1">
                <a:off x="2738" y="2061"/>
                <a:ext cx="368" cy="212"/>
              </a:xfrm>
              <a:prstGeom prst="rect">
                <a:avLst/>
              </a:prstGeom>
              <a:noFill/>
              <a:ln w="9525">
                <a:noFill/>
                <a:miter lim="800000"/>
                <a:headEnd/>
                <a:tailEnd/>
              </a:ln>
            </p:spPr>
            <p:txBody>
              <a:bodyPr>
                <a:spAutoFit/>
              </a:bodyPr>
              <a:lstStyle/>
              <a:p>
                <a:pPr>
                  <a:spcBef>
                    <a:spcPct val="50000"/>
                  </a:spcBef>
                </a:pPr>
                <a:r>
                  <a:rPr lang="en-US" altLang="zh-CN" sz="1600" b="1" i="1" dirty="0">
                    <a:solidFill>
                      <a:srgbClr val="0000FF"/>
                    </a:solidFill>
                    <a:latin typeface="Times New Roman" pitchFamily="18" charset="0"/>
                  </a:rPr>
                  <a:t>a′</a:t>
                </a:r>
              </a:p>
            </p:txBody>
          </p:sp>
          <p:sp>
            <p:nvSpPr>
              <p:cNvPr id="132" name="Oval 205">
                <a:extLst>
                  <a:ext uri="{FF2B5EF4-FFF2-40B4-BE49-F238E27FC236}">
                    <a16:creationId xmlns:a16="http://schemas.microsoft.com/office/drawing/2014/main" id="{80FDA991-6031-93D1-3C79-F369196F46D5}"/>
                  </a:ext>
                </a:extLst>
              </p:cNvPr>
              <p:cNvSpPr>
                <a:spLocks noChangeArrowheads="1"/>
              </p:cNvSpPr>
              <p:nvPr/>
            </p:nvSpPr>
            <p:spPr bwMode="auto">
              <a:xfrm>
                <a:off x="2965" y="2060"/>
                <a:ext cx="44" cy="44"/>
              </a:xfrm>
              <a:prstGeom prst="ellipse">
                <a:avLst/>
              </a:prstGeom>
              <a:solidFill>
                <a:srgbClr val="FF3300"/>
              </a:solidFill>
              <a:ln w="19050">
                <a:solidFill>
                  <a:srgbClr val="0000FF"/>
                </a:solidFill>
                <a:round/>
                <a:headEnd/>
                <a:tailEnd/>
              </a:ln>
            </p:spPr>
            <p:txBody>
              <a:bodyPr wrap="none" anchor="ctr"/>
              <a:lstStyle/>
              <a:p>
                <a:pPr algn="ctr"/>
                <a:endParaRPr lang="zh-CN" altLang="en-US"/>
              </a:p>
            </p:txBody>
          </p:sp>
        </p:grpSp>
        <p:grpSp>
          <p:nvGrpSpPr>
            <p:cNvPr id="128" name="Group 309">
              <a:extLst>
                <a:ext uri="{FF2B5EF4-FFF2-40B4-BE49-F238E27FC236}">
                  <a16:creationId xmlns:a16="http://schemas.microsoft.com/office/drawing/2014/main" id="{97F87FE6-64FC-28A8-07C6-8B87D0B9FD47}"/>
                </a:ext>
              </a:extLst>
            </p:cNvPr>
            <p:cNvGrpSpPr>
              <a:grpSpLocks/>
            </p:cNvGrpSpPr>
            <p:nvPr/>
          </p:nvGrpSpPr>
          <p:grpSpPr bwMode="auto">
            <a:xfrm>
              <a:off x="2682" y="2188"/>
              <a:ext cx="567" cy="212"/>
              <a:chOff x="2682" y="2188"/>
              <a:chExt cx="567" cy="212"/>
            </a:xfrm>
          </p:grpSpPr>
          <p:sp>
            <p:nvSpPr>
              <p:cNvPr id="129" name="Text Box 218">
                <a:extLst>
                  <a:ext uri="{FF2B5EF4-FFF2-40B4-BE49-F238E27FC236}">
                    <a16:creationId xmlns:a16="http://schemas.microsoft.com/office/drawing/2014/main" id="{C636D798-52EF-EAE6-71BF-37836B03D737}"/>
                  </a:ext>
                </a:extLst>
              </p:cNvPr>
              <p:cNvSpPr txBox="1">
                <a:spLocks noChangeArrowheads="1"/>
              </p:cNvSpPr>
              <p:nvPr/>
            </p:nvSpPr>
            <p:spPr bwMode="auto">
              <a:xfrm rot="10800000" flipV="1">
                <a:off x="2710" y="2188"/>
                <a:ext cx="539"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c′</a:t>
                </a:r>
              </a:p>
            </p:txBody>
          </p:sp>
          <p:sp>
            <p:nvSpPr>
              <p:cNvPr id="130" name="Text Box 306">
                <a:extLst>
                  <a:ext uri="{FF2B5EF4-FFF2-40B4-BE49-F238E27FC236}">
                    <a16:creationId xmlns:a16="http://schemas.microsoft.com/office/drawing/2014/main" id="{C299CEAC-4ED5-B854-EB27-F459647530A0}"/>
                  </a:ext>
                </a:extLst>
              </p:cNvPr>
              <p:cNvSpPr txBox="1">
                <a:spLocks noChangeArrowheads="1"/>
              </p:cNvSpPr>
              <p:nvPr/>
            </p:nvSpPr>
            <p:spPr bwMode="auto">
              <a:xfrm>
                <a:off x="2682" y="2188"/>
                <a:ext cx="368" cy="212"/>
              </a:xfrm>
              <a:prstGeom prst="rect">
                <a:avLst/>
              </a:prstGeom>
              <a:noFill/>
              <a:ln w="9525">
                <a:noFill/>
                <a:miter lim="800000"/>
                <a:headEnd/>
                <a:tailEnd/>
              </a:ln>
            </p:spPr>
            <p:txBody>
              <a:bodyPr>
                <a:spAutoFit/>
              </a:bodyPr>
              <a:lstStyle/>
              <a:p>
                <a:pPr>
                  <a:spcBef>
                    <a:spcPct val="50000"/>
                  </a:spcBef>
                </a:pPr>
                <a:r>
                  <a:rPr lang="en-US" altLang="zh-CN" sz="1600" b="1" dirty="0">
                    <a:solidFill>
                      <a:srgbClr val="0000FF"/>
                    </a:solidFill>
                    <a:latin typeface="Times New Roman" pitchFamily="18" charset="0"/>
                  </a:rPr>
                  <a:t>( )</a:t>
                </a:r>
              </a:p>
            </p:txBody>
          </p:sp>
        </p:grpSp>
      </p:grpSp>
      <p:grpSp>
        <p:nvGrpSpPr>
          <p:cNvPr id="133" name="Group 371">
            <a:extLst>
              <a:ext uri="{FF2B5EF4-FFF2-40B4-BE49-F238E27FC236}">
                <a16:creationId xmlns:a16="http://schemas.microsoft.com/office/drawing/2014/main" id="{78F2BBF2-FD0F-F2FD-2ED0-02A0CD2C5654}"/>
              </a:ext>
            </a:extLst>
          </p:cNvPr>
          <p:cNvGrpSpPr>
            <a:grpSpLocks/>
          </p:cNvGrpSpPr>
          <p:nvPr/>
        </p:nvGrpSpPr>
        <p:grpSpPr bwMode="auto">
          <a:xfrm>
            <a:off x="7307263" y="3289300"/>
            <a:ext cx="757237" cy="355600"/>
            <a:chOff x="3711" y="2100"/>
            <a:chExt cx="477" cy="224"/>
          </a:xfrm>
        </p:grpSpPr>
        <p:sp>
          <p:nvSpPr>
            <p:cNvPr id="134" name="Text Box 219">
              <a:extLst>
                <a:ext uri="{FF2B5EF4-FFF2-40B4-BE49-F238E27FC236}">
                  <a16:creationId xmlns:a16="http://schemas.microsoft.com/office/drawing/2014/main" id="{9CB5A89C-9E47-5C06-31FD-F39A572C4A9D}"/>
                </a:ext>
              </a:extLst>
            </p:cNvPr>
            <p:cNvSpPr txBox="1">
              <a:spLocks noChangeArrowheads="1"/>
            </p:cNvSpPr>
            <p:nvPr/>
          </p:nvSpPr>
          <p:spPr bwMode="auto">
            <a:xfrm rot="10800000" flipV="1">
              <a:off x="3733" y="2112"/>
              <a:ext cx="455" cy="212"/>
            </a:xfrm>
            <a:prstGeom prst="rect">
              <a:avLst/>
            </a:prstGeom>
            <a:noFill/>
            <a:ln w="9525">
              <a:noFill/>
              <a:miter lim="800000"/>
              <a:headEnd/>
              <a:tailEnd/>
            </a:ln>
          </p:spPr>
          <p:txBody>
            <a:bodyPr>
              <a:spAutoFit/>
            </a:bodyPr>
            <a:lstStyle/>
            <a:p>
              <a:pPr>
                <a:spcBef>
                  <a:spcPct val="50000"/>
                </a:spcBef>
              </a:pPr>
              <a:r>
                <a:rPr lang="en-US" altLang="zh-CN" sz="1600" b="1" i="1">
                  <a:solidFill>
                    <a:srgbClr val="0000FF"/>
                  </a:solidFill>
                  <a:latin typeface="Times New Roman" pitchFamily="18" charset="0"/>
                </a:rPr>
                <a:t>d′</a:t>
              </a:r>
            </a:p>
          </p:txBody>
        </p:sp>
        <p:sp>
          <p:nvSpPr>
            <p:cNvPr id="135" name="Text Box 307">
              <a:extLst>
                <a:ext uri="{FF2B5EF4-FFF2-40B4-BE49-F238E27FC236}">
                  <a16:creationId xmlns:a16="http://schemas.microsoft.com/office/drawing/2014/main" id="{35B3E56F-5258-86F2-F88E-BC5E46CDF563}"/>
                </a:ext>
              </a:extLst>
            </p:cNvPr>
            <p:cNvSpPr txBox="1">
              <a:spLocks noChangeArrowheads="1"/>
            </p:cNvSpPr>
            <p:nvPr/>
          </p:nvSpPr>
          <p:spPr bwMode="auto">
            <a:xfrm>
              <a:off x="3711" y="2100"/>
              <a:ext cx="397" cy="212"/>
            </a:xfrm>
            <a:prstGeom prst="rect">
              <a:avLst/>
            </a:prstGeom>
            <a:noFill/>
            <a:ln w="9525">
              <a:noFill/>
              <a:miter lim="800000"/>
              <a:headEnd/>
              <a:tailEnd/>
            </a:ln>
          </p:spPr>
          <p:txBody>
            <a:bodyPr>
              <a:spAutoFit/>
            </a:bodyPr>
            <a:lstStyle/>
            <a:p>
              <a:pPr>
                <a:spcBef>
                  <a:spcPct val="50000"/>
                </a:spcBef>
              </a:pPr>
              <a:r>
                <a:rPr lang="en-US" altLang="zh-CN" sz="1600" b="1" dirty="0">
                  <a:solidFill>
                    <a:srgbClr val="0000FF"/>
                  </a:solidFill>
                  <a:latin typeface="Times New Roman" pitchFamily="18" charset="0"/>
                </a:rPr>
                <a:t>(    )</a:t>
              </a:r>
            </a:p>
          </p:txBody>
        </p:sp>
      </p:grpSp>
      <p:grpSp>
        <p:nvGrpSpPr>
          <p:cNvPr id="136" name="Group 369">
            <a:extLst>
              <a:ext uri="{FF2B5EF4-FFF2-40B4-BE49-F238E27FC236}">
                <a16:creationId xmlns:a16="http://schemas.microsoft.com/office/drawing/2014/main" id="{7830BC67-433B-DA3F-7A89-E5DE9D0994ED}"/>
              </a:ext>
            </a:extLst>
          </p:cNvPr>
          <p:cNvGrpSpPr>
            <a:grpSpLocks/>
          </p:cNvGrpSpPr>
          <p:nvPr/>
        </p:nvGrpSpPr>
        <p:grpSpPr bwMode="auto">
          <a:xfrm>
            <a:off x="7097713" y="3267075"/>
            <a:ext cx="555625" cy="382588"/>
            <a:chOff x="3579" y="2089"/>
            <a:chExt cx="350" cy="241"/>
          </a:xfrm>
        </p:grpSpPr>
        <p:sp>
          <p:nvSpPr>
            <p:cNvPr id="137" name="Oval 214">
              <a:extLst>
                <a:ext uri="{FF2B5EF4-FFF2-40B4-BE49-F238E27FC236}">
                  <a16:creationId xmlns:a16="http://schemas.microsoft.com/office/drawing/2014/main" id="{A99AFBAA-CBB7-31D4-749B-6574469A6F3D}"/>
                </a:ext>
              </a:extLst>
            </p:cNvPr>
            <p:cNvSpPr>
              <a:spLocks noChangeArrowheads="1"/>
            </p:cNvSpPr>
            <p:nvPr/>
          </p:nvSpPr>
          <p:spPr bwMode="auto">
            <a:xfrm>
              <a:off x="3673" y="2089"/>
              <a:ext cx="44" cy="44"/>
            </a:xfrm>
            <a:prstGeom prst="ellipse">
              <a:avLst/>
            </a:prstGeom>
            <a:solidFill>
              <a:srgbClr val="FF3300"/>
            </a:solidFill>
            <a:ln w="19050">
              <a:solidFill>
                <a:srgbClr val="0000FF"/>
              </a:solidFill>
              <a:round/>
              <a:headEnd/>
              <a:tailEnd/>
            </a:ln>
          </p:spPr>
          <p:txBody>
            <a:bodyPr wrap="none" anchor="ctr"/>
            <a:lstStyle/>
            <a:p>
              <a:pPr algn="ctr"/>
              <a:endParaRPr lang="zh-CN" altLang="en-US"/>
            </a:p>
          </p:txBody>
        </p:sp>
        <p:sp>
          <p:nvSpPr>
            <p:cNvPr id="138" name="Text Box 217">
              <a:extLst>
                <a:ext uri="{FF2B5EF4-FFF2-40B4-BE49-F238E27FC236}">
                  <a16:creationId xmlns:a16="http://schemas.microsoft.com/office/drawing/2014/main" id="{0912C67E-CF48-8A8A-FBE0-8F7F02C5B509}"/>
                </a:ext>
              </a:extLst>
            </p:cNvPr>
            <p:cNvSpPr txBox="1">
              <a:spLocks noChangeArrowheads="1"/>
            </p:cNvSpPr>
            <p:nvPr/>
          </p:nvSpPr>
          <p:spPr bwMode="auto">
            <a:xfrm rot="10800000" flipV="1">
              <a:off x="3579" y="2118"/>
              <a:ext cx="350" cy="212"/>
            </a:xfrm>
            <a:prstGeom prst="rect">
              <a:avLst/>
            </a:prstGeom>
            <a:noFill/>
            <a:ln w="9525">
              <a:noFill/>
              <a:miter lim="800000"/>
              <a:headEnd/>
              <a:tailEnd/>
            </a:ln>
          </p:spPr>
          <p:txBody>
            <a:bodyPr>
              <a:spAutoFit/>
            </a:bodyPr>
            <a:lstStyle/>
            <a:p>
              <a:pPr>
                <a:spcBef>
                  <a:spcPct val="50000"/>
                </a:spcBef>
              </a:pPr>
              <a:r>
                <a:rPr lang="en-US" altLang="zh-CN" sz="1600" b="1" i="1" dirty="0">
                  <a:solidFill>
                    <a:srgbClr val="0000FF"/>
                  </a:solidFill>
                  <a:latin typeface="Times New Roman" pitchFamily="18" charset="0"/>
                </a:rPr>
                <a:t>b′</a:t>
              </a:r>
            </a:p>
          </p:txBody>
        </p:sp>
      </p:grpSp>
    </p:spTree>
    <p:extLst>
      <p:ext uri="{BB962C8B-B14F-4D97-AF65-F5344CB8AC3E}">
        <p14:creationId xmlns:p14="http://schemas.microsoft.com/office/powerpoint/2010/main" val="286275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left)">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8"/>
                                        </p:tgtEl>
                                        <p:attrNameLst>
                                          <p:attrName>style.visibility</p:attrName>
                                        </p:attrNameLst>
                                      </p:cBhvr>
                                      <p:to>
                                        <p:strVal val="visible"/>
                                      </p:to>
                                    </p:set>
                                    <p:animEffect transition="in" filter="wipe(left)">
                                      <p:cBhvr>
                                        <p:cTn id="27" dur="500"/>
                                        <p:tgtEl>
                                          <p:spTgt spid="108"/>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wipe(up)">
                                      <p:cBhvr>
                                        <p:cTn id="31" dur="500"/>
                                        <p:tgtEl>
                                          <p:spTgt spid="76"/>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linds(horizontal)">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07"/>
                                        </p:tgtEl>
                                        <p:attrNameLst>
                                          <p:attrName>style.visibility</p:attrName>
                                        </p:attrNameLst>
                                      </p:cBhvr>
                                      <p:to>
                                        <p:strVal val="visible"/>
                                      </p:to>
                                    </p:set>
                                    <p:animEffect transition="in" filter="wipe(left)">
                                      <p:cBhvr>
                                        <p:cTn id="44" dur="500"/>
                                        <p:tgtEl>
                                          <p:spTgt spid="107"/>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26"/>
                                        </p:tgtEl>
                                        <p:attrNameLst>
                                          <p:attrName>style.visibility</p:attrName>
                                        </p:attrNameLst>
                                      </p:cBhvr>
                                      <p:to>
                                        <p:strVal val="visible"/>
                                      </p:to>
                                    </p:set>
                                    <p:animEffect transition="in" filter="blinds(horizontal)">
                                      <p:cBhvr>
                                        <p:cTn id="49" dur="500"/>
                                        <p:tgtEl>
                                          <p:spTgt spid="126"/>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136"/>
                                        </p:tgtEl>
                                        <p:attrNameLst>
                                          <p:attrName>style.visibility</p:attrName>
                                        </p:attrNameLst>
                                      </p:cBhvr>
                                      <p:to>
                                        <p:strVal val="visible"/>
                                      </p:to>
                                    </p:set>
                                    <p:animEffect transition="in" filter="wipe(left)">
                                      <p:cBhvr>
                                        <p:cTn id="53" dur="500"/>
                                        <p:tgtEl>
                                          <p:spTgt spid="136"/>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133"/>
                                        </p:tgtEl>
                                        <p:attrNameLst>
                                          <p:attrName>style.visibility</p:attrName>
                                        </p:attrNameLst>
                                      </p:cBhvr>
                                      <p:to>
                                        <p:strVal val="visible"/>
                                      </p:to>
                                    </p:set>
                                    <p:animEffect transition="in" filter="wipe(left)">
                                      <p:cBhvr>
                                        <p:cTn id="57" dur="500"/>
                                        <p:tgtEl>
                                          <p:spTgt spid="1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left)">
                                      <p:cBhvr>
                                        <p:cTn id="62" dur="500"/>
                                        <p:tgtEl>
                                          <p:spTgt spid="4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wipe(left)">
                                      <p:cBhvr>
                                        <p:cTn id="67" dur="500"/>
                                        <p:tgtEl>
                                          <p:spTgt spid="80"/>
                                        </p:tgtEl>
                                      </p:cBhvr>
                                    </p:animEffect>
                                  </p:childTnLst>
                                </p:cTn>
                              </p:par>
                            </p:childTnLst>
                          </p:cTn>
                        </p:par>
                        <p:par>
                          <p:cTn id="68" fill="hold">
                            <p:stCondLst>
                              <p:cond delay="500"/>
                            </p:stCondLst>
                            <p:childTnLst>
                              <p:par>
                                <p:cTn id="69" presetID="3" presetClass="entr" presetSubtype="10" fill="hold" nodeType="afterEffect">
                                  <p:stCondLst>
                                    <p:cond delay="0"/>
                                  </p:stCondLst>
                                  <p:childTnLst>
                                    <p:set>
                                      <p:cBhvr>
                                        <p:cTn id="70" dur="1" fill="hold">
                                          <p:stCondLst>
                                            <p:cond delay="0"/>
                                          </p:stCondLst>
                                        </p:cTn>
                                        <p:tgtEl>
                                          <p:spTgt spid="86"/>
                                        </p:tgtEl>
                                        <p:attrNameLst>
                                          <p:attrName>style.visibility</p:attrName>
                                        </p:attrNameLst>
                                      </p:cBhvr>
                                      <p:to>
                                        <p:strVal val="visible"/>
                                      </p:to>
                                    </p:set>
                                    <p:animEffect transition="in" filter="blinds(horizontal)">
                                      <p:cBhvr>
                                        <p:cTn id="71" dur="500"/>
                                        <p:tgtEl>
                                          <p:spTgt spid="8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up)">
                                      <p:cBhvr>
                                        <p:cTn id="76" dur="500"/>
                                        <p:tgtEl>
                                          <p:spTgt spid="46"/>
                                        </p:tgtEl>
                                      </p:cBhvr>
                                    </p:animEffect>
                                  </p:childTnLst>
                                </p:cTn>
                              </p:par>
                            </p:childTnLst>
                          </p:cTn>
                        </p:par>
                        <p:par>
                          <p:cTn id="77" fill="hold">
                            <p:stCondLst>
                              <p:cond delay="500"/>
                            </p:stCondLst>
                            <p:childTnLst>
                              <p:par>
                                <p:cTn id="78" presetID="22" presetClass="entr" presetSubtype="2" fill="hold" grpId="0" nodeType="after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wipe(right)">
                                      <p:cBhvr>
                                        <p:cTn id="80" dur="500"/>
                                        <p:tgtEl>
                                          <p:spTgt spid="4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92"/>
                                        </p:tgtEl>
                                        <p:attrNameLst>
                                          <p:attrName>style.visibility</p:attrName>
                                        </p:attrNameLst>
                                      </p:cBhvr>
                                      <p:to>
                                        <p:strVal val="visible"/>
                                      </p:to>
                                    </p:set>
                                    <p:animEffect transition="in" filter="wipe(up)">
                                      <p:cBhvr>
                                        <p:cTn id="85" dur="500"/>
                                        <p:tgtEl>
                                          <p:spTgt spid="92"/>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98"/>
                                        </p:tgtEl>
                                        <p:attrNameLst>
                                          <p:attrName>style.visibility</p:attrName>
                                        </p:attrNameLst>
                                      </p:cBhvr>
                                      <p:to>
                                        <p:strVal val="visible"/>
                                      </p:to>
                                    </p:set>
                                    <p:animEffect transition="in" filter="blinds(horizontal)">
                                      <p:cBhvr>
                                        <p:cTn id="90" dur="500"/>
                                        <p:tgtEl>
                                          <p:spTgt spid="98"/>
                                        </p:tgtEl>
                                      </p:cBhvr>
                                    </p:animEffect>
                                  </p:childTnLst>
                                </p:cTn>
                              </p:par>
                            </p:childTnLst>
                          </p:cTn>
                        </p:par>
                        <p:par>
                          <p:cTn id="91" fill="hold">
                            <p:stCondLst>
                              <p:cond delay="500"/>
                            </p:stCondLst>
                            <p:childTnLst>
                              <p:par>
                                <p:cTn id="92" presetID="3" presetClass="entr" presetSubtype="10" fill="hold" nodeType="afterEffect">
                                  <p:stCondLst>
                                    <p:cond delay="0"/>
                                  </p:stCondLst>
                                  <p:childTnLst>
                                    <p:set>
                                      <p:cBhvr>
                                        <p:cTn id="93" dur="1" fill="hold">
                                          <p:stCondLst>
                                            <p:cond delay="0"/>
                                          </p:stCondLst>
                                        </p:cTn>
                                        <p:tgtEl>
                                          <p:spTgt spid="95"/>
                                        </p:tgtEl>
                                        <p:attrNameLst>
                                          <p:attrName>style.visibility</p:attrName>
                                        </p:attrNameLst>
                                      </p:cBhvr>
                                      <p:to>
                                        <p:strVal val="visible"/>
                                      </p:to>
                                    </p:set>
                                    <p:animEffect transition="in" filter="blinds(horizontal)">
                                      <p:cBhvr>
                                        <p:cTn id="94" dur="500"/>
                                        <p:tgtEl>
                                          <p:spTgt spid="9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93"/>
                                        </p:tgtEl>
                                        <p:attrNameLst>
                                          <p:attrName>style.visibility</p:attrName>
                                        </p:attrNameLst>
                                      </p:cBhvr>
                                      <p:to>
                                        <p:strVal val="visible"/>
                                      </p:to>
                                    </p:set>
                                    <p:animEffect transition="in" filter="wipe(up)">
                                      <p:cBhvr>
                                        <p:cTn id="99" dur="500"/>
                                        <p:tgtEl>
                                          <p:spTgt spid="93"/>
                                        </p:tgtEl>
                                      </p:cBhvr>
                                    </p:animEffect>
                                  </p:childTnLst>
                                </p:cTn>
                              </p:par>
                            </p:childTnLst>
                          </p:cTn>
                        </p:par>
                        <p:par>
                          <p:cTn id="100" fill="hold">
                            <p:stCondLst>
                              <p:cond delay="500"/>
                            </p:stCondLst>
                            <p:childTnLst>
                              <p:par>
                                <p:cTn id="101" presetID="22" presetClass="entr" presetSubtype="2" fill="hold" grpId="0" nodeType="afterEffect">
                                  <p:stCondLst>
                                    <p:cond delay="0"/>
                                  </p:stCondLst>
                                  <p:childTnLst>
                                    <p:set>
                                      <p:cBhvr>
                                        <p:cTn id="102" dur="1" fill="hold">
                                          <p:stCondLst>
                                            <p:cond delay="0"/>
                                          </p:stCondLst>
                                        </p:cTn>
                                        <p:tgtEl>
                                          <p:spTgt spid="94"/>
                                        </p:tgtEl>
                                        <p:attrNameLst>
                                          <p:attrName>style.visibility</p:attrName>
                                        </p:attrNameLst>
                                      </p:cBhvr>
                                      <p:to>
                                        <p:strVal val="visible"/>
                                      </p:to>
                                    </p:set>
                                    <p:animEffect transition="in" filter="wipe(right)">
                                      <p:cBhvr>
                                        <p:cTn id="103" dur="500"/>
                                        <p:tgtEl>
                                          <p:spTgt spid="94"/>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nodeType="clickEffect">
                                  <p:stCondLst>
                                    <p:cond delay="0"/>
                                  </p:stCondLst>
                                  <p:childTnLst>
                                    <p:set>
                                      <p:cBhvr>
                                        <p:cTn id="107" dur="1" fill="hold">
                                          <p:stCondLst>
                                            <p:cond delay="0"/>
                                          </p:stCondLst>
                                        </p:cTn>
                                        <p:tgtEl>
                                          <p:spTgt spid="104"/>
                                        </p:tgtEl>
                                        <p:attrNameLst>
                                          <p:attrName>style.visibility</p:attrName>
                                        </p:attrNameLst>
                                      </p:cBhvr>
                                      <p:to>
                                        <p:strVal val="visible"/>
                                      </p:to>
                                    </p:set>
                                    <p:animEffect transition="in" filter="blinds(horizontal)">
                                      <p:cBhvr>
                                        <p:cTn id="108" dur="500"/>
                                        <p:tgtEl>
                                          <p:spTgt spid="104"/>
                                        </p:tgtEl>
                                      </p:cBhvr>
                                    </p:animEffect>
                                  </p:childTnLst>
                                </p:cTn>
                              </p:par>
                            </p:childTnLst>
                          </p:cTn>
                        </p:par>
                        <p:par>
                          <p:cTn id="109" fill="hold">
                            <p:stCondLst>
                              <p:cond delay="500"/>
                            </p:stCondLst>
                            <p:childTnLst>
                              <p:par>
                                <p:cTn id="110" presetID="3" presetClass="entr" presetSubtype="10" fill="hold" nodeType="afterEffect">
                                  <p:stCondLst>
                                    <p:cond delay="0"/>
                                  </p:stCondLst>
                                  <p:childTnLst>
                                    <p:set>
                                      <p:cBhvr>
                                        <p:cTn id="111" dur="1" fill="hold">
                                          <p:stCondLst>
                                            <p:cond delay="0"/>
                                          </p:stCondLst>
                                        </p:cTn>
                                        <p:tgtEl>
                                          <p:spTgt spid="101"/>
                                        </p:tgtEl>
                                        <p:attrNameLst>
                                          <p:attrName>style.visibility</p:attrName>
                                        </p:attrNameLst>
                                      </p:cBhvr>
                                      <p:to>
                                        <p:strVal val="visible"/>
                                      </p:to>
                                    </p:set>
                                    <p:animEffect transition="in" filter="blinds(horizontal)">
                                      <p:cBhvr>
                                        <p:cTn id="112" dur="500"/>
                                        <p:tgtEl>
                                          <p:spTgt spid="10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13"/>
                                        </p:tgtEl>
                                        <p:attrNameLst>
                                          <p:attrName>style.visibility</p:attrName>
                                        </p:attrNameLst>
                                      </p:cBhvr>
                                      <p:to>
                                        <p:strVal val="visible"/>
                                      </p:to>
                                    </p:set>
                                    <p:animEffect transition="in" filter="wipe(left)">
                                      <p:cBhvr>
                                        <p:cTn id="117" dur="500"/>
                                        <p:tgtEl>
                                          <p:spTgt spid="113"/>
                                        </p:tgtEl>
                                      </p:cBhvr>
                                    </p:animEffect>
                                  </p:childTnLst>
                                </p:cTn>
                              </p:par>
                            </p:childTnLst>
                          </p:cTn>
                        </p:par>
                        <p:par>
                          <p:cTn id="118" fill="hold">
                            <p:stCondLst>
                              <p:cond delay="500"/>
                            </p:stCondLst>
                            <p:childTnLst>
                              <p:par>
                                <p:cTn id="119" presetID="22" presetClass="entr" presetSubtype="8" fill="hold" grpId="0" nodeType="afterEffect">
                                  <p:stCondLst>
                                    <p:cond delay="0"/>
                                  </p:stCondLst>
                                  <p:childTnLst>
                                    <p:set>
                                      <p:cBhvr>
                                        <p:cTn id="120" dur="1" fill="hold">
                                          <p:stCondLst>
                                            <p:cond delay="0"/>
                                          </p:stCondLst>
                                        </p:cTn>
                                        <p:tgtEl>
                                          <p:spTgt spid="112"/>
                                        </p:tgtEl>
                                        <p:attrNameLst>
                                          <p:attrName>style.visibility</p:attrName>
                                        </p:attrNameLst>
                                      </p:cBhvr>
                                      <p:to>
                                        <p:strVal val="visible"/>
                                      </p:to>
                                    </p:set>
                                    <p:animEffect transition="in" filter="wipe(left)">
                                      <p:cBhvr>
                                        <p:cTn id="121" dur="500"/>
                                        <p:tgtEl>
                                          <p:spTgt spid="112"/>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9"/>
                                        </p:tgtEl>
                                        <p:attrNameLst>
                                          <p:attrName>style.visibility</p:attrName>
                                        </p:attrNameLst>
                                      </p:cBhvr>
                                      <p:to>
                                        <p:strVal val="visible"/>
                                      </p:to>
                                    </p:set>
                                    <p:animEffect transition="in" filter="blinds(horizontal)">
                                      <p:cBhvr>
                                        <p:cTn id="126" dur="500"/>
                                        <p:tgtEl>
                                          <p:spTgt spid="9"/>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115"/>
                                        </p:tgtEl>
                                        <p:attrNameLst>
                                          <p:attrName>style.visibility</p:attrName>
                                        </p:attrNameLst>
                                      </p:cBhvr>
                                      <p:to>
                                        <p:strVal val="visible"/>
                                      </p:to>
                                    </p:set>
                                    <p:animEffect transition="in" filter="wipe(up)">
                                      <p:cBhvr>
                                        <p:cTn id="131" dur="500"/>
                                        <p:tgtEl>
                                          <p:spTgt spid="115"/>
                                        </p:tgtEl>
                                      </p:cBhvr>
                                    </p:animEffect>
                                  </p:childTnLst>
                                </p:cTn>
                              </p:par>
                            </p:childTnLst>
                          </p:cTn>
                        </p:par>
                        <p:par>
                          <p:cTn id="132" fill="hold">
                            <p:stCondLst>
                              <p:cond delay="500"/>
                            </p:stCondLst>
                            <p:childTnLst>
                              <p:par>
                                <p:cTn id="133" presetID="22" presetClass="entr" presetSubtype="8" fill="hold" grpId="0" nodeType="afterEffect">
                                  <p:stCondLst>
                                    <p:cond delay="0"/>
                                  </p:stCondLst>
                                  <p:childTnLst>
                                    <p:set>
                                      <p:cBhvr>
                                        <p:cTn id="134" dur="1" fill="hold">
                                          <p:stCondLst>
                                            <p:cond delay="0"/>
                                          </p:stCondLst>
                                        </p:cTn>
                                        <p:tgtEl>
                                          <p:spTgt spid="114"/>
                                        </p:tgtEl>
                                        <p:attrNameLst>
                                          <p:attrName>style.visibility</p:attrName>
                                        </p:attrNameLst>
                                      </p:cBhvr>
                                      <p:to>
                                        <p:strVal val="visible"/>
                                      </p:to>
                                    </p:set>
                                    <p:animEffect transition="in" filter="wipe(left)">
                                      <p:cBhvr>
                                        <p:cTn id="135" dur="500"/>
                                        <p:tgtEl>
                                          <p:spTgt spid="114"/>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123"/>
                                        </p:tgtEl>
                                        <p:attrNameLst>
                                          <p:attrName>style.visibility</p:attrName>
                                        </p:attrNameLst>
                                      </p:cBhvr>
                                      <p:to>
                                        <p:strVal val="visible"/>
                                      </p:to>
                                    </p:set>
                                    <p:animEffect transition="in" filter="blinds(horizontal)">
                                      <p:cBhvr>
                                        <p:cTn id="140" dur="500"/>
                                        <p:tgtEl>
                                          <p:spTgt spid="123"/>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44"/>
                                        </p:tgtEl>
                                        <p:attrNameLst>
                                          <p:attrName>style.visibility</p:attrName>
                                        </p:attrNameLst>
                                      </p:cBhvr>
                                      <p:to>
                                        <p:strVal val="visible"/>
                                      </p:to>
                                    </p:set>
                                    <p:animEffect transition="in" filter="wipe(left)">
                                      <p:cBhvr>
                                        <p:cTn id="145" dur="500"/>
                                        <p:tgtEl>
                                          <p:spTgt spid="44"/>
                                        </p:tgtEl>
                                      </p:cBhvr>
                                    </p:animEffect>
                                  </p:childTnLst>
                                </p:cTn>
                              </p:par>
                            </p:childTnLst>
                          </p:cTn>
                        </p:par>
                        <p:par>
                          <p:cTn id="146" fill="hold">
                            <p:stCondLst>
                              <p:cond delay="500"/>
                            </p:stCondLst>
                            <p:childTnLst>
                              <p:par>
                                <p:cTn id="147" presetID="3" presetClass="entr" presetSubtype="10" fill="hold" nodeType="afterEffect">
                                  <p:stCondLst>
                                    <p:cond delay="0"/>
                                  </p:stCondLst>
                                  <p:childTnLst>
                                    <p:set>
                                      <p:cBhvr>
                                        <p:cTn id="148" dur="1" fill="hold">
                                          <p:stCondLst>
                                            <p:cond delay="0"/>
                                          </p:stCondLst>
                                        </p:cTn>
                                        <p:tgtEl>
                                          <p:spTgt spid="41"/>
                                        </p:tgtEl>
                                        <p:attrNameLst>
                                          <p:attrName>style.visibility</p:attrName>
                                        </p:attrNameLst>
                                      </p:cBhvr>
                                      <p:to>
                                        <p:strVal val="visible"/>
                                      </p:to>
                                    </p:set>
                                    <p:animEffect transition="in" filter="blinds(horizontal)">
                                      <p:cBhvr>
                                        <p:cTn id="149" dur="500"/>
                                        <p:tgtEl>
                                          <p:spTgt spid="41"/>
                                        </p:tgtEl>
                                      </p:cBhvr>
                                    </p:animEffect>
                                  </p:childTnLst>
                                </p:cTn>
                              </p:par>
                            </p:childTnLst>
                          </p:cTn>
                        </p:par>
                      </p:childTnLst>
                    </p:cTn>
                  </p:par>
                  <p:par>
                    <p:cTn id="150" fill="hold">
                      <p:stCondLst>
                        <p:cond delay="indefinite"/>
                      </p:stCondLst>
                      <p:childTnLst>
                        <p:par>
                          <p:cTn id="151" fill="hold">
                            <p:stCondLst>
                              <p:cond delay="0"/>
                            </p:stCondLst>
                            <p:childTnLst>
                              <p:par>
                                <p:cTn id="152" presetID="3" presetClass="entr" presetSubtype="10" fill="hold" nodeType="clickEffect">
                                  <p:stCondLst>
                                    <p:cond delay="0"/>
                                  </p:stCondLst>
                                  <p:childTnLst>
                                    <p:set>
                                      <p:cBhvr>
                                        <p:cTn id="153" dur="1" fill="hold">
                                          <p:stCondLst>
                                            <p:cond delay="0"/>
                                          </p:stCondLst>
                                        </p:cTn>
                                        <p:tgtEl>
                                          <p:spTgt spid="117"/>
                                        </p:tgtEl>
                                        <p:attrNameLst>
                                          <p:attrName>style.visibility</p:attrName>
                                        </p:attrNameLst>
                                      </p:cBhvr>
                                      <p:to>
                                        <p:strVal val="visible"/>
                                      </p:to>
                                    </p:set>
                                    <p:animEffect transition="in" filter="blinds(horizontal)">
                                      <p:cBhvr>
                                        <p:cTn id="154" dur="500"/>
                                        <p:tgtEl>
                                          <p:spTgt spid="117"/>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1" fill="hold" grpId="0" nodeType="clickEffect">
                                  <p:stCondLst>
                                    <p:cond delay="0"/>
                                  </p:stCondLst>
                                  <p:childTnLst>
                                    <p:set>
                                      <p:cBhvr>
                                        <p:cTn id="158" dur="1" fill="hold">
                                          <p:stCondLst>
                                            <p:cond delay="0"/>
                                          </p:stCondLst>
                                        </p:cTn>
                                        <p:tgtEl>
                                          <p:spTgt spid="116"/>
                                        </p:tgtEl>
                                        <p:attrNameLst>
                                          <p:attrName>style.visibility</p:attrName>
                                        </p:attrNameLst>
                                      </p:cBhvr>
                                      <p:to>
                                        <p:strVal val="visible"/>
                                      </p:to>
                                    </p:set>
                                    <p:animEffect transition="in" filter="wipe(up)">
                                      <p:cBhvr>
                                        <p:cTn id="159" dur="500"/>
                                        <p:tgtEl>
                                          <p:spTgt spid="116"/>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8"/>
                                        </p:tgtEl>
                                        <p:attrNameLst>
                                          <p:attrName>style.visibility</p:attrName>
                                        </p:attrNameLst>
                                      </p:cBhvr>
                                      <p:to>
                                        <p:strVal val="visible"/>
                                      </p:to>
                                    </p:set>
                                    <p:animEffect transition="in" filter="wipe(left)">
                                      <p:cBhvr>
                                        <p:cTn id="164" dur="500"/>
                                        <p:tgtEl>
                                          <p:spTgt spid="8"/>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120"/>
                                        </p:tgtEl>
                                        <p:attrNameLst>
                                          <p:attrName>style.visibility</p:attrName>
                                        </p:attrNameLst>
                                      </p:cBhvr>
                                      <p:to>
                                        <p:strVal val="visible"/>
                                      </p:to>
                                    </p:set>
                                    <p:animEffect transition="in" filter="wipe(left)">
                                      <p:cBhvr>
                                        <p:cTn id="169" dur="500"/>
                                        <p:tgtEl>
                                          <p:spTgt spid="120"/>
                                        </p:tgtEl>
                                      </p:cBhvr>
                                    </p:animEffect>
                                  </p:childTnLst>
                                </p:cTn>
                              </p:par>
                            </p:childTnLst>
                          </p:cTn>
                        </p:par>
                        <p:par>
                          <p:cTn id="170" fill="hold">
                            <p:stCondLst>
                              <p:cond delay="500"/>
                            </p:stCondLst>
                            <p:childTnLst>
                              <p:par>
                                <p:cTn id="171" presetID="22" presetClass="entr" presetSubtype="8" fill="hold" grpId="0" nodeType="afterEffect">
                                  <p:stCondLst>
                                    <p:cond delay="0"/>
                                  </p:stCondLst>
                                  <p:childTnLst>
                                    <p:set>
                                      <p:cBhvr>
                                        <p:cTn id="172" dur="1" fill="hold">
                                          <p:stCondLst>
                                            <p:cond delay="0"/>
                                          </p:stCondLst>
                                        </p:cTn>
                                        <p:tgtEl>
                                          <p:spTgt spid="121"/>
                                        </p:tgtEl>
                                        <p:attrNameLst>
                                          <p:attrName>style.visibility</p:attrName>
                                        </p:attrNameLst>
                                      </p:cBhvr>
                                      <p:to>
                                        <p:strVal val="visible"/>
                                      </p:to>
                                    </p:set>
                                    <p:animEffect transition="in" filter="wipe(left)">
                                      <p:cBhvr>
                                        <p:cTn id="173" dur="500"/>
                                        <p:tgtEl>
                                          <p:spTgt spid="121"/>
                                        </p:tgtEl>
                                      </p:cBhvr>
                                    </p:animEffect>
                                  </p:childTnLst>
                                </p:cTn>
                              </p:par>
                            </p:childTnLst>
                          </p:cTn>
                        </p:par>
                        <p:par>
                          <p:cTn id="174" fill="hold">
                            <p:stCondLst>
                              <p:cond delay="1000"/>
                            </p:stCondLst>
                            <p:childTnLst>
                              <p:par>
                                <p:cTn id="175" presetID="3" presetClass="entr" presetSubtype="10" fill="hold" grpId="0" nodeType="afterEffect">
                                  <p:stCondLst>
                                    <p:cond delay="0"/>
                                  </p:stCondLst>
                                  <p:childTnLst>
                                    <p:set>
                                      <p:cBhvr>
                                        <p:cTn id="176" dur="1" fill="hold">
                                          <p:stCondLst>
                                            <p:cond delay="0"/>
                                          </p:stCondLst>
                                        </p:cTn>
                                        <p:tgtEl>
                                          <p:spTgt spid="122"/>
                                        </p:tgtEl>
                                        <p:attrNameLst>
                                          <p:attrName>style.visibility</p:attrName>
                                        </p:attrNameLst>
                                      </p:cBhvr>
                                      <p:to>
                                        <p:strVal val="visible"/>
                                      </p:to>
                                    </p:set>
                                    <p:animEffect transition="in" filter="blinds(horizontal)">
                                      <p:cBhvr>
                                        <p:cTn id="17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44" grpId="0" animBg="1"/>
      <p:bldP spid="45" grpId="0" animBg="1"/>
      <p:bldP spid="46" grpId="0" animBg="1"/>
      <p:bldP spid="47" grpId="0" animBg="1"/>
      <p:bldP spid="92" grpId="0" animBg="1"/>
      <p:bldP spid="93" grpId="0" animBg="1"/>
      <p:bldP spid="94" grpId="0" animBg="1"/>
      <p:bldP spid="107" grpId="0" animBg="1"/>
      <p:bldP spid="112" grpId="0" animBg="1"/>
      <p:bldP spid="113" grpId="0" animBg="1"/>
      <p:bldP spid="114" grpId="0" animBg="1"/>
      <p:bldP spid="115" grpId="0" animBg="1"/>
      <p:bldP spid="116" grpId="0" animBg="1"/>
      <p:bldP spid="120" grpId="0" animBg="1"/>
      <p:bldP spid="121" grpId="0" animBg="1"/>
      <p:bldP spid="12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F6BF4-8237-022A-0EF9-8EC948C382C7}"/>
              </a:ext>
            </a:extLst>
          </p:cNvPr>
          <p:cNvSpPr>
            <a:spLocks noGrp="1"/>
          </p:cNvSpPr>
          <p:nvPr>
            <p:ph type="title"/>
          </p:nvPr>
        </p:nvSpPr>
        <p:spPr/>
        <p:txBody>
          <a:bodyPr/>
          <a:lstStyle/>
          <a:p>
            <a:endParaRPr lang="zh-CN" altLang="en-US"/>
          </a:p>
        </p:txBody>
      </p:sp>
      <p:sp>
        <p:nvSpPr>
          <p:cNvPr id="3" name="Rectangle 4">
            <a:extLst>
              <a:ext uri="{FF2B5EF4-FFF2-40B4-BE49-F238E27FC236}">
                <a16:creationId xmlns:a16="http://schemas.microsoft.com/office/drawing/2014/main" id="{E3E6AD3A-DF5B-28BF-28DB-E74359635FD8}"/>
              </a:ext>
            </a:extLst>
          </p:cNvPr>
          <p:cNvSpPr txBox="1">
            <a:spLocks noChangeArrowheads="1"/>
          </p:cNvSpPr>
          <p:nvPr/>
        </p:nvSpPr>
        <p:spPr bwMode="auto">
          <a:xfrm>
            <a:off x="2081213" y="213829"/>
            <a:ext cx="5372100" cy="533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a:lstStyle>
          <a:p>
            <a:pPr algn="l" eaLnBrk="1" hangingPunct="1">
              <a:defRPr/>
            </a:pPr>
            <a:r>
              <a:rPr lang="zh-CN" altLang="en-US" sz="2400" b="1" kern="0" dirty="0">
                <a:solidFill>
                  <a:srgbClr val="990033"/>
                </a:solidFill>
                <a:effectLst>
                  <a:outerShdw blurRad="38100" dist="38100" dir="2700000" algn="tl">
                    <a:srgbClr val="C0C0C0"/>
                  </a:outerShdw>
                </a:effectLst>
                <a:latin typeface="Times New Roman" pitchFamily="18" charset="0"/>
              </a:rPr>
              <a:t>圆柱、圆锥相贯线变化规律 </a:t>
            </a:r>
          </a:p>
        </p:txBody>
      </p:sp>
      <p:sp>
        <p:nvSpPr>
          <p:cNvPr id="4" name="Rectangle 5">
            <a:extLst>
              <a:ext uri="{FF2B5EF4-FFF2-40B4-BE49-F238E27FC236}">
                <a16:creationId xmlns:a16="http://schemas.microsoft.com/office/drawing/2014/main" id="{25A9BABE-7574-FF2B-EF71-B96DC573309F}"/>
              </a:ext>
            </a:extLst>
          </p:cNvPr>
          <p:cNvSpPr txBox="1">
            <a:spLocks noChangeArrowheads="1"/>
          </p:cNvSpPr>
          <p:nvPr/>
        </p:nvSpPr>
        <p:spPr bwMode="auto">
          <a:xfrm>
            <a:off x="2076450" y="1879117"/>
            <a:ext cx="4325938" cy="622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ea typeface="+mn-ea"/>
              </a:defRPr>
            </a:lvl2pPr>
            <a:lvl3pPr marL="914400" indent="0" algn="ctr" rtl="0" eaLnBrk="0" fontAlgn="base" hangingPunct="0">
              <a:spcBef>
                <a:spcPct val="20000"/>
              </a:spcBef>
              <a:spcAft>
                <a:spcPct val="0"/>
              </a:spcAft>
              <a:buNone/>
              <a:defRPr sz="2400">
                <a:solidFill>
                  <a:schemeClr val="tx1"/>
                </a:solidFill>
                <a:latin typeface="+mn-lt"/>
                <a:ea typeface="+mn-ea"/>
              </a:defRPr>
            </a:lvl3pPr>
            <a:lvl4pPr marL="1371600" indent="0" algn="ctr" rtl="0" eaLnBrk="0" fontAlgn="base" hangingPunct="0">
              <a:spcBef>
                <a:spcPct val="20000"/>
              </a:spcBef>
              <a:spcAft>
                <a:spcPct val="0"/>
              </a:spcAft>
              <a:buNone/>
              <a:defRPr sz="2000">
                <a:solidFill>
                  <a:schemeClr val="tx1"/>
                </a:solidFill>
                <a:latin typeface="+mn-lt"/>
                <a:ea typeface="+mn-ea"/>
              </a:defRPr>
            </a:lvl4pPr>
            <a:lvl5pPr marL="1828800" indent="0" algn="ctr" rtl="0" eaLnBrk="0" fontAlgn="base" hangingPunct="0">
              <a:spcBef>
                <a:spcPct val="20000"/>
              </a:spcBef>
              <a:spcAft>
                <a:spcPct val="0"/>
              </a:spcAft>
              <a:buNone/>
              <a:defRPr sz="2000">
                <a:solidFill>
                  <a:schemeClr val="tx1"/>
                </a:solidFill>
                <a:latin typeface="+mn-lt"/>
                <a:ea typeface="+mn-ea"/>
              </a:defRPr>
            </a:lvl5pPr>
            <a:lvl6pPr marL="2286000" indent="0" algn="ctr" rtl="0" fontAlgn="base">
              <a:spcBef>
                <a:spcPct val="20000"/>
              </a:spcBef>
              <a:spcAft>
                <a:spcPct val="0"/>
              </a:spcAft>
              <a:buNone/>
              <a:defRPr sz="2000">
                <a:solidFill>
                  <a:schemeClr val="tx1"/>
                </a:solidFill>
                <a:latin typeface="+mn-lt"/>
                <a:ea typeface="+mn-ea"/>
              </a:defRPr>
            </a:lvl6pPr>
            <a:lvl7pPr marL="2743200" indent="0" algn="ctr" rtl="0" fontAlgn="base">
              <a:spcBef>
                <a:spcPct val="20000"/>
              </a:spcBef>
              <a:spcAft>
                <a:spcPct val="0"/>
              </a:spcAft>
              <a:buNone/>
              <a:defRPr sz="2000">
                <a:solidFill>
                  <a:schemeClr val="tx1"/>
                </a:solidFill>
                <a:latin typeface="+mn-lt"/>
                <a:ea typeface="+mn-ea"/>
              </a:defRPr>
            </a:lvl7pPr>
            <a:lvl8pPr marL="3200400" indent="0" algn="ctr" rtl="0" fontAlgn="base">
              <a:spcBef>
                <a:spcPct val="20000"/>
              </a:spcBef>
              <a:spcAft>
                <a:spcPct val="0"/>
              </a:spcAft>
              <a:buNone/>
              <a:defRPr sz="2000">
                <a:solidFill>
                  <a:schemeClr val="tx1"/>
                </a:solidFill>
                <a:latin typeface="+mn-lt"/>
                <a:ea typeface="+mn-ea"/>
              </a:defRPr>
            </a:lvl8pPr>
            <a:lvl9pPr marL="3657600" indent="0" algn="ctr" rtl="0" fontAlgn="base">
              <a:spcBef>
                <a:spcPct val="20000"/>
              </a:spcBef>
              <a:spcAft>
                <a:spcPct val="0"/>
              </a:spcAft>
              <a:buNone/>
              <a:defRPr sz="2000">
                <a:solidFill>
                  <a:schemeClr val="tx1"/>
                </a:solidFill>
                <a:latin typeface="+mn-lt"/>
                <a:ea typeface="+mn-ea"/>
              </a:defRPr>
            </a:lvl9pPr>
          </a:lstStyle>
          <a:p>
            <a:pPr marL="609600" indent="-609600" algn="l" eaLnBrk="1" hangingPunct="1">
              <a:defRPr/>
            </a:pPr>
            <a:r>
              <a:rPr lang="en-US" altLang="zh-CN" sz="2400" b="1" kern="0">
                <a:effectLst>
                  <a:outerShdw blurRad="38100" dist="38100" dir="2700000" algn="tl">
                    <a:srgbClr val="C0C0C0"/>
                  </a:outerShdw>
                </a:effectLst>
                <a:latin typeface="Times New Roman" pitchFamily="18" charset="0"/>
              </a:rPr>
              <a:t>1.</a:t>
            </a:r>
            <a:r>
              <a:rPr lang="zh-CN" altLang="en-US" sz="2400" b="1" kern="0">
                <a:effectLst>
                  <a:outerShdw blurRad="38100" dist="38100" dir="2700000" algn="tl">
                    <a:srgbClr val="C0C0C0"/>
                  </a:outerShdw>
                </a:effectLst>
                <a:latin typeface="Times New Roman" pitchFamily="18" charset="0"/>
              </a:rPr>
              <a:t>两圆柱相贯</a:t>
            </a:r>
          </a:p>
        </p:txBody>
      </p:sp>
      <p:sp>
        <p:nvSpPr>
          <p:cNvPr id="5" name="Rectangle 6">
            <a:extLst>
              <a:ext uri="{FF2B5EF4-FFF2-40B4-BE49-F238E27FC236}">
                <a16:creationId xmlns:a16="http://schemas.microsoft.com/office/drawing/2014/main" id="{842B8E15-E619-9DCB-96D7-D2A04A380C4B}"/>
              </a:ext>
            </a:extLst>
          </p:cNvPr>
          <p:cNvSpPr>
            <a:spLocks noChangeArrowheads="1"/>
          </p:cNvSpPr>
          <p:nvPr/>
        </p:nvSpPr>
        <p:spPr bwMode="auto">
          <a:xfrm>
            <a:off x="2346325" y="728179"/>
            <a:ext cx="8015288" cy="641350"/>
          </a:xfrm>
          <a:prstGeom prst="rect">
            <a:avLst/>
          </a:prstGeom>
          <a:noFill/>
          <a:ln w="19050" algn="ctr">
            <a:noFill/>
            <a:miter lim="800000"/>
            <a:headEnd/>
            <a:tailEnd/>
          </a:ln>
          <a:effectLst/>
        </p:spPr>
        <p:txBody>
          <a:bodyPr anchor="ctr">
            <a:spAutoFit/>
          </a:bodyPr>
          <a:lstStyle/>
          <a:p>
            <a:pPr fontAlgn="base">
              <a:lnSpc>
                <a:spcPct val="90000"/>
              </a:lnSpc>
              <a:spcBef>
                <a:spcPct val="0"/>
              </a:spcBef>
              <a:spcAft>
                <a:spcPct val="0"/>
              </a:spcAft>
              <a:defRPr/>
            </a:pP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        </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圆柱与圆柱、圆柱与圆锥相贯时，相贯线的空间形状取决于两回转体的形状大小及它们之间的相对位置。</a:t>
            </a:r>
          </a:p>
        </p:txBody>
      </p:sp>
      <p:sp>
        <p:nvSpPr>
          <p:cNvPr id="6" name="Rectangle 7">
            <a:extLst>
              <a:ext uri="{FF2B5EF4-FFF2-40B4-BE49-F238E27FC236}">
                <a16:creationId xmlns:a16="http://schemas.microsoft.com/office/drawing/2014/main" id="{205A0081-EDBB-488E-FCC5-8FBC4E75AA4C}"/>
              </a:ext>
            </a:extLst>
          </p:cNvPr>
          <p:cNvSpPr>
            <a:spLocks noChangeArrowheads="1"/>
          </p:cNvSpPr>
          <p:nvPr/>
        </p:nvSpPr>
        <p:spPr bwMode="auto">
          <a:xfrm>
            <a:off x="2189163" y="1453667"/>
            <a:ext cx="7710487" cy="3968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回转体尺寸大小发生变化，相贯线变化的趋势：</a:t>
            </a:r>
          </a:p>
        </p:txBody>
      </p:sp>
      <p:pic>
        <p:nvPicPr>
          <p:cNvPr id="7" name="Picture 10" descr="3-44">
            <a:extLst>
              <a:ext uri="{FF2B5EF4-FFF2-40B4-BE49-F238E27FC236}">
                <a16:creationId xmlns:a16="http://schemas.microsoft.com/office/drawing/2014/main" id="{AD3E9D68-9F2D-29DA-9E6C-F3AEAB360873}"/>
              </a:ext>
            </a:extLst>
          </p:cNvPr>
          <p:cNvPicPr>
            <a:picLocks noChangeAspect="1" noChangeArrowheads="1"/>
          </p:cNvPicPr>
          <p:nvPr/>
        </p:nvPicPr>
        <p:blipFill>
          <a:blip r:embed="rId2"/>
          <a:srcRect r="70959"/>
          <a:stretch>
            <a:fillRect/>
          </a:stretch>
        </p:blipFill>
        <p:spPr bwMode="auto">
          <a:xfrm>
            <a:off x="2489200" y="2664929"/>
            <a:ext cx="1528763" cy="2833688"/>
          </a:xfrm>
          <a:prstGeom prst="rect">
            <a:avLst/>
          </a:prstGeom>
          <a:noFill/>
          <a:ln w="9525">
            <a:noFill/>
            <a:miter lim="800000"/>
            <a:headEnd/>
            <a:tailEnd/>
          </a:ln>
        </p:spPr>
      </p:pic>
      <p:pic>
        <p:nvPicPr>
          <p:cNvPr id="8" name="Picture 11" descr="3-44">
            <a:extLst>
              <a:ext uri="{FF2B5EF4-FFF2-40B4-BE49-F238E27FC236}">
                <a16:creationId xmlns:a16="http://schemas.microsoft.com/office/drawing/2014/main" id="{DEADF831-C283-8AC1-2776-3685581964B6}"/>
              </a:ext>
            </a:extLst>
          </p:cNvPr>
          <p:cNvPicPr>
            <a:picLocks noChangeAspect="1" noChangeArrowheads="1"/>
          </p:cNvPicPr>
          <p:nvPr/>
        </p:nvPicPr>
        <p:blipFill>
          <a:blip r:embed="rId2"/>
          <a:srcRect l="34198" r="35042"/>
          <a:stretch>
            <a:fillRect/>
          </a:stretch>
        </p:blipFill>
        <p:spPr bwMode="auto">
          <a:xfrm>
            <a:off x="5278438" y="2620479"/>
            <a:ext cx="1619250" cy="2833688"/>
          </a:xfrm>
          <a:prstGeom prst="rect">
            <a:avLst/>
          </a:prstGeom>
          <a:noFill/>
          <a:ln w="9525">
            <a:noFill/>
            <a:miter lim="800000"/>
            <a:headEnd/>
            <a:tailEnd/>
          </a:ln>
        </p:spPr>
      </p:pic>
      <p:pic>
        <p:nvPicPr>
          <p:cNvPr id="9" name="Picture 12" descr="3-44">
            <a:extLst>
              <a:ext uri="{FF2B5EF4-FFF2-40B4-BE49-F238E27FC236}">
                <a16:creationId xmlns:a16="http://schemas.microsoft.com/office/drawing/2014/main" id="{1E2F8693-7947-D934-37C2-F2062E864258}"/>
              </a:ext>
            </a:extLst>
          </p:cNvPr>
          <p:cNvPicPr>
            <a:picLocks noChangeAspect="1" noChangeArrowheads="1"/>
          </p:cNvPicPr>
          <p:nvPr/>
        </p:nvPicPr>
        <p:blipFill>
          <a:blip r:embed="rId2"/>
          <a:srcRect l="67551"/>
          <a:stretch>
            <a:fillRect/>
          </a:stretch>
        </p:blipFill>
        <p:spPr bwMode="auto">
          <a:xfrm>
            <a:off x="8247063" y="2622067"/>
            <a:ext cx="1708150" cy="2833687"/>
          </a:xfrm>
          <a:prstGeom prst="rect">
            <a:avLst/>
          </a:prstGeom>
          <a:noFill/>
          <a:ln w="9525">
            <a:noFill/>
            <a:miter lim="800000"/>
            <a:headEnd/>
            <a:tailEnd/>
          </a:ln>
        </p:spPr>
      </p:pic>
      <p:sp>
        <p:nvSpPr>
          <p:cNvPr id="10" name="Rectangle 8">
            <a:extLst>
              <a:ext uri="{FF2B5EF4-FFF2-40B4-BE49-F238E27FC236}">
                <a16:creationId xmlns:a16="http://schemas.microsoft.com/office/drawing/2014/main" id="{BB8B4C3A-A762-5FB0-9627-E811F653943C}"/>
              </a:ext>
            </a:extLst>
          </p:cNvPr>
          <p:cNvSpPr>
            <a:spLocks noChangeArrowheads="1"/>
          </p:cNvSpPr>
          <p:nvPr/>
        </p:nvSpPr>
        <p:spPr bwMode="auto">
          <a:xfrm>
            <a:off x="2035175" y="5609742"/>
            <a:ext cx="2522538"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1</a:t>
            </a: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a:t>
            </a: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2</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，相贯线为上下两条</a:t>
            </a:r>
            <a:r>
              <a:rPr lang="zh-CN" altLang="en-US" sz="2000" b="1">
                <a:solidFill>
                  <a:srgbClr val="800000"/>
                </a:solidFill>
                <a:effectLst>
                  <a:outerShdw blurRad="38100" dist="38100" dir="2700000" algn="tl">
                    <a:srgbClr val="C0C0C0"/>
                  </a:outerShdw>
                </a:effectLst>
                <a:latin typeface="Times New Roman" pitchFamily="18" charset="0"/>
                <a:ea typeface="宋体" pitchFamily="2" charset="-122"/>
              </a:rPr>
              <a:t>空间曲线</a:t>
            </a:r>
            <a:endParaRPr lang="zh-CN" altLang="en-US" sz="2000" b="1">
              <a:solidFill>
                <a:srgbClr val="000000"/>
              </a:solidFill>
              <a:effectLst>
                <a:outerShdw blurRad="38100" dist="38100" dir="2700000" algn="tl">
                  <a:srgbClr val="C0C0C0"/>
                </a:outerShdw>
              </a:effectLst>
              <a:latin typeface="Times New Roman" pitchFamily="18" charset="0"/>
              <a:ea typeface="宋体" pitchFamily="2" charset="-122"/>
            </a:endParaRPr>
          </a:p>
        </p:txBody>
      </p:sp>
      <p:sp>
        <p:nvSpPr>
          <p:cNvPr id="11" name="Rectangle 9">
            <a:extLst>
              <a:ext uri="{FF2B5EF4-FFF2-40B4-BE49-F238E27FC236}">
                <a16:creationId xmlns:a16="http://schemas.microsoft.com/office/drawing/2014/main" id="{2774D025-D4BD-9D2C-35AE-D3CB5813E59F}"/>
              </a:ext>
            </a:extLst>
          </p:cNvPr>
          <p:cNvSpPr>
            <a:spLocks noChangeArrowheads="1"/>
          </p:cNvSpPr>
          <p:nvPr/>
        </p:nvSpPr>
        <p:spPr bwMode="auto">
          <a:xfrm>
            <a:off x="4513263" y="1890229"/>
            <a:ext cx="5803900"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当一圆柱直径不变而另一圆柱直径发生变化时，相贯线的变化情况。</a:t>
            </a:r>
          </a:p>
        </p:txBody>
      </p:sp>
      <p:sp>
        <p:nvSpPr>
          <p:cNvPr id="12" name="Rectangle 13">
            <a:extLst>
              <a:ext uri="{FF2B5EF4-FFF2-40B4-BE49-F238E27FC236}">
                <a16:creationId xmlns:a16="http://schemas.microsoft.com/office/drawing/2014/main" id="{5F792F45-47EE-9E0D-30DB-D7DC694618A9}"/>
              </a:ext>
            </a:extLst>
          </p:cNvPr>
          <p:cNvSpPr>
            <a:spLocks noChangeArrowheads="1"/>
          </p:cNvSpPr>
          <p:nvPr/>
        </p:nvSpPr>
        <p:spPr bwMode="auto">
          <a:xfrm>
            <a:off x="4681538" y="5365267"/>
            <a:ext cx="2782887" cy="10064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1</a:t>
            </a: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a:t>
            </a: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2</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，相贯线退化为</a:t>
            </a:r>
            <a:r>
              <a:rPr lang="zh-CN" altLang="en-US" sz="2000" b="1">
                <a:solidFill>
                  <a:srgbClr val="800000"/>
                </a:solidFill>
                <a:effectLst>
                  <a:outerShdw blurRad="38100" dist="38100" dir="2700000" algn="tl">
                    <a:srgbClr val="C0C0C0"/>
                  </a:outerShdw>
                </a:effectLst>
                <a:latin typeface="Times New Roman" pitchFamily="18" charset="0"/>
                <a:ea typeface="宋体" pitchFamily="2" charset="-122"/>
              </a:rPr>
              <a:t>平面曲线</a:t>
            </a: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两椭圆</a:t>
            </a: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，其</a:t>
            </a:r>
            <a:r>
              <a:rPr lang="en-US" altLang="zh-CN" sz="2000" b="1">
                <a:solidFill>
                  <a:srgbClr val="000000"/>
                </a:solidFill>
                <a:effectLst>
                  <a:outerShdw blurRad="38100" dist="38100" dir="2700000" algn="tl">
                    <a:srgbClr val="C0C0C0"/>
                  </a:outerShdw>
                </a:effectLst>
                <a:latin typeface="Times New Roman" pitchFamily="18" charset="0"/>
                <a:ea typeface="宋体" pitchFamily="2" charset="-122"/>
              </a:rPr>
              <a:t>V</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投影为相交直线；</a:t>
            </a:r>
          </a:p>
        </p:txBody>
      </p:sp>
      <p:sp>
        <p:nvSpPr>
          <p:cNvPr id="13" name="Rectangle 14">
            <a:extLst>
              <a:ext uri="{FF2B5EF4-FFF2-40B4-BE49-F238E27FC236}">
                <a16:creationId xmlns:a16="http://schemas.microsoft.com/office/drawing/2014/main" id="{8B9ADBB8-E12D-3E7B-552D-0018BD36717B}"/>
              </a:ext>
            </a:extLst>
          </p:cNvPr>
          <p:cNvSpPr>
            <a:spLocks noChangeArrowheads="1"/>
          </p:cNvSpPr>
          <p:nvPr/>
        </p:nvSpPr>
        <p:spPr bwMode="auto">
          <a:xfrm>
            <a:off x="7842250" y="5609742"/>
            <a:ext cx="2790825" cy="701675"/>
          </a:xfrm>
          <a:prstGeom prst="rect">
            <a:avLst/>
          </a:prstGeom>
          <a:noFill/>
          <a:ln w="19050" algn="ctr">
            <a:noFill/>
            <a:miter lim="800000"/>
            <a:headEnd/>
            <a:tailEnd/>
          </a:ln>
          <a:effectLst/>
        </p:spPr>
        <p:txBody>
          <a:bodyPr>
            <a:spAutoFit/>
          </a:bodyPr>
          <a:lstStyle/>
          <a:p>
            <a:pPr fontAlgn="base">
              <a:spcBef>
                <a:spcPct val="0"/>
              </a:spcBef>
              <a:spcAft>
                <a:spcPct val="0"/>
              </a:spcAft>
              <a:defRPr/>
            </a:pP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1</a:t>
            </a:r>
            <a:r>
              <a:rPr lang="zh-CN" altLang="en-US" sz="2000" b="1">
                <a:solidFill>
                  <a:srgbClr val="0000CC"/>
                </a:solidFill>
                <a:effectLst>
                  <a:outerShdw blurRad="38100" dist="38100" dir="2700000" algn="tl">
                    <a:srgbClr val="C0C0C0"/>
                  </a:outerShdw>
                </a:effectLst>
                <a:latin typeface="Times New Roman" pitchFamily="18" charset="0"/>
                <a:ea typeface="宋体" pitchFamily="2" charset="-122"/>
              </a:rPr>
              <a:t>＞</a:t>
            </a:r>
            <a:r>
              <a:rPr lang="en-US" altLang="zh-CN" sz="2000" b="1" i="1">
                <a:solidFill>
                  <a:srgbClr val="000000"/>
                </a:solidFill>
                <a:effectLst>
                  <a:outerShdw blurRad="38100" dist="38100" dir="2700000" algn="tl">
                    <a:srgbClr val="C0C0C0"/>
                  </a:outerShdw>
                </a:effectLst>
                <a:latin typeface="Times New Roman" pitchFamily="18" charset="0"/>
                <a:ea typeface="宋体" pitchFamily="2" charset="-122"/>
              </a:rPr>
              <a:t>d</a:t>
            </a:r>
            <a:r>
              <a:rPr lang="en-US" altLang="zh-CN" sz="2000" b="1" baseline="-25000">
                <a:solidFill>
                  <a:srgbClr val="000000"/>
                </a:solidFill>
                <a:effectLst>
                  <a:outerShdw blurRad="38100" dist="38100" dir="2700000" algn="tl">
                    <a:srgbClr val="C0C0C0"/>
                  </a:outerShdw>
                </a:effectLst>
                <a:latin typeface="Times New Roman" pitchFamily="18" charset="0"/>
                <a:ea typeface="宋体" pitchFamily="2" charset="-122"/>
              </a:rPr>
              <a:t>2</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，相贯线变为左右两条</a:t>
            </a:r>
            <a:r>
              <a:rPr lang="zh-CN" altLang="en-US" sz="2000" b="1">
                <a:solidFill>
                  <a:srgbClr val="800000"/>
                </a:solidFill>
                <a:effectLst>
                  <a:outerShdw blurRad="38100" dist="38100" dir="2700000" algn="tl">
                    <a:srgbClr val="C0C0C0"/>
                  </a:outerShdw>
                </a:effectLst>
                <a:latin typeface="Times New Roman" pitchFamily="18" charset="0"/>
                <a:ea typeface="宋体" pitchFamily="2" charset="-122"/>
              </a:rPr>
              <a:t>空间曲线</a:t>
            </a:r>
            <a:r>
              <a:rPr lang="zh-CN" altLang="en-US" sz="2000" b="1">
                <a:solidFill>
                  <a:srgbClr val="000000"/>
                </a:solidFill>
                <a:effectLst>
                  <a:outerShdw blurRad="38100" dist="38100" dir="2700000" algn="tl">
                    <a:srgbClr val="C0C0C0"/>
                  </a:outerShdw>
                </a:effectLst>
                <a:latin typeface="Times New Roman" pitchFamily="18" charset="0"/>
                <a:ea typeface="宋体" pitchFamily="2" charset="-122"/>
              </a:rPr>
              <a:t> </a:t>
            </a:r>
          </a:p>
        </p:txBody>
      </p:sp>
      <p:sp>
        <p:nvSpPr>
          <p:cNvPr id="14" name="Rectangle 15">
            <a:extLst>
              <a:ext uri="{FF2B5EF4-FFF2-40B4-BE49-F238E27FC236}">
                <a16:creationId xmlns:a16="http://schemas.microsoft.com/office/drawing/2014/main" id="{ECDEF34A-4070-056E-3B8B-49881D602B6C}"/>
              </a:ext>
            </a:extLst>
          </p:cNvPr>
          <p:cNvSpPr>
            <a:spLocks noChangeArrowheads="1"/>
          </p:cNvSpPr>
          <p:nvPr/>
        </p:nvSpPr>
        <p:spPr bwMode="auto">
          <a:xfrm>
            <a:off x="1946275" y="2620479"/>
            <a:ext cx="8507413" cy="3690938"/>
          </a:xfrm>
          <a:prstGeom prst="rect">
            <a:avLst/>
          </a:prstGeom>
          <a:noFill/>
          <a:ln w="19050" algn="ctr">
            <a:solidFill>
              <a:srgbClr val="0000FF"/>
            </a:solidFill>
            <a:miter lim="800000"/>
            <a:headEnd/>
            <a:tailEnd/>
          </a:ln>
        </p:spPr>
        <p:txBody>
          <a:bodyPr wrap="none" anchor="ctr"/>
          <a:lstStyle/>
          <a:p>
            <a:pPr algn="ct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5" name="Line 16">
            <a:extLst>
              <a:ext uri="{FF2B5EF4-FFF2-40B4-BE49-F238E27FC236}">
                <a16:creationId xmlns:a16="http://schemas.microsoft.com/office/drawing/2014/main" id="{B1171140-E3D8-5EA8-10DD-5977A7C8B7F6}"/>
              </a:ext>
            </a:extLst>
          </p:cNvPr>
          <p:cNvSpPr>
            <a:spLocks noChangeShapeType="1"/>
          </p:cNvSpPr>
          <p:nvPr/>
        </p:nvSpPr>
        <p:spPr bwMode="auto">
          <a:xfrm>
            <a:off x="4468813" y="2620479"/>
            <a:ext cx="0" cy="3690938"/>
          </a:xfrm>
          <a:prstGeom prst="line">
            <a:avLst/>
          </a:prstGeom>
          <a:noFill/>
          <a:ln w="19050">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6" name="Line 17">
            <a:extLst>
              <a:ext uri="{FF2B5EF4-FFF2-40B4-BE49-F238E27FC236}">
                <a16:creationId xmlns:a16="http://schemas.microsoft.com/office/drawing/2014/main" id="{D5659415-CE47-2094-AABE-0AF4FFDCC8FA}"/>
              </a:ext>
            </a:extLst>
          </p:cNvPr>
          <p:cNvSpPr>
            <a:spLocks noChangeShapeType="1"/>
          </p:cNvSpPr>
          <p:nvPr/>
        </p:nvSpPr>
        <p:spPr bwMode="auto">
          <a:xfrm>
            <a:off x="7753350" y="2620479"/>
            <a:ext cx="0" cy="3690938"/>
          </a:xfrm>
          <a:prstGeom prst="line">
            <a:avLst/>
          </a:prstGeom>
          <a:noFill/>
          <a:ln w="19050">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
        <p:nvSpPr>
          <p:cNvPr id="17" name="Line 18">
            <a:extLst>
              <a:ext uri="{FF2B5EF4-FFF2-40B4-BE49-F238E27FC236}">
                <a16:creationId xmlns:a16="http://schemas.microsoft.com/office/drawing/2014/main" id="{8281C0CF-54AD-9A58-E2A2-8A20B9903979}"/>
              </a:ext>
            </a:extLst>
          </p:cNvPr>
          <p:cNvSpPr>
            <a:spLocks noChangeShapeType="1"/>
          </p:cNvSpPr>
          <p:nvPr/>
        </p:nvSpPr>
        <p:spPr bwMode="auto">
          <a:xfrm>
            <a:off x="1946275" y="5411304"/>
            <a:ext cx="8507413" cy="0"/>
          </a:xfrm>
          <a:prstGeom prst="line">
            <a:avLst/>
          </a:prstGeom>
          <a:noFill/>
          <a:ln w="19050">
            <a:solidFill>
              <a:srgbClr val="0000FF"/>
            </a:solidFill>
            <a:round/>
            <a:headEnd/>
            <a:tailEnd/>
          </a:ln>
        </p:spPr>
        <p:txBody>
          <a:bodyPr wrap="none" anchor="ctr"/>
          <a:lstStyle/>
          <a:p>
            <a:pPr fontAlgn="base">
              <a:spcBef>
                <a:spcPct val="0"/>
              </a:spcBef>
              <a:spcAft>
                <a:spcPct val="0"/>
              </a:spcAft>
            </a:pPr>
            <a:endParaRPr lang="zh-CN" altLang="en-US" sz="2400">
              <a:solidFill>
                <a:srgbClr val="000000"/>
              </a:solidFill>
              <a:latin typeface="RomanD" pitchFamily="2" charset="0"/>
              <a:ea typeface="宋体" charset="-122"/>
            </a:endParaRPr>
          </a:p>
        </p:txBody>
      </p:sp>
    </p:spTree>
    <p:extLst>
      <p:ext uri="{BB962C8B-B14F-4D97-AF65-F5344CB8AC3E}">
        <p14:creationId xmlns:p14="http://schemas.microsoft.com/office/powerpoint/2010/main" val="14845295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C2B57C-64AB-0D11-5027-6B245B81DEA1}"/>
              </a:ext>
            </a:extLst>
          </p:cNvPr>
          <p:cNvSpPr>
            <a:spLocks noGrp="1"/>
          </p:cNvSpPr>
          <p:nvPr>
            <p:ph type="title"/>
          </p:nvPr>
        </p:nvSpPr>
        <p:spPr/>
        <p:txBody>
          <a:bodyPr/>
          <a:lstStyle/>
          <a:p>
            <a:endParaRPr lang="zh-CN" altLang="en-US"/>
          </a:p>
        </p:txBody>
      </p:sp>
      <p:sp>
        <p:nvSpPr>
          <p:cNvPr id="3" name="Rectangle 3">
            <a:extLst>
              <a:ext uri="{FF2B5EF4-FFF2-40B4-BE49-F238E27FC236}">
                <a16:creationId xmlns:a16="http://schemas.microsoft.com/office/drawing/2014/main" id="{B11A7BDE-2466-32BB-01B1-BF9BDB8B8251}"/>
              </a:ext>
            </a:extLst>
          </p:cNvPr>
          <p:cNvSpPr txBox="1">
            <a:spLocks noChangeArrowheads="1"/>
          </p:cNvSpPr>
          <p:nvPr/>
        </p:nvSpPr>
        <p:spPr>
          <a:xfrm>
            <a:off x="2249488" y="445622"/>
            <a:ext cx="4325937" cy="622300"/>
          </a:xfrm>
          <a:prstGeom prst="rect">
            <a:avLst/>
          </a:prstGeom>
        </p:spPr>
        <p:txBody>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defRPr/>
            </a:pPr>
            <a:r>
              <a:rPr lang="en-US" altLang="zh-CN" sz="2400" b="1">
                <a:effectLst>
                  <a:outerShdw blurRad="38100" dist="38100" dir="2700000" algn="tl">
                    <a:srgbClr val="C0C0C0"/>
                  </a:outerShdw>
                </a:effectLst>
                <a:latin typeface="Times New Roman" pitchFamily="18" charset="0"/>
              </a:rPr>
              <a:t>2</a:t>
            </a:r>
            <a:r>
              <a:rPr lang="zh-CN" altLang="en-US" sz="2400" b="1">
                <a:effectLst>
                  <a:outerShdw blurRad="38100" dist="38100" dir="2700000" algn="tl">
                    <a:srgbClr val="C0C0C0"/>
                  </a:outerShdw>
                </a:effectLst>
                <a:latin typeface="Times New Roman" pitchFamily="18" charset="0"/>
              </a:rPr>
              <a:t>．圆柱与圆锥相贯</a:t>
            </a:r>
            <a:r>
              <a:rPr lang="zh-CN" altLang="en-US" sz="2400">
                <a:latin typeface="Times New Roman" pitchFamily="18" charset="0"/>
              </a:rPr>
              <a:t> </a:t>
            </a:r>
          </a:p>
        </p:txBody>
      </p:sp>
      <p:sp>
        <p:nvSpPr>
          <p:cNvPr id="4" name="Rectangle 9">
            <a:extLst>
              <a:ext uri="{FF2B5EF4-FFF2-40B4-BE49-F238E27FC236}">
                <a16:creationId xmlns:a16="http://schemas.microsoft.com/office/drawing/2014/main" id="{81643C88-AA5C-4A2B-AC7C-6AA879710B25}"/>
              </a:ext>
            </a:extLst>
          </p:cNvPr>
          <p:cNvSpPr>
            <a:spLocks noChangeArrowheads="1"/>
          </p:cNvSpPr>
          <p:nvPr/>
        </p:nvSpPr>
        <p:spPr bwMode="auto">
          <a:xfrm>
            <a:off x="2178050" y="3603160"/>
            <a:ext cx="2655888" cy="2647950"/>
          </a:xfrm>
          <a:prstGeom prst="rect">
            <a:avLst/>
          </a:prstGeom>
          <a:noFill/>
          <a:ln w="19050" algn="ctr">
            <a:noFill/>
            <a:miter lim="800000"/>
            <a:headEnd/>
            <a:tailEnd/>
          </a:ln>
          <a:effectLst/>
        </p:spPr>
        <p:txBody>
          <a:bodyPr>
            <a:spAutoFit/>
          </a:bodyPr>
          <a:lstStyle/>
          <a:p>
            <a:pPr>
              <a:defRPr/>
            </a:pPr>
            <a:r>
              <a:rPr lang="zh-CN" altLang="en-US" sz="2000" b="1">
                <a:effectLst>
                  <a:outerShdw blurRad="38100" dist="38100" dir="2700000" algn="tl">
                    <a:srgbClr val="C0C0C0"/>
                  </a:outerShdw>
                </a:effectLst>
                <a:latin typeface="Times New Roman" pitchFamily="18" charset="0"/>
                <a:ea typeface="宋体" pitchFamily="2" charset="-122"/>
              </a:rPr>
              <a:t>（</a:t>
            </a:r>
            <a:r>
              <a:rPr lang="en-US" altLang="zh-CN" sz="2000" b="1">
                <a:effectLst>
                  <a:outerShdw blurRad="38100" dist="38100" dir="2700000" algn="tl">
                    <a:srgbClr val="C0C0C0"/>
                  </a:outerShdw>
                </a:effectLst>
                <a:latin typeface="Times New Roman" pitchFamily="18" charset="0"/>
                <a:ea typeface="宋体" pitchFamily="2" charset="-122"/>
              </a:rPr>
              <a:t>1</a:t>
            </a:r>
            <a:r>
              <a:rPr lang="zh-CN" altLang="en-US" sz="2000"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当圆</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圆柱的投影</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在三角形</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圆锥的投影</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内时，相贯线为左、右两条空间曲线，其</a:t>
            </a:r>
            <a:r>
              <a:rPr lang="en-US" altLang="zh-CN" b="1" i="1">
                <a:effectLst>
                  <a:outerShdw blurRad="38100" dist="38100" dir="2700000" algn="tl">
                    <a:srgbClr val="C0C0C0"/>
                  </a:outerShdw>
                </a:effectLst>
                <a:latin typeface="Times New Roman" pitchFamily="18" charset="0"/>
                <a:ea typeface="宋体" pitchFamily="2" charset="-122"/>
              </a:rPr>
              <a:t>V</a:t>
            </a:r>
            <a:r>
              <a:rPr lang="zh-CN" altLang="en-US" b="1">
                <a:effectLst>
                  <a:outerShdw blurRad="38100" dist="38100" dir="2700000" algn="tl">
                    <a:srgbClr val="C0C0C0"/>
                  </a:outerShdw>
                </a:effectLst>
                <a:latin typeface="Times New Roman" pitchFamily="18" charset="0"/>
                <a:ea typeface="宋体" pitchFamily="2" charset="-122"/>
              </a:rPr>
              <a:t>投影双曲线向圆锥轴线方向弯曲</a:t>
            </a:r>
            <a:r>
              <a:rPr lang="zh-CN" altLang="en-US">
                <a:latin typeface="Times New Roman" pitchFamily="18" charset="0"/>
                <a:ea typeface="宋体" pitchFamily="2" charset="-122"/>
              </a:rPr>
              <a:t> </a:t>
            </a:r>
            <a:r>
              <a:rPr lang="zh-CN" altLang="en-US" sz="2000" b="1">
                <a:effectLst>
                  <a:outerShdw blurRad="38100" dist="38100" dir="2700000" algn="tl">
                    <a:srgbClr val="C0C0C0"/>
                  </a:outerShdw>
                </a:effectLst>
                <a:latin typeface="Times New Roman" pitchFamily="18" charset="0"/>
                <a:ea typeface="宋体" pitchFamily="2" charset="-122"/>
              </a:rPr>
              <a:t>；</a:t>
            </a:r>
          </a:p>
        </p:txBody>
      </p:sp>
      <p:sp>
        <p:nvSpPr>
          <p:cNvPr id="5" name="Rectangle 10">
            <a:extLst>
              <a:ext uri="{FF2B5EF4-FFF2-40B4-BE49-F238E27FC236}">
                <a16:creationId xmlns:a16="http://schemas.microsoft.com/office/drawing/2014/main" id="{77E7F1D4-0886-E3B3-1944-6B3B4C6DE0E3}"/>
              </a:ext>
            </a:extLst>
          </p:cNvPr>
          <p:cNvSpPr>
            <a:spLocks noChangeArrowheads="1"/>
          </p:cNvSpPr>
          <p:nvPr/>
        </p:nvSpPr>
        <p:spPr bwMode="auto">
          <a:xfrm>
            <a:off x="2249488" y="896472"/>
            <a:ext cx="8242300" cy="822325"/>
          </a:xfrm>
          <a:prstGeom prst="rect">
            <a:avLst/>
          </a:prstGeom>
          <a:noFill/>
          <a:ln w="19050" algn="ctr">
            <a:noFill/>
            <a:miter lim="800000"/>
            <a:headEnd/>
            <a:tailEnd/>
          </a:ln>
          <a:effectLst/>
        </p:spPr>
        <p:txBody>
          <a:bodyPr>
            <a:spAutoFit/>
          </a:bodyPr>
          <a:lstStyle/>
          <a:p>
            <a:pPr>
              <a:defRPr/>
            </a:pP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圆锥的大小不变，圆柱、圆锥相对位置不变，改变圆柱直径时，相贯线的变化情况。</a:t>
            </a:r>
          </a:p>
        </p:txBody>
      </p:sp>
      <p:sp>
        <p:nvSpPr>
          <p:cNvPr id="6" name="Rectangle 11">
            <a:extLst>
              <a:ext uri="{FF2B5EF4-FFF2-40B4-BE49-F238E27FC236}">
                <a16:creationId xmlns:a16="http://schemas.microsoft.com/office/drawing/2014/main" id="{EE58B8F2-9BEF-25ED-F184-B1194B707F0B}"/>
              </a:ext>
            </a:extLst>
          </p:cNvPr>
          <p:cNvSpPr>
            <a:spLocks noChangeArrowheads="1"/>
          </p:cNvSpPr>
          <p:nvPr/>
        </p:nvSpPr>
        <p:spPr bwMode="auto">
          <a:xfrm>
            <a:off x="4918075" y="3596810"/>
            <a:ext cx="2782888" cy="2282825"/>
          </a:xfrm>
          <a:prstGeom prst="rect">
            <a:avLst/>
          </a:prstGeom>
          <a:noFill/>
          <a:ln w="19050" algn="ctr">
            <a:noFill/>
            <a:miter lim="800000"/>
            <a:headEnd/>
            <a:tailEnd/>
          </a:ln>
          <a:effectLst/>
        </p:spPr>
        <p:txBody>
          <a:bodyPr>
            <a:spAutoFit/>
          </a:bodyPr>
          <a:lstStyle/>
          <a:p>
            <a:pPr>
              <a:defRPr/>
            </a:pPr>
            <a:r>
              <a:rPr lang="zh-CN" altLang="en-US" sz="2000" b="1">
                <a:effectLst>
                  <a:outerShdw blurRad="38100" dist="38100" dir="2700000" algn="tl">
                    <a:srgbClr val="C0C0C0"/>
                  </a:outerShdw>
                </a:effectLst>
                <a:latin typeface="Times New Roman" pitchFamily="18" charset="0"/>
                <a:ea typeface="宋体" pitchFamily="2" charset="-122"/>
              </a:rPr>
              <a:t>（</a:t>
            </a:r>
            <a:r>
              <a:rPr lang="en-US" altLang="zh-CN" sz="2000" b="1">
                <a:effectLst>
                  <a:outerShdw blurRad="38100" dist="38100" dir="2700000" algn="tl">
                    <a:srgbClr val="C0C0C0"/>
                  </a:outerShdw>
                </a:effectLst>
                <a:latin typeface="Times New Roman" pitchFamily="18" charset="0"/>
                <a:ea typeface="宋体" pitchFamily="2" charset="-122"/>
              </a:rPr>
              <a:t>2</a:t>
            </a:r>
            <a:r>
              <a:rPr lang="zh-CN" altLang="en-US" sz="2000"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当圆与三角形相切时，相贯线由空间曲线退化为平面曲线</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两相交椭圆</a:t>
            </a:r>
            <a:r>
              <a:rPr lang="en-US" altLang="zh-CN"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，其</a:t>
            </a:r>
            <a:r>
              <a:rPr lang="en-US" altLang="zh-CN" b="1" i="1">
                <a:effectLst>
                  <a:outerShdw blurRad="38100" dist="38100" dir="2700000" algn="tl">
                    <a:srgbClr val="C0C0C0"/>
                  </a:outerShdw>
                </a:effectLst>
                <a:latin typeface="Times New Roman" pitchFamily="18" charset="0"/>
                <a:ea typeface="宋体" pitchFamily="2" charset="-122"/>
              </a:rPr>
              <a:t>V</a:t>
            </a:r>
            <a:r>
              <a:rPr lang="zh-CN" altLang="en-US" b="1">
                <a:effectLst>
                  <a:outerShdw blurRad="38100" dist="38100" dir="2700000" algn="tl">
                    <a:srgbClr val="C0C0C0"/>
                  </a:outerShdw>
                </a:effectLst>
                <a:latin typeface="Times New Roman" pitchFamily="18" charset="0"/>
                <a:ea typeface="宋体" pitchFamily="2" charset="-122"/>
              </a:rPr>
              <a:t>投影为两相交直线</a:t>
            </a:r>
            <a:r>
              <a:rPr lang="zh-CN" altLang="en-US">
                <a:latin typeface="Times New Roman" pitchFamily="18" charset="0"/>
                <a:ea typeface="宋体" pitchFamily="2" charset="-122"/>
              </a:rPr>
              <a:t> </a:t>
            </a:r>
            <a:r>
              <a:rPr lang="zh-CN" altLang="en-US" sz="2000" b="1">
                <a:effectLst>
                  <a:outerShdw blurRad="38100" dist="38100" dir="2700000" algn="tl">
                    <a:srgbClr val="C0C0C0"/>
                  </a:outerShdw>
                </a:effectLst>
                <a:latin typeface="Times New Roman" pitchFamily="18" charset="0"/>
                <a:ea typeface="宋体" pitchFamily="2" charset="-122"/>
              </a:rPr>
              <a:t>；</a:t>
            </a:r>
          </a:p>
        </p:txBody>
      </p:sp>
      <p:sp>
        <p:nvSpPr>
          <p:cNvPr id="7" name="Rectangle 12">
            <a:extLst>
              <a:ext uri="{FF2B5EF4-FFF2-40B4-BE49-F238E27FC236}">
                <a16:creationId xmlns:a16="http://schemas.microsoft.com/office/drawing/2014/main" id="{3F2EF10B-25AF-C2A3-528D-6298EE7B4C4E}"/>
              </a:ext>
            </a:extLst>
          </p:cNvPr>
          <p:cNvSpPr>
            <a:spLocks noChangeArrowheads="1"/>
          </p:cNvSpPr>
          <p:nvPr/>
        </p:nvSpPr>
        <p:spPr bwMode="auto">
          <a:xfrm>
            <a:off x="7700963" y="3550772"/>
            <a:ext cx="2790825" cy="2282825"/>
          </a:xfrm>
          <a:prstGeom prst="rect">
            <a:avLst/>
          </a:prstGeom>
          <a:noFill/>
          <a:ln w="19050" algn="ctr">
            <a:noFill/>
            <a:miter lim="800000"/>
            <a:headEnd/>
            <a:tailEnd/>
          </a:ln>
          <a:effectLst/>
        </p:spPr>
        <p:txBody>
          <a:bodyPr>
            <a:spAutoFit/>
          </a:bodyPr>
          <a:lstStyle/>
          <a:p>
            <a:pPr>
              <a:defRPr/>
            </a:pPr>
            <a:r>
              <a:rPr lang="zh-CN" altLang="en-US" sz="2000" b="1">
                <a:effectLst>
                  <a:outerShdw blurRad="38100" dist="38100" dir="2700000" algn="tl">
                    <a:srgbClr val="C0C0C0"/>
                  </a:outerShdw>
                </a:effectLst>
                <a:latin typeface="Times New Roman" pitchFamily="18" charset="0"/>
                <a:ea typeface="宋体" pitchFamily="2" charset="-122"/>
              </a:rPr>
              <a:t>（</a:t>
            </a:r>
            <a:r>
              <a:rPr lang="en-US" altLang="zh-CN" sz="2000" b="1">
                <a:effectLst>
                  <a:outerShdw blurRad="38100" dist="38100" dir="2700000" algn="tl">
                    <a:srgbClr val="C0C0C0"/>
                  </a:outerShdw>
                </a:effectLst>
                <a:latin typeface="Times New Roman" pitchFamily="18" charset="0"/>
                <a:ea typeface="宋体" pitchFamily="2" charset="-122"/>
              </a:rPr>
              <a:t>3</a:t>
            </a:r>
            <a:r>
              <a:rPr lang="zh-CN" altLang="en-US" sz="2000" b="1">
                <a:effectLst>
                  <a:outerShdw blurRad="38100" dist="38100" dir="2700000" algn="tl">
                    <a:srgbClr val="C0C0C0"/>
                  </a:outerShdw>
                </a:effectLst>
                <a:latin typeface="Times New Roman" pitchFamily="18" charset="0"/>
                <a:ea typeface="宋体" pitchFamily="2" charset="-122"/>
              </a:rPr>
              <a:t>）</a:t>
            </a:r>
            <a:r>
              <a:rPr lang="zh-CN" altLang="en-US" b="1">
                <a:effectLst>
                  <a:outerShdw blurRad="38100" dist="38100" dir="2700000" algn="tl">
                    <a:srgbClr val="C0C0C0"/>
                  </a:outerShdw>
                </a:effectLst>
                <a:latin typeface="Times New Roman" pitchFamily="18" charset="0"/>
                <a:ea typeface="宋体" pitchFamily="2" charset="-122"/>
              </a:rPr>
              <a:t>当圆与三角形相交时，相贯线为上、下两条空间曲线，其</a:t>
            </a:r>
            <a:r>
              <a:rPr lang="en-US" altLang="zh-CN" b="1" i="1">
                <a:effectLst>
                  <a:outerShdw blurRad="38100" dist="38100" dir="2700000" algn="tl">
                    <a:srgbClr val="C0C0C0"/>
                  </a:outerShdw>
                </a:effectLst>
                <a:latin typeface="Times New Roman" pitchFamily="18" charset="0"/>
                <a:ea typeface="宋体" pitchFamily="2" charset="-122"/>
              </a:rPr>
              <a:t>V</a:t>
            </a:r>
            <a:r>
              <a:rPr lang="zh-CN" altLang="en-US" b="1">
                <a:effectLst>
                  <a:outerShdw blurRad="38100" dist="38100" dir="2700000" algn="tl">
                    <a:srgbClr val="C0C0C0"/>
                  </a:outerShdw>
                </a:effectLst>
                <a:latin typeface="Times New Roman" pitchFamily="18" charset="0"/>
                <a:ea typeface="宋体" pitchFamily="2" charset="-122"/>
              </a:rPr>
              <a:t>投影双曲线向圆柱轴线方向弯曲</a:t>
            </a:r>
            <a:r>
              <a:rPr lang="zh-CN" altLang="en-US">
                <a:latin typeface="Times New Roman" pitchFamily="18" charset="0"/>
                <a:ea typeface="宋体" pitchFamily="2" charset="-122"/>
              </a:rPr>
              <a:t> </a:t>
            </a:r>
            <a:r>
              <a:rPr lang="zh-CN" altLang="en-US" sz="2000" b="1">
                <a:effectLst>
                  <a:outerShdw blurRad="38100" dist="38100" dir="2700000" algn="tl">
                    <a:srgbClr val="C0C0C0"/>
                  </a:outerShdw>
                </a:effectLst>
                <a:latin typeface="Times New Roman" pitchFamily="18" charset="0"/>
                <a:ea typeface="宋体" pitchFamily="2" charset="-122"/>
              </a:rPr>
              <a:t>。 </a:t>
            </a:r>
          </a:p>
        </p:txBody>
      </p:sp>
      <p:pic>
        <p:nvPicPr>
          <p:cNvPr id="8" name="Picture 14" descr="3-45">
            <a:extLst>
              <a:ext uri="{FF2B5EF4-FFF2-40B4-BE49-F238E27FC236}">
                <a16:creationId xmlns:a16="http://schemas.microsoft.com/office/drawing/2014/main" id="{054C48F0-ED74-9810-F347-BDE88DEA2920}"/>
              </a:ext>
            </a:extLst>
          </p:cNvPr>
          <p:cNvPicPr>
            <a:picLocks noChangeAspect="1" noChangeArrowheads="1"/>
          </p:cNvPicPr>
          <p:nvPr/>
        </p:nvPicPr>
        <p:blipFill>
          <a:blip r:embed="rId2"/>
          <a:srcRect/>
          <a:stretch>
            <a:fillRect/>
          </a:stretch>
        </p:blipFill>
        <p:spPr bwMode="auto">
          <a:xfrm>
            <a:off x="2178050" y="2107735"/>
            <a:ext cx="8313738" cy="1495425"/>
          </a:xfrm>
          <a:prstGeom prst="rect">
            <a:avLst/>
          </a:prstGeom>
          <a:noFill/>
          <a:ln w="9525">
            <a:noFill/>
            <a:miter lim="800000"/>
            <a:headEnd/>
            <a:tailEnd/>
          </a:ln>
        </p:spPr>
      </p:pic>
      <p:sp>
        <p:nvSpPr>
          <p:cNvPr id="9" name="Rectangle 15">
            <a:extLst>
              <a:ext uri="{FF2B5EF4-FFF2-40B4-BE49-F238E27FC236}">
                <a16:creationId xmlns:a16="http://schemas.microsoft.com/office/drawing/2014/main" id="{76B4C79F-2F32-C789-C281-B038879255A3}"/>
              </a:ext>
            </a:extLst>
          </p:cNvPr>
          <p:cNvSpPr>
            <a:spLocks noChangeArrowheads="1"/>
          </p:cNvSpPr>
          <p:nvPr/>
        </p:nvSpPr>
        <p:spPr bwMode="auto">
          <a:xfrm>
            <a:off x="4646613" y="1621960"/>
            <a:ext cx="4629150" cy="579437"/>
          </a:xfrm>
          <a:prstGeom prst="rect">
            <a:avLst/>
          </a:prstGeom>
          <a:noFill/>
          <a:ln w="19050" algn="ctr">
            <a:noFill/>
            <a:miter lim="800000"/>
            <a:headEnd/>
            <a:tailEnd/>
          </a:ln>
          <a:effectLst/>
        </p:spPr>
        <p:txBody>
          <a:bodyPr anchor="ctr">
            <a:spAutoFit/>
          </a:bodyPr>
          <a:lstStyle/>
          <a:p>
            <a:pPr>
              <a:defRPr/>
            </a:pPr>
            <a:r>
              <a:rPr lang="zh-CN" altLang="en-US" sz="3200" b="1">
                <a:solidFill>
                  <a:srgbClr val="800000"/>
                </a:solidFill>
                <a:effectLst>
                  <a:outerShdw blurRad="38100" dist="38100" dir="2700000" algn="tl">
                    <a:srgbClr val="C0C0C0"/>
                  </a:outerShdw>
                </a:effectLst>
                <a:latin typeface="Times New Roman" pitchFamily="18" charset="0"/>
                <a:ea typeface="隶书" pitchFamily="49" charset="-122"/>
              </a:rPr>
              <a:t>从</a:t>
            </a:r>
            <a:r>
              <a:rPr lang="en-US" altLang="zh-CN" sz="2800" b="1">
                <a:solidFill>
                  <a:srgbClr val="800000"/>
                </a:solidFill>
                <a:effectLst>
                  <a:outerShdw blurRad="38100" dist="38100" dir="2700000" algn="tl">
                    <a:srgbClr val="C0C0C0"/>
                  </a:outerShdw>
                </a:effectLst>
                <a:latin typeface="Times New Roman" pitchFamily="18" charset="0"/>
                <a:ea typeface="楷体_GB2312" pitchFamily="49" charset="-122"/>
              </a:rPr>
              <a:t>W</a:t>
            </a:r>
            <a:r>
              <a:rPr lang="zh-CN" altLang="en-US" sz="3200" b="1">
                <a:solidFill>
                  <a:srgbClr val="800000"/>
                </a:solidFill>
                <a:effectLst>
                  <a:outerShdw blurRad="38100" dist="38100" dir="2700000" algn="tl">
                    <a:srgbClr val="C0C0C0"/>
                  </a:outerShdw>
                </a:effectLst>
                <a:latin typeface="Times New Roman" pitchFamily="18" charset="0"/>
                <a:ea typeface="隶书" pitchFamily="49" charset="-122"/>
              </a:rPr>
              <a:t>投影可看出：</a:t>
            </a:r>
          </a:p>
        </p:txBody>
      </p:sp>
      <p:sp>
        <p:nvSpPr>
          <p:cNvPr id="10" name="Rectangle 16">
            <a:extLst>
              <a:ext uri="{FF2B5EF4-FFF2-40B4-BE49-F238E27FC236}">
                <a16:creationId xmlns:a16="http://schemas.microsoft.com/office/drawing/2014/main" id="{B484E88F-15E6-57E3-52D7-0E185AD8B442}"/>
              </a:ext>
            </a:extLst>
          </p:cNvPr>
          <p:cNvSpPr>
            <a:spLocks noChangeArrowheads="1"/>
          </p:cNvSpPr>
          <p:nvPr/>
        </p:nvSpPr>
        <p:spPr bwMode="auto">
          <a:xfrm>
            <a:off x="1984375" y="2107735"/>
            <a:ext cx="8507413" cy="4143375"/>
          </a:xfrm>
          <a:prstGeom prst="rect">
            <a:avLst/>
          </a:prstGeom>
          <a:noFill/>
          <a:ln w="19050" algn="ctr">
            <a:solidFill>
              <a:srgbClr val="0000FF"/>
            </a:solidFill>
            <a:miter lim="800000"/>
            <a:headEnd/>
            <a:tailEnd/>
          </a:ln>
        </p:spPr>
        <p:txBody>
          <a:bodyPr wrap="none" anchor="ctr"/>
          <a:lstStyle/>
          <a:p>
            <a:pPr algn="ctr"/>
            <a:endParaRPr lang="zh-CN" altLang="en-US"/>
          </a:p>
        </p:txBody>
      </p:sp>
      <p:sp>
        <p:nvSpPr>
          <p:cNvPr id="11" name="Line 17">
            <a:extLst>
              <a:ext uri="{FF2B5EF4-FFF2-40B4-BE49-F238E27FC236}">
                <a16:creationId xmlns:a16="http://schemas.microsoft.com/office/drawing/2014/main" id="{3D05FD7C-40AA-63C0-8982-284E87AC72FE}"/>
              </a:ext>
            </a:extLst>
          </p:cNvPr>
          <p:cNvSpPr>
            <a:spLocks noChangeShapeType="1"/>
          </p:cNvSpPr>
          <p:nvPr/>
        </p:nvSpPr>
        <p:spPr bwMode="auto">
          <a:xfrm>
            <a:off x="1984375" y="3603160"/>
            <a:ext cx="8507413" cy="0"/>
          </a:xfrm>
          <a:prstGeom prst="line">
            <a:avLst/>
          </a:prstGeom>
          <a:noFill/>
          <a:ln w="19050">
            <a:solidFill>
              <a:srgbClr val="0000FF"/>
            </a:solidFill>
            <a:round/>
            <a:headEnd/>
            <a:tailEnd/>
          </a:ln>
        </p:spPr>
        <p:txBody>
          <a:bodyPr wrap="none" anchor="ctr"/>
          <a:lstStyle/>
          <a:p>
            <a:endParaRPr lang="zh-CN" altLang="en-US"/>
          </a:p>
        </p:txBody>
      </p:sp>
      <p:sp>
        <p:nvSpPr>
          <p:cNvPr id="12" name="Line 18">
            <a:extLst>
              <a:ext uri="{FF2B5EF4-FFF2-40B4-BE49-F238E27FC236}">
                <a16:creationId xmlns:a16="http://schemas.microsoft.com/office/drawing/2014/main" id="{01759998-6A45-598A-93E0-2FA56761A47B}"/>
              </a:ext>
            </a:extLst>
          </p:cNvPr>
          <p:cNvSpPr>
            <a:spLocks noChangeShapeType="1"/>
          </p:cNvSpPr>
          <p:nvPr/>
        </p:nvSpPr>
        <p:spPr bwMode="auto">
          <a:xfrm>
            <a:off x="4833938" y="2107735"/>
            <a:ext cx="0" cy="4143375"/>
          </a:xfrm>
          <a:prstGeom prst="line">
            <a:avLst/>
          </a:prstGeom>
          <a:noFill/>
          <a:ln w="19050">
            <a:solidFill>
              <a:srgbClr val="0000FF"/>
            </a:solidFill>
            <a:round/>
            <a:headEnd/>
            <a:tailEnd/>
          </a:ln>
        </p:spPr>
        <p:txBody>
          <a:bodyPr wrap="none" anchor="ctr"/>
          <a:lstStyle/>
          <a:p>
            <a:endParaRPr lang="zh-CN" altLang="en-US"/>
          </a:p>
        </p:txBody>
      </p:sp>
      <p:sp>
        <p:nvSpPr>
          <p:cNvPr id="13" name="Line 19">
            <a:extLst>
              <a:ext uri="{FF2B5EF4-FFF2-40B4-BE49-F238E27FC236}">
                <a16:creationId xmlns:a16="http://schemas.microsoft.com/office/drawing/2014/main" id="{CE6946BF-CE33-1290-CF4F-4984D5CFB99C}"/>
              </a:ext>
            </a:extLst>
          </p:cNvPr>
          <p:cNvSpPr>
            <a:spLocks noChangeShapeType="1"/>
          </p:cNvSpPr>
          <p:nvPr/>
        </p:nvSpPr>
        <p:spPr bwMode="auto">
          <a:xfrm>
            <a:off x="7700963" y="2107735"/>
            <a:ext cx="0" cy="4143375"/>
          </a:xfrm>
          <a:prstGeom prst="line">
            <a:avLst/>
          </a:prstGeom>
          <a:noFill/>
          <a:ln w="19050">
            <a:solidFill>
              <a:srgbClr val="0000FF"/>
            </a:solidFill>
            <a:round/>
            <a:headEnd/>
            <a:tailEnd/>
          </a:ln>
        </p:spPr>
        <p:txBody>
          <a:bodyPr wrap="none" anchor="ctr"/>
          <a:lstStyle/>
          <a:p>
            <a:endParaRPr lang="zh-CN" altLang="en-US"/>
          </a:p>
        </p:txBody>
      </p:sp>
    </p:spTree>
    <p:extLst>
      <p:ext uri="{BB962C8B-B14F-4D97-AF65-F5344CB8AC3E}">
        <p14:creationId xmlns:p14="http://schemas.microsoft.com/office/powerpoint/2010/main" val="2265933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p:cNvSpPr/>
          <p:nvPr/>
        </p:nvSpPr>
        <p:spPr>
          <a:xfrm>
            <a:off x="0" y="3081527"/>
            <a:ext cx="2840703" cy="69494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endParaRPr lang="zh-CN" altLang="en-US" sz="1600">
              <a:solidFill>
                <a:schemeClr val="bg1"/>
              </a:solidFill>
              <a:latin typeface="+mj-ea"/>
              <a:ea typeface="+mj-ea"/>
            </a:endParaRPr>
          </a:p>
        </p:txBody>
      </p:sp>
      <p:sp>
        <p:nvSpPr>
          <p:cNvPr id="17" name="文本框 16"/>
          <p:cNvSpPr txBox="1"/>
          <p:nvPr/>
        </p:nvSpPr>
        <p:spPr>
          <a:xfrm>
            <a:off x="1212007" y="2945475"/>
            <a:ext cx="9694962" cy="830997"/>
          </a:xfrm>
          <a:prstGeom prst="rect">
            <a:avLst/>
          </a:prstGeom>
          <a:noFill/>
        </p:spPr>
        <p:txBody>
          <a:bodyPr wrap="none" lIns="0" tIns="0" rIns="0" bIns="0" rtlCol="0" anchor="t">
            <a:spAutoFit/>
          </a:bodyPr>
          <a:lstStyle/>
          <a:p>
            <a:pPr algn="l"/>
            <a:r>
              <a:rPr lang="zh-CN" altLang="en-US" sz="5400" dirty="0">
                <a:solidFill>
                  <a:schemeClr val="bg1"/>
                </a:solidFill>
                <a:latin typeface="Arial" panose="020B0604020202020204" pitchFamily="34" charset="0"/>
                <a:ea typeface="微软雅黑" panose="020B0503020204020204" pitchFamily="34" charset="-122"/>
              </a:rPr>
              <a:t>祝大家考出满意的成绩！！！！</a:t>
            </a:r>
          </a:p>
        </p:txBody>
      </p:sp>
      <p:grpSp>
        <p:nvGrpSpPr>
          <p:cNvPr id="9" name="组合 8"/>
          <p:cNvGrpSpPr/>
          <p:nvPr/>
        </p:nvGrpSpPr>
        <p:grpSpPr>
          <a:xfrm>
            <a:off x="5903298" y="2736503"/>
            <a:ext cx="4838700" cy="1384935"/>
            <a:chOff x="1905370" y="1971973"/>
            <a:chExt cx="4838700" cy="1384935"/>
          </a:xfrm>
        </p:grpSpPr>
        <p:sp>
          <p:nvSpPr>
            <p:cNvPr id="10" name="文本框 9"/>
            <p:cNvSpPr txBox="1"/>
            <p:nvPr/>
          </p:nvSpPr>
          <p:spPr>
            <a:xfrm>
              <a:off x="4316533" y="1971973"/>
              <a:ext cx="64" cy="1015663"/>
            </a:xfrm>
            <a:prstGeom prst="rect">
              <a:avLst/>
            </a:prstGeom>
            <a:noFill/>
          </p:spPr>
          <p:txBody>
            <a:bodyPr wrap="none" lIns="0" tIns="0" rIns="0" bIns="0" rtlCol="0" anchor="t">
              <a:spAutoFit/>
            </a:bodyPr>
            <a:lstStyle/>
            <a:p>
              <a:pPr algn="ctr"/>
              <a:endParaRPr kumimoji="1" lang="zh-CN" altLang="en-US" sz="6600" dirty="0">
                <a:solidFill>
                  <a:schemeClr val="bg1"/>
                </a:solidFill>
                <a:latin typeface="Arial" panose="020B0604020202020204" pitchFamily="34" charset="0"/>
                <a:ea typeface="微软雅黑" panose="020B0503020204020204" pitchFamily="34" charset="-122"/>
                <a:sym typeface="+mn-ea"/>
              </a:endParaRPr>
            </a:p>
          </p:txBody>
        </p:sp>
        <p:sp>
          <p:nvSpPr>
            <p:cNvPr id="11" name="文本框 10"/>
            <p:cNvSpPr txBox="1"/>
            <p:nvPr/>
          </p:nvSpPr>
          <p:spPr>
            <a:xfrm>
              <a:off x="1905370" y="3080048"/>
              <a:ext cx="4838700" cy="276860"/>
            </a:xfrm>
            <a:prstGeom prst="rect">
              <a:avLst/>
            </a:prstGeom>
            <a:noFill/>
          </p:spPr>
          <p:txBody>
            <a:bodyPr wrap="square" lIns="0" tIns="0" rIns="0" bIns="0" rtlCol="0" anchor="t">
              <a:spAutoFit/>
            </a:bodyPr>
            <a:lstStyle/>
            <a:p>
              <a:pPr algn="dist"/>
              <a:endParaRPr kumimoji="1" lang="en-US" altLang="zh-CN" dirty="0">
                <a:solidFill>
                  <a:schemeClr val="bg1"/>
                </a:solidFill>
                <a:latin typeface="Arial" panose="020B0604020202020204" pitchFamily="34" charset="0"/>
                <a:ea typeface="微软雅黑" panose="020B0503020204020204" pitchFamily="34" charset="-122"/>
                <a:sym typeface="+mn-ea"/>
              </a:endParaRPr>
            </a:p>
          </p:txBody>
        </p:sp>
      </p:grpSp>
    </p:spTree>
    <p:extLst>
      <p:ext uri="{BB962C8B-B14F-4D97-AF65-F5344CB8AC3E}">
        <p14:creationId xmlns:p14="http://schemas.microsoft.com/office/powerpoint/2010/main" val="2515191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p:cNvSpPr txBox="1"/>
          <p:nvPr>
            <p:custDataLst>
              <p:tags r:id="rId2"/>
            </p:custDataLst>
          </p:nvPr>
        </p:nvSpPr>
        <p:spPr>
          <a:xfrm>
            <a:off x="1854837" y="2074783"/>
            <a:ext cx="5190019" cy="1354217"/>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r>
              <a:rPr lang="zh-CN" altLang="en-US" sz="8800" b="0" dirty="0">
                <a:solidFill>
                  <a:schemeClr val="accent1"/>
                </a:solidFill>
                <a:cs typeface="+mn-ea"/>
                <a:sym typeface="+mn-lt"/>
              </a:rPr>
              <a:t>感谢聆听</a:t>
            </a:r>
          </a:p>
        </p:txBody>
      </p:sp>
      <p:sp>
        <p:nvSpPr>
          <p:cNvPr id="7" name="文本框 6"/>
          <p:cNvSpPr txBox="1"/>
          <p:nvPr>
            <p:custDataLst>
              <p:tags r:id="rId3"/>
            </p:custDataLst>
          </p:nvPr>
        </p:nvSpPr>
        <p:spPr>
          <a:xfrm>
            <a:off x="1854837" y="3429000"/>
            <a:ext cx="4241163" cy="664797"/>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endParaRPr lang="zh-CN" altLang="en-US" sz="4320" b="0" dirty="0">
              <a:solidFill>
                <a:schemeClr val="accent1"/>
              </a:solidFill>
              <a:latin typeface="+mj-ea"/>
              <a:ea typeface="+mj-ea"/>
              <a:cs typeface="+mn-ea"/>
              <a:sym typeface="+mn-lt"/>
            </a:endParaRPr>
          </a:p>
        </p:txBody>
      </p:sp>
      <p:sp>
        <p:nvSpPr>
          <p:cNvPr id="8" name="文本框 7"/>
          <p:cNvSpPr txBox="1"/>
          <p:nvPr>
            <p:custDataLst>
              <p:tags r:id="rId4"/>
            </p:custDataLst>
          </p:nvPr>
        </p:nvSpPr>
        <p:spPr>
          <a:xfrm>
            <a:off x="1854837" y="3429000"/>
            <a:ext cx="4241163" cy="664797"/>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endParaRPr lang="zh-CN" altLang="en-US" sz="4320" b="0" dirty="0">
              <a:solidFill>
                <a:schemeClr val="accent1"/>
              </a:solidFill>
              <a:latin typeface="+mj-ea"/>
              <a:ea typeface="+mj-ea"/>
              <a:cs typeface="+mn-ea"/>
              <a:sym typeface="+mn-lt"/>
            </a:endParaRPr>
          </a:p>
        </p:txBody>
      </p:sp>
      <p:sp>
        <p:nvSpPr>
          <p:cNvPr id="10" name="文本框 9"/>
          <p:cNvSpPr txBox="1"/>
          <p:nvPr>
            <p:custDataLst>
              <p:tags r:id="rId5"/>
            </p:custDataLst>
          </p:nvPr>
        </p:nvSpPr>
        <p:spPr>
          <a:xfrm>
            <a:off x="1854837" y="3370074"/>
            <a:ext cx="5190018" cy="184666"/>
          </a:xfrm>
          <a:prstGeom prst="rect">
            <a:avLst/>
          </a:prstGeom>
        </p:spPr>
        <p:txBody>
          <a:bodyPr wrap="square" lIns="0" tIns="0" rIns="0" bIns="0">
            <a:spAutoFit/>
          </a:bodyPr>
          <a:lst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dist">
              <a:spcBef>
                <a:spcPts val="0"/>
              </a:spcBef>
              <a:buSzPct val="100000"/>
            </a:pPr>
            <a:r>
              <a:rPr lang="en-US" altLang="zh-CN" sz="1200" b="0" dirty="0">
                <a:solidFill>
                  <a:schemeClr val="tx1">
                    <a:lumMod val="50000"/>
                    <a:lumOff val="50000"/>
                  </a:schemeClr>
                </a:solidFill>
                <a:cs typeface="+mn-ea"/>
                <a:sym typeface="+mn-lt"/>
              </a:rPr>
              <a:t>Thank you for listening</a:t>
            </a:r>
            <a:endParaRPr lang="zh-CN" altLang="en-US" sz="4320" b="0" dirty="0">
              <a:solidFill>
                <a:schemeClr val="accent1"/>
              </a:solidFill>
              <a:cs typeface="+mn-ea"/>
              <a:sym typeface="+mn-lt"/>
            </a:endParaRPr>
          </a:p>
        </p:txBody>
      </p:sp>
      <p:sp>
        <p:nvSpPr>
          <p:cNvPr id="35" name="矩形 34"/>
          <p:cNvSpPr/>
          <p:nvPr/>
        </p:nvSpPr>
        <p:spPr>
          <a:xfrm>
            <a:off x="1854835" y="3739372"/>
            <a:ext cx="2629535" cy="490220"/>
          </a:xfrm>
          <a:prstGeom prst="rect">
            <a:avLst/>
          </a:prstGeom>
          <a:gradFill flip="none" rotWithShape="1">
            <a:gsLst>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endParaRPr lang="en-US" dirty="0">
              <a:cs typeface="+mn-ea"/>
              <a:sym typeface="+mn-lt"/>
            </a:endParaRPr>
          </a:p>
        </p:txBody>
      </p:sp>
      <p:sp>
        <p:nvSpPr>
          <p:cNvPr id="37" name="文本框 36"/>
          <p:cNvSpPr txBox="1"/>
          <p:nvPr/>
        </p:nvSpPr>
        <p:spPr>
          <a:xfrm>
            <a:off x="2035810" y="3846124"/>
            <a:ext cx="1679947" cy="276999"/>
          </a:xfrm>
          <a:prstGeom prst="rect">
            <a:avLst/>
          </a:prstGeom>
          <a:noFill/>
        </p:spPr>
        <p:txBody>
          <a:bodyPr wrap="none" lIns="0" tIns="0" rIns="0" bIns="0" rtlCol="0">
            <a:spAutoFit/>
          </a:bodyPr>
          <a:lstStyle/>
          <a:p>
            <a:pPr algn="l"/>
            <a:r>
              <a:rPr kumimoji="0" lang="zh-CN" altLang="en-US" sz="1800" b="0" i="0" u="none" strike="noStrike" kern="1200" cap="none" spc="0" normalizeH="0" baseline="0" noProof="0" dirty="0">
                <a:ln>
                  <a:noFill/>
                </a:ln>
                <a:solidFill>
                  <a:schemeClr val="bg1"/>
                </a:solidFill>
                <a:effectLst/>
                <a:uLnTx/>
                <a:uFillTx/>
                <a:latin typeface="Arial" panose="020B0604020202020204" pitchFamily="34" charset="0"/>
                <a:ea typeface="微软雅黑" panose="020B0503020204020204" pitchFamily="34" charset="-122"/>
                <a:cs typeface="+mn-cs"/>
              </a:rPr>
              <a:t>汇报人：</a:t>
            </a:r>
            <a:r>
              <a:rPr lang="en-US" sz="1800" dirty="0">
                <a:solidFill>
                  <a:schemeClr val="bg1"/>
                </a:solidFill>
                <a:latin typeface="Arial" panose="020B0604020202020204" pitchFamily="34" charset="0"/>
                <a:ea typeface="微软雅黑" panose="020B0503020204020204" pitchFamily="34" charset="-122"/>
              </a:rPr>
              <a:t> </a:t>
            </a:r>
            <a:r>
              <a:rPr lang="zh-CN" altLang="en-US" sz="1800" dirty="0">
                <a:solidFill>
                  <a:schemeClr val="bg1"/>
                </a:solidFill>
                <a:latin typeface="Arial" panose="020B0604020202020204" pitchFamily="34" charset="0"/>
                <a:ea typeface="微软雅黑" panose="020B0503020204020204" pitchFamily="34" charset="-122"/>
                <a:cs typeface="+mn-ea"/>
                <a:sym typeface="+mn-ea"/>
              </a:rPr>
              <a:t>王之禾</a:t>
            </a:r>
            <a:endParaRPr lang="en-US" altLang="zh-CN" dirty="0" err="1">
              <a:solidFill>
                <a:schemeClr val="bg1"/>
              </a:solidFill>
              <a:latin typeface="Arial" panose="020B0604020202020204" pitchFamily="34" charset="0"/>
              <a:ea typeface="微软雅黑" panose="020B0503020204020204" pitchFamily="34" charset="-122"/>
              <a:cs typeface="+mn-ea"/>
              <a:sym typeface="+mn-ea"/>
            </a:endParaRPr>
          </a:p>
        </p:txBody>
      </p:sp>
    </p:spTree>
    <p:custDataLst>
      <p:tags r:id="rId1"/>
    </p:custDataLst>
    <p:extLst>
      <p:ext uri="{BB962C8B-B14F-4D97-AF65-F5344CB8AC3E}">
        <p14:creationId xmlns:p14="http://schemas.microsoft.com/office/powerpoint/2010/main" val="27347624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157"/>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SHOW_EDIT_AREA_INDICATION" val="0"/>
  <p:tag name="KSO_WM_TEMPLATE_THUMBS_INDEX" val="1、4、7、8、9、10、13、16、19、20、21、22、23、24、25、26、27、28、29、30"/>
  <p:tag name="KSO_WM_TEMPLATE_SUBCATEGORY" val="0"/>
  <p:tag name="KSO_WM_TAG_VERSION" val="1.0"/>
  <p:tag name="KSO_WM_BEAUTIFY_FLAG" val="#wm#"/>
  <p:tag name="KSO_WM_TEMPLATE_CATEGORY" val="custom"/>
  <p:tag name="KSO_WM_TEMPLATE_INDEX" val="20203157"/>
  <p:tag name="KSO_WM_TEMPLATE_MASTER_TYPE" val="1"/>
  <p:tag name="KSO_WM_TEMPLATE_COLOR_TYPE" val="1"/>
  <p:tag name="KSO_WM_TEMPLATE_MASTER_THUMB_INDEX" val="12"/>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157"/>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 name="KSO_WM_UNIT_BK_DARK_LIGHT" val="1"/>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157"/>
</p:tagLst>
</file>

<file path=ppt/tags/tag22.xml><?xml version="1.0" encoding="utf-8"?>
<p:tagLst xmlns:a="http://schemas.openxmlformats.org/drawingml/2006/main" xmlns:r="http://schemas.openxmlformats.org/officeDocument/2006/relationships" xmlns:p="http://schemas.openxmlformats.org/presentationml/2006/main">
  <p:tag name="KSO_WM_SLIDE_ID" val="custom2020315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157"/>
  <p:tag name="KSO_WM_SLIDE_LAYOUT" val="a_b"/>
  <p:tag name="KSO_WM_SLIDE_LAYOUT_CNT" val="1_1"/>
  <p:tag name="KSO_WM_TEMPLATE_MASTER_THUMB_INDEX" val="12"/>
  <p:tag name="KSO_WM_TEMPLATE_THUMBS_INDEX" val="1、4、7、8、9、10、13、16、19、20、21、22、23、24、25、26、27、28、29、30"/>
</p:tagLst>
</file>

<file path=ppt/tags/tag2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ISLIDE.ICON" val="#407153;#405324;#405097;#405338;"/>
</p:tagLst>
</file>

<file path=ppt/tags/tag25.xml><?xml version="1.0" encoding="utf-8"?>
<p:tagLst xmlns:a="http://schemas.openxmlformats.org/drawingml/2006/main" xmlns:r="http://schemas.openxmlformats.org/officeDocument/2006/relationships" xmlns:p="http://schemas.openxmlformats.org/presentationml/2006/main">
  <p:tag name="KSO_WM_SLIDE_ID" val="custom20203157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157"/>
  <p:tag name="KSO_WM_SLIDE_LAYOUT" val="a_b"/>
  <p:tag name="KSO_WM_SLIDE_LAYOUT_CNT" val="1_1"/>
  <p:tag name="KSO_WM_TEMPLATE_MASTER_THUMB_INDEX" val="12"/>
  <p:tag name="KSO_WM_TEMPLATE_THUMBS_INDEX" val="1、4、7、8、9、10、13、16、19、20、21、22、23、24、25、26、27、28、29、30"/>
</p:tagLst>
</file>

<file path=ppt/tags/tag2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文艺清新"/>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custom20203157_1*a*1"/>
  <p:tag name="KSO_WM_TEMPLATE_CATEGORY" val="custom"/>
  <p:tag name="KSO_WM_TEMPLATE_INDEX" val="20203157"/>
  <p:tag name="KSO_WM_UNIT_LAYERLEVEL" val="1"/>
  <p:tag name="KSO_WM_TAG_VERSION" val="1.0"/>
  <p:tag name="KSO_WM_BEAUTIFY_FLAG" val="#wm#"/>
</p:tagLst>
</file>

<file path=ppt/theme/theme1.xml><?xml version="1.0" encoding="utf-8"?>
<a:theme xmlns:a="http://schemas.openxmlformats.org/drawingml/2006/main" name="2_Office 主题​​">
  <a:themeElements>
    <a:clrScheme name="自定义 6">
      <a:dk1>
        <a:sysClr val="windowText" lastClr="000000"/>
      </a:dk1>
      <a:lt1>
        <a:sysClr val="window" lastClr="FFFFFF"/>
      </a:lt1>
      <a:dk2>
        <a:srgbClr val="EDF3F3"/>
      </a:dk2>
      <a:lt2>
        <a:srgbClr val="FFFFFF"/>
      </a:lt2>
      <a:accent1>
        <a:srgbClr val="587F7E"/>
      </a:accent1>
      <a:accent2>
        <a:srgbClr val="E7A55A"/>
      </a:accent2>
      <a:accent3>
        <a:srgbClr val="607F6F"/>
      </a:accent3>
      <a:accent4>
        <a:srgbClr val="657F67"/>
      </a:accent4>
      <a:accent5>
        <a:srgbClr val="697F60"/>
      </a:accent5>
      <a:accent6>
        <a:srgbClr val="6D7F58"/>
      </a:accent6>
      <a:hlink>
        <a:srgbClr val="658BD5"/>
      </a:hlink>
      <a:folHlink>
        <a:srgbClr val="A16AA5"/>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ea17806e-1d88-695e-8ea0-3a071ef864fb</Template>
  <TotalTime>1417</TotalTime>
  <Words>3970</Words>
  <Application>Microsoft Office PowerPoint</Application>
  <PresentationFormat>宽屏</PresentationFormat>
  <Paragraphs>696</Paragraphs>
  <Slides>43</Slides>
  <Notes>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62" baseType="lpstr">
      <vt:lpstr>EuroRoman</vt:lpstr>
      <vt:lpstr>ItalicT</vt:lpstr>
      <vt:lpstr>RomanD</vt:lpstr>
      <vt:lpstr>仿宋</vt:lpstr>
      <vt:lpstr>华文细黑</vt:lpstr>
      <vt:lpstr>华文新魏</vt:lpstr>
      <vt:lpstr>楷体_GB2312</vt:lpstr>
      <vt:lpstr>隶书</vt:lpstr>
      <vt:lpstr>宋体</vt:lpstr>
      <vt:lpstr>微软雅黑 Light</vt:lpstr>
      <vt:lpstr>Arial</vt:lpstr>
      <vt:lpstr>Courier New</vt:lpstr>
      <vt:lpstr>Symbol</vt:lpstr>
      <vt:lpstr>Times New Roman</vt:lpstr>
      <vt:lpstr>等线</vt:lpstr>
      <vt:lpstr>黑体</vt:lpstr>
      <vt:lpstr>微软雅黑</vt:lpstr>
      <vt:lpstr>2_Office 主题​​</vt:lpstr>
      <vt:lpstr>位图图像</vt:lpstr>
      <vt:lpstr>PowerPoint 演示文稿</vt:lpstr>
      <vt:lpstr>PowerPoint 演示文稿</vt:lpstr>
      <vt:lpstr>PowerPoint 演示文稿</vt:lpstr>
      <vt:lpstr>PowerPoint 演示文稿</vt:lpstr>
      <vt:lpstr>PowerPoint 演示文稿</vt:lpstr>
      <vt:lpstr>PowerPoint 演示文稿</vt:lpstr>
      <vt:lpstr>基本名词</vt:lpstr>
      <vt:lpstr>平行投影法</vt:lpstr>
      <vt:lpstr>中心投影法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Ivy</dc:creator>
  <cp:lastModifiedBy>q q</cp:lastModifiedBy>
  <cp:revision>2</cp:revision>
  <dcterms:created xsi:type="dcterms:W3CDTF">2022-10-31T07:16:48Z</dcterms:created>
  <dcterms:modified xsi:type="dcterms:W3CDTF">2024-11-06T10:10:14Z</dcterms:modified>
</cp:coreProperties>
</file>