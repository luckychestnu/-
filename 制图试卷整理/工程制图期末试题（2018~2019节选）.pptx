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1" r:id="rId5"/>
    <p:sldId id="263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02"/>
  </p:normalViewPr>
  <p:slideViewPr>
    <p:cSldViewPr>
      <p:cViewPr>
        <p:scale>
          <a:sx n="79" d="100"/>
          <a:sy n="79" d="100"/>
        </p:scale>
        <p:origin x="2064" y="-2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7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4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1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78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91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75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95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1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62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37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3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4C061-1A64-4C53-B4B4-40313FCA2000}" type="datetimeFigureOut">
              <a:rPr lang="zh-CN" altLang="en-US" smtClean="0"/>
              <a:t>2020/12/17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3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6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-27384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9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27384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4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7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7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027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Fang Charlie</cp:lastModifiedBy>
  <cp:revision>7</cp:revision>
  <dcterms:created xsi:type="dcterms:W3CDTF">2020-12-02T14:04:10Z</dcterms:created>
  <dcterms:modified xsi:type="dcterms:W3CDTF">2020-12-19T12:29:19Z</dcterms:modified>
</cp:coreProperties>
</file>