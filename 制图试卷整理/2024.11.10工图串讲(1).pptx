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56"/>
  </p:notesMasterIdLst>
  <p:sldIdLst>
    <p:sldId id="256" r:id="rId3"/>
    <p:sldId id="258" r:id="rId4"/>
    <p:sldId id="259" r:id="rId5"/>
    <p:sldId id="262" r:id="rId6"/>
    <p:sldId id="266" r:id="rId7"/>
    <p:sldId id="263" r:id="rId8"/>
    <p:sldId id="264" r:id="rId9"/>
    <p:sldId id="267" r:id="rId10"/>
    <p:sldId id="268" r:id="rId11"/>
    <p:sldId id="272" r:id="rId12"/>
    <p:sldId id="269" r:id="rId13"/>
    <p:sldId id="270" r:id="rId14"/>
    <p:sldId id="273" r:id="rId15"/>
    <p:sldId id="274" r:id="rId16"/>
    <p:sldId id="271" r:id="rId17"/>
    <p:sldId id="275" r:id="rId18"/>
    <p:sldId id="276" r:id="rId19"/>
    <p:sldId id="280" r:id="rId20"/>
    <p:sldId id="277" r:id="rId21"/>
    <p:sldId id="281" r:id="rId22"/>
    <p:sldId id="282" r:id="rId23"/>
    <p:sldId id="283" r:id="rId24"/>
    <p:sldId id="284" r:id="rId25"/>
    <p:sldId id="285" r:id="rId26"/>
    <p:sldId id="291" r:id="rId27"/>
    <p:sldId id="26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260" r:id="rId5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86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320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7:10.9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642 679 24575,'0'-16'0,"0"0"0,2-2 0,0 2 0,0 0 0,2 0 0,0 0 0,0 0 0,10-20 0,-10 30 0,-2 2 0,2-2 0,-2 2 0,2-2 0,0 2 0,0 0 0,0-2 0,0 2 0,0 0 0,0 0 0,2 2 0,-2-2 0,2 0 0,-2 2 0,2 0 0,0-2 0,-2 2 0,2 0 0,0 0 0,0 2 0,0-2 0,0 0 0,0 2 0,0 0 0,0 0 0,6 0 0,-8 0 0,-2 0 0,2 0 0,-2 0 0,2 2 0,-2-2 0,2 0 0,-2 2 0,2-2 0,-2 2 0,0 0 0,2-2 0,-2 2 0,0 0 0,2 0 0,-2 0 0,0 0 0,0 0 0,0 0 0,0 0 0,0 0 0,0 0 0,0 2 0,0-2 0,0 0 0,-2 2 0,2-2 0,0 0 0,-2 2 0,2-2 0,-2 2 0,0-2 0,2 2 0,-2-2 0,0 2 0,0 4 0,0-2 0,0 0 0,0 0 0,-2 0 0,2-2 0,-2 2 0,0 0 0,0 0 0,2-2 0,-4 2 0,2-2 0,0 2 0,0-2 0,-2 2 0,0-2 0,2 0 0,-2 0 0,0 2 0,0-2 0,-4 2 0,-10 6 0,0-2 0,0-2 0,-2 0 0,2 0 0,-30 6 0,0 2 0,28-8 0,2 2 0,0 0 0,2 2 0,-2 0 0,2 0 0,0 2 0,-14 14 0,-14 12 0,22-20 0,2 0 0,0 0 0,2 2 0,0 2 0,2-2 0,0 2 0,-24 50 0,26-52 0,12-22 0,2 0 0,0 0 0,0 0 0,0 0 0,-2 0 0,2 0 0,0 0 0,0 0 0,0 0 0,-2 0 0,2 0 0,0-2 0,0 2 0,0 0 0,0 0 0,-2 0 0,2 0 0,0 0 0,0 0 0,0 0 0,0 0 0,-2 0 0,2-2 0,0 2 0,0 0 0,0 0 0,0 0 0,0 0 0,-2-2 0,2 2 0,0 0 0,0 0 0,-14-48 0,10 34 0,-12-90 0,12 72 0,-2 0 0,-16-50 0,12 52 0,2 0 0,0-2 0,2 2 0,0 0 0,0-56 0,6 66 0,2 2 0,0-2 0,0 2 0,2 0 0,0-2 0,0 2 0,2 0 0,0 2 0,2-2 0,16-30 0,18-26 0,-28 46 0,2 2 0,36-50 0,-46 68 0,2 2 0,-2-2 0,0 2 0,2 0 0,0 0 0,0 2 0,0-2 0,0 2 0,0 0 0,0 0 0,2 0 0,-2 0 0,0 2 0,12-4 0,32 0 0,0 2 0,2 4 0,62 4 0,4 0 0,-98-4 0,0 2 0,-2 0 0,2 0 0,-2 2 0,2 0 0,24 10 0,-32-8 0,0 0 0,-2 2 0,2 0 0,0 0 0,-2 0 0,0 0 0,0 2 0,0 0 0,12 18 0,-4-10 0,-2-2 0,4 2 0,-2-4 0,2 0 0,0 0 0,0-2 0,38 16 0,-40-18 0,-14-8 0,0 2 0,2 0 0,-2 0 0,0 0 0,-2 0 0,2 2 0,0 0 0,-2-2 0,2 2 0,-2 0 0,0 0 0,0 0 0,0 0 0,0 0 0,-2 2 0,2-2 0,-2 0 0,0 2 0,4 12 0,-2 8 0,-2-2 0,0 2 0,-2 54 0,-2-42 0,2-20 0,-2-2 0,0 0 0,0 0 0,-2 0 0,0 0 0,-2 0 0,-12 28 0,14-36 0,-2 0 0,0-2 0,0 2 0,0 0 0,-2-2 0,2 0 0,-2 2 0,0-4 0,0 2 0,-2 0 0,2-2 0,-2 0 0,-16 10 0,2-6 0,2 0 0,2 2 0,-2-2 0,2 2 0,0 2 0,-18 16 0,28-20 0,-2-2 0,2 0 0,-2 0 0,0 0 0,-2 0 0,2-2 0,-20 8 0,-10-2 0,-48 10 0,34-8 0,26-10 0,-60 6 0,60-8 0,0 2 0,-36 8 0,10-2 0,2-2 0,0-4 0,-2-2 0,-78-4 0,28 0 0,96 2 0,2 0 0,0-2 0,-2 2 0,2-2 0,0 2 0,0-2 0,-2-2 0,-8-2 0,14 4 0,-2-2 0,4 2 0,-2 0 0,0-2 0,0 2 0,0-2 0,2 0 0,-2 0 0,2 2 0,-2-2 0,2 0 0,0 0 0,-2 0 0,2-2 0,0 2 0,-2-8 0,0 0 0,2 0 0,-2-2 0,2 2 0,0 0 0,2 0 0,-2-2 0,2 2 0,2-22 0,0 30 0,-2 0 0,2-2 0,-2 2 0,2 0 0,0-2 0,0 2 0,-2 0 0,4 0 0,-2-2 0,0 2 0,0 0 0,2 0 0,-2 2 0,2-2 0,0 0 0,-2 0 0,2 2 0,0-2 0,0 2 0,0-2 0,0 2 0,0 0 0,2 0 0,-2 0 0,6-2 0,20-2 0,0 2 0,0 0 0,2 2 0,-2 2 0,60 6 0,-8-2 0,-36-4 0,-14 0 0,2 2 0,60 8 0,-84-6 0,2-2 0,-2 2 0,0 0 0,0 0 0,0 0 0,0 2 0,0 0 0,0 0 0,0 0 0,-2 0 0,0 2 0,12 12 0,-2 2 0,0 0 0,14 28 0,-18-26 0,36 42 0,-44-58 0,2-2 0,-2 2 0,2-2 0,0 0 0,0 0 0,0 0 0,2-2 0,-2 0 0,14 6 0,-2-4 0,-2 0 0,2-2 0,-2 0 0,2-2 0,22 0 0,102-4 0,-58-2 0,-56 0 0,-2 0 0,2 0 0,-2-2 0,0-2 0,0 0 0,0-2 0,-2-2 0,28-14 0,-30 12 0,-2-2 0,-2 0 0,26-26 0,36-24 0,-54 46 0,0 0 0,-2-2 0,0 0 0,-2-2 0,0-2 0,34-44 0,100-178 0,-92 100 0,-66 148 0,0 0 0,0 0 0,0 0 0,2 0 0,-2 2 0,0-2 0,0 0 0,0 0 0,0 0 0,0 0 0,0 0 0,0 0 0,0 0 0,0 0 0,0 0 0,2 0 0,-2 0 0,0 0 0,0 0 0,0 0 0,0 0 0,0 2 0,0-2 0,0 0 0,0 0 0,2 0 0,-2 0 0,0 0 0,0 0 0,0 0 0,0 0 0,0-2 0,0 2 0,0 0 0,2 0 0,-2 0 0,0 0 0,0 0 0,0 0 0,0 0 0,0 0 0,0 0 0,0 0 0,0 0 0,2 0 0,-4 24 0,-2-8-170,2 0-1,-4 0 0,2 0 1,-2 0-1,0 0 0,0 0 1,-14 20-1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4:52.0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 15 24575,'-2'0'-8191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7:07.1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1266 1145 24575,'-66'2'0,"40"0"0,-2-2 0,0 0 0,2-2 0,-32-6 0,56 8 0,2 0 0,-2 0 0,2 0 0,-2 0 0,0 0 0,2-2 0,-2 2 0,2 0 0,-2 0 0,2-2 0,-2 2 0,2 0 0,-2 0 0,2-2 0,0 2 0,-2-2 0,2 2 0,-2 0 0,2-2 0,0 2 0,-2-4 0,2 4 0,0-2 0,0 2 0,0-2 0,0 2 0,0 0 0,0-2 0,0 2 0,2-2 0,-2 2 0,0 0 0,0-2 0,0 2 0,2-2 0,-2 2 0,0 0 0,0-2 0,2 2 0,-2 0 0,0-2 0,2 0 0,6-2 0,-2-2 0,0 2 0,2 0 0,12-6 0,130-54-105,4 8 0,2 6 0,0 6-1,4 8 1,0 6 0,2 8 0,196-2-1,-268 22 114,12 0 56,118 12-1,-216-8-11,2-2-1,0 0 0,0 2 0,-2 0 0,2 0 0,-2 0 0,2 0 1,-2 0-1,2 0 0,-2 2 0,0-2 0,6 4 0,-8-4-49,0 0 0,0 0-1,0 0 1,-2 0-1,2 2 1,0-2 0,-2 0-1,2 0 1,-2 0-1,2 2 1,-2-2 0,2 0-1,-2 0 1,0 2 0,0-2-1,0 0 1,0 2-1,0-2 1,0 0 0,0 2-1,0-2 1,0 0-1,0 2 1,-2-2 0,0 4-1,-2 4-1,0 0 0,0-2 0,0 2 0,-2-2 0,0 0 0,0 0 0,0 0 0,-8 8 0,-64 56 0,48-46 0,-24 16 0,-2-2 0,-72 40 0,-38 28 0,120-78 0,0-2 0,-4-2 0,-84 36 0,-164 34 0,224-78 0,0-4 0,-2-2 0,-76 0 0,-230-10 0,256-4 0,24 2-20,-302-12-303,336 4 262,0 0 0,2-4 0,-124-42-1,178 50 62,-40-16 0,50 18 0,0 2 0,-2-2 0,2 2 0,0-2 0,0 0 0,0 0 0,0 0 0,0 0 0,0 0 0,0 0 0,0 0 0,2 0 0,-2 0 0,0 0 0,2 0 0,-4-4 0,4 6 8,0-2-1,0 2 0,0-2 0,0 2 0,2 0 0,-2-2 1,0 2-1,0-2 0,0 2 0,0-2 0,0 2 1,2 0-1,-2-2 0,0 2 0,0-2 0,2 2 0,-2 0 1,0-2-1,0 2 0,2 0 0,-2 0 0,0-2 1,2 2-1,-2 0 0,2 0 0,-2-2 0,0 2 0,2 0 1,-2 0-1,2 0 0,-2 0 0,2-2 0,-2 2 0,0 0 1,4 0-1,34-6 311,-34 6-307,84-2-11,-50 0 0,72-8 0,62-28 0,180-64 0,-246 72 0,44-20 0,-130 42 0,-2 0 0,2-2 0,-2-2 0,0 2 0,24-24 0,-22 18 0,-2-2 0,0-2 0,0 0 0,-2 0 0,0 0 0,-2-2 0,16-32 0,-22 36 0,0 0 0,-2 0 0,0-2 0,-2 2 0,0-2 0,0 0 0,-2 0 0,0 0 0,0 2 0,-4-26 0,0 28 0,0 2 0,-2 0 0,2 0 0,-2 0 0,-2 0 0,2 2 0,-2-2 0,-2 2 0,-8-18 0,10 22 0,2 2 0,-2-2 0,0 2 0,0 0 0,0 0 0,0 0 0,0 0 0,-2 0 0,2 2 0,-2-2 0,0 2 0,0 0 0,0 0 0,0 2 0,0-2 0,-16-2 0,-24-2 0,-14-2 0,0 2 0,0 2 0,-68 4 0,122 2 0,0 2 0,0 0 0,-2 0 0,2 0 0,0 2 0,0-2 0,0 2 0,0 0 0,2 0 0,-2 2 0,0-2 0,2 2 0,0-2 0,-2 2 0,2 0 0,0 2 0,2-2 0,-10 12 0,-6 12 0,2 2 0,0 2 0,-14 36 0,6-12 0,-46 104 0,6 2 0,6 2 0,8 4 0,-44 272 0,90-356 0,6-70 0,-2 2 0,2-2 0,-2 0 0,0 0 0,-2 2 0,-8 22 0,12-40 0,0 0 0,0 0 0,0 0 0,0 0 0,0-2 0,0 2 0,0 0 0,0 0 0,0 0 0,0 0 0,0 0 0,-2 0 0,2 0 0,0 0 0,0 0 0,0 0 0,0 0 0,0 0 0,0 0 0,0 0 0,0 0 0,0-2 0,0 2 0,0 0 0,-2 0 0,2 0 0,0 0 0,0 0 0,0 0 0,0 0 0,0 0 0,0 0 0,0 0 0,0 0 0,0 0 0,0 0 0,-2 0 0,2 0 0,0 0 0,0 2 0,0-2 0,0 0 0,0 0 0,0 0 0,0 0 0,0 0 0,0 0 0,0 0 0,0 0 0,-2 0 0,2 0 0,0 0 0,0 0 0,0 0 0,0 0 0,0 0 0,0 2 0,0-2 0,0 0 0,0 0 0,0 0 0,0 0 0,-2-18 0,6-24 0,4 0 0,0 0 0,28-72 0,-2-2 0,90-454 0,-10 40 0,-36 146 0,-46 214 0,-24 148 0,-8 22 0,0 0 0,-2 0 0,2 0 0,0 0 0,0 0 0,0 0 0,0 0 0,0 0 0,0 0 0,0 0 0,0 0 0,0 0 0,0 0 0,0 0 0,0 0 0,0 2 0,0-2 0,0 0 0,0 0 0,0 0 0,0 0 0,0 0 0,0 0 0,0 0 0,0 0 0,0 0 0,0 0 0,0 0 0,0 0 0,0 0 0,0 0 0,0 0 0,0 0 0,2 0 0,-2 2 0,0-2 0,0 0 0,0 0 0,0 0 0,0 0 0,0 0 0,0 0 0,0 0 0,0 0 0,0 0 0,0 0 0,0 0 0,0 0 0,0 0 0,0 0 0,0 0 0,0 0 0,0 0 0,2 0 0,-2 0 0,0 0 0,0 0 0,0 0 0,0 0 0,0 0 0,0 0 0,0 0 0,0 0 0,0 0 0,0 0 0,0 0 0,0 0 0,0 0 0,0 0 0,4 46 0,-4 1096-412,-2-490 237,-10-420 175,-66 392 0,56-508-21,-10 74 140,38-206-42,-2-2 1,2 2 0,2-2 0,0 2 0,18-30-1,2-2-54,154-330-368,162-496 1,-226 452 280,-16 50 817,-92 352-753,-6 32 0,-4 38 0,-20 80-4,-8-4 1,-50 150-1,18-62-479,-68 206 376,58-208 111,-56 304 0,120-474-4,-8 42 0,-2 2 0,-38 108 0,40-164 159,10-20 99,10-20-82,176-364-389,34-64-407,-32-12 650,42-302-30,-146 494 669,-72 244-543,-8 20-106,-6 26-32,-40 88 12,-6-2 0,-70 114 0,18-34 0,-188 310-269,-6 16-13,26 84 282,236-526 0,22-52 0,0 0 0,-16 58 0,58-118 459,308-368-346,12-12-282,452-744-571,-496 650 740,-304 502-3,2-2 0,-2 2 0,2 0 1,-2 0-1,2 0 0,0 0 1,0 0-1,0 0 0,-2 0 0,2 0 1,0 0-1,0 0 0,0 2 0,4-4 1,-6 4 12,0 0 0,2 0 1,-2 0-1,0 2 0,2-2 0,-2 0 1,0 0-1,0 0 0,2 0 0,-2 0 1,0 2-1,0-2 0,2 0 1,-2 0-1,0 0 0,0 2 0,2-2 1,-2 0-1,0 2 0,0-2 1,0 0-1,0 0 0,2 2 0,-2-2 1,0 0-1,0 2 0,0-2 0,0 0 1,0 2-1,0-2 0,0 0 1,0 2-1,2 16 201,0-2 1,-2 32-1,0-36-255,0 154 36,-12 514-88,2-580-100,-2-2-1,-4-2 1,-42 136 0,-120 272-867,144-416 914,-82 212-47,-216 398 1,290-620 668,28-78 349,12-30-76,2 26-742,10-598 443,-4 464-443,34-184 0,-24 234-28,6 2-1,2 0 0,42-98 1,144-246-270,-170 362 255,4 2-1,2 0 1,108-114-1,-126 152 40,-18 14 0,2 2 0,0 2 0,0-2 0,0 2 0,2 0 0,24-14 0,-36 24 3,-2 0-1,2-2 0,-2 2 0,2 0 1,0 0-1,-2-2 0,2 2 0,-2 0 1,2 0-1,-2 0 0,2 0 0,0 0 1,-2 0-1,2 0 0,-2 0 0,2 0 1,-2 0-1,2 0 0,0 2 0,-2-2 4,2 0-1,-2 0 0,0 2 0,2-2 0,-2 0 0,0 2 0,0-2 1,0 0-1,2 2 0,-2-2 0,0 0 0,0 2 0,0-2 0,0 0 0,0 2 1,0-2-1,2 2 0,-2-2 0,0 0 0,0 2 0,0 0 0,-2 4 44,2 0 0,-2 0 0,2 2 0,-2-2 0,-4 8 0,-12 30-25,0-2 1,-4-2 0,-42 62-1,-98 110-32,28-58-279,-6-8 0,-236 192 0,4-26-373,156-130-358,54-46 546,-224 246 1,378-374 475,-12 14 173,-26 42 1,42-60-141,0 2-1,2-2 1,-2 2 0,2 0 0,0 0-1,0 0 1,0 0 0,0 0-1,0 0 1,2 0 0,-2 0-1,2 0 1,0 0 0,0 8-1,0-12 4,0-2-1,0 2 1,0 0-1,2-2 1,-2 2-1,0-2 1,0 2-1,2 0 1,-2-2-1,0 2 1,2-2-1,-2 2 1,2-2 0,-2 2-1,2-2 1,-2 0-1,2 2 1,-2-2-1,2 0 1,-2 2-1,2-2 1,-2 0-1,2 2 1,-2-2-1,2 0 1,0 0-1,-2 0 1,2 0-1,-2 2 1,2-2-1,0 0 1,-2 0-1,2 0 1,0 0-1,-2 0 1,4-2-1,50-14 848,-48 14-817,492-236 35,-406 190-175,344-196-1377,-96 52 828,-84 48 620,154-80-64,-372 204 61,-24 12 14,-2 0 1,2 2-1,0 0 1,0 0-1,0 0 0,0 2 1,30-6-1,-42 10 17,0 0 0,-2 0 0,2 0 1,0 2-1,0-2 0,0 0 0,0 0 0,-2 0 0,2 2 0,0-2 0,0 0 1,0 2-1,-2-2 0,2 0 0,0 2 0,0-2 0,-2 2 0,2-2 0,-2 2 1,2 0-1,0-2 0,-2 2 0,2 0 0,-2-2 0,2 2 0,-2 0 0,0 0 0,2-2 1,-2 2-1,0 0 0,2 0 0,-2 0 0,0 0 0,0-2 0,0 2 0,0 0 1,0 4-1,0 4 118,0 0 1,0 0-1,0 0 1,-2 0-1,-4 14 1,-4 12-114,-4 2 1,0-2-1,-2-2 0,-24 42 1,-96 128-49,20-60-221,-6-4 0,-6-6 0,-198 158-1,216-206 179,-6-4 0,-2-4 0,-226 106 0,344-184 57,-4 2 3,-2 0 1,0 0-1,2 0 0,-2 0 1,0 0-1,-4 0 0,8-2 15,2 0-1,-2 0 1,2 0-1,-2 0 1,2 0-1,0 0 1,-2-2-1,2 2 1,-2 0-1,2 0 1,0 0-1,-2-2 1,2 2-1,-2 0 0,2 0 1,0-2-1,-2 2 1,2 0-1,0-2 1,0 2-1,-2 0 1,2-2-1,0 2 1,0 0-1,-2-2 1,2 2-1,0-2 1,0 2-1,0 0 1,0-2-1,0 2 0,0-2 1,-2 2-1,2-2 1,0 2-1,0-2 1,0 2-1,0 0 1,2-2-1,-2 2 1,0-2-1,0 0 1,2-12 34,-2 2 1,4-2-1,-2 0 1,2 0 0,0 2-1,10-24 1,44-76-27,-44 88-26,208-344-1163,404-516-1,480-330 181,22 162-183,-892 824 870,-234 226 334,0 0 0,2-2 0,-2 2 0,0 0 0,0 0 0,2 0 0,-2 0 0,2 0 0,-2 0 0,2 0 0,-2 2 0,2-2 0,4 0 0,-8 2-24,2 0-1,-2 0 1,0 0 0,0 0-1,2 0 1,-2 0 0,0 0-1,0 0 1,2 0 0,-2 2-1,0-2 1,0 0 0,2 0-1,-2 0 1,0 0 0,0 2-1,0-2 1,2 0 0,-2 0-1,0 0 1,0 2 0,0-2-1,0 0 1,2 0 0,-2 2-1,0-2 1,0 2 0,4 30 480,-10 20 122,0 0 0,-18 62 0,6-38-126,-148 622-515,140-600 87,-192 558-62,86-296 0,28-84 0,-164 302 0,236-510-2,20-40 57,0 0 1,-22 32 322,34-60-363,0 0 1,-2 0-1,2 2 0,0-2 1,0 0-1,0 0 1,0 0-1,0 0 0,-2 0 1,2 0-1,0 0 0,0 0 1,0 0-1,0 0 1,0 0-1,-2 0 0,2 0 1,0 0-1,0-2 0,0 2 1,-2 0 61,2 0-62,-6-18 126,0-28-196,6-328 56,2 224-141,6-40-34,8 0 1,8 2-1,96-364 0,-70 372 47,92-326-1012,34 12 337,-62 216 1712,-94 264 222,-20 14-1116,0 0 0,0 0 0,0 0 0,0 0 0,0 0 0,2 2 0,-2-2 0,4 46 604,-10 70-682,-4 0 1,-30 138-1,-74 228-1456,114-482 1512,-354 1118-1371,-98-44-967,284-756 1266,132-258 1547,-4-4 1,-2 0-1,-56 58 1,54-96 1447,42-18-1866,0-4 83,0 2 0,0-2 0,0 0 0,0 2 0,2-2 0,-2 0 0,2 0 0,-2 2 0,2-2 0,-2 0 0,2 0 0,0 0 0,0-6 0,0-32 84,4 0 0,0 2 0,16-68 0,-2 12-192,30-128-401,122-360-1,90-32 376,-202 488 0,352-638-1355,-248 484 1179,-108 176 201,24-40 806,-76 142-757,0 2 0,0 0 0,0-2-1,0 2 1,0 0 0,0 0-1,0 0 1,2 0 0,-2 0-1,4-2 1,-6 4-58,0 0-1,0 0 1,2 0 0,-2-2-1,0 2 1,0 0-1,2 0 1,-2 0 0,0 0-1,2 0 1,-2 0 0,0 0-1,0 0 1,2 0 0,-2 0-1,0 2 1,0-2-1,2 0 1,-2 0 0,0 0-1,0 0 1,2 0 0,-2 0-1,0 2 1,12 18 164,-6 10-165,0 2 0,0 34 0,2 20-16,50 682-998,-74 0 784,2-604-54,-6 0 1,-8-2-1,-6 0 0,-6-2 1,-116 282-1,156-442 292,0 2 0,0-2 0,0 0 0,0 0 1,0 2-1,0-2 0,-2 0 0,2 2 0,0-2 0,0 0 0,0 0 0,0 2 0,0-2 0,-2 0 0,2 0 1,0 2-1,0-2 0,0 0 0,-2 0 0,2 0 0,0 2 0,0-2 0,-2 0 0,2 0 0,0 0 1,0 0-1,-2 0 0,2 0 0,-2 2 0,-2-18 356,4-34 259,18-100-344,42-154 1,120-314-816,50 22-304,44-120 281,-4 50 558,-86 238-93,-8 28 486,-156 386 425,-20 16-814,2-2 0,-2 0 0,0 0 0,0 0 0,0 0 0,0 2 1,6 38 644,-6 46-420,-14 138 1,-30 86-1168,-246 908-1506,-96-82 1440,378-1116 1271,-20 46 240,28-64-447,-2 2 1,0-2-1,0 2 1,0-2-1,0 2 1,0-2-1,0 0 1,-2 2-1,2-2 1,0 0-1,-2 0 1,2 0-1,-2 0 1,2 0-1,-6 2 1,8-4-45,-2 0 1,2 0-1,0 0 1,-2 0-1,2 0 1,0 0-1,-2 0 1,2 0-1,0 0 1,-2 0-1,2 0 1,0 0 0,-2 0-1,2 0 1,0 0-1,-2 0 1,2 0-1,0-2 1,-2 2-1,2 0 1,0 0-1,-2 0 1,2-2 0,0 2-1,0 0 1,-2 0-1,2-2 1,0 2-1,0 0 1,0 0-1,-2-2 1,2 2-1,0 0 1,0-2 0,0 2-1,0 0 1,-2-2-1,-2-30 615,6-12-508,2 2 1,0-2-1,16-56 1,46-130-256,-44 158 69,44-152-150,352-1042-1486,-222 810 1576,-156 378 82,4 0 0,4 2 0,90-106-1,-128 170-22,0-2 224,0 2 0,2 0 0,0 0 0,0 2-1,26-20 1,-36 28-128,2 2 1,-2-2-1,0 2 0,2-2 0,-2 2 1,0-2-1,2 2 0,-2 0 0,2-2 1,-2 2-1,2 0 0,-2 0 0,2 0 0,-2 0 1,0 2-1,6-2 0,-4 2-20,-2 0 0,2 0-1,0 0 1,0 0 0,-2 0-1,2 0 1,-2 2 0,2-2-1,-2 0 1,0 2 0,2-2-1,-2 2 1,0 0 0,0-2-1,2 8 1,4 6-19,0 0 0,-2 0 1,0 2-1,0-2 0,4 30 1,6 98-14,-6-50 8,18 142-300,-10 2 0,-12 2 0,-8-2-1,-12 0 1,-10 0 0,-12-2 0,-90 330-1,102-478 395,-82 256-628,78-264 702,-6 0 1,-48 86-1,76-154-11,-2 0-1,2-2 0,-20 20 1,24-28-106,2 0-1,-2-2 1,0 2 0,0 0 0,0-2 0,0 2-1,0 0 1,0-2 0,0 0 0,0 2 0,0-2 0,0 2-1,-4-2 1,4 0-21,2 0 0,-2 0 0,0 0 0,2 0 0,-2 0 0,0-2 0,2 2 1,-2 0-1,2-2 0,-2 2 0,0 0 0,2-2 0,-2 2 0,2 0 0,-2-2 0,2 2 0,-2-2 0,2 2 0,0-2 0,-2 2 0,2-2 0,-2 0 0,2 2 0,0-2 0,-2 0 0,-4-14-15,2 0 0,-2-2 0,2 2 0,2 0 0,-4-34 0,0-8-14,-22-134-184,0-214 0,26-198-557,4 360 850,-2-8-113,32-726-130,-28 968 140,-4 28 218,2 40 354,-14 386-841,-90 582 0,-20-386 243,100-546-45,12-38 54,-4-2 0,-30 80 0,40-126 37,0-2-1,0 2 1,0 0 0,0-2 0,-8 12-1,12-18-16,0 0 0,-2 0 0,2 0-1,0 2 1,0-2 0,0 0 0,0 0 0,-2 0-1,2 0 1,0 0 0,0 0 0,-2 2 0,2-2-1,0 0 1,0 0 0,-2 0 0,2 0-1,0 0 1,0 0 0,-2 0 0,2 0 0,0 0-1,0 0 1,-2 0 0,2 0 0,0 0 0,0 0-1,-2 0 1,2 0 0,0 0 0,0-2 0,0 2-1,-2 0 1,0-2 8,0 0 1,2 0-1,-2 0 0,2 0 0,-2 0 1,0 0-1,2 0 0,0 0 0,-2-2 1,2 2-1,0 0 0,-2-4 0,-32-226 79,-8-36-108,42 266 9,-18-56 0,2 38 0,16 20 0,-2-2 0,2 2 0,0 0 0,-2 0 0,2 0 0,0 0 0,0 0 0,-2 0 0,2 0 0,0 0 0,-2 0 0,2 0 0,0 0 0,0 0 0,-2 0 0,2 0 0,0 0 0,0 2 0,-2-2 0,2 0 0,0 0 0,0 0 0,-2 0 0,2 0 0,0 2 0,0-2 0,-2 0 0,2 0 0,0 0 0,0 2 0,0-2 0,0 0 0,-2 0 0,2 2 0,0-2 0,0 0 0,0 2 0,-10 14 0,2 2 0,0-2 0,0 2 0,-8 34 0,-14 84 0,24-94 0,-134 604-498,92-440 397,-46 290 102,94-538 586,0 2-583,2 2 0,12-76-1,204-526-3,-72 246 0,-102 262-168,6 0-1,112-214 1,58 6 58,-182 290 112,2 0-1,4 4 1,0 0 0,68-54 0,-110 100 1,16-14-14,2 0-1,0 0 1,40-18-1,-54 30 21,0 0-1,0 0 1,0 0 0,0 0 0,0 2-1,0-2 1,2 2 0,8 0-1,-12 0 20,0 0 0,0 2-1,-2-2 1,2 0 0,0 2-1,0 0 1,-2-2-1,2 2 1,-2 0 0,2 0-1,-2 0 1,2 0 0,-2 0-1,2 0 1,-2 2 0,4 2-1,4 8-12,0 0 0,-2 0 0,2 2 0,-4-2 0,2 2-1,-2 0 1,8 30 0,18 130-96,-22-118-20,38 278-352,6 538 0,-54-850 455,2 154-20,-30 240 0,20-386 63,8-32-32,-2 0 0,2 0 0,0 0 0,0 0 0,0 0 0,-2 0-1,2 0 1,0 0 0,0 0 0,0 0 0,0 0 0,-2-2 0,2 2 0,0 0 0,0 0 0,0 0 0,0 0 0,0 0 0,-2-2 0,2 2-1,0 0 1,0 0 0,0 0 0,0 0 0,0-2 0,0 2 0,0 0 0,0 0 0,0 0 0,0-2 0,0 2 0,0 0 0,0 0 0,0 0-1,0-2 1,0 2 0,0 0 0,-14-70 512,-14-460-473,20 224-164,-12-982-360,20 988 431,0 2486-219,6-2346 698,38-252 0,-10 196-576,84-464-619,-40 318 737,138-384 0,-198 710 160,-18 36-135,0-2 0,0 2 0,0 0 1,0 0-1,0 0 0,0 0 0,0 0 1,0 0-1,2 0 0,-2 0 0,0 0 0,0 0 1,0-2-1,0 2 0,0 0 0,0 0 0,0 0 1,2 0-1,-2 0 0,0 0 0,0 0 0,0 0 1,0 0-1,0 0 0,0 0 0,2 0 0,-2 0 1,0 0-1,0 0 0,0 0 0,0 0 0,0 0 1,0 0-1,2 0 0,-2 0 0,0 0 1,0 2-1,0-2 0,0 0 0,0 0 0,0 0 1,0 0-1,0 0 0,2 0 0,-2 0 0,0 0 1,0 0-1,0 0 0,0 2 0,0-2 0,0 0 1,0 0-1,0 0 0,0 0 0,0 0 0,0 0 1,0 2-1,0-2 0,4 12 84,-2 0 1,-2-2-1,2 2 1,-2 16-1,6 396-440,14 318-458,24 518 749,-42-1226 32,6-44 181,8-62 577,46-304-864,-16-2 0,-2-526-1,-48 96 135,-20 1186-436,6-166 51,-10 1352 179,30-1078-199,12-736 1509,-2 74-444,-2-1060-660,-12 730 0,2-178 477,-4 664-477,-4 34 0,-8 42 0,-14 128-417,-6 248-1,22 578 188,14-950 216,0-60 14,0 24 0,0 0 0,2 0 0,0 0 0,10 38 0,-4-48-10,-2-24 196,-2-34 473,40-406-429,-40 422-216,28-524-14,-34-6 0,-2 212 0,4 104 0,0 296 0,6 298 0,0-272 0,4 0 0,26 108 0,-10-106 0,4 0 0,52 102 0,-2-6 0,-64-138 0,-2 2 0,-2 0 0,0 2 0,-4 0 0,0-2 0,0 90 0,-10 558 0,30-1364 0,52-924-883,-82 1512 1141,2 70-19,0 58 0,0 852-92,0-866-147,2 0 0,2 0 0,0 0 0,0 0 0,2 0 0,2-2 0,2 0 0,14 36 0,-6-24 0,-4 0 0,0 0 0,14 68 0,8 124 0,-28-102 0,-8 144 0,-4-100 0,4 562 0,4-704 0,-4-28 0,0-2 0,0 0 0,2 0 0,-2 0 0,0 0 0,0 0 0,0 0 0,0 0 0,0 0 0,0 0 0,0 0 0,2 0 0,-2 0 0,0 0 0,0 0 0,0 0 0,0 0 0,0 0 0,0 0 0,2 0 0,-2 0 0,0 0 0,0 0 0,0 0 0,0 0 0,0 0 0,0 0 0,2 0 0,-2 0 0,0 0 0,0 0 0,0 0 0,0 0 0,0 0 0,0-2 0,0 2 0,2 0 0,-2 0 0,0 0 0,0 0 0,0 0 0,0 0 0,0 0 0,0-2 0,0 2 0,0 0 0,0 0 0,0 0 0,26-54 0,-16 32 0,152-342 0,-134 288 0,-2-2 0,26-150 0,-68 302 0,-4-2 0,-40 102 0,58-170 0,-8 26 0,-4 0 0,-32 56 0,34-66 0,0-2 0,2 4 0,2-2 0,0 2 0,0-2 0,2 2 0,0 0 0,-4 32 0,-4 14 0,10-52 0,0 0 0,0 0 0,2 0 0,0 2 0,2-2 0,-2 0 0,6 30 0,-4-44 0,0-2 0,0 0 0,0 2 0,0-2 0,0 0 0,0 2 0,0-2 0,0 2 0,2-2 0,-2 0 0,0 2 0,0-2 0,0 0 0,2 0 0,-2 2 0,0-2 0,0 0 0,2 2 0,-2-2 0,0 0 0,0 0 0,2 0 0,-2 2 0,0-2 0,2 0 0,-2 0 0,0 0 0,2 0 0,-2 2 0,2-2 0,-2 0 0,0 0 0,2 0 0,-2 0 0,0 0 0,2 0 0,-2 0 0,2 0 0,-2 0 0,0 0 0,2-2 0,-2 2 0,0 0 0,2 0 0,-2 0 0,0 0 0,2 0 0,-2-2 0,0 2 0,2 0 0,-2 0 0,0-2 0,0 2 0,2 0 0,-2-2 0,38-34 0,-32 30 0,16-16 0,0-2 0,-2 0 0,0-2 0,-2 0 0,-2 0 0,22-44 0,-32 56 0,-2 14 0,2 26 0,-10 46 0,4-58 0,-2 0 0,0 0 0,0 0 0,-2 0 0,0 0 0,0 0 0,-2 0 0,0-2 0,0 2 0,0-2 0,-2 0 0,0 0 0,0 0 0,0 0 0,-2-2 0,0 0 0,0 0 0,-2 0 0,-22 16 0,20-18 0,-2 2 0,2-2 0,-2 0 0,0-2 0,0 0 0,-2 0 0,2-2 0,-2 0 0,2 0 0,-2-2 0,-16 0 0,14-2 0,0 0 0,0-2 0,2 0 0,-2 0 0,-36-12 0,42 10 0,2-2 0,0 0 0,0 0 0,2 0 0,-2 0 0,0-2 0,2 0 0,0-2 0,-16-16 0,10 10 0,8 8 0,0 0 0,0-2 0,0 0 0,0 2 0,-8-20 0,14 26 0,2-2 0,-2 2 0,2-2 0,-2 0 0,2 2 0,0-2 0,0 0 0,0 2 0,-2-2 0,4 0 0,-2 2 0,0-2 0,0 0 0,0 2 0,2-2 0,-2 2 0,2-2 0,-2 0 0,2 2 0,0-2 0,-2 2 0,2 0 0,0-2 0,0 2 0,4-4 0,10-16 0,-6 12 0,-2 2 0,0-4 0,0 2 0,0-2 0,-2 2 0,0-2 0,0 0 0,0 0 0,-2 0 0,6-26 0,-4 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1320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988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B191-D862-358C-A271-2E6E373B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0FFFAA-D3E9-52FE-4884-19C491A33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7AA3AB-519D-AD11-EC69-648D7CF6A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3482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532241774_2880x1920.jpg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532204087_1355x1355.jpg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532205080_1647x1098.jpg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532205080_1647x1098.jpg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532204087_1355x1355.jpg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532241774_2880x1920.jpg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532241774_2880x1920.jpg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54C73-64D5-4801-7DF3-F9ED03D8A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F05C4A-7AE6-14D8-A26B-B989E4EBE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0B3101-18B2-AEC4-7B7C-841024B1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F7E3B0-6DEF-21EF-35B0-4FB16F1B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CB15E8-CBC9-2A7F-C7CD-BDBE88EA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840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78FA0-99BE-B2A2-3EA6-067243CB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969CA-C7FA-689E-5B82-FFE734BF4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EBEB8C-31FC-7B50-AC85-19DC1F43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19CE3-834B-29C7-1857-E48B46E9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447134-C3EF-96DC-7770-7B23C1AD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061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E4DCD-D369-401F-EA7E-D57A8867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E2AAE-1F1E-8458-EF0E-379E01F50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74CBC-65E9-B683-1023-7D267CDE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FFCE9-4555-BA45-3CB6-2D1E9149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40C84-3E22-3475-9AD0-194D27EF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884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CCBCD-375D-F9F3-42BA-7E6F3B35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B8A61-7068-37AF-FFEF-3BEAC2546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6A2A67-C693-4F44-12D2-783B48504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80F54C-D014-909D-E71C-DFA5B821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8EA41-4B4A-6811-6E9A-974187C1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3E901A-42D3-0989-54D0-0E54A7F6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957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3EDC9-00FE-D11C-88E7-065FB92F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A932FF-FD29-6B5A-EF20-AA50D6928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AF01BD-FCB5-3D42-390E-15B522F40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D43A30-D2AF-0E9A-5BF9-18B4DCE19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97A10C-6885-A468-25B3-142EADB1B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B5C90B-7C99-B999-FB75-45733D62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77D4CE-EF4C-4354-3FD7-5DB4F7E9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9F41E8-6E8E-26A2-D4C5-A72ED8C3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308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1B490-ED21-38A2-3326-DC853A5E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D1DA69-58B0-6FBB-D1AD-3EB5C6B3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722D60-D04E-1B4E-87FB-FED96B3B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A0328F-D8AE-4A01-5762-3E232AF7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404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38D61F-C0F9-C919-14DB-14F06E37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680073-83F5-5ABA-8090-3A461267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8FBEB-77D8-5C97-E071-7DFE29AF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0736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BD219-A870-172B-A48E-B1CD5FE0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2A6878-2B2F-5CE1-6358-54B2A73A7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CB9DCB-C5BE-59AC-9A8F-75A8C31E2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E151F8-3248-996E-F261-7748671A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7A1C13-C53A-68A0-E126-A5D9CDC5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3CE14E-7776-718D-1EE8-E7BE9E43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232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64CC2-A6BC-1978-E70D-25E50320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14F5F8-0404-95DC-2281-D659542E7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5ED1CA-B09D-AAA4-1E37-2D1AFFDB7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1479C8-E8E8-1500-9C8E-4D031A69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987ADA-01CA-F5D9-5BA9-8F055DA8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17643-0C66-93D9-2D8D-34CC1334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185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9847A-8DC2-DC87-8295-53DBBFC4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FC1C97-AB14-BF4A-37EC-ED67AC6CF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0AD63-C841-B261-3195-DA187096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6770B-9C5C-F19E-0FA7-A3952B20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21EF2-96A5-C438-2869-9497CA09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7786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6EBA0E-23B2-3211-DC92-61EEEF756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10FF21-5EEC-1D19-3633-F301707E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EDD33D-0238-A057-8D60-FA110722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ACFA8-11EE-A916-91DF-D11BDC93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6E945-0C2F-9311-3125-960229A0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73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76E7A3-110B-F1F6-C301-8C3F4763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160" y="683924"/>
            <a:ext cx="19999176" cy="135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8003D6-A147-4511-D95F-EECAADD6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8160" y="2540682"/>
            <a:ext cx="21669440" cy="9813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D817F-131E-F59B-FD1C-7F6663C9E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A87B2-F011-469D-9F39-AC929211454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9D8D5A-BBA3-12E4-87AF-FBF351B39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747FF-F0BF-9995-6F9E-AB3AD9477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44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png"/><Relationship Id="rId5" Type="http://schemas.openxmlformats.org/officeDocument/2006/relationships/customXml" Target="../ink/ink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"/>
          <p:cNvSpPr/>
          <p:nvPr/>
        </p:nvSpPr>
        <p:spPr>
          <a:xfrm>
            <a:off x="12552091" y="-805657"/>
            <a:ext cx="2709717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0" name="Shape"/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1" name="Shape"/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2" name="Shape"/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3" name="Shape"/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4" name="Shape"/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5" name="Shape"/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26" name="Shape"/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27" name="Circle"/>
          <p:cNvSpPr/>
          <p:nvPr/>
        </p:nvSpPr>
        <p:spPr>
          <a:xfrm>
            <a:off x="19803433" y="-1288291"/>
            <a:ext cx="2709535" cy="27095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8" name="Circle"/>
          <p:cNvSpPr/>
          <p:nvPr/>
        </p:nvSpPr>
        <p:spPr>
          <a:xfrm>
            <a:off x="21418714" y="741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9" name="Circle"/>
          <p:cNvSpPr/>
          <p:nvPr/>
        </p:nvSpPr>
        <p:spPr>
          <a:xfrm>
            <a:off x="3257714" y="1122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0" name="Circle"/>
          <p:cNvSpPr/>
          <p:nvPr/>
        </p:nvSpPr>
        <p:spPr>
          <a:xfrm>
            <a:off x="1178535" y="3912012"/>
            <a:ext cx="1046530" cy="104653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1" name="Circle"/>
          <p:cNvSpPr/>
          <p:nvPr/>
        </p:nvSpPr>
        <p:spPr>
          <a:xfrm>
            <a:off x="7653501" y="-1347822"/>
            <a:ext cx="1812598" cy="1812597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2" name="Circle"/>
          <p:cNvSpPr/>
          <p:nvPr/>
        </p:nvSpPr>
        <p:spPr>
          <a:xfrm>
            <a:off x="16592714" y="120109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3" name="JEOPARDY…"/>
          <p:cNvSpPr txBox="1"/>
          <p:nvPr/>
        </p:nvSpPr>
        <p:spPr>
          <a:xfrm>
            <a:off x="4373205" y="4514440"/>
            <a:ext cx="13127384" cy="1703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zh-CN" altLang="en-US" sz="10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工程制图</a:t>
            </a:r>
            <a:r>
              <a:rPr lang="en-US" altLang="zh-CN" sz="10400" dirty="0"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10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串讲</a:t>
            </a:r>
            <a:endParaRPr sz="10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4" name="Shape"/>
          <p:cNvSpPr/>
          <p:nvPr/>
        </p:nvSpPr>
        <p:spPr>
          <a:xfrm>
            <a:off x="1623485" y="7350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5" name="Shape"/>
          <p:cNvSpPr/>
          <p:nvPr/>
        </p:nvSpPr>
        <p:spPr>
          <a:xfrm>
            <a:off x="18939296" y="90964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6" name="Shape"/>
          <p:cNvSpPr/>
          <p:nvPr/>
        </p:nvSpPr>
        <p:spPr>
          <a:xfrm>
            <a:off x="21530096" y="2166365"/>
            <a:ext cx="4663288" cy="46627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JEOPARDY…">
            <a:extLst>
              <a:ext uri="{FF2B5EF4-FFF2-40B4-BE49-F238E27FC236}">
                <a16:creationId xmlns:a16="http://schemas.microsoft.com/office/drawing/2014/main" id="{CF427F27-6211-2A5D-A2E3-E5070F5C676C}"/>
              </a:ext>
            </a:extLst>
          </p:cNvPr>
          <p:cNvSpPr txBox="1"/>
          <p:nvPr/>
        </p:nvSpPr>
        <p:spPr>
          <a:xfrm>
            <a:off x="4441882" y="7955597"/>
            <a:ext cx="13127384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权熙程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2024.11.10</a:t>
            </a:r>
            <a:endParaRPr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"/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6" name="Shape"/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7" name="Shape"/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8" name="Shape"/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9" name="Shape"/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0" name="Shape"/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1" name="Shape"/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2" name="Shape"/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3" name="Circle"/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4" name="Circle"/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5" name="TOPIC #1 - $100"/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en-US" altLang="zh-CN" dirty="0">
                <a:solidFill>
                  <a:schemeClr val="accent1"/>
                </a:solidFill>
              </a:rPr>
              <a:t>UNIT</a:t>
            </a:r>
            <a:r>
              <a:rPr dirty="0">
                <a:solidFill>
                  <a:schemeClr val="accent1"/>
                </a:solidFill>
              </a:rPr>
              <a:t> #</a:t>
            </a:r>
            <a:r>
              <a:rPr lang="en-US" dirty="0">
                <a:solidFill>
                  <a:schemeClr val="accent1"/>
                </a:solidFill>
              </a:rPr>
              <a:t>2</a:t>
            </a:r>
            <a:r>
              <a:rPr dirty="0"/>
              <a:t> </a:t>
            </a:r>
            <a:r>
              <a:rPr lang="en-US" altLang="zh-CN" dirty="0">
                <a:solidFill>
                  <a:srgbClr val="FFFFFF"/>
                </a:solidFill>
              </a:rPr>
              <a:t>–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正投影基础</a:t>
            </a:r>
            <a:endParaRPr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6" name="Shape"/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7" name="Shape"/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8" name="Rounded Rectangle"/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9" name="Type question here?"/>
          <p:cNvSpPr txBox="1"/>
          <p:nvPr/>
        </p:nvSpPr>
        <p:spPr>
          <a:xfrm>
            <a:off x="6553586" y="4605173"/>
            <a:ext cx="11335485" cy="5765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solidFill>
                  <a:srgbClr val="FE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投影法</a:t>
            </a:r>
            <a:endParaRPr lang="en-US" altLang="zh-CN"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点的投影</a:t>
            </a:r>
            <a:endParaRPr lang="en-US" altLang="zh-CN"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en-US" altLang="zh-CN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直线的投影</a:t>
            </a:r>
            <a:endParaRPr lang="en-US" altLang="zh-CN"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en-US" altLang="zh-CN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平面的投影</a:t>
            </a:r>
            <a:endParaRPr lang="en-US" altLang="zh-CN"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/>
            <a:r>
              <a:rPr 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en-US" altLang="zh-CN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7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直线与平面的相对位置</a:t>
            </a:r>
            <a:endParaRPr sz="7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/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6" name="Shape"/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7" name="Shape"/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8" name="Shape"/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9" name="Shape"/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0" name="Shape"/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1" name="Shape"/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22" name="Shape"/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23" name="Circle"/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4" name="Circle"/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5" name="TOPIC #1 - $100 ANSWER"/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en-US" altLang="zh-CN" dirty="0">
                <a:solidFill>
                  <a:schemeClr val="accent1"/>
                </a:solidFill>
              </a:rPr>
              <a:t>UNIT #2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FFFF"/>
                </a:solidFill>
              </a:rPr>
              <a:t>–</a:t>
            </a:r>
            <a:r>
              <a:rPr lang="zh-CN" altLang="en-US" sz="9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点的投影</a:t>
            </a:r>
            <a:endParaRPr lang="zh-CN" altLang="en-US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6" name="Shape"/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7" name="Shape"/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8" name="Rounded Rectangle"/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2D1A15-7B1E-02DD-DA56-CA8DC327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116" y="2897573"/>
            <a:ext cx="17553910" cy="99867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6C70E-1690-95BA-9762-24435F79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9514A61E-4D51-B96B-C311-0E820F465C53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9AB21A9-7987-279F-5497-94F77CF432B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BD5B529E-9C81-43E6-654C-DDC22D19EE45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7CC768D-1046-362B-DC6D-747B407DC0EB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099C3C5F-48E0-F2C3-90F9-49AD309E0B9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D3F02AC0-2DB7-5E7B-83C8-12EF6C2EC910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898A2E40-1092-43B3-307C-D928A3743084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65E6A9B9-0F95-93F2-FED5-C2329709B2E8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C423B029-5061-206A-3429-7C72F69FD80D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D3818429-C7C5-F565-348A-FACCF0880DAF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B9BC316A-5382-4124-8BAC-898D28DB3488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1B009B3C-7BA7-2C92-6BCE-CA33C28950B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FD01489B-2294-41EE-4D1F-187A951BDCC5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86C8416E-67FF-E582-0D86-55FDF53DBD1D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5ADB5E-6CC3-D950-F6ED-8C9FE87C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71" y="2824149"/>
            <a:ext cx="20555203" cy="101113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6685D7-1EF1-01BC-D4B8-47D18269BA8A}"/>
              </a:ext>
            </a:extLst>
          </p:cNvPr>
          <p:cNvSpPr txBox="1"/>
          <p:nvPr/>
        </p:nvSpPr>
        <p:spPr>
          <a:xfrm>
            <a:off x="8400849" y="5573064"/>
            <a:ext cx="164147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条件更强</a:t>
            </a:r>
          </a:p>
        </p:txBody>
      </p:sp>
    </p:spTree>
    <p:extLst>
      <p:ext uri="{BB962C8B-B14F-4D97-AF65-F5344CB8AC3E}">
        <p14:creationId xmlns:p14="http://schemas.microsoft.com/office/powerpoint/2010/main" val="16735176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B75B5-2B11-8A79-13C0-2F3A3D70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0789616A-AB72-311E-40CD-04FC4CB15727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CCC325E-A60D-37AA-4E0C-F1D8E33EF97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436D0245-C422-E4AF-5A66-85EB8DFB807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C3A2B45-FBE6-766D-FF16-D7557A4244AD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5E3920D3-CF2B-6FD0-285B-95FC8AE8828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97F7A1BC-8460-6DED-185E-A820C2807AA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CECA6BB0-2EA9-868D-D693-AF1C1293FD31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9D7C897-095B-7591-B7F2-1BE928C3E1AA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385B04B9-5764-6BBE-A5BC-93A9B0958EFE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0F82D280-A970-CE9A-47DA-20E76517F852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1761FE4B-E7DC-BA5F-6F02-A496B826D79A}"/>
              </a:ext>
            </a:extLst>
          </p:cNvPr>
          <p:cNvSpPr txBox="1"/>
          <p:nvPr/>
        </p:nvSpPr>
        <p:spPr>
          <a:xfrm>
            <a:off x="1255297" y="48318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3A69FAB9-91BE-4865-04A1-DC4EC5868B27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F9DA25C4-6BF6-4355-11CD-522545356213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5A63375A-8B6C-DE9C-BFE6-08ED0A12A34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533DF5A-FE1F-A7A4-D90A-2437FBEF94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19189" y="2342784"/>
            <a:ext cx="16896372" cy="1081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6714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CCBCF-9FC3-43A0-3299-D41E1EF8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6AAFB9EA-E4E6-C21B-A138-D0E3180293D6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C81CFB81-5610-22B7-C89D-24306EFCCCB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641298C1-E787-F53D-9C09-A4EA01EDFEDE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F4B5841B-8F4E-363D-F8B5-6AE8572A35EF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4C024EC-DCEC-6F5B-51C5-697DEA418FA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E696CEA5-9548-C5AF-25FD-8586BBE38EE1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02210B0C-83D8-0DE9-3147-7EA35083466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9BFF31E3-F528-F098-745A-54E99F69578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F2E2A886-008D-CCDF-2563-36910DEE0EBC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43AF484D-638A-C1B8-9C01-493AF6D11FF3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1E15D7E4-687C-82F7-B8D1-D72083C10417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B705597D-BC9F-7389-9F61-397A412E79EA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189E241C-33FC-6CDA-A346-3DAE42EB0B9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EE6FE023-7045-4C8B-F8FC-ABF63B18807E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4AFD51-4935-A904-247F-BA80854F7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40" y="2620192"/>
            <a:ext cx="18188325" cy="107324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029034B-C091-0237-5298-5F059B7604C2}"/>
              </a:ext>
            </a:extLst>
          </p:cNvPr>
          <p:cNvSpPr txBox="1"/>
          <p:nvPr/>
        </p:nvSpPr>
        <p:spPr>
          <a:xfrm>
            <a:off x="3362794" y="11504650"/>
            <a:ext cx="2591064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简单比</a:t>
            </a:r>
          </a:p>
        </p:txBody>
      </p:sp>
    </p:spTree>
    <p:extLst>
      <p:ext uri="{BB962C8B-B14F-4D97-AF65-F5344CB8AC3E}">
        <p14:creationId xmlns:p14="http://schemas.microsoft.com/office/powerpoint/2010/main" val="34991896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DE3BC6-128D-204C-43C8-4071F743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C6CD0C54-4B03-986C-A090-0A2A7E6B597E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10D216F7-E05F-7D8B-FC11-2D7AB53FC9D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7CF38419-63BC-8B62-D267-C41B4EE77A0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C98EA425-07D9-5435-04BC-FEF2CDC8687B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08DE639-0CAC-2031-8535-4C2034EBD971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DCA1E68-2ABB-3702-CAC5-7D27692B9808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5B13BF97-F45C-7380-DDBC-C7305F96BC1B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0399652-3CA1-CD61-05F4-81F7EFE13A9A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6A445444-BABE-F9A9-6887-E71BC6914A69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0A39720A-0060-C2E4-821E-4A0B63523905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BC103E9-E3D0-B1D0-55B3-2E2C40168CD0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548E22CE-0256-52F1-844E-B9D6C84A7A90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9C6749B-E7F4-B6E6-15F2-C2EA223E5F9E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8A2382B5-9556-E1E1-3A49-0156932FCC90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F18B91-4D0F-1D04-2375-3FD68B508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28" y="2722522"/>
            <a:ext cx="18067596" cy="106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582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E5A77-3061-2823-23DD-2CFE1702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27BB8FDB-0F5A-EF87-B81C-CC1B4D7D1383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34AE4FB-B7D2-A603-2EE0-533B5896D90E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680A88A3-064E-2499-0930-A59AD6DACAF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07ECBE2B-E452-3A37-DA9F-EB3C53E024B6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C4A9D6D-02E6-34B2-034D-5F0132B46A04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C004E333-6164-58EF-EC2D-9723C436F847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C0D0C67B-C697-C0B3-F552-C6C6E9403690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9AC8F4BD-C494-E10F-82C9-0E0CAE7E9CD8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A41A48D4-4C8A-54A3-3369-111745183C48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BE3FA3C6-D180-AB8A-53FF-652654EAA406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0D95A0C2-B9BA-709D-84FC-278453B401B1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D547CE8-D802-1817-EB32-04AB2C56498A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BF9F7248-F6C7-A741-27CB-86AA368326AF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BE77EC2B-3C01-AF30-828F-03A162CF99ED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19B597-9E73-8C6C-3D62-4BE6CD01E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920" y="3493911"/>
            <a:ext cx="17637227" cy="86342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E6B8EB9-705E-8FDA-2E15-CCEE071D6A3B}"/>
              </a:ext>
            </a:extLst>
          </p:cNvPr>
          <p:cNvSpPr txBox="1"/>
          <p:nvPr/>
        </p:nvSpPr>
        <p:spPr>
          <a:xfrm>
            <a:off x="3862476" y="11077983"/>
            <a:ext cx="696985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如果仅有</a:t>
            </a:r>
            <a:r>
              <a:rPr kumimoji="0" lang="en-US" altLang="zh-CN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、</a:t>
            </a:r>
            <a:r>
              <a:rPr kumimoji="0" lang="en-US" altLang="zh-CN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面投影怎么办？</a:t>
            </a:r>
          </a:p>
        </p:txBody>
      </p:sp>
    </p:spTree>
    <p:extLst>
      <p:ext uri="{BB962C8B-B14F-4D97-AF65-F5344CB8AC3E}">
        <p14:creationId xmlns:p14="http://schemas.microsoft.com/office/powerpoint/2010/main" val="408673733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14AA5-5141-1B46-A75C-B05C65C2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8F60FCBB-5A08-6783-FCC8-3BC2BCB7F4CD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AC76908B-9319-A912-1C46-681D36A2D645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9FF82CA6-DD12-3907-20D3-9B4E35AEDC5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7CA45FA-23A8-4AD4-B456-DEF533B93FD8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5066255B-F5C9-49B3-429C-2476AF74E5AB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DE027B1-EF6A-6E9E-D475-31FEF48EA4CC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A3D15B31-B732-9DF3-79C9-A48CFC4C4B35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1969C5AA-06CE-1B83-17C9-F48C12E953DF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812AAB61-E64C-F3A9-7CB5-2C5D9175943F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CD809AD6-7B6E-8E4D-5D32-FBEC07FF2CFE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CC9235C3-6921-7875-2860-C32702CF670F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lang="zh-CN" altLang="en-US" sz="9600" b="0" dirty="0">
                <a:solidFill>
                  <a:srgbClr val="F6C543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089015D1-658F-916B-3A47-646BBF72E7A8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F512888B-C57F-77F7-47F1-CA595B4DEF41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FC63D5C5-0458-0801-FFDD-E8E840DAC642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CB59AE-D905-D53A-3D8B-67A4E995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668" y="3420776"/>
            <a:ext cx="19421415" cy="86267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C61D321-9052-C823-1B25-C54559013B96}"/>
              </a:ext>
            </a:extLst>
          </p:cNvPr>
          <p:cNvSpPr txBox="1"/>
          <p:nvPr/>
        </p:nvSpPr>
        <p:spPr>
          <a:xfrm>
            <a:off x="8688038" y="7578872"/>
            <a:ext cx="1641476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条件更强</a:t>
            </a:r>
          </a:p>
        </p:txBody>
      </p:sp>
    </p:spTree>
    <p:extLst>
      <p:ext uri="{BB962C8B-B14F-4D97-AF65-F5344CB8AC3E}">
        <p14:creationId xmlns:p14="http://schemas.microsoft.com/office/powerpoint/2010/main" val="15538431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2E2F6-597E-40AE-F919-81AEF90E1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D52C0C7F-D7D8-D274-7000-F2EFE867B0C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56288477-4727-747E-F111-355F47B6B98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99A621CC-FFAA-E5B8-C86A-1D960D2B3D75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C5357642-63FB-41C4-2FA2-999A069CB058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1CABC353-6C50-6C09-2843-7257EC56480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1D6B8957-5488-D8BF-3B7B-C8A1B4407C30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22EA7FA7-4879-4047-ED8A-54FF8E44B8A3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AC85098-FB07-2484-3560-4B1B05B9C35C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BB6F70E9-4593-7153-E9E6-C5AB0D4B222C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DF740152-7424-AD60-42A0-4F48D65E3671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775E91D3-7B3D-56AA-F96B-32158E5EAB87}"/>
              </a:ext>
            </a:extLst>
          </p:cNvPr>
          <p:cNvSpPr txBox="1"/>
          <p:nvPr/>
        </p:nvSpPr>
        <p:spPr>
          <a:xfrm>
            <a:off x="1318646" y="1071521"/>
            <a:ext cx="1460891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36927DC-9E94-B844-CA7E-F2EFCA30187E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96D98F3C-6E15-E3F0-ADF0-0A1BB188DBEC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F5F189A9-FEC0-3A03-C030-76A79E7F2CAA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971A17-B0D9-6C1F-8F88-A7462DCB4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059" y="2934405"/>
            <a:ext cx="17079949" cy="1029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9459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5CFF1-10A5-62FE-16C3-FEA41D623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B8184996-C96A-110F-4D89-BF274CBE46A7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52BF466D-0517-897A-5872-EC6C4F4DE2D8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07216766-5559-4062-ADA0-62033E7AC13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5B316BA4-E817-2C19-0A49-6BB86D6F94B0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962F99D4-41C1-4DD1-5174-F8018316CEAA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4F7EC8BD-1080-A3C5-DB6A-AAA7E1F5F2D9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4DC3884D-90CC-0B8F-54BB-0676461B0716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BEE4A967-96D6-1BFC-A4D4-83558AF78173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1BAAB3DF-8E29-BAA8-67F7-C6E759CE7B8B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C3CA0F58-EF2F-E494-5D30-1717E0062836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CD171CE8-B4F3-F2B1-AC98-C20E70E677CD}"/>
              </a:ext>
            </a:extLst>
          </p:cNvPr>
          <p:cNvSpPr txBox="1"/>
          <p:nvPr/>
        </p:nvSpPr>
        <p:spPr>
          <a:xfrm>
            <a:off x="1318646" y="1076284"/>
            <a:ext cx="18658285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直线与平面的相对位置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50943AA-D2EE-A70F-7008-3C4A0706CDFB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B20C69F-C860-4357-C52A-9EB776B794EC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017734F4-CCFD-2A01-0963-B0157FD23EB0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93FFC1-EC55-C49F-5FCA-FC3636B490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75518" y="2634688"/>
            <a:ext cx="16801413" cy="1052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1765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095AF-25AE-8D80-94D2-EA28930FC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7412053C-D704-0362-FDDE-8C48AFDF6FB9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2B561B2D-CD0B-BC1B-BB37-1B116C02101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6975175D-A1B0-6E0B-7E6E-3086D34F37F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9D9C85B4-4DC7-8D6E-F9A8-A44F5CCF3AAC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90E024BA-A6E5-985B-E974-149D72DDAEB6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76B5B25-FCEC-3C30-BFD8-9B300F15F9D9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3B314EA8-E20F-0FB0-51C4-C601A18E2D05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C08D3AB-1D27-EC79-6244-74C304CE431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B954073-54A1-79F0-5ED1-3D58F1E9B1D4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6BC4159C-26D7-1653-18D1-AC884DB61F9E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F6D30B6-B79C-00B4-CD4E-6B7B0A2236BC}"/>
              </a:ext>
            </a:extLst>
          </p:cNvPr>
          <p:cNvSpPr txBox="1"/>
          <p:nvPr/>
        </p:nvSpPr>
        <p:spPr>
          <a:xfrm>
            <a:off x="1318646" y="1076284"/>
            <a:ext cx="223287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0"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#2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lang="zh-CN" altLang="en-US" sz="9600" b="0" dirty="0">
                <a:solidFill>
                  <a:srgbClr val="F6C543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直线与平面的相对位置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0FA0813-06DD-54BB-AFE3-565619B6FA65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920F1303-543B-ABD4-E261-F350243C8D7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A3571E7E-05C5-94BE-4A75-9FBB5C3747F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A1C1E679-AD32-1753-77D3-F12212B18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129" y="4634473"/>
            <a:ext cx="6711418" cy="6509271"/>
          </a:xfrm>
          <a:prstGeom prst="rect">
            <a:avLst/>
          </a:prstGeom>
        </p:spPr>
      </p:pic>
      <p:sp>
        <p:nvSpPr>
          <p:cNvPr id="195" name="Line 3">
            <a:extLst>
              <a:ext uri="{FF2B5EF4-FFF2-40B4-BE49-F238E27FC236}">
                <a16:creationId xmlns:a16="http://schemas.microsoft.com/office/drawing/2014/main" id="{1A33EF13-395F-8E5B-5A14-A69AE3C257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997" y="8115253"/>
            <a:ext cx="2590800" cy="1143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6" name="Line 4">
            <a:extLst>
              <a:ext uri="{FF2B5EF4-FFF2-40B4-BE49-F238E27FC236}">
                <a16:creationId xmlns:a16="http://schemas.microsoft.com/office/drawing/2014/main" id="{9FB21A0C-541A-DCE8-49A8-8FF8D0E56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97" y="8115253"/>
            <a:ext cx="1066800" cy="1981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7" name="Line 5">
            <a:extLst>
              <a:ext uri="{FF2B5EF4-FFF2-40B4-BE49-F238E27FC236}">
                <a16:creationId xmlns:a16="http://schemas.microsoft.com/office/drawing/2014/main" id="{204E0B3E-5467-3685-6C34-30A4B6D17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97" y="5905453"/>
            <a:ext cx="1066800" cy="1752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8" name="Line 6">
            <a:extLst>
              <a:ext uri="{FF2B5EF4-FFF2-40B4-BE49-F238E27FC236}">
                <a16:creationId xmlns:a16="http://schemas.microsoft.com/office/drawing/2014/main" id="{FC5CFABF-A3F6-98CD-76DD-00863BE49E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1272" y="6453140"/>
            <a:ext cx="0" cy="22256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9" name="Line 7">
            <a:extLst>
              <a:ext uri="{FF2B5EF4-FFF2-40B4-BE49-F238E27FC236}">
                <a16:creationId xmlns:a16="http://schemas.microsoft.com/office/drawing/2014/main" id="{A465343B-28C7-261C-B392-DF886F7ADB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997" y="5829253"/>
            <a:ext cx="2590800" cy="1219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00" name="Line 8">
            <a:extLst>
              <a:ext uri="{FF2B5EF4-FFF2-40B4-BE49-F238E27FC236}">
                <a16:creationId xmlns:a16="http://schemas.microsoft.com/office/drawing/2014/main" id="{E336BFC5-A446-6EC2-05A6-2960DB0FB5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0797" y="5799090"/>
            <a:ext cx="0" cy="23050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1" name="Line 9">
            <a:extLst>
              <a:ext uri="{FF2B5EF4-FFF2-40B4-BE49-F238E27FC236}">
                <a16:creationId xmlns:a16="http://schemas.microsoft.com/office/drawing/2014/main" id="{D8D0A62C-C662-EF1C-24F5-F0D98476A7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3683" y="5818140"/>
            <a:ext cx="533400" cy="1828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2" name="Line 10">
            <a:extLst>
              <a:ext uri="{FF2B5EF4-FFF2-40B4-BE49-F238E27FC236}">
                <a16:creationId xmlns:a16="http://schemas.microsoft.com/office/drawing/2014/main" id="{AFC9E3D7-73C2-1FF8-02EF-7E50A57860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0597" y="5829253"/>
            <a:ext cx="1600200" cy="762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3" name="Rectangle 11">
            <a:extLst>
              <a:ext uri="{FF2B5EF4-FFF2-40B4-BE49-F238E27FC236}">
                <a16:creationId xmlns:a16="http://schemas.microsoft.com/office/drawing/2014/main" id="{83495209-7155-E86A-3304-AE3FA31F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597" y="5524453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solidFill>
                  <a:srgbClr val="CC0000"/>
                </a:solidFill>
                <a:latin typeface="Times New Roman" panose="02020603050405020304" pitchFamily="18" charset="0"/>
              </a:rPr>
              <a:t>d'                               </a:t>
            </a:r>
          </a:p>
        </p:txBody>
      </p:sp>
      <p:sp>
        <p:nvSpPr>
          <p:cNvPr id="204" name="Line 12">
            <a:extLst>
              <a:ext uri="{FF2B5EF4-FFF2-40B4-BE49-F238E27FC236}">
                <a16:creationId xmlns:a16="http://schemas.microsoft.com/office/drawing/2014/main" id="{320AD2BB-06FF-EEC2-6B00-7B7FB9A15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997" y="9258253"/>
            <a:ext cx="2057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5" name="Line 13">
            <a:extLst>
              <a:ext uri="{FF2B5EF4-FFF2-40B4-BE49-F238E27FC236}">
                <a16:creationId xmlns:a16="http://schemas.microsoft.com/office/drawing/2014/main" id="{80864885-03AD-8BF1-F7CC-EBF4CCEC74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9997" y="8115253"/>
            <a:ext cx="9906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6" name="Line 14">
            <a:extLst>
              <a:ext uri="{FF2B5EF4-FFF2-40B4-BE49-F238E27FC236}">
                <a16:creationId xmlns:a16="http://schemas.microsoft.com/office/drawing/2014/main" id="{0A616B29-A029-F44B-1A16-C263E2427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97" y="8115253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7" name="Line 15">
            <a:extLst>
              <a:ext uri="{FF2B5EF4-FFF2-40B4-BE49-F238E27FC236}">
                <a16:creationId xmlns:a16="http://schemas.microsoft.com/office/drawing/2014/main" id="{10FEBB9C-9761-7994-0910-B1E9BA8330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7397" y="8115253"/>
            <a:ext cx="53340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8" name="Line 17">
            <a:extLst>
              <a:ext uri="{FF2B5EF4-FFF2-40B4-BE49-F238E27FC236}">
                <a16:creationId xmlns:a16="http://schemas.microsoft.com/office/drawing/2014/main" id="{B8C58201-4352-D4C5-A0CE-F1B2FDE5F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997" y="7048453"/>
            <a:ext cx="2057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" name="Line 18">
            <a:extLst>
              <a:ext uri="{FF2B5EF4-FFF2-40B4-BE49-F238E27FC236}">
                <a16:creationId xmlns:a16="http://schemas.microsoft.com/office/drawing/2014/main" id="{AE7E3FB0-94C5-4CD6-7A2A-DFF4C76782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9997" y="5905453"/>
            <a:ext cx="9906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0" name="Line 19">
            <a:extLst>
              <a:ext uri="{FF2B5EF4-FFF2-40B4-BE49-F238E27FC236}">
                <a16:creationId xmlns:a16="http://schemas.microsoft.com/office/drawing/2014/main" id="{E9F08336-B3BF-24F1-D129-E0F40C977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997" y="7029403"/>
            <a:ext cx="0" cy="222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1" name="Line 20">
            <a:extLst>
              <a:ext uri="{FF2B5EF4-FFF2-40B4-BE49-F238E27FC236}">
                <a16:creationId xmlns:a16="http://schemas.microsoft.com/office/drawing/2014/main" id="{7C999A68-720B-F0E9-EF95-A49C655D5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97" y="5948315"/>
            <a:ext cx="0" cy="215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2" name="Line 21">
            <a:extLst>
              <a:ext uri="{FF2B5EF4-FFF2-40B4-BE49-F238E27FC236}">
                <a16:creationId xmlns:a16="http://schemas.microsoft.com/office/drawing/2014/main" id="{9B4135E2-B77B-C405-11F0-737EE820B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7397" y="7664403"/>
            <a:ext cx="0" cy="2455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3" name="Rectangle 22">
            <a:extLst>
              <a:ext uri="{FF2B5EF4-FFF2-40B4-BE49-F238E27FC236}">
                <a16:creationId xmlns:a16="http://schemas.microsoft.com/office/drawing/2014/main" id="{7184F0C1-68FA-9BB6-1B1E-62B5F95B8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547" y="5573665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a'</a:t>
            </a:r>
          </a:p>
        </p:txBody>
      </p:sp>
      <p:sp>
        <p:nvSpPr>
          <p:cNvPr id="214" name="Rectangle 23">
            <a:extLst>
              <a:ext uri="{FF2B5EF4-FFF2-40B4-BE49-F238E27FC236}">
                <a16:creationId xmlns:a16="http://schemas.microsoft.com/office/drawing/2014/main" id="{7419A9CB-71B2-54F2-59DB-32B5A01BB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197" y="7429453"/>
            <a:ext cx="64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c'</a:t>
            </a:r>
          </a:p>
        </p:txBody>
      </p:sp>
      <p:sp>
        <p:nvSpPr>
          <p:cNvPr id="229" name="Rectangle 24">
            <a:extLst>
              <a:ext uri="{FF2B5EF4-FFF2-40B4-BE49-F238E27FC236}">
                <a16:creationId xmlns:a16="http://schemas.microsoft.com/office/drawing/2014/main" id="{DD7D62D0-55EC-2B73-EB46-2924F67DF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759" y="912649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30" name="Rectangle 25">
            <a:extLst>
              <a:ext uri="{FF2B5EF4-FFF2-40B4-BE49-F238E27FC236}">
                <a16:creationId xmlns:a16="http://schemas.microsoft.com/office/drawing/2014/main" id="{55F401DD-7887-B76F-43EA-9FBB342BD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234" y="788665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31" name="Rectangle 26">
            <a:extLst>
              <a:ext uri="{FF2B5EF4-FFF2-40B4-BE49-F238E27FC236}">
                <a16:creationId xmlns:a16="http://schemas.microsoft.com/office/drawing/2014/main" id="{D41E96C5-2AC3-DAF2-959D-4F2BFB0AE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997" y="6688090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b'</a:t>
            </a:r>
          </a:p>
        </p:txBody>
      </p:sp>
      <p:sp>
        <p:nvSpPr>
          <p:cNvPr id="232" name="Rectangle 27">
            <a:extLst>
              <a:ext uri="{FF2B5EF4-FFF2-40B4-BE49-F238E27FC236}">
                <a16:creationId xmlns:a16="http://schemas.microsoft.com/office/drawing/2014/main" id="{20424DDB-3A5A-AAEE-DA2E-3D5A1EA1C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797" y="780251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33" name="Rectangle 28">
            <a:extLst>
              <a:ext uri="{FF2B5EF4-FFF2-40B4-BE49-F238E27FC236}">
                <a16:creationId xmlns:a16="http://schemas.microsoft.com/office/drawing/2014/main" id="{7C627D17-CE6A-B0B9-4E2B-08D6EB490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409" y="9759903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34" name="Line 29">
            <a:extLst>
              <a:ext uri="{FF2B5EF4-FFF2-40B4-BE49-F238E27FC236}">
                <a16:creationId xmlns:a16="http://schemas.microsoft.com/office/drawing/2014/main" id="{9B473D6E-BEF5-F435-861F-6A7BD7FFC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4397" y="7886653"/>
            <a:ext cx="3322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5" name="Rectangle 30">
            <a:extLst>
              <a:ext uri="{FF2B5EF4-FFF2-40B4-BE49-F238E27FC236}">
                <a16:creationId xmlns:a16="http://schemas.microsoft.com/office/drawing/2014/main" id="{ACE92C12-73E2-F8CA-D7F1-6B16F9843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159" y="764694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2729D306-237D-0782-BFC8-D30680889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6797" y="8607378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C7F4C1F4-BD7A-650F-EE51-4FB5BDC3F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272" y="6230890"/>
            <a:ext cx="40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e'</a:t>
            </a:r>
          </a:p>
        </p:txBody>
      </p:sp>
      <p:sp>
        <p:nvSpPr>
          <p:cNvPr id="238" name="Rectangle 38">
            <a:extLst>
              <a:ext uri="{FF2B5EF4-FFF2-40B4-BE49-F238E27FC236}">
                <a16:creationId xmlns:a16="http://schemas.microsoft.com/office/drawing/2014/main" id="{5C7D9A89-8C49-C043-8B14-0E6450DD6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2584" y="759931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O</a:t>
            </a:r>
          </a:p>
        </p:txBody>
      </p:sp>
      <p:pic>
        <p:nvPicPr>
          <p:cNvPr id="240" name="图片 239">
            <a:extLst>
              <a:ext uri="{FF2B5EF4-FFF2-40B4-BE49-F238E27FC236}">
                <a16:creationId xmlns:a16="http://schemas.microsoft.com/office/drawing/2014/main" id="{1BF72B6B-7243-D437-6D52-513509CF2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4558" y="3557455"/>
            <a:ext cx="6508909" cy="8386477"/>
          </a:xfrm>
          <a:prstGeom prst="rect">
            <a:avLst/>
          </a:prstGeom>
        </p:spPr>
      </p:pic>
      <p:pic>
        <p:nvPicPr>
          <p:cNvPr id="242" name="图片 241">
            <a:extLst>
              <a:ext uri="{FF2B5EF4-FFF2-40B4-BE49-F238E27FC236}">
                <a16:creationId xmlns:a16="http://schemas.microsoft.com/office/drawing/2014/main" id="{FF260A44-13A4-93E0-9AA7-BFE009B91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830" y="4047848"/>
            <a:ext cx="6620333" cy="767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467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/>
      <p:bldP spid="236" grpId="0" build="p" autoUpdateAnimBg="0"/>
      <p:bldP spid="23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77889-B821-FD7E-05C9-9E20F2809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">
            <a:extLst>
              <a:ext uri="{FF2B5EF4-FFF2-40B4-BE49-F238E27FC236}">
                <a16:creationId xmlns:a16="http://schemas.microsoft.com/office/drawing/2014/main" id="{BA716636-B0F8-8FD7-6F1B-578FF6E13A9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66755FEA-67BA-9694-0371-483829E1E228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FF928751-6A44-2CDE-C425-3B49383FE15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5D14F0DF-F598-0BFC-3B80-88136A92B36A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00AB6DC8-EF6E-1E01-54FA-4EB6ED99CD8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0" name="Shape">
            <a:extLst>
              <a:ext uri="{FF2B5EF4-FFF2-40B4-BE49-F238E27FC236}">
                <a16:creationId xmlns:a16="http://schemas.microsoft.com/office/drawing/2014/main" id="{32D41D8F-D668-7B43-F47D-7C2AAD03F4E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500B3322-631E-95B1-82E7-761322D8A64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C5D2FBF9-CA8F-AAFF-F575-517C0DF6C79F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CFB50990-76EF-DC29-1B46-9DC9501E21FF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79D39FA1-C783-3607-168D-70030DE9E2F5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5" name="TOPIC #1 - $100">
            <a:extLst>
              <a:ext uri="{FF2B5EF4-FFF2-40B4-BE49-F238E27FC236}">
                <a16:creationId xmlns:a16="http://schemas.microsoft.com/office/drawing/2014/main" id="{55F457F4-D269-1C76-8500-1627A8C33558}"/>
              </a:ext>
            </a:extLst>
          </p:cNvPr>
          <p:cNvSpPr txBox="1"/>
          <p:nvPr/>
        </p:nvSpPr>
        <p:spPr>
          <a:xfrm>
            <a:off x="1318646" y="1076284"/>
            <a:ext cx="190140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#</a:t>
            </a:r>
            <a:r>
              <a:rPr lang="en-US" sz="10000" b="0" dirty="0">
                <a:solidFill>
                  <a:srgbClr val="F6C542"/>
                </a:solidFill>
                <a:latin typeface="Impact"/>
                <a:sym typeface="Impact"/>
              </a:rPr>
              <a:t>3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基本立体与表面交线</a:t>
            </a:r>
            <a:endParaRPr kumimoji="0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74931BE1-9B6E-E21B-E694-A24FECCF1C67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2A269BBE-7D35-FB64-8E1C-7E9D1AD2C169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8" name="Rounded Rectangle">
            <a:extLst>
              <a:ext uri="{FF2B5EF4-FFF2-40B4-BE49-F238E27FC236}">
                <a16:creationId xmlns:a16="http://schemas.microsoft.com/office/drawing/2014/main" id="{2A343D34-142B-A52E-0C3E-74025B801B99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9" name="Type question here?">
            <a:extLst>
              <a:ext uri="{FF2B5EF4-FFF2-40B4-BE49-F238E27FC236}">
                <a16:creationId xmlns:a16="http://schemas.microsoft.com/office/drawing/2014/main" id="{A25ECA81-A45B-9CE3-9AEA-ACE7B2233E58}"/>
              </a:ext>
            </a:extLst>
          </p:cNvPr>
          <p:cNvSpPr txBox="1"/>
          <p:nvPr/>
        </p:nvSpPr>
        <p:spPr>
          <a:xfrm>
            <a:off x="6553586" y="4666729"/>
            <a:ext cx="11335485" cy="564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solidFill>
                  <a:srgbClr val="FE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1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平面立体的投影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2.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回转曲面立体的投影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3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平面立体的截交线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4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回转体的截交线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5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回转体的相贯线</a:t>
            </a:r>
            <a:endParaRPr kumimoji="0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11538891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38BAC-3FD7-F8A1-9873-0218CD2B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90EF9625-E16E-B1B7-9B19-E4CF4E82F1E3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12C30449-9554-CA78-E077-19FD3F5A05B8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191E23E9-3E71-F5D9-B7BE-315A12A2168F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C89DC118-1E86-E87E-496C-96258BC91903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9A2299B-3E2A-AD06-DB78-92EA0E482AA1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A4EAAB3C-9B6E-971A-8F78-937981CFD0D7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24FDEACA-5C77-A87C-3137-D4477A0853A2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23A0DD1-C3D9-0374-6301-A41A47B2F53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84C046A5-CEE8-1A93-5D39-FB444B3FEF94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341F7031-C8A7-7305-4C9F-FB71A6C0BDC4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A7D3B19F-7C00-C79B-39F2-A518779D8CBC}"/>
              </a:ext>
            </a:extLst>
          </p:cNvPr>
          <p:cNvSpPr txBox="1"/>
          <p:nvPr/>
        </p:nvSpPr>
        <p:spPr>
          <a:xfrm>
            <a:off x="1318646" y="1076284"/>
            <a:ext cx="223287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回转曲面立体的投影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F125E58B-9FC2-1C8F-E14E-B57A713A3965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D2F1929F-D2DC-6959-A11B-509969C055BD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DFE76296-7C3C-929D-74D7-711748A06B2A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3392DB-20D0-1025-C095-ED07032E6917}"/>
              </a:ext>
            </a:extLst>
          </p:cNvPr>
          <p:cNvSpPr txBox="1"/>
          <p:nvPr/>
        </p:nvSpPr>
        <p:spPr>
          <a:xfrm>
            <a:off x="19809589" y="4433285"/>
            <a:ext cx="45719" cy="6565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注意判断可见性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0C751D-4E00-FF42-F5D6-D6D6679C4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888" y="3066654"/>
            <a:ext cx="14795894" cy="977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166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18611-437B-7796-C914-0DB6134F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07DA729A-4E0F-83D8-C1A3-044232A4D741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71EC47FF-9457-2EAF-49CD-48FC7EC3CB19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720589BC-A6C1-7CC2-7EC4-9C9CDBE52D14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0AF6B975-5DB0-FAD8-B1BA-D08679BE66E9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4EC813D6-7C74-A83F-400F-ED9ECE85BD6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4F3587A7-FAEA-DDC3-40DF-91E0E90A6A6E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9F440183-E684-A70D-7939-64C8BD6F643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5F1D92DE-5577-07E0-919E-88DF9595FF5C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4226E1DA-9BDF-29C4-CAB0-C243D92F4560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B7309EA6-8891-0D81-8926-C507BA2E6C3B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687048FF-E7FC-91E3-F51D-DFAD3CDAC1DF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平面立体的截交线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2F127F9E-D791-58D3-193D-804A285AAD7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2632EE49-123E-B710-8BA3-DF8CCBB1FC2A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12DE80C6-E9D0-ECA6-794F-9BE9B95E440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98B03D-F35A-D221-4740-F4593F0B2F8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40036" y="2953749"/>
            <a:ext cx="12344710" cy="1003315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6D902E9-5C5E-5BF3-22AD-EF9D811C732F}"/>
              </a:ext>
            </a:extLst>
          </p:cNvPr>
          <p:cNvSpPr txBox="1"/>
          <p:nvPr/>
        </p:nvSpPr>
        <p:spPr>
          <a:xfrm>
            <a:off x="18202091" y="6410272"/>
            <a:ext cx="1336647" cy="34265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72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相</a:t>
            </a:r>
            <a:endParaRPr kumimoji="0" lang="en-US" altLang="zh-CN" sz="7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72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仿</a:t>
            </a:r>
            <a:endParaRPr kumimoji="0" lang="en-US" altLang="zh-CN" sz="7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72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性</a:t>
            </a:r>
          </a:p>
        </p:txBody>
      </p:sp>
    </p:spTree>
    <p:extLst>
      <p:ext uri="{BB962C8B-B14F-4D97-AF65-F5344CB8AC3E}">
        <p14:creationId xmlns:p14="http://schemas.microsoft.com/office/powerpoint/2010/main" val="29454993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997AF-E116-A35A-058C-1477F60E9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0319BFE2-AB41-816D-0FEF-23B997161C36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3EE2D27E-F487-E573-FEF1-7F8D886608AD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A480EC7D-B396-61B3-D05E-6CFFBB3DF6D7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D14B829B-A769-5156-E3C8-C2A4F44882B7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99360283-44E4-B97C-8F43-61AA9E354399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A51D9932-B1B7-E311-735A-281670696C03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DF02CAD2-4252-0E2F-4873-7F21CD19EA1A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4FBD5917-AD1E-5CD8-1362-A458EAF4BCF6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DA622FBF-E07D-C8DF-E8F2-91A402FA39FF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4542F05C-2B75-4BA6-3DB3-606D3EEAC990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F16DA1FD-3489-78C8-2EE1-0480B4308136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回转体的截交线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C4D7CCF7-11DB-2BB2-0A10-1042645D76D2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15D174CC-F00A-0D5B-A533-E305118BDFB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320C784B-E164-E081-7424-9EE49EDE7D26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31274C-FB7D-BE59-E75E-C3BBB0470B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23410" y="4609278"/>
            <a:ext cx="9141814" cy="60600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01AD39-54E3-FD9D-179C-DFBB1EE62E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314873" y="4021057"/>
            <a:ext cx="8573068" cy="721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187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9215B-230F-9477-9805-5CE0CEB7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00667797-CF6E-69BE-1E69-9CA90DB237D1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F03F13E0-B423-B5A3-1F95-0D1B15BA29F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7E02A45A-A23B-B250-6525-442F8F8DFA39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7A685627-D95E-38FA-4F26-D771D88C10E7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DFE5D88-D476-2F92-A946-5304994B5F7D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F6AAE0B-91D7-1151-8E9C-B26416B7CC07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26D9676E-B078-81EF-1FBE-E4C9511C17E2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168AABFE-4DFD-FF21-0535-9FDD8415AB4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33402A3B-6622-0258-6BC8-555DDAA662DC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A904F205-7CCC-7AE0-5D40-574FD99EBCD6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B8ED86D-1E9A-C96C-7BDB-F20E28EC8A69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回转体的相贯线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5D85EA9F-A98A-A039-9F27-90FF2A762F92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895BD2BE-A2B2-09F2-3D34-E9339309A03E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1BC6B882-1FF0-1A5A-B8AC-F3362ADD3329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354A07-7569-D9D3-9269-C7B6A5B3DBE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86120" y="3126077"/>
            <a:ext cx="19105480" cy="985128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AE7945D-73CD-ED2F-60F1-F47C205160F8}"/>
              </a:ext>
            </a:extLst>
          </p:cNvPr>
          <p:cNvSpPr txBox="1"/>
          <p:nvPr/>
        </p:nvSpPr>
        <p:spPr>
          <a:xfrm>
            <a:off x="17253750" y="759278"/>
            <a:ext cx="5642571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向直径大的方向凸</a:t>
            </a:r>
          </a:p>
        </p:txBody>
      </p:sp>
    </p:spTree>
    <p:extLst>
      <p:ext uri="{BB962C8B-B14F-4D97-AF65-F5344CB8AC3E}">
        <p14:creationId xmlns:p14="http://schemas.microsoft.com/office/powerpoint/2010/main" val="19809633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2FB61-3C4C-7850-A031-0883B5A8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297A2B99-C775-EE14-BAC3-B9577ECA0825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243313D4-5A94-D06A-F199-701E714DC909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3354584F-5392-EB5F-D8B0-ED12A6C8EE40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904C56D7-2255-4EC1-3B8E-D13B99F2AA49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58F9765-4189-CB74-D3F5-F151D4B24A4F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883B1153-B00F-EA89-F4AC-02B7A682110D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6586317F-D1AE-754C-4153-DEB400870C62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3B29091-559F-9E9E-B98A-95214E15B045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1AE9282E-252F-4B8F-A76F-88B547BC77B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C2954C9E-8A58-2ABD-9279-744C8580EAF3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1874EA15-7D8B-7EDE-5593-8A55C4B265B5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回转体的相贯线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8F5A0707-2C92-BADB-BBD9-B7ECC9F6F830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9E394F11-8CE0-0A06-3F7C-644EAB68F114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EEE64644-3F58-4B29-2E78-4E40AD6B9E72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586EC2-B733-0B30-1679-2C0C957FA28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28087" y="2792040"/>
            <a:ext cx="19850109" cy="1013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6105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17CAB-C741-4357-5E62-43ADB1D4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858CB92A-CC43-FE06-6A29-F2532B48E97D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6A5BEC9E-8D6C-468F-E5B4-3FF87F418F2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79E572A7-3DCE-86F4-A814-B5C82BD2C8DD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203D9C2-D38F-1479-F599-0251BD75359A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1C631ED2-B4AC-35FB-A3C8-B1E7C8AA3BB1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B1F9B6F5-4B5B-EA02-4B3F-FA91E8A5395D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E4CBCF5F-EC7F-74D3-1C82-7BE040890AC0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9C745D14-146E-6D45-B996-01C8B87BC2C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9B93DAD4-FDA6-4BAF-618B-C337F45CED4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4DA01744-2C28-E363-25AC-6C1E198BAF32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1A60DF17-96AF-F606-A5A7-7D56992F9D54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0"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#3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lang="zh-CN" altLang="en-US" sz="9600" b="0" dirty="0">
                <a:solidFill>
                  <a:srgbClr val="F6C543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回转体的相贯线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1E1581F1-2848-2AE3-F6E9-1B426F612835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C3D9B10D-1199-D312-7C71-95847BB535B0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248A6865-77C9-CB30-32A7-780BAC33E10F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6A0067-5F22-1FA0-2182-BCE4F998B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221" y="3208047"/>
            <a:ext cx="10028787" cy="93601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BF906F-C575-FE9A-CAB2-24C48803D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425" y="3208047"/>
            <a:ext cx="10572868" cy="917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534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A71C3-F09E-5892-2EB9-FF734D48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">
            <a:extLst>
              <a:ext uri="{FF2B5EF4-FFF2-40B4-BE49-F238E27FC236}">
                <a16:creationId xmlns:a16="http://schemas.microsoft.com/office/drawing/2014/main" id="{9695A2C7-3957-5B0E-D03C-400515ACDC92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C0A86F6E-B102-E10D-FC62-00B1A559895D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A26D89EA-467D-4F3A-19EF-EA69788A6E34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C922B250-9D4E-725A-F2B4-01F65C20CD90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6A32D7A6-9003-6F01-AA75-7A3E38601AC9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0" name="Shape">
            <a:extLst>
              <a:ext uri="{FF2B5EF4-FFF2-40B4-BE49-F238E27FC236}">
                <a16:creationId xmlns:a16="http://schemas.microsoft.com/office/drawing/2014/main" id="{9CDD8F8A-DC7D-C718-5CBA-50EEF9E2AD44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1163E6DE-AD02-223C-A6E4-6F45CA9D0F3B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8050B53A-4EF3-65CD-151E-09A9537F23A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420FB088-D22E-95D2-53A9-06B18DE35BA9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96A75551-C7F6-A6DD-4478-681484D3737A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5" name="TOPIC #1 - $100">
            <a:extLst>
              <a:ext uri="{FF2B5EF4-FFF2-40B4-BE49-F238E27FC236}">
                <a16:creationId xmlns:a16="http://schemas.microsoft.com/office/drawing/2014/main" id="{BE13B968-D069-ABF0-5FB0-80C31DB90DB3}"/>
              </a:ext>
            </a:extLst>
          </p:cNvPr>
          <p:cNvSpPr txBox="1"/>
          <p:nvPr/>
        </p:nvSpPr>
        <p:spPr>
          <a:xfrm>
            <a:off x="1318646" y="1076284"/>
            <a:ext cx="190140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#</a:t>
            </a:r>
            <a:r>
              <a:rPr lang="en-US" sz="10000" b="0" dirty="0">
                <a:solidFill>
                  <a:srgbClr val="F6C542"/>
                </a:solidFill>
                <a:latin typeface="Impact"/>
                <a:sym typeface="Impact"/>
              </a:rPr>
              <a:t>4</a:t>
            </a:r>
            <a:r>
              <a:rPr kumimoji="0" 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组合体的视图</a:t>
            </a:r>
            <a:endParaRPr kumimoji="0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51440AC2-C14A-30B0-867B-B868A6E106A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26D128B0-1610-9F8E-5417-198F018FCFF6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8" name="Rounded Rectangle">
            <a:extLst>
              <a:ext uri="{FF2B5EF4-FFF2-40B4-BE49-F238E27FC236}">
                <a16:creationId xmlns:a16="http://schemas.microsoft.com/office/drawing/2014/main" id="{C95DE9D0-8ECE-D9DA-8AF6-B3B64E977A76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9" name="Type question here?">
            <a:extLst>
              <a:ext uri="{FF2B5EF4-FFF2-40B4-BE49-F238E27FC236}">
                <a16:creationId xmlns:a16="http://schemas.microsoft.com/office/drawing/2014/main" id="{FAC23EA9-D73A-35FA-9FB3-EAAA221AFE66}"/>
              </a:ext>
            </a:extLst>
          </p:cNvPr>
          <p:cNvSpPr txBox="1"/>
          <p:nvPr/>
        </p:nvSpPr>
        <p:spPr>
          <a:xfrm>
            <a:off x="6553586" y="5220726"/>
            <a:ext cx="11335485" cy="453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solidFill>
                  <a:srgbClr val="FE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1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概述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2.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画组合体的视图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3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组合体的尺寸标注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4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组合体的视图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1474388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820E3-62C4-6EFE-1A24-D28A4F58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5C1E74DC-000D-E958-145F-0AC2D14F4D4A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587F678-56AC-9F11-93B6-6AD8150AF21A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FCA8A268-5179-51A3-D381-E2785C56187A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C0CCF83-BE6A-B21A-5955-F47257778DCD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8EB85AB-6934-BC63-BA96-80DA08433217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D5EC44A4-117E-89D5-F49C-47240C905BDF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6010999A-256B-5C32-B829-DE3F344BB8C1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0C1E7C8-DF89-FEB8-2E49-FE6F29EEF4D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2D61CC95-7ADF-4294-F7D2-8FFA3E1CCCE2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61FEC25C-0AAB-C221-57F5-FEAF5B42EEE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9A2BB5D6-6D51-9545-C450-0FB92070D4F5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0" algn="l"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lang="en-US" altLang="zh-CN" sz="10000" b="0" dirty="0">
                <a:solidFill>
                  <a:srgbClr val="F6C542"/>
                </a:solidFill>
                <a:latin typeface="Impact"/>
                <a:sym typeface="Impact"/>
              </a:rPr>
              <a:t>UNIT #</a:t>
            </a:r>
            <a:r>
              <a:rPr lang="en-US" altLang="zh-CN" sz="10000" b="0" dirty="0">
                <a:solidFill>
                  <a:srgbClr val="F6C543"/>
                </a:solidFill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4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11D83BB9-2A32-1271-94FD-D375F9227A47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A1E582C-F793-93F3-7445-B4DA49DBA6F5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5C44438B-3DE1-9FB7-B302-D95ECD8E89CF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4DA3E7-4DA4-FDB8-AA79-A712C2925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157" y="3931088"/>
            <a:ext cx="19302327" cy="818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7467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AEA04-BE29-6078-96E1-C9FF5720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8C8B10E4-326B-7862-D80F-4C13E97A40D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84BF2EC9-09F4-55FE-3C7A-51EF9AD7DCF1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BACFC207-15FE-575A-E7F6-964ABEAD4A0D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880E04AC-3978-C95B-4102-777534C8557F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607676B-C919-1963-2818-F9D5986E7E8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2614C418-8066-E2FD-729B-11EE0D227838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BC800696-3217-7AC3-1558-E0DFD4BCF1F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A2B557AA-F47A-752C-F00D-501FE5B892B8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754C862-47E1-1B9C-7B5E-04139FC85581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92D4EF0A-A7B7-C168-1A33-86CC8B17843F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9F72A92A-1671-DC06-C978-BC140F3F9950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4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5062F5CB-7040-6692-E2A5-569E89A75339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6548DBA8-D7EE-3330-7377-C21DC197957B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37576FB6-87FE-0E72-B806-5AD69B2B78B2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FADA1B7-6E74-4DD1-6480-C09379C82F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45842" y="3277265"/>
            <a:ext cx="19534387" cy="940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1282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5A208-AF4C-88CF-EF7C-939F8B46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2D63901B-3BC1-CEEE-06F4-F132D15C7115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CAD09A63-9D47-D38A-5024-D9DE0EE25D2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3808A135-AF73-CEC1-2525-4447E5F1909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B247691E-603A-B02F-51C9-58FCD767BBB4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1B036B58-A585-5D8C-8A6F-C0B58270D56F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98FA3EDB-CE6A-8AC2-B3FB-FA58E72B5CA2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D197B0CF-807B-0FA6-9B49-E6CF5E46B285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B81E23CD-BBA7-019B-4EB5-A0CF739A022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771FFC80-59EA-95C2-FD83-566AFA50321D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A616C94C-2482-42B5-DCAA-298BB87158C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E4DB7C95-9610-FF13-C720-A3421EE488CE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4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组合体视图之拆分法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4B74D11C-414E-1435-EB61-76E656410F26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06C3D9E4-64D7-E113-AF37-B4F3EE70E439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FEB1162D-F864-E5DF-F4AC-EFD52425CBA7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7E4D760-F950-44A7-6E5E-D8B3ACCEB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81" y="3184034"/>
            <a:ext cx="20929551" cy="906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3904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6FD71-208B-42B0-466D-0DADAA63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5DDAF519-E779-7871-DE82-C72BFE774415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8FEEE9C1-409B-7584-C15A-319D1FA935A4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0991CE2C-0A16-EA40-F840-D112F7681134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2D62C106-5702-6BFD-0680-AC4993A7EB8F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86435B0-5A55-4424-70A2-88CFC9B15AF5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6E946170-2903-5546-4E8D-3BE63E58DB7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C7D997CD-5171-0531-82C3-596A2EF9BFC7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87A47852-F470-C627-2FE3-1C1F7B960AC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7DF2B530-1D99-656D-CA9E-BB9E98585686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D68FD4CC-0BD6-57E5-F9E8-C5305F13E6C7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F49B2AD3-CEFC-8C38-8CB4-E2BEE9BD3423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4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组合体视图之切割法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D1686528-D7CB-35F0-59D2-CD8769D6E180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401B8F46-11BB-6CED-9F95-D65267E535C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B52FCC78-2121-1D26-563A-DE855C182543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7BEB54-7339-74AD-6316-25886BA5E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15" y="3557763"/>
            <a:ext cx="10915960" cy="81793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E9E3368-B0EF-C821-FC1A-59FD4CCAE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710" y="3522020"/>
            <a:ext cx="11454286" cy="827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3920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F0028-C7EA-F4D7-31CC-1C42C03C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图线与线框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321A0-48BB-C38B-D11C-E5B4E3418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图线</a:t>
            </a:r>
            <a:endParaRPr lang="en-US" altLang="zh-CN" dirty="0"/>
          </a:p>
          <a:p>
            <a:r>
              <a:rPr lang="zh-CN" altLang="en-US" sz="4800" dirty="0"/>
              <a:t>表面积聚性投影</a:t>
            </a:r>
            <a:endParaRPr lang="en-US" altLang="zh-CN" sz="4800" dirty="0"/>
          </a:p>
          <a:p>
            <a:r>
              <a:rPr lang="zh-CN" altLang="en-US" sz="4800" dirty="0"/>
              <a:t>表面交线投影</a:t>
            </a:r>
            <a:endParaRPr lang="en-US" altLang="zh-CN" sz="4800" dirty="0"/>
          </a:p>
          <a:p>
            <a:r>
              <a:rPr lang="zh-CN" altLang="en-US" sz="4800" dirty="0"/>
              <a:t>曲面投影轮廓线</a:t>
            </a:r>
            <a:endParaRPr lang="en-US" altLang="zh-CN" sz="4800" dirty="0"/>
          </a:p>
          <a:p>
            <a:endParaRPr lang="en-US" altLang="zh-CN" sz="4800" dirty="0"/>
          </a:p>
          <a:p>
            <a:r>
              <a:rPr lang="zh-CN" altLang="en-US" dirty="0"/>
              <a:t>线框</a:t>
            </a:r>
            <a:endParaRPr lang="en-US" altLang="zh-CN" dirty="0"/>
          </a:p>
          <a:p>
            <a:r>
              <a:rPr lang="zh-CN" altLang="en-US" sz="4800" dirty="0"/>
              <a:t>平面投影</a:t>
            </a:r>
            <a:endParaRPr lang="en-US" altLang="zh-CN" sz="4800" dirty="0"/>
          </a:p>
          <a:p>
            <a:r>
              <a:rPr lang="zh-CN" altLang="en-US" sz="4800" dirty="0"/>
              <a:t>曲面投影</a:t>
            </a:r>
            <a:endParaRPr lang="en-US" altLang="zh-CN" sz="4800" dirty="0"/>
          </a:p>
          <a:p>
            <a:r>
              <a:rPr lang="zh-CN" altLang="en-US" sz="4800" dirty="0"/>
              <a:t>孔</a:t>
            </a:r>
            <a:endParaRPr lang="en-US" altLang="zh-CN" sz="4800" dirty="0"/>
          </a:p>
          <a:p>
            <a:r>
              <a:rPr lang="zh-CN" altLang="en-US" sz="4800" dirty="0"/>
              <a:t>光滑过渡表面</a:t>
            </a:r>
            <a:endParaRPr lang="en-US" altLang="zh-CN" sz="4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E57E43-26EA-FEB7-920E-C0B9F79A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193" y="3605970"/>
            <a:ext cx="9107870" cy="69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51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C7F80-46D4-19BC-2C51-A859FE5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5C7F5-0E17-1060-1008-B0BD6A87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注意层次关系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根据投影规律分清物体上面的位置高低前后左右、平面或斜面、平面或曲面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D1A8932-0169-1533-B0A4-84D578DA23E4}"/>
              </a:ext>
            </a:extLst>
          </p:cNvPr>
          <p:cNvGrpSpPr>
            <a:grpSpLocks/>
          </p:cNvGrpSpPr>
          <p:nvPr/>
        </p:nvGrpSpPr>
        <p:grpSpPr bwMode="auto">
          <a:xfrm>
            <a:off x="4137859" y="5966520"/>
            <a:ext cx="4362450" cy="5149849"/>
            <a:chOff x="996" y="2462"/>
            <a:chExt cx="990" cy="1169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790F17A-DD7C-5B3F-1104-144FCA1D4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6" y="2462"/>
              <a:ext cx="936" cy="1169"/>
              <a:chOff x="4169" y="958"/>
              <a:chExt cx="936" cy="1169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467A6AB6-4569-09ED-7F4B-0725A2F11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958"/>
                <a:ext cx="935" cy="567"/>
              </a:xfrm>
              <a:custGeom>
                <a:avLst/>
                <a:gdLst>
                  <a:gd name="T0" fmla="*/ 4 w 1800"/>
                  <a:gd name="T1" fmla="*/ 21 h 1092"/>
                  <a:gd name="T2" fmla="*/ 35 w 1800"/>
                  <a:gd name="T3" fmla="*/ 21 h 1092"/>
                  <a:gd name="T4" fmla="*/ 35 w 1800"/>
                  <a:gd name="T5" fmla="*/ 0 h 1092"/>
                  <a:gd name="T6" fmla="*/ 21 w 1800"/>
                  <a:gd name="T7" fmla="*/ 0 h 1092"/>
                  <a:gd name="T8" fmla="*/ 21 w 1800"/>
                  <a:gd name="T9" fmla="*/ 6 h 1092"/>
                  <a:gd name="T10" fmla="*/ 10 w 1800"/>
                  <a:gd name="T11" fmla="*/ 6 h 1092"/>
                  <a:gd name="T12" fmla="*/ 10 w 1800"/>
                  <a:gd name="T13" fmla="*/ 12 h 1092"/>
                  <a:gd name="T14" fmla="*/ 0 w 1800"/>
                  <a:gd name="T15" fmla="*/ 12 h 1092"/>
                  <a:gd name="T16" fmla="*/ 0 w 1800"/>
                  <a:gd name="T17" fmla="*/ 21 h 1092"/>
                  <a:gd name="T18" fmla="*/ 4 w 1800"/>
                  <a:gd name="T19" fmla="*/ 21 h 10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00"/>
                  <a:gd name="T31" fmla="*/ 0 h 1092"/>
                  <a:gd name="T32" fmla="*/ 1800 w 1800"/>
                  <a:gd name="T33" fmla="*/ 1092 h 10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00" h="1092">
                    <a:moveTo>
                      <a:pt x="180" y="1092"/>
                    </a:moveTo>
                    <a:lnTo>
                      <a:pt x="1800" y="1092"/>
                    </a:lnTo>
                    <a:lnTo>
                      <a:pt x="1800" y="0"/>
                    </a:lnTo>
                    <a:lnTo>
                      <a:pt x="1080" y="0"/>
                    </a:lnTo>
                    <a:lnTo>
                      <a:pt x="1080" y="312"/>
                    </a:lnTo>
                    <a:lnTo>
                      <a:pt x="540" y="312"/>
                    </a:lnTo>
                    <a:lnTo>
                      <a:pt x="540" y="624"/>
                    </a:lnTo>
                    <a:lnTo>
                      <a:pt x="0" y="624"/>
                    </a:lnTo>
                    <a:lnTo>
                      <a:pt x="0" y="1092"/>
                    </a:lnTo>
                    <a:lnTo>
                      <a:pt x="180" y="1092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805731A-61E0-8445-F075-4945BB6BC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5" y="1140"/>
                <a:ext cx="255" cy="146"/>
              </a:xfrm>
              <a:custGeom>
                <a:avLst/>
                <a:gdLst>
                  <a:gd name="T0" fmla="*/ 0 w 255"/>
                  <a:gd name="T1" fmla="*/ 141 h 147"/>
                  <a:gd name="T2" fmla="*/ 255 w 255"/>
                  <a:gd name="T3" fmla="*/ 141 h 147"/>
                  <a:gd name="T4" fmla="*/ 255 w 255"/>
                  <a:gd name="T5" fmla="*/ 0 h 147"/>
                  <a:gd name="T6" fmla="*/ 0 60000 65536"/>
                  <a:gd name="T7" fmla="*/ 0 60000 65536"/>
                  <a:gd name="T8" fmla="*/ 0 60000 65536"/>
                  <a:gd name="T9" fmla="*/ 0 w 255"/>
                  <a:gd name="T10" fmla="*/ 0 h 147"/>
                  <a:gd name="T11" fmla="*/ 255 w 255"/>
                  <a:gd name="T12" fmla="*/ 147 h 1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5" h="147">
                    <a:moveTo>
                      <a:pt x="0" y="147"/>
                    </a:moveTo>
                    <a:lnTo>
                      <a:pt x="255" y="147"/>
                    </a:lnTo>
                    <a:lnTo>
                      <a:pt x="255" y="0"/>
                    </a:ln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Group 8">
                <a:extLst>
                  <a:ext uri="{FF2B5EF4-FFF2-40B4-BE49-F238E27FC236}">
                    <a16:creationId xmlns:a16="http://schemas.microsoft.com/office/drawing/2014/main" id="{D3BCB5A4-FB7F-465E-03DD-E39DE33C72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69" y="1635"/>
                <a:ext cx="936" cy="492"/>
                <a:chOff x="2814" y="1632"/>
                <a:chExt cx="936" cy="492"/>
              </a:xfrm>
            </p:grpSpPr>
            <p:sp>
              <p:nvSpPr>
                <p:cNvPr id="13" name="Rectangle 9">
                  <a:extLst>
                    <a:ext uri="{FF2B5EF4-FFF2-40B4-BE49-F238E27FC236}">
                      <a16:creationId xmlns:a16="http://schemas.microsoft.com/office/drawing/2014/main" id="{EFB82229-ED2E-9E87-9F82-4C91F74BF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4" y="1635"/>
                  <a:ext cx="936" cy="48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 10">
                  <a:extLst>
                    <a:ext uri="{FF2B5EF4-FFF2-40B4-BE49-F238E27FC236}">
                      <a16:creationId xmlns:a16="http://schemas.microsoft.com/office/drawing/2014/main" id="{48AD1368-EFED-31F0-1883-CC2EF4F3B0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5" y="1878"/>
                  <a:ext cx="655" cy="243"/>
                </a:xfrm>
                <a:custGeom>
                  <a:avLst/>
                  <a:gdLst>
                    <a:gd name="T0" fmla="*/ 655 w 655"/>
                    <a:gd name="T1" fmla="*/ 0 h 225"/>
                    <a:gd name="T2" fmla="*/ 0 w 655"/>
                    <a:gd name="T3" fmla="*/ 1 h 225"/>
                    <a:gd name="T4" fmla="*/ 1 w 655"/>
                    <a:gd name="T5" fmla="*/ 356 h 225"/>
                    <a:gd name="T6" fmla="*/ 0 60000 65536"/>
                    <a:gd name="T7" fmla="*/ 0 60000 65536"/>
                    <a:gd name="T8" fmla="*/ 0 60000 65536"/>
                    <a:gd name="T9" fmla="*/ 0 w 655"/>
                    <a:gd name="T10" fmla="*/ 0 h 225"/>
                    <a:gd name="T11" fmla="*/ 655 w 655"/>
                    <a:gd name="T12" fmla="*/ 225 h 22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55" h="225">
                      <a:moveTo>
                        <a:pt x="655" y="0"/>
                      </a:moveTo>
                      <a:lnTo>
                        <a:pt x="0" y="1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Line 11">
                  <a:extLst>
                    <a:ext uri="{FF2B5EF4-FFF2-40B4-BE49-F238E27FC236}">
                      <a16:creationId xmlns:a16="http://schemas.microsoft.com/office/drawing/2014/main" id="{824D7E2C-99B8-561D-6BC7-B3CA080BE5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8" y="1632"/>
                  <a:ext cx="0" cy="24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E76CC985-F18B-26B5-D796-2642AF759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5" y="1119"/>
                <a:ext cx="6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6" name="Text Box 13">
              <a:extLst>
                <a:ext uri="{FF2B5EF4-FFF2-40B4-BE49-F238E27FC236}">
                  <a16:creationId xmlns:a16="http://schemas.microsoft.com/office/drawing/2014/main" id="{1D1F5697-A10A-4E2A-380B-5E0177CB2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" y="3152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9C23E3BA-CC5B-DF00-CFF4-5DC8A1CBF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3158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8" name="Text Box 15">
              <a:extLst>
                <a:ext uri="{FF2B5EF4-FFF2-40B4-BE49-F238E27FC236}">
                  <a16:creationId xmlns:a16="http://schemas.microsoft.com/office/drawing/2014/main" id="{52CD7C56-B960-51E4-09AE-D39A29844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3392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3</a:t>
              </a: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FF10C054-6AB6-4F0C-229C-9D880C1778BC}"/>
              </a:ext>
            </a:extLst>
          </p:cNvPr>
          <p:cNvGrpSpPr>
            <a:grpSpLocks/>
          </p:cNvGrpSpPr>
          <p:nvPr/>
        </p:nvGrpSpPr>
        <p:grpSpPr bwMode="auto">
          <a:xfrm>
            <a:off x="14023591" y="6043614"/>
            <a:ext cx="4362450" cy="5149849"/>
            <a:chOff x="3491" y="2455"/>
            <a:chExt cx="990" cy="1169"/>
          </a:xfrm>
        </p:grpSpPr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542FC4CD-94AB-18DD-7CA8-0F88596E7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455"/>
              <a:ext cx="935" cy="567"/>
            </a:xfrm>
            <a:custGeom>
              <a:avLst/>
              <a:gdLst>
                <a:gd name="T0" fmla="*/ 940 w 934"/>
                <a:gd name="T1" fmla="*/ 567 h 567"/>
                <a:gd name="T2" fmla="*/ 939 w 934"/>
                <a:gd name="T3" fmla="*/ 161 h 567"/>
                <a:gd name="T4" fmla="*/ 566 w 934"/>
                <a:gd name="T5" fmla="*/ 0 h 567"/>
                <a:gd name="T6" fmla="*/ 280 w 934"/>
                <a:gd name="T7" fmla="*/ 162 h 567"/>
                <a:gd name="T8" fmla="*/ 0 w 934"/>
                <a:gd name="T9" fmla="*/ 324 h 567"/>
                <a:gd name="T10" fmla="*/ 0 w 934"/>
                <a:gd name="T11" fmla="*/ 567 h 567"/>
                <a:gd name="T12" fmla="*/ 940 w 934"/>
                <a:gd name="T13" fmla="*/ 567 h 5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4"/>
                <a:gd name="T22" fmla="*/ 0 h 567"/>
                <a:gd name="T23" fmla="*/ 934 w 934"/>
                <a:gd name="T24" fmla="*/ 567 h 5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4" h="567">
                  <a:moveTo>
                    <a:pt x="934" y="567"/>
                  </a:moveTo>
                  <a:lnTo>
                    <a:pt x="933" y="161"/>
                  </a:lnTo>
                  <a:lnTo>
                    <a:pt x="560" y="0"/>
                  </a:lnTo>
                  <a:lnTo>
                    <a:pt x="280" y="162"/>
                  </a:lnTo>
                  <a:lnTo>
                    <a:pt x="0" y="324"/>
                  </a:lnTo>
                  <a:lnTo>
                    <a:pt x="0" y="567"/>
                  </a:lnTo>
                  <a:lnTo>
                    <a:pt x="934" y="567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18" name="Group 21">
              <a:extLst>
                <a:ext uri="{FF2B5EF4-FFF2-40B4-BE49-F238E27FC236}">
                  <a16:creationId xmlns:a16="http://schemas.microsoft.com/office/drawing/2014/main" id="{FBD85179-7949-6A63-1450-782E79CFD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1" y="3132"/>
              <a:ext cx="936" cy="492"/>
              <a:chOff x="2814" y="1632"/>
              <a:chExt cx="936" cy="492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4FD18-1633-0C94-833F-DBF4C4E66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4" y="1635"/>
                <a:ext cx="936" cy="48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A31AE5EB-FBA2-3458-F3B0-0F02F4EA0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1878"/>
                <a:ext cx="655" cy="243"/>
              </a:xfrm>
              <a:custGeom>
                <a:avLst/>
                <a:gdLst>
                  <a:gd name="T0" fmla="*/ 655 w 655"/>
                  <a:gd name="T1" fmla="*/ 0 h 225"/>
                  <a:gd name="T2" fmla="*/ 0 w 655"/>
                  <a:gd name="T3" fmla="*/ 1 h 225"/>
                  <a:gd name="T4" fmla="*/ 1 w 655"/>
                  <a:gd name="T5" fmla="*/ 356 h 225"/>
                  <a:gd name="T6" fmla="*/ 0 60000 65536"/>
                  <a:gd name="T7" fmla="*/ 0 60000 65536"/>
                  <a:gd name="T8" fmla="*/ 0 60000 65536"/>
                  <a:gd name="T9" fmla="*/ 0 w 655"/>
                  <a:gd name="T10" fmla="*/ 0 h 225"/>
                  <a:gd name="T11" fmla="*/ 655 w 655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5" h="225">
                    <a:moveTo>
                      <a:pt x="655" y="0"/>
                    </a:moveTo>
                    <a:lnTo>
                      <a:pt x="0" y="1"/>
                    </a:lnTo>
                    <a:lnTo>
                      <a:pt x="1" y="225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AEBD2D0C-F43F-9669-2A63-FD76D48D9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8" y="163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70FD7C22-FE06-7BD5-E784-F250D6E2B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2616"/>
              <a:ext cx="6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66416A24-12F9-08D6-2339-CA1F2F581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" y="3145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" name="Text Box 27">
              <a:extLst>
                <a:ext uri="{FF2B5EF4-FFF2-40B4-BE49-F238E27FC236}">
                  <a16:creationId xmlns:a16="http://schemas.microsoft.com/office/drawing/2014/main" id="{CCA81A70-483C-3352-4D4F-9919C8607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" y="3151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2" name="Text Box 28">
              <a:extLst>
                <a:ext uri="{FF2B5EF4-FFF2-40B4-BE49-F238E27FC236}">
                  <a16:creationId xmlns:a16="http://schemas.microsoft.com/office/drawing/2014/main" id="{03B49DBD-7219-795F-5309-71BB73348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3" y="3385"/>
              <a:ext cx="340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 algn="l" defTabSz="1828800" hangingPunct="1">
                <a:spcBef>
                  <a:spcPct val="50000"/>
                </a:spcBef>
              </a:pPr>
              <a:r>
                <a:rPr lang="en-US" altLang="zh-CN" sz="3600" i="1" kern="12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411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E3AB4-AB1A-2D12-0353-0FFA1349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93CD1-CA09-1DA8-8F72-4F35C15FE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730" y="2602772"/>
            <a:ext cx="21669440" cy="9813244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倾斜平面相仿性（边数、凹凸性、点的连接顺序）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线段平行关系</a:t>
            </a:r>
            <a:endParaRPr lang="en-US" altLang="zh-CN" dirty="0"/>
          </a:p>
        </p:txBody>
      </p:sp>
      <p:sp>
        <p:nvSpPr>
          <p:cNvPr id="563" name="Freeform 2">
            <a:extLst>
              <a:ext uri="{FF2B5EF4-FFF2-40B4-BE49-F238E27FC236}">
                <a16:creationId xmlns:a16="http://schemas.microsoft.com/office/drawing/2014/main" id="{FF8B941A-904E-B364-EE07-F003EE1AF010}"/>
              </a:ext>
            </a:extLst>
          </p:cNvPr>
          <p:cNvSpPr>
            <a:spLocks/>
          </p:cNvSpPr>
          <p:nvPr/>
        </p:nvSpPr>
        <p:spPr bwMode="auto">
          <a:xfrm>
            <a:off x="4527551" y="9401694"/>
            <a:ext cx="3867150" cy="561976"/>
          </a:xfrm>
          <a:custGeom>
            <a:avLst/>
            <a:gdLst>
              <a:gd name="T0" fmla="*/ 0 w 1032"/>
              <a:gd name="T1" fmla="*/ 2147483647 h 150"/>
              <a:gd name="T2" fmla="*/ 2147483647 w 1032"/>
              <a:gd name="T3" fmla="*/ 2147483647 h 150"/>
              <a:gd name="T4" fmla="*/ 2147483647 w 1032"/>
              <a:gd name="T5" fmla="*/ 2147483647 h 150"/>
              <a:gd name="T6" fmla="*/ 2147483647 w 1032"/>
              <a:gd name="T7" fmla="*/ 2147483647 h 150"/>
              <a:gd name="T8" fmla="*/ 2147483647 w 1032"/>
              <a:gd name="T9" fmla="*/ 2147483647 h 150"/>
              <a:gd name="T10" fmla="*/ 2147483647 w 1032"/>
              <a:gd name="T11" fmla="*/ 2147483647 h 150"/>
              <a:gd name="T12" fmla="*/ 2147483647 w 1032"/>
              <a:gd name="T13" fmla="*/ 2147483647 h 150"/>
              <a:gd name="T14" fmla="*/ 2147483647 w 1032"/>
              <a:gd name="T15" fmla="*/ 2147483647 h 150"/>
              <a:gd name="T16" fmla="*/ 2147483647 w 1032"/>
              <a:gd name="T17" fmla="*/ 2147483647 h 150"/>
              <a:gd name="T18" fmla="*/ 2147483647 w 1032"/>
              <a:gd name="T19" fmla="*/ 2147483647 h 150"/>
              <a:gd name="T20" fmla="*/ 2147483647 w 1032"/>
              <a:gd name="T21" fmla="*/ 2147483647 h 150"/>
              <a:gd name="T22" fmla="*/ 2147483647 w 1032"/>
              <a:gd name="T23" fmla="*/ 0 h 1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32"/>
              <a:gd name="T37" fmla="*/ 0 h 150"/>
              <a:gd name="T38" fmla="*/ 1032 w 1032"/>
              <a:gd name="T39" fmla="*/ 150 h 15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32" h="150">
                <a:moveTo>
                  <a:pt x="0" y="45"/>
                </a:moveTo>
                <a:lnTo>
                  <a:pt x="129" y="45"/>
                </a:lnTo>
                <a:lnTo>
                  <a:pt x="129" y="141"/>
                </a:lnTo>
                <a:lnTo>
                  <a:pt x="258" y="144"/>
                </a:lnTo>
                <a:lnTo>
                  <a:pt x="417" y="60"/>
                </a:lnTo>
                <a:lnTo>
                  <a:pt x="621" y="60"/>
                </a:lnTo>
                <a:lnTo>
                  <a:pt x="789" y="147"/>
                </a:lnTo>
                <a:lnTo>
                  <a:pt x="912" y="150"/>
                </a:lnTo>
                <a:lnTo>
                  <a:pt x="915" y="45"/>
                </a:lnTo>
                <a:lnTo>
                  <a:pt x="1032" y="42"/>
                </a:lnTo>
                <a:lnTo>
                  <a:pt x="1032" y="6"/>
                </a:lnTo>
                <a:lnTo>
                  <a:pt x="9" y="0"/>
                </a:lnTo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4" name="Freeform 3">
            <a:extLst>
              <a:ext uri="{FF2B5EF4-FFF2-40B4-BE49-F238E27FC236}">
                <a16:creationId xmlns:a16="http://schemas.microsoft.com/office/drawing/2014/main" id="{2339E31B-22E9-C2DD-C0B6-64FFFD632A17}"/>
              </a:ext>
            </a:extLst>
          </p:cNvPr>
          <p:cNvSpPr>
            <a:spLocks/>
          </p:cNvSpPr>
          <p:nvPr/>
        </p:nvSpPr>
        <p:spPr bwMode="auto">
          <a:xfrm>
            <a:off x="11836400" y="9382645"/>
            <a:ext cx="3927476" cy="555626"/>
          </a:xfrm>
          <a:custGeom>
            <a:avLst/>
            <a:gdLst>
              <a:gd name="T0" fmla="*/ 2147483647 w 1046"/>
              <a:gd name="T1" fmla="*/ 2147483647 h 148"/>
              <a:gd name="T2" fmla="*/ 2147483647 w 1046"/>
              <a:gd name="T3" fmla="*/ 2147483647 h 148"/>
              <a:gd name="T4" fmla="*/ 2147483647 w 1046"/>
              <a:gd name="T5" fmla="*/ 2147483647 h 148"/>
              <a:gd name="T6" fmla="*/ 2147483647 w 1046"/>
              <a:gd name="T7" fmla="*/ 2147483647 h 148"/>
              <a:gd name="T8" fmla="*/ 2147483647 w 1046"/>
              <a:gd name="T9" fmla="*/ 2147483647 h 148"/>
              <a:gd name="T10" fmla="*/ 2147483647 w 1046"/>
              <a:gd name="T11" fmla="*/ 2147483647 h 148"/>
              <a:gd name="T12" fmla="*/ 2147483647 w 1046"/>
              <a:gd name="T13" fmla="*/ 2147483647 h 148"/>
              <a:gd name="T14" fmla="*/ 2147483647 w 1046"/>
              <a:gd name="T15" fmla="*/ 2147483647 h 148"/>
              <a:gd name="T16" fmla="*/ 2147483647 w 1046"/>
              <a:gd name="T17" fmla="*/ 2147483647 h 148"/>
              <a:gd name="T18" fmla="*/ 0 w 1046"/>
              <a:gd name="T19" fmla="*/ 0 h 14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46"/>
              <a:gd name="T31" fmla="*/ 0 h 148"/>
              <a:gd name="T32" fmla="*/ 1046 w 1046"/>
              <a:gd name="T33" fmla="*/ 148 h 14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46" h="148">
                <a:moveTo>
                  <a:pt x="141" y="43"/>
                </a:moveTo>
                <a:lnTo>
                  <a:pt x="142" y="148"/>
                </a:lnTo>
                <a:lnTo>
                  <a:pt x="270" y="148"/>
                </a:lnTo>
                <a:lnTo>
                  <a:pt x="430" y="66"/>
                </a:lnTo>
                <a:lnTo>
                  <a:pt x="632" y="66"/>
                </a:lnTo>
                <a:lnTo>
                  <a:pt x="804" y="148"/>
                </a:lnTo>
                <a:lnTo>
                  <a:pt x="924" y="148"/>
                </a:lnTo>
                <a:lnTo>
                  <a:pt x="927" y="43"/>
                </a:lnTo>
                <a:lnTo>
                  <a:pt x="1046" y="4"/>
                </a:lnTo>
                <a:lnTo>
                  <a:pt x="0" y="0"/>
                </a:lnTo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65" name="Group 8">
            <a:extLst>
              <a:ext uri="{FF2B5EF4-FFF2-40B4-BE49-F238E27FC236}">
                <a16:creationId xmlns:a16="http://schemas.microsoft.com/office/drawing/2014/main" id="{FC25F643-F9A1-A389-3984-BCD1FCE2EDBD}"/>
              </a:ext>
            </a:extLst>
          </p:cNvPr>
          <p:cNvGrpSpPr>
            <a:grpSpLocks/>
          </p:cNvGrpSpPr>
          <p:nvPr/>
        </p:nvGrpSpPr>
        <p:grpSpPr bwMode="auto">
          <a:xfrm>
            <a:off x="4657727" y="5147194"/>
            <a:ext cx="1857374" cy="3228976"/>
            <a:chOff x="1883" y="2314"/>
            <a:chExt cx="495" cy="861"/>
          </a:xfrm>
        </p:grpSpPr>
        <p:grpSp>
          <p:nvGrpSpPr>
            <p:cNvPr id="566" name="Group 9">
              <a:extLst>
                <a:ext uri="{FF2B5EF4-FFF2-40B4-BE49-F238E27FC236}">
                  <a16:creationId xmlns:a16="http://schemas.microsoft.com/office/drawing/2014/main" id="{D994B48B-2F01-78D2-C01E-435B97FA1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1" y="2314"/>
              <a:ext cx="141" cy="89"/>
              <a:chOff x="1528" y="2828"/>
              <a:chExt cx="141" cy="89"/>
            </a:xfrm>
          </p:grpSpPr>
          <p:sp>
            <p:nvSpPr>
              <p:cNvPr id="572" name="Freeform 10">
                <a:extLst>
                  <a:ext uri="{FF2B5EF4-FFF2-40B4-BE49-F238E27FC236}">
                    <a16:creationId xmlns:a16="http://schemas.microsoft.com/office/drawing/2014/main" id="{433EB44F-F816-8139-2285-177BBE3CB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832"/>
                <a:ext cx="3" cy="83"/>
              </a:xfrm>
              <a:custGeom>
                <a:avLst/>
                <a:gdLst>
                  <a:gd name="T0" fmla="*/ 0 w 8"/>
                  <a:gd name="T1" fmla="*/ 0 h 580"/>
                  <a:gd name="T2" fmla="*/ 0 w 8"/>
                  <a:gd name="T3" fmla="*/ 0 h 580"/>
                  <a:gd name="T4" fmla="*/ 0 w 8"/>
                  <a:gd name="T5" fmla="*/ 0 h 580"/>
                  <a:gd name="T6" fmla="*/ 0 w 8"/>
                  <a:gd name="T7" fmla="*/ 0 h 580"/>
                  <a:gd name="T8" fmla="*/ 0 w 8"/>
                  <a:gd name="T9" fmla="*/ 0 h 5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580"/>
                  <a:gd name="T17" fmla="*/ 8 w 8"/>
                  <a:gd name="T18" fmla="*/ 580 h 5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580">
                    <a:moveTo>
                      <a:pt x="3" y="0"/>
                    </a:moveTo>
                    <a:lnTo>
                      <a:pt x="8" y="498"/>
                    </a:lnTo>
                    <a:lnTo>
                      <a:pt x="3" y="580"/>
                    </a:lnTo>
                    <a:lnTo>
                      <a:pt x="0" y="544"/>
                    </a:lnTo>
                    <a:lnTo>
                      <a:pt x="3" y="50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3" name="Freeform 11">
                <a:extLst>
                  <a:ext uri="{FF2B5EF4-FFF2-40B4-BE49-F238E27FC236}">
                    <a16:creationId xmlns:a16="http://schemas.microsoft.com/office/drawing/2014/main" id="{1A39D9B3-71C4-43D3-3BC9-FBCFACEF6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828"/>
                <a:ext cx="41" cy="7"/>
              </a:xfrm>
              <a:custGeom>
                <a:avLst/>
                <a:gdLst>
                  <a:gd name="T0" fmla="*/ 0 w 304"/>
                  <a:gd name="T1" fmla="*/ 0 h 51"/>
                  <a:gd name="T2" fmla="*/ 0 w 304"/>
                  <a:gd name="T3" fmla="*/ 0 h 51"/>
                  <a:gd name="T4" fmla="*/ 0 w 304"/>
                  <a:gd name="T5" fmla="*/ 0 h 51"/>
                  <a:gd name="T6" fmla="*/ 0 w 30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51"/>
                  <a:gd name="T14" fmla="*/ 304 w 304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51">
                    <a:moveTo>
                      <a:pt x="0" y="51"/>
                    </a:moveTo>
                    <a:lnTo>
                      <a:pt x="304" y="5"/>
                    </a:lnTo>
                    <a:lnTo>
                      <a:pt x="293" y="0"/>
                    </a:lnTo>
                    <a:lnTo>
                      <a:pt x="263" y="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4" name="Freeform 12">
                <a:extLst>
                  <a:ext uri="{FF2B5EF4-FFF2-40B4-BE49-F238E27FC236}">
                    <a16:creationId xmlns:a16="http://schemas.microsoft.com/office/drawing/2014/main" id="{0BCE7E46-3611-658D-28B5-822D44ABC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864"/>
                <a:ext cx="61" cy="10"/>
              </a:xfrm>
              <a:custGeom>
                <a:avLst/>
                <a:gdLst>
                  <a:gd name="T0" fmla="*/ 0 w 426"/>
                  <a:gd name="T1" fmla="*/ 0 h 72"/>
                  <a:gd name="T2" fmla="*/ 0 w 426"/>
                  <a:gd name="T3" fmla="*/ 0 h 72"/>
                  <a:gd name="T4" fmla="*/ 0 w 426"/>
                  <a:gd name="T5" fmla="*/ 0 h 72"/>
                  <a:gd name="T6" fmla="*/ 0 w 426"/>
                  <a:gd name="T7" fmla="*/ 0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6"/>
                  <a:gd name="T13" fmla="*/ 0 h 72"/>
                  <a:gd name="T14" fmla="*/ 426 w 426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6" h="72">
                    <a:moveTo>
                      <a:pt x="0" y="72"/>
                    </a:moveTo>
                    <a:lnTo>
                      <a:pt x="426" y="6"/>
                    </a:lnTo>
                    <a:lnTo>
                      <a:pt x="406" y="0"/>
                    </a:lnTo>
                    <a:lnTo>
                      <a:pt x="377" y="1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5" name="Freeform 13">
                <a:extLst>
                  <a:ext uri="{FF2B5EF4-FFF2-40B4-BE49-F238E27FC236}">
                    <a16:creationId xmlns:a16="http://schemas.microsoft.com/office/drawing/2014/main" id="{529AC67A-366E-4CDD-FE30-F54341586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2839"/>
                <a:ext cx="9" cy="24"/>
              </a:xfrm>
              <a:custGeom>
                <a:avLst/>
                <a:gdLst>
                  <a:gd name="T0" fmla="*/ 0 w 62"/>
                  <a:gd name="T1" fmla="*/ 0 h 163"/>
                  <a:gd name="T2" fmla="*/ 0 w 62"/>
                  <a:gd name="T3" fmla="*/ 0 h 163"/>
                  <a:gd name="T4" fmla="*/ 0 w 62"/>
                  <a:gd name="T5" fmla="*/ 0 h 163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63"/>
                  <a:gd name="T11" fmla="*/ 62 w 62"/>
                  <a:gd name="T12" fmla="*/ 163 h 1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63">
                    <a:moveTo>
                      <a:pt x="62" y="0"/>
                    </a:moveTo>
                    <a:lnTo>
                      <a:pt x="62" y="36"/>
                    </a:lnTo>
                    <a:lnTo>
                      <a:pt x="0" y="16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6" name="Freeform 14">
                <a:extLst>
                  <a:ext uri="{FF2B5EF4-FFF2-40B4-BE49-F238E27FC236}">
                    <a16:creationId xmlns:a16="http://schemas.microsoft.com/office/drawing/2014/main" id="{47EDD35B-9D8E-53F5-E584-92BD566AC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845"/>
                <a:ext cx="6" cy="16"/>
              </a:xfrm>
              <a:custGeom>
                <a:avLst/>
                <a:gdLst>
                  <a:gd name="T0" fmla="*/ 0 w 40"/>
                  <a:gd name="T1" fmla="*/ 0 h 117"/>
                  <a:gd name="T2" fmla="*/ 0 w 40"/>
                  <a:gd name="T3" fmla="*/ 0 h 117"/>
                  <a:gd name="T4" fmla="*/ 0 w 40"/>
                  <a:gd name="T5" fmla="*/ 0 h 117"/>
                  <a:gd name="T6" fmla="*/ 0 60000 65536"/>
                  <a:gd name="T7" fmla="*/ 0 60000 65536"/>
                  <a:gd name="T8" fmla="*/ 0 60000 65536"/>
                  <a:gd name="T9" fmla="*/ 0 w 40"/>
                  <a:gd name="T10" fmla="*/ 0 h 117"/>
                  <a:gd name="T11" fmla="*/ 40 w 40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" h="117">
                    <a:moveTo>
                      <a:pt x="0" y="0"/>
                    </a:moveTo>
                    <a:lnTo>
                      <a:pt x="37" y="82"/>
                    </a:lnTo>
                    <a:lnTo>
                      <a:pt x="40" y="11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7" name="Freeform 15">
                <a:extLst>
                  <a:ext uri="{FF2B5EF4-FFF2-40B4-BE49-F238E27FC236}">
                    <a16:creationId xmlns:a16="http://schemas.microsoft.com/office/drawing/2014/main" id="{32BA2A6E-7437-0A94-17F9-956A10E5C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2" y="2828"/>
                <a:ext cx="21" cy="29"/>
              </a:xfrm>
              <a:custGeom>
                <a:avLst/>
                <a:gdLst>
                  <a:gd name="T0" fmla="*/ 0 w 150"/>
                  <a:gd name="T1" fmla="*/ 0 h 204"/>
                  <a:gd name="T2" fmla="*/ 0 w 150"/>
                  <a:gd name="T3" fmla="*/ 0 h 204"/>
                  <a:gd name="T4" fmla="*/ 0 w 150"/>
                  <a:gd name="T5" fmla="*/ 0 h 204"/>
                  <a:gd name="T6" fmla="*/ 0 w 150"/>
                  <a:gd name="T7" fmla="*/ 0 h 204"/>
                  <a:gd name="T8" fmla="*/ 0 w 150"/>
                  <a:gd name="T9" fmla="*/ 0 h 2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0"/>
                  <a:gd name="T16" fmla="*/ 0 h 204"/>
                  <a:gd name="T17" fmla="*/ 150 w 150"/>
                  <a:gd name="T18" fmla="*/ 204 h 2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0" h="204">
                    <a:moveTo>
                      <a:pt x="150" y="0"/>
                    </a:moveTo>
                    <a:lnTo>
                      <a:pt x="105" y="67"/>
                    </a:lnTo>
                    <a:lnTo>
                      <a:pt x="68" y="123"/>
                    </a:lnTo>
                    <a:lnTo>
                      <a:pt x="23" y="179"/>
                    </a:lnTo>
                    <a:lnTo>
                      <a:pt x="0" y="20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8" name="Freeform 16">
                <a:extLst>
                  <a:ext uri="{FF2B5EF4-FFF2-40B4-BE49-F238E27FC236}">
                    <a16:creationId xmlns:a16="http://schemas.microsoft.com/office/drawing/2014/main" id="{DCADB47C-F836-3ACC-F66B-EA294651F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6" y="2849"/>
                <a:ext cx="30" cy="35"/>
              </a:xfrm>
              <a:custGeom>
                <a:avLst/>
                <a:gdLst>
                  <a:gd name="T0" fmla="*/ 0 w 215"/>
                  <a:gd name="T1" fmla="*/ 0 h 245"/>
                  <a:gd name="T2" fmla="*/ 0 w 215"/>
                  <a:gd name="T3" fmla="*/ 0 h 245"/>
                  <a:gd name="T4" fmla="*/ 0 w 215"/>
                  <a:gd name="T5" fmla="*/ 0 h 245"/>
                  <a:gd name="T6" fmla="*/ 0 w 215"/>
                  <a:gd name="T7" fmla="*/ 0 h 245"/>
                  <a:gd name="T8" fmla="*/ 0 w 215"/>
                  <a:gd name="T9" fmla="*/ 0 h 245"/>
                  <a:gd name="T10" fmla="*/ 0 w 215"/>
                  <a:gd name="T11" fmla="*/ 0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5"/>
                  <a:gd name="T19" fmla="*/ 0 h 245"/>
                  <a:gd name="T20" fmla="*/ 215 w 215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5" h="245">
                    <a:moveTo>
                      <a:pt x="215" y="0"/>
                    </a:moveTo>
                    <a:lnTo>
                      <a:pt x="183" y="52"/>
                    </a:lnTo>
                    <a:lnTo>
                      <a:pt x="142" y="107"/>
                    </a:lnTo>
                    <a:lnTo>
                      <a:pt x="86" y="163"/>
                    </a:lnTo>
                    <a:lnTo>
                      <a:pt x="44" y="205"/>
                    </a:lnTo>
                    <a:lnTo>
                      <a:pt x="0" y="24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9" name="Freeform 17">
                <a:extLst>
                  <a:ext uri="{FF2B5EF4-FFF2-40B4-BE49-F238E27FC236}">
                    <a16:creationId xmlns:a16="http://schemas.microsoft.com/office/drawing/2014/main" id="{8D74DDF2-0EA6-29E0-3988-45BB4065F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864"/>
                <a:ext cx="1" cy="53"/>
              </a:xfrm>
              <a:custGeom>
                <a:avLst/>
                <a:gdLst>
                  <a:gd name="T0" fmla="*/ 0 w 8"/>
                  <a:gd name="T1" fmla="*/ 0 h 371"/>
                  <a:gd name="T2" fmla="*/ 0 w 8"/>
                  <a:gd name="T3" fmla="*/ 0 h 371"/>
                  <a:gd name="T4" fmla="*/ 0 w 8"/>
                  <a:gd name="T5" fmla="*/ 0 h 371"/>
                  <a:gd name="T6" fmla="*/ 0 w 8"/>
                  <a:gd name="T7" fmla="*/ 0 h 3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371"/>
                  <a:gd name="T14" fmla="*/ 8 w 8"/>
                  <a:gd name="T15" fmla="*/ 371 h 3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371">
                    <a:moveTo>
                      <a:pt x="8" y="0"/>
                    </a:moveTo>
                    <a:lnTo>
                      <a:pt x="8" y="371"/>
                    </a:lnTo>
                    <a:lnTo>
                      <a:pt x="0" y="335"/>
                    </a:lnTo>
                    <a:lnTo>
                      <a:pt x="8" y="269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0" name="Freeform 18">
                <a:extLst>
                  <a:ext uri="{FF2B5EF4-FFF2-40B4-BE49-F238E27FC236}">
                    <a16:creationId xmlns:a16="http://schemas.microsoft.com/office/drawing/2014/main" id="{2BBA4BDF-A2F8-F068-04D0-2CC2567D6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5" y="2834"/>
                <a:ext cx="26" cy="5"/>
              </a:xfrm>
              <a:custGeom>
                <a:avLst/>
                <a:gdLst>
                  <a:gd name="T0" fmla="*/ 0 w 183"/>
                  <a:gd name="T1" fmla="*/ 0 h 36"/>
                  <a:gd name="T2" fmla="*/ 0 w 183"/>
                  <a:gd name="T3" fmla="*/ 0 h 36"/>
                  <a:gd name="T4" fmla="*/ 0 w 183"/>
                  <a:gd name="T5" fmla="*/ 0 h 36"/>
                  <a:gd name="T6" fmla="*/ 0 w 183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3"/>
                  <a:gd name="T13" fmla="*/ 0 h 36"/>
                  <a:gd name="T14" fmla="*/ 183 w 183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3" h="36">
                    <a:moveTo>
                      <a:pt x="0" y="36"/>
                    </a:moveTo>
                    <a:lnTo>
                      <a:pt x="183" y="5"/>
                    </a:lnTo>
                    <a:lnTo>
                      <a:pt x="163" y="0"/>
                    </a:lnTo>
                    <a:lnTo>
                      <a:pt x="138" y="1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1" name="Freeform 19">
                <a:extLst>
                  <a:ext uri="{FF2B5EF4-FFF2-40B4-BE49-F238E27FC236}">
                    <a16:creationId xmlns:a16="http://schemas.microsoft.com/office/drawing/2014/main" id="{0CF3BF13-3BB1-1CCE-CED3-50C8BCB70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855"/>
                <a:ext cx="41" cy="8"/>
              </a:xfrm>
              <a:custGeom>
                <a:avLst/>
                <a:gdLst>
                  <a:gd name="T0" fmla="*/ 0 w 292"/>
                  <a:gd name="T1" fmla="*/ 0 h 55"/>
                  <a:gd name="T2" fmla="*/ 0 w 292"/>
                  <a:gd name="T3" fmla="*/ 0 h 55"/>
                  <a:gd name="T4" fmla="*/ 0 w 292"/>
                  <a:gd name="T5" fmla="*/ 0 h 55"/>
                  <a:gd name="T6" fmla="*/ 0 w 292"/>
                  <a:gd name="T7" fmla="*/ 0 h 55"/>
                  <a:gd name="T8" fmla="*/ 0 w 292"/>
                  <a:gd name="T9" fmla="*/ 0 h 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2"/>
                  <a:gd name="T16" fmla="*/ 0 h 55"/>
                  <a:gd name="T17" fmla="*/ 292 w 292"/>
                  <a:gd name="T18" fmla="*/ 55 h 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2" h="55">
                    <a:moveTo>
                      <a:pt x="0" y="55"/>
                    </a:moveTo>
                    <a:lnTo>
                      <a:pt x="292" y="10"/>
                    </a:lnTo>
                    <a:lnTo>
                      <a:pt x="271" y="4"/>
                    </a:lnTo>
                    <a:lnTo>
                      <a:pt x="276" y="0"/>
                    </a:lnTo>
                    <a:lnTo>
                      <a:pt x="256" y="1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2" name="Freeform 20">
                <a:extLst>
                  <a:ext uri="{FF2B5EF4-FFF2-40B4-BE49-F238E27FC236}">
                    <a16:creationId xmlns:a16="http://schemas.microsoft.com/office/drawing/2014/main" id="{122BC41C-5D5C-FE06-8C6D-CB50C1316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1" y="2859"/>
                <a:ext cx="12" cy="58"/>
              </a:xfrm>
              <a:custGeom>
                <a:avLst/>
                <a:gdLst>
                  <a:gd name="T0" fmla="*/ 0 w 81"/>
                  <a:gd name="T1" fmla="*/ 0 h 406"/>
                  <a:gd name="T2" fmla="*/ 0 w 81"/>
                  <a:gd name="T3" fmla="*/ 0 h 406"/>
                  <a:gd name="T4" fmla="*/ 0 w 81"/>
                  <a:gd name="T5" fmla="*/ 0 h 406"/>
                  <a:gd name="T6" fmla="*/ 0 w 81"/>
                  <a:gd name="T7" fmla="*/ 0 h 406"/>
                  <a:gd name="T8" fmla="*/ 0 w 81"/>
                  <a:gd name="T9" fmla="*/ 0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406"/>
                  <a:gd name="T17" fmla="*/ 81 w 81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406">
                    <a:moveTo>
                      <a:pt x="81" y="0"/>
                    </a:moveTo>
                    <a:lnTo>
                      <a:pt x="81" y="203"/>
                    </a:lnTo>
                    <a:lnTo>
                      <a:pt x="81" y="376"/>
                    </a:lnTo>
                    <a:lnTo>
                      <a:pt x="81" y="406"/>
                    </a:lnTo>
                    <a:lnTo>
                      <a:pt x="0" y="31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67" name="Line 21">
              <a:extLst>
                <a:ext uri="{FF2B5EF4-FFF2-40B4-BE49-F238E27FC236}">
                  <a16:creationId xmlns:a16="http://schemas.microsoft.com/office/drawing/2014/main" id="{93272CE8-38C5-67B1-D9D1-1954FC298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412"/>
              <a:ext cx="18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8" name="Line 22">
              <a:extLst>
                <a:ext uri="{FF2B5EF4-FFF2-40B4-BE49-F238E27FC236}">
                  <a16:creationId xmlns:a16="http://schemas.microsoft.com/office/drawing/2014/main" id="{73806B7F-4FB9-CBDC-F9BB-5979A4E36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3" y="2412"/>
              <a:ext cx="309" cy="57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9" name="Line 23">
              <a:extLst>
                <a:ext uri="{FF2B5EF4-FFF2-40B4-BE49-F238E27FC236}">
                  <a16:creationId xmlns:a16="http://schemas.microsoft.com/office/drawing/2014/main" id="{3169D470-8BC6-0C00-5D13-0B67C6D33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2412"/>
              <a:ext cx="106" cy="4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0" name="Line 24">
              <a:extLst>
                <a:ext uri="{FF2B5EF4-FFF2-40B4-BE49-F238E27FC236}">
                  <a16:creationId xmlns:a16="http://schemas.microsoft.com/office/drawing/2014/main" id="{8B1B027C-BE0F-5BCD-6A7E-DED1E372D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1" y="2412"/>
              <a:ext cx="61" cy="76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1" name="Line 25">
              <a:extLst>
                <a:ext uri="{FF2B5EF4-FFF2-40B4-BE49-F238E27FC236}">
                  <a16:creationId xmlns:a16="http://schemas.microsoft.com/office/drawing/2014/main" id="{1F6E862B-29EE-0850-9111-B04B5524C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2" y="2412"/>
              <a:ext cx="190" cy="9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83" name="Group 26">
            <a:extLst>
              <a:ext uri="{FF2B5EF4-FFF2-40B4-BE49-F238E27FC236}">
                <a16:creationId xmlns:a16="http://schemas.microsoft.com/office/drawing/2014/main" id="{15229EBC-A011-EB21-7407-06B3F98B57F6}"/>
              </a:ext>
            </a:extLst>
          </p:cNvPr>
          <p:cNvGrpSpPr>
            <a:grpSpLocks/>
          </p:cNvGrpSpPr>
          <p:nvPr/>
        </p:nvGrpSpPr>
        <p:grpSpPr bwMode="auto">
          <a:xfrm>
            <a:off x="7442200" y="7509395"/>
            <a:ext cx="1257300" cy="2130426"/>
            <a:chOff x="2535" y="2951"/>
            <a:chExt cx="335" cy="568"/>
          </a:xfrm>
        </p:grpSpPr>
        <p:sp>
          <p:nvSpPr>
            <p:cNvPr id="584" name="Freeform 27">
              <a:extLst>
                <a:ext uri="{FF2B5EF4-FFF2-40B4-BE49-F238E27FC236}">
                  <a16:creationId xmlns:a16="http://schemas.microsoft.com/office/drawing/2014/main" id="{0A6FFDB7-DAB7-8961-0667-7D463051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5" name="Freeform 28">
              <a:extLst>
                <a:ext uri="{FF2B5EF4-FFF2-40B4-BE49-F238E27FC236}">
                  <a16:creationId xmlns:a16="http://schemas.microsoft.com/office/drawing/2014/main" id="{97BFA9B1-F76C-6070-EB05-B3E8C8326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6" name="Freeform 29">
              <a:extLst>
                <a:ext uri="{FF2B5EF4-FFF2-40B4-BE49-F238E27FC236}">
                  <a16:creationId xmlns:a16="http://schemas.microsoft.com/office/drawing/2014/main" id="{3B2C3137-5D0A-7100-3581-650494FEC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7"/>
              <a:ext cx="14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7" name="Freeform 30">
              <a:extLst>
                <a:ext uri="{FF2B5EF4-FFF2-40B4-BE49-F238E27FC236}">
                  <a16:creationId xmlns:a16="http://schemas.microsoft.com/office/drawing/2014/main" id="{F86A2E68-C7AF-A366-66E6-E15DFF44D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7"/>
              <a:ext cx="14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8" name="Freeform 31">
              <a:extLst>
                <a:ext uri="{FF2B5EF4-FFF2-40B4-BE49-F238E27FC236}">
                  <a16:creationId xmlns:a16="http://schemas.microsoft.com/office/drawing/2014/main" id="{91BD8A91-AE21-CB37-3417-2B931715D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9" name="Freeform 32">
              <a:extLst>
                <a:ext uri="{FF2B5EF4-FFF2-40B4-BE49-F238E27FC236}">
                  <a16:creationId xmlns:a16="http://schemas.microsoft.com/office/drawing/2014/main" id="{13B30206-055A-C3A7-772A-F90E4C6F4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0" name="Freeform 33">
              <a:extLst>
                <a:ext uri="{FF2B5EF4-FFF2-40B4-BE49-F238E27FC236}">
                  <a16:creationId xmlns:a16="http://schemas.microsoft.com/office/drawing/2014/main" id="{312C8D49-2C2B-F286-C71D-6F195D4A2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54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4" y="1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1" name="Freeform 34">
              <a:extLst>
                <a:ext uri="{FF2B5EF4-FFF2-40B4-BE49-F238E27FC236}">
                  <a16:creationId xmlns:a16="http://schemas.microsoft.com/office/drawing/2014/main" id="{7AF1ED6C-4944-AFCC-94BC-46B4C2BEB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54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4" y="1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2" name="Freeform 35">
              <a:extLst>
                <a:ext uri="{FF2B5EF4-FFF2-40B4-BE49-F238E27FC236}">
                  <a16:creationId xmlns:a16="http://schemas.microsoft.com/office/drawing/2014/main" id="{717D5F15-888A-F83E-3F16-351514F9D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3" name="Freeform 36">
              <a:extLst>
                <a:ext uri="{FF2B5EF4-FFF2-40B4-BE49-F238E27FC236}">
                  <a16:creationId xmlns:a16="http://schemas.microsoft.com/office/drawing/2014/main" id="{02FE9BE8-7A81-AFF7-0ACC-5F5C28670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4" name="Freeform 37">
              <a:extLst>
                <a:ext uri="{FF2B5EF4-FFF2-40B4-BE49-F238E27FC236}">
                  <a16:creationId xmlns:a16="http://schemas.microsoft.com/office/drawing/2014/main" id="{D4A602AF-97D7-B4DC-16C8-FFC2B1522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51"/>
              <a:ext cx="3" cy="13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6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5" name="Freeform 38">
              <a:extLst>
                <a:ext uri="{FF2B5EF4-FFF2-40B4-BE49-F238E27FC236}">
                  <a16:creationId xmlns:a16="http://schemas.microsoft.com/office/drawing/2014/main" id="{ED20B13E-97FD-261B-693E-63734C566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51"/>
              <a:ext cx="3" cy="13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6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6" name="Freeform 39">
              <a:extLst>
                <a:ext uri="{FF2B5EF4-FFF2-40B4-BE49-F238E27FC236}">
                  <a16:creationId xmlns:a16="http://schemas.microsoft.com/office/drawing/2014/main" id="{F4B58272-9E41-785F-6913-A6A6327B5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52"/>
              <a:ext cx="8" cy="12"/>
            </a:xfrm>
            <a:custGeom>
              <a:avLst/>
              <a:gdLst>
                <a:gd name="T0" fmla="*/ 0 w 55"/>
                <a:gd name="T1" fmla="*/ 0 h 87"/>
                <a:gd name="T2" fmla="*/ 0 w 55"/>
                <a:gd name="T3" fmla="*/ 0 h 87"/>
                <a:gd name="T4" fmla="*/ 0 w 55"/>
                <a:gd name="T5" fmla="*/ 0 h 87"/>
                <a:gd name="T6" fmla="*/ 0 w 55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7"/>
                <a:gd name="T14" fmla="*/ 55 w 55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7">
                  <a:moveTo>
                    <a:pt x="26" y="0"/>
                  </a:moveTo>
                  <a:lnTo>
                    <a:pt x="0" y="12"/>
                  </a:lnTo>
                  <a:lnTo>
                    <a:pt x="55" y="8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7" name="Freeform 40">
              <a:extLst>
                <a:ext uri="{FF2B5EF4-FFF2-40B4-BE49-F238E27FC236}">
                  <a16:creationId xmlns:a16="http://schemas.microsoft.com/office/drawing/2014/main" id="{FE928D85-F1CE-D7FA-418C-1B5DCF6A4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52"/>
              <a:ext cx="8" cy="12"/>
            </a:xfrm>
            <a:custGeom>
              <a:avLst/>
              <a:gdLst>
                <a:gd name="T0" fmla="*/ 0 w 55"/>
                <a:gd name="T1" fmla="*/ 0 h 87"/>
                <a:gd name="T2" fmla="*/ 0 w 55"/>
                <a:gd name="T3" fmla="*/ 0 h 87"/>
                <a:gd name="T4" fmla="*/ 0 w 55"/>
                <a:gd name="T5" fmla="*/ 0 h 87"/>
                <a:gd name="T6" fmla="*/ 0 w 55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7"/>
                <a:gd name="T14" fmla="*/ 55 w 55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7">
                  <a:moveTo>
                    <a:pt x="26" y="0"/>
                  </a:moveTo>
                  <a:lnTo>
                    <a:pt x="0" y="12"/>
                  </a:lnTo>
                  <a:lnTo>
                    <a:pt x="55" y="87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8" name="Freeform 41">
              <a:extLst>
                <a:ext uri="{FF2B5EF4-FFF2-40B4-BE49-F238E27FC236}">
                  <a16:creationId xmlns:a16="http://schemas.microsoft.com/office/drawing/2014/main" id="{16516E58-74FD-6293-9737-32A62F09C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54"/>
              <a:ext cx="11" cy="8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9" name="Freeform 42">
              <a:extLst>
                <a:ext uri="{FF2B5EF4-FFF2-40B4-BE49-F238E27FC236}">
                  <a16:creationId xmlns:a16="http://schemas.microsoft.com/office/drawing/2014/main" id="{50B61257-079A-2FD8-A4BA-B17C954B1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54"/>
              <a:ext cx="11" cy="8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0" name="Freeform 43">
              <a:extLst>
                <a:ext uri="{FF2B5EF4-FFF2-40B4-BE49-F238E27FC236}">
                  <a16:creationId xmlns:a16="http://schemas.microsoft.com/office/drawing/2014/main" id="{01E0E5AA-9C67-9EAC-44B7-026991472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57"/>
              <a:ext cx="13" cy="7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1" name="Freeform 44">
              <a:extLst>
                <a:ext uri="{FF2B5EF4-FFF2-40B4-BE49-F238E27FC236}">
                  <a16:creationId xmlns:a16="http://schemas.microsoft.com/office/drawing/2014/main" id="{7C081EC4-5349-F03D-1924-1FB51B63C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57"/>
              <a:ext cx="13" cy="7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2" name="Freeform 45">
              <a:extLst>
                <a:ext uri="{FF2B5EF4-FFF2-40B4-BE49-F238E27FC236}">
                  <a16:creationId xmlns:a16="http://schemas.microsoft.com/office/drawing/2014/main" id="{AB2400EC-E378-7640-DFAB-3295C8ABD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0"/>
              <a:ext cx="13" cy="3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3" name="Freeform 46">
              <a:extLst>
                <a:ext uri="{FF2B5EF4-FFF2-40B4-BE49-F238E27FC236}">
                  <a16:creationId xmlns:a16="http://schemas.microsoft.com/office/drawing/2014/main" id="{2A94F2BD-81EC-4603-17D7-F2E8A46A6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0"/>
              <a:ext cx="13" cy="3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4" name="Freeform 47">
              <a:extLst>
                <a:ext uri="{FF2B5EF4-FFF2-40B4-BE49-F238E27FC236}">
                  <a16:creationId xmlns:a16="http://schemas.microsoft.com/office/drawing/2014/main" id="{87D01C42-C4D9-EF28-A7AF-72F340308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4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5" name="Freeform 48">
              <a:extLst>
                <a:ext uri="{FF2B5EF4-FFF2-40B4-BE49-F238E27FC236}">
                  <a16:creationId xmlns:a16="http://schemas.microsoft.com/office/drawing/2014/main" id="{86E74EAD-C5EB-FC17-134C-2CA52DE29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4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6" name="Freeform 49">
              <a:extLst>
                <a:ext uri="{FF2B5EF4-FFF2-40B4-BE49-F238E27FC236}">
                  <a16:creationId xmlns:a16="http://schemas.microsoft.com/office/drawing/2014/main" id="{31905305-EBD6-49F7-8714-B5EA90146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7" name="Freeform 50">
              <a:extLst>
                <a:ext uri="{FF2B5EF4-FFF2-40B4-BE49-F238E27FC236}">
                  <a16:creationId xmlns:a16="http://schemas.microsoft.com/office/drawing/2014/main" id="{91F797B3-3FA0-4D3F-FA07-E1399617C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8" name="Freeform 51">
              <a:extLst>
                <a:ext uri="{FF2B5EF4-FFF2-40B4-BE49-F238E27FC236}">
                  <a16:creationId xmlns:a16="http://schemas.microsoft.com/office/drawing/2014/main" id="{83608D98-31AC-EF46-DB8F-F0FC990A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64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9" name="Freeform 52">
              <a:extLst>
                <a:ext uri="{FF2B5EF4-FFF2-40B4-BE49-F238E27FC236}">
                  <a16:creationId xmlns:a16="http://schemas.microsoft.com/office/drawing/2014/main" id="{3E05DF07-0F13-D4A3-A411-0C70F6DBA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64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0" name="Freeform 53">
              <a:extLst>
                <a:ext uri="{FF2B5EF4-FFF2-40B4-BE49-F238E27FC236}">
                  <a16:creationId xmlns:a16="http://schemas.microsoft.com/office/drawing/2014/main" id="{2EF232AA-D590-CC6B-1DF7-05769CD5D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64"/>
              <a:ext cx="8" cy="14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1" name="Freeform 54">
              <a:extLst>
                <a:ext uri="{FF2B5EF4-FFF2-40B4-BE49-F238E27FC236}">
                  <a16:creationId xmlns:a16="http://schemas.microsoft.com/office/drawing/2014/main" id="{7EF173F8-4E2A-34A1-A8F3-BB0D4208E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64"/>
              <a:ext cx="8" cy="14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2" name="Freeform 55">
              <a:extLst>
                <a:ext uri="{FF2B5EF4-FFF2-40B4-BE49-F238E27FC236}">
                  <a16:creationId xmlns:a16="http://schemas.microsoft.com/office/drawing/2014/main" id="{08C9D27C-6823-FBAC-C85F-9F7248FCC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64"/>
              <a:ext cx="3" cy="14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3" name="Freeform 56">
              <a:extLst>
                <a:ext uri="{FF2B5EF4-FFF2-40B4-BE49-F238E27FC236}">
                  <a16:creationId xmlns:a16="http://schemas.microsoft.com/office/drawing/2014/main" id="{D5A13498-8845-324D-A431-814D64B57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64"/>
              <a:ext cx="3" cy="14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4" name="Freeform 57">
              <a:extLst>
                <a:ext uri="{FF2B5EF4-FFF2-40B4-BE49-F238E27FC236}">
                  <a16:creationId xmlns:a16="http://schemas.microsoft.com/office/drawing/2014/main" id="{A22CE579-C0A3-CB24-288A-472F2982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5" name="Freeform 58">
              <a:extLst>
                <a:ext uri="{FF2B5EF4-FFF2-40B4-BE49-F238E27FC236}">
                  <a16:creationId xmlns:a16="http://schemas.microsoft.com/office/drawing/2014/main" id="{885644C6-7F09-D47B-F40F-029DA5284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6" name="Freeform 59">
              <a:extLst>
                <a:ext uri="{FF2B5EF4-FFF2-40B4-BE49-F238E27FC236}">
                  <a16:creationId xmlns:a16="http://schemas.microsoft.com/office/drawing/2014/main" id="{EA9ED460-009A-9B41-3F14-492860430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7" name="Freeform 60">
              <a:extLst>
                <a:ext uri="{FF2B5EF4-FFF2-40B4-BE49-F238E27FC236}">
                  <a16:creationId xmlns:a16="http://schemas.microsoft.com/office/drawing/2014/main" id="{7D4C362A-AA7A-B74F-E1B2-FF3B1AB8B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8" name="Freeform 61">
              <a:extLst>
                <a:ext uri="{FF2B5EF4-FFF2-40B4-BE49-F238E27FC236}">
                  <a16:creationId xmlns:a16="http://schemas.microsoft.com/office/drawing/2014/main" id="{3BF2840D-CAA4-E0B2-C8C5-F220D94EF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9" name="Freeform 62">
              <a:extLst>
                <a:ext uri="{FF2B5EF4-FFF2-40B4-BE49-F238E27FC236}">
                  <a16:creationId xmlns:a16="http://schemas.microsoft.com/office/drawing/2014/main" id="{9B655DE9-3438-0628-90FC-A8358676F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0" name="Freeform 63">
              <a:extLst>
                <a:ext uri="{FF2B5EF4-FFF2-40B4-BE49-F238E27FC236}">
                  <a16:creationId xmlns:a16="http://schemas.microsoft.com/office/drawing/2014/main" id="{43B94B97-A7CB-4A2A-C9D9-783CC73D6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1" name="Freeform 64">
              <a:extLst>
                <a:ext uri="{FF2B5EF4-FFF2-40B4-BE49-F238E27FC236}">
                  <a16:creationId xmlns:a16="http://schemas.microsoft.com/office/drawing/2014/main" id="{298430F3-528D-A80B-B751-1EDB4262B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2" name="Freeform 65">
              <a:extLst>
                <a:ext uri="{FF2B5EF4-FFF2-40B4-BE49-F238E27FC236}">
                  <a16:creationId xmlns:a16="http://schemas.microsoft.com/office/drawing/2014/main" id="{CA4CBC81-6063-7507-2086-B886ED01B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8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8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3" name="Freeform 66">
              <a:extLst>
                <a:ext uri="{FF2B5EF4-FFF2-40B4-BE49-F238E27FC236}">
                  <a16:creationId xmlns:a16="http://schemas.microsoft.com/office/drawing/2014/main" id="{EB09CA9C-C247-BB9D-86A8-76A8EA0C1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4" name="Freeform 67">
              <a:extLst>
                <a:ext uri="{FF2B5EF4-FFF2-40B4-BE49-F238E27FC236}">
                  <a16:creationId xmlns:a16="http://schemas.microsoft.com/office/drawing/2014/main" id="{0938ECFF-AB2B-F7AD-D768-8D00D14A1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5" name="Freeform 68">
              <a:extLst>
                <a:ext uri="{FF2B5EF4-FFF2-40B4-BE49-F238E27FC236}">
                  <a16:creationId xmlns:a16="http://schemas.microsoft.com/office/drawing/2014/main" id="{D39105F3-9534-0356-1DC9-41752AE4A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8"/>
              <a:ext cx="14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6" name="Freeform 69">
              <a:extLst>
                <a:ext uri="{FF2B5EF4-FFF2-40B4-BE49-F238E27FC236}">
                  <a16:creationId xmlns:a16="http://schemas.microsoft.com/office/drawing/2014/main" id="{FD3F5447-B8B1-1D40-BF7D-08DC82A0D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8"/>
              <a:ext cx="14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7" name="Freeform 70">
              <a:extLst>
                <a:ext uri="{FF2B5EF4-FFF2-40B4-BE49-F238E27FC236}">
                  <a16:creationId xmlns:a16="http://schemas.microsoft.com/office/drawing/2014/main" id="{7F38CB8D-402A-4E92-D7CD-77DBA8BB8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8" name="Freeform 71">
              <a:extLst>
                <a:ext uri="{FF2B5EF4-FFF2-40B4-BE49-F238E27FC236}">
                  <a16:creationId xmlns:a16="http://schemas.microsoft.com/office/drawing/2014/main" id="{3712026E-5D4E-3241-6CFF-D5EB72DE4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9" name="Freeform 72">
              <a:extLst>
                <a:ext uri="{FF2B5EF4-FFF2-40B4-BE49-F238E27FC236}">
                  <a16:creationId xmlns:a16="http://schemas.microsoft.com/office/drawing/2014/main" id="{AD2B8601-06DD-F802-B30A-5AE45A30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54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4" y="1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0" name="Freeform 73">
              <a:extLst>
                <a:ext uri="{FF2B5EF4-FFF2-40B4-BE49-F238E27FC236}">
                  <a16:creationId xmlns:a16="http://schemas.microsoft.com/office/drawing/2014/main" id="{34F892F5-64DC-0724-79BD-C50F5B64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54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4" y="1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1" name="Freeform 74">
              <a:extLst>
                <a:ext uri="{FF2B5EF4-FFF2-40B4-BE49-F238E27FC236}">
                  <a16:creationId xmlns:a16="http://schemas.microsoft.com/office/drawing/2014/main" id="{EBB86807-B313-1C34-E182-B3A5F8A40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2" name="Freeform 75">
              <a:extLst>
                <a:ext uri="{FF2B5EF4-FFF2-40B4-BE49-F238E27FC236}">
                  <a16:creationId xmlns:a16="http://schemas.microsoft.com/office/drawing/2014/main" id="{8B77954C-2DB0-DE55-3032-3CAC03336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3" name="Freeform 76">
              <a:extLst>
                <a:ext uri="{FF2B5EF4-FFF2-40B4-BE49-F238E27FC236}">
                  <a16:creationId xmlns:a16="http://schemas.microsoft.com/office/drawing/2014/main" id="{667C0A81-1AC5-7D7E-F01B-C6E56353E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493"/>
              <a:ext cx="3" cy="14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4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4" name="Freeform 77">
              <a:extLst>
                <a:ext uri="{FF2B5EF4-FFF2-40B4-BE49-F238E27FC236}">
                  <a16:creationId xmlns:a16="http://schemas.microsoft.com/office/drawing/2014/main" id="{3707AF71-3A76-8F81-5416-E7DCB024C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493"/>
              <a:ext cx="3" cy="14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4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5" name="Freeform 78">
              <a:extLst>
                <a:ext uri="{FF2B5EF4-FFF2-40B4-BE49-F238E27FC236}">
                  <a16:creationId xmlns:a16="http://schemas.microsoft.com/office/drawing/2014/main" id="{B726BB28-C5F3-8714-943C-997CD59F5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494"/>
              <a:ext cx="8" cy="14"/>
            </a:xfrm>
            <a:custGeom>
              <a:avLst/>
              <a:gdLst>
                <a:gd name="T0" fmla="*/ 0 w 55"/>
                <a:gd name="T1" fmla="*/ 0 h 89"/>
                <a:gd name="T2" fmla="*/ 0 w 55"/>
                <a:gd name="T3" fmla="*/ 0 h 89"/>
                <a:gd name="T4" fmla="*/ 0 w 55"/>
                <a:gd name="T5" fmla="*/ 0 h 89"/>
                <a:gd name="T6" fmla="*/ 0 w 55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9"/>
                <a:gd name="T14" fmla="*/ 55 w 55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9">
                  <a:moveTo>
                    <a:pt x="26" y="0"/>
                  </a:moveTo>
                  <a:lnTo>
                    <a:pt x="0" y="14"/>
                  </a:lnTo>
                  <a:lnTo>
                    <a:pt x="55" y="8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6" name="Freeform 79">
              <a:extLst>
                <a:ext uri="{FF2B5EF4-FFF2-40B4-BE49-F238E27FC236}">
                  <a16:creationId xmlns:a16="http://schemas.microsoft.com/office/drawing/2014/main" id="{4F21B5F7-F353-9799-D1FA-489DB36F1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494"/>
              <a:ext cx="8" cy="14"/>
            </a:xfrm>
            <a:custGeom>
              <a:avLst/>
              <a:gdLst>
                <a:gd name="T0" fmla="*/ 0 w 55"/>
                <a:gd name="T1" fmla="*/ 0 h 89"/>
                <a:gd name="T2" fmla="*/ 0 w 55"/>
                <a:gd name="T3" fmla="*/ 0 h 89"/>
                <a:gd name="T4" fmla="*/ 0 w 55"/>
                <a:gd name="T5" fmla="*/ 0 h 89"/>
                <a:gd name="T6" fmla="*/ 0 w 55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9"/>
                <a:gd name="T14" fmla="*/ 55 w 55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9">
                  <a:moveTo>
                    <a:pt x="26" y="0"/>
                  </a:moveTo>
                  <a:lnTo>
                    <a:pt x="0" y="14"/>
                  </a:lnTo>
                  <a:lnTo>
                    <a:pt x="55" y="89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7" name="Freeform 80">
              <a:extLst>
                <a:ext uri="{FF2B5EF4-FFF2-40B4-BE49-F238E27FC236}">
                  <a16:creationId xmlns:a16="http://schemas.microsoft.com/office/drawing/2014/main" id="{5A0307D0-68DE-E508-BFC6-ADD81616F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496"/>
              <a:ext cx="11" cy="10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8" name="Freeform 81">
              <a:extLst>
                <a:ext uri="{FF2B5EF4-FFF2-40B4-BE49-F238E27FC236}">
                  <a16:creationId xmlns:a16="http://schemas.microsoft.com/office/drawing/2014/main" id="{0E8FE67F-53BF-2ECC-8397-68B75642F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496"/>
              <a:ext cx="11" cy="10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9" name="Freeform 82">
              <a:extLst>
                <a:ext uri="{FF2B5EF4-FFF2-40B4-BE49-F238E27FC236}">
                  <a16:creationId xmlns:a16="http://schemas.microsoft.com/office/drawing/2014/main" id="{006A869D-6100-8332-DABA-E44CD00AC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498"/>
              <a:ext cx="13" cy="8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0" name="Freeform 83">
              <a:extLst>
                <a:ext uri="{FF2B5EF4-FFF2-40B4-BE49-F238E27FC236}">
                  <a16:creationId xmlns:a16="http://schemas.microsoft.com/office/drawing/2014/main" id="{A5149EE8-CE84-7F49-AF26-D159B8B86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498"/>
              <a:ext cx="13" cy="8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1" name="Freeform 84">
              <a:extLst>
                <a:ext uri="{FF2B5EF4-FFF2-40B4-BE49-F238E27FC236}">
                  <a16:creationId xmlns:a16="http://schemas.microsoft.com/office/drawing/2014/main" id="{E3B435A4-F5C0-F533-04CC-D5D392E62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2"/>
              <a:ext cx="13" cy="4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2" name="Freeform 85">
              <a:extLst>
                <a:ext uri="{FF2B5EF4-FFF2-40B4-BE49-F238E27FC236}">
                  <a16:creationId xmlns:a16="http://schemas.microsoft.com/office/drawing/2014/main" id="{220D1E7B-9BC2-02C3-5749-8270ABC24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2"/>
              <a:ext cx="13" cy="4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3" name="Freeform 86">
              <a:extLst>
                <a:ext uri="{FF2B5EF4-FFF2-40B4-BE49-F238E27FC236}">
                  <a16:creationId xmlns:a16="http://schemas.microsoft.com/office/drawing/2014/main" id="{24FC0110-EFDD-D9DC-58AF-62A1B0DD9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3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4" name="Freeform 87">
              <a:extLst>
                <a:ext uri="{FF2B5EF4-FFF2-40B4-BE49-F238E27FC236}">
                  <a16:creationId xmlns:a16="http://schemas.microsoft.com/office/drawing/2014/main" id="{303F7E17-65E9-DB88-B518-2E3264039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3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5" name="Freeform 88">
              <a:extLst>
                <a:ext uri="{FF2B5EF4-FFF2-40B4-BE49-F238E27FC236}">
                  <a16:creationId xmlns:a16="http://schemas.microsoft.com/office/drawing/2014/main" id="{FB9C2310-4FE5-EA85-C29A-62434F2FE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6" name="Freeform 89">
              <a:extLst>
                <a:ext uri="{FF2B5EF4-FFF2-40B4-BE49-F238E27FC236}">
                  <a16:creationId xmlns:a16="http://schemas.microsoft.com/office/drawing/2014/main" id="{EBCFF6AE-5D44-3410-4E07-0F1FF8299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7" name="Freeform 90">
              <a:extLst>
                <a:ext uri="{FF2B5EF4-FFF2-40B4-BE49-F238E27FC236}">
                  <a16:creationId xmlns:a16="http://schemas.microsoft.com/office/drawing/2014/main" id="{8015BC54-F2AB-8108-741B-01F90636D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506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8" name="Freeform 91">
              <a:extLst>
                <a:ext uri="{FF2B5EF4-FFF2-40B4-BE49-F238E27FC236}">
                  <a16:creationId xmlns:a16="http://schemas.microsoft.com/office/drawing/2014/main" id="{4E54D27D-6677-7C9A-4EBB-C1511C9F1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506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9" name="Freeform 92">
              <a:extLst>
                <a:ext uri="{FF2B5EF4-FFF2-40B4-BE49-F238E27FC236}">
                  <a16:creationId xmlns:a16="http://schemas.microsoft.com/office/drawing/2014/main" id="{E65D93B7-30B8-93B2-AEE7-C24B85603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506"/>
              <a:ext cx="8" cy="13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0" name="Freeform 93">
              <a:extLst>
                <a:ext uri="{FF2B5EF4-FFF2-40B4-BE49-F238E27FC236}">
                  <a16:creationId xmlns:a16="http://schemas.microsoft.com/office/drawing/2014/main" id="{3EBE81EA-D6D2-B7E6-685F-BD9791D85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506"/>
              <a:ext cx="8" cy="13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1" name="Freeform 94">
              <a:extLst>
                <a:ext uri="{FF2B5EF4-FFF2-40B4-BE49-F238E27FC236}">
                  <a16:creationId xmlns:a16="http://schemas.microsoft.com/office/drawing/2014/main" id="{B3A1AF4D-F242-3A48-081C-77CDE7EAA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506"/>
              <a:ext cx="3" cy="13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2" name="Freeform 95">
              <a:extLst>
                <a:ext uri="{FF2B5EF4-FFF2-40B4-BE49-F238E27FC236}">
                  <a16:creationId xmlns:a16="http://schemas.microsoft.com/office/drawing/2014/main" id="{9914291E-58B0-CC79-25BF-80747B3E3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506"/>
              <a:ext cx="3" cy="13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3" name="Freeform 96">
              <a:extLst>
                <a:ext uri="{FF2B5EF4-FFF2-40B4-BE49-F238E27FC236}">
                  <a16:creationId xmlns:a16="http://schemas.microsoft.com/office/drawing/2014/main" id="{3C88829C-EDE6-CAF0-A68D-5C64C2DCE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4" name="Freeform 97">
              <a:extLst>
                <a:ext uri="{FF2B5EF4-FFF2-40B4-BE49-F238E27FC236}">
                  <a16:creationId xmlns:a16="http://schemas.microsoft.com/office/drawing/2014/main" id="{886C48F3-9031-FEC9-6F62-5CB39E4D0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5" name="Freeform 98">
              <a:extLst>
                <a:ext uri="{FF2B5EF4-FFF2-40B4-BE49-F238E27FC236}">
                  <a16:creationId xmlns:a16="http://schemas.microsoft.com/office/drawing/2014/main" id="{D3CE6761-B46F-7FA2-F160-60DBACCC3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6" name="Freeform 99">
              <a:extLst>
                <a:ext uri="{FF2B5EF4-FFF2-40B4-BE49-F238E27FC236}">
                  <a16:creationId xmlns:a16="http://schemas.microsoft.com/office/drawing/2014/main" id="{4FE13682-FD27-3D80-6090-ECFD84CF2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7" name="Freeform 100">
              <a:extLst>
                <a:ext uri="{FF2B5EF4-FFF2-40B4-BE49-F238E27FC236}">
                  <a16:creationId xmlns:a16="http://schemas.microsoft.com/office/drawing/2014/main" id="{051C6779-E524-789D-5C91-50E92F5F0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8" name="Freeform 101">
              <a:extLst>
                <a:ext uri="{FF2B5EF4-FFF2-40B4-BE49-F238E27FC236}">
                  <a16:creationId xmlns:a16="http://schemas.microsoft.com/office/drawing/2014/main" id="{65C6EDF8-2C4E-396E-973E-A3B162262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9" name="Freeform 102">
              <a:extLst>
                <a:ext uri="{FF2B5EF4-FFF2-40B4-BE49-F238E27FC236}">
                  <a16:creationId xmlns:a16="http://schemas.microsoft.com/office/drawing/2014/main" id="{362622B9-80CE-D8C2-00A0-F819F4C9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0" name="Freeform 103">
              <a:extLst>
                <a:ext uri="{FF2B5EF4-FFF2-40B4-BE49-F238E27FC236}">
                  <a16:creationId xmlns:a16="http://schemas.microsoft.com/office/drawing/2014/main" id="{D0DE8122-BDEB-B6A1-3863-FD7FA43FC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1" name="Freeform 104">
              <a:extLst>
                <a:ext uri="{FF2B5EF4-FFF2-40B4-BE49-F238E27FC236}">
                  <a16:creationId xmlns:a16="http://schemas.microsoft.com/office/drawing/2014/main" id="{B581EE8A-83E8-6777-01A1-C86DF89D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8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8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662" name="Group 105">
              <a:extLst>
                <a:ext uri="{FF2B5EF4-FFF2-40B4-BE49-F238E27FC236}">
                  <a16:creationId xmlns:a16="http://schemas.microsoft.com/office/drawing/2014/main" id="{E80ECFB5-FCE4-612E-DA93-20DDFD7B5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964"/>
              <a:ext cx="326" cy="546"/>
              <a:chOff x="2544" y="2964"/>
              <a:chExt cx="326" cy="546"/>
            </a:xfrm>
          </p:grpSpPr>
          <p:sp>
            <p:nvSpPr>
              <p:cNvPr id="663" name="Freeform 106">
                <a:extLst>
                  <a:ext uri="{FF2B5EF4-FFF2-40B4-BE49-F238E27FC236}">
                    <a16:creationId xmlns:a16="http://schemas.microsoft.com/office/drawing/2014/main" id="{FB022661-37A8-9D3D-03AF-9BF522F83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3212"/>
                <a:ext cx="6" cy="17"/>
              </a:xfrm>
              <a:custGeom>
                <a:avLst/>
                <a:gdLst>
                  <a:gd name="T0" fmla="*/ 0 w 40"/>
                  <a:gd name="T1" fmla="*/ 0 h 117"/>
                  <a:gd name="T2" fmla="*/ 0 w 40"/>
                  <a:gd name="T3" fmla="*/ 0 h 117"/>
                  <a:gd name="T4" fmla="*/ 0 w 40"/>
                  <a:gd name="T5" fmla="*/ 0 h 117"/>
                  <a:gd name="T6" fmla="*/ 0 60000 65536"/>
                  <a:gd name="T7" fmla="*/ 0 60000 65536"/>
                  <a:gd name="T8" fmla="*/ 0 60000 65536"/>
                  <a:gd name="T9" fmla="*/ 0 w 40"/>
                  <a:gd name="T10" fmla="*/ 0 h 117"/>
                  <a:gd name="T11" fmla="*/ 40 w 40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" h="117">
                    <a:moveTo>
                      <a:pt x="0" y="0"/>
                    </a:moveTo>
                    <a:lnTo>
                      <a:pt x="36" y="77"/>
                    </a:lnTo>
                    <a:lnTo>
                      <a:pt x="40" y="11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4" name="Freeform 107">
                <a:extLst>
                  <a:ext uri="{FF2B5EF4-FFF2-40B4-BE49-F238E27FC236}">
                    <a16:creationId xmlns:a16="http://schemas.microsoft.com/office/drawing/2014/main" id="{184D182F-5F50-1A41-8A27-E964870AE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" y="3226"/>
                <a:ext cx="56" cy="79"/>
              </a:xfrm>
              <a:custGeom>
                <a:avLst/>
                <a:gdLst>
                  <a:gd name="T0" fmla="*/ 0 w 396"/>
                  <a:gd name="T1" fmla="*/ 0 h 555"/>
                  <a:gd name="T2" fmla="*/ 0 w 396"/>
                  <a:gd name="T3" fmla="*/ 0 h 555"/>
                  <a:gd name="T4" fmla="*/ 0 w 396"/>
                  <a:gd name="T5" fmla="*/ 0 h 555"/>
                  <a:gd name="T6" fmla="*/ 0 w 396"/>
                  <a:gd name="T7" fmla="*/ 0 h 555"/>
                  <a:gd name="T8" fmla="*/ 0 w 396"/>
                  <a:gd name="T9" fmla="*/ 0 h 555"/>
                  <a:gd name="T10" fmla="*/ 0 w 396"/>
                  <a:gd name="T11" fmla="*/ 0 h 555"/>
                  <a:gd name="T12" fmla="*/ 0 w 396"/>
                  <a:gd name="T13" fmla="*/ 0 h 555"/>
                  <a:gd name="T14" fmla="*/ 0 w 396"/>
                  <a:gd name="T15" fmla="*/ 0 h 555"/>
                  <a:gd name="T16" fmla="*/ 0 w 396"/>
                  <a:gd name="T17" fmla="*/ 0 h 555"/>
                  <a:gd name="T18" fmla="*/ 0 w 396"/>
                  <a:gd name="T19" fmla="*/ 0 h 555"/>
                  <a:gd name="T20" fmla="*/ 0 w 396"/>
                  <a:gd name="T21" fmla="*/ 0 h 555"/>
                  <a:gd name="T22" fmla="*/ 0 w 396"/>
                  <a:gd name="T23" fmla="*/ 0 h 555"/>
                  <a:gd name="T24" fmla="*/ 0 w 396"/>
                  <a:gd name="T25" fmla="*/ 0 h 555"/>
                  <a:gd name="T26" fmla="*/ 0 w 396"/>
                  <a:gd name="T27" fmla="*/ 0 h 55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96"/>
                  <a:gd name="T43" fmla="*/ 0 h 555"/>
                  <a:gd name="T44" fmla="*/ 396 w 396"/>
                  <a:gd name="T45" fmla="*/ 555 h 55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96" h="555">
                    <a:moveTo>
                      <a:pt x="326" y="45"/>
                    </a:moveTo>
                    <a:lnTo>
                      <a:pt x="379" y="31"/>
                    </a:lnTo>
                    <a:lnTo>
                      <a:pt x="396" y="41"/>
                    </a:lnTo>
                    <a:lnTo>
                      <a:pt x="387" y="41"/>
                    </a:lnTo>
                    <a:lnTo>
                      <a:pt x="95" y="81"/>
                    </a:lnTo>
                    <a:lnTo>
                      <a:pt x="78" y="0"/>
                    </a:lnTo>
                    <a:lnTo>
                      <a:pt x="95" y="101"/>
                    </a:lnTo>
                    <a:lnTo>
                      <a:pt x="95" y="183"/>
                    </a:lnTo>
                    <a:lnTo>
                      <a:pt x="87" y="274"/>
                    </a:lnTo>
                    <a:lnTo>
                      <a:pt x="75" y="350"/>
                    </a:lnTo>
                    <a:lnTo>
                      <a:pt x="62" y="417"/>
                    </a:lnTo>
                    <a:lnTo>
                      <a:pt x="42" y="478"/>
                    </a:lnTo>
                    <a:lnTo>
                      <a:pt x="22" y="523"/>
                    </a:lnTo>
                    <a:lnTo>
                      <a:pt x="0" y="55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5" name="Freeform 108">
                <a:extLst>
                  <a:ext uri="{FF2B5EF4-FFF2-40B4-BE49-F238E27FC236}">
                    <a16:creationId xmlns:a16="http://schemas.microsoft.com/office/drawing/2014/main" id="{B8A4D5E7-799E-3B21-3D08-8F6AF7D12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3255"/>
                <a:ext cx="7" cy="25"/>
              </a:xfrm>
              <a:custGeom>
                <a:avLst/>
                <a:gdLst>
                  <a:gd name="T0" fmla="*/ 0 w 45"/>
                  <a:gd name="T1" fmla="*/ 0 h 178"/>
                  <a:gd name="T2" fmla="*/ 0 w 45"/>
                  <a:gd name="T3" fmla="*/ 0 h 178"/>
                  <a:gd name="T4" fmla="*/ 0 w 45"/>
                  <a:gd name="T5" fmla="*/ 0 h 178"/>
                  <a:gd name="T6" fmla="*/ 0 w 45"/>
                  <a:gd name="T7" fmla="*/ 0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178"/>
                  <a:gd name="T14" fmla="*/ 45 w 4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178">
                    <a:moveTo>
                      <a:pt x="0" y="0"/>
                    </a:moveTo>
                    <a:lnTo>
                      <a:pt x="45" y="122"/>
                    </a:lnTo>
                    <a:lnTo>
                      <a:pt x="40" y="178"/>
                    </a:lnTo>
                    <a:lnTo>
                      <a:pt x="37" y="108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6" name="Freeform 109">
                <a:extLst>
                  <a:ext uri="{FF2B5EF4-FFF2-40B4-BE49-F238E27FC236}">
                    <a16:creationId xmlns:a16="http://schemas.microsoft.com/office/drawing/2014/main" id="{945D8982-E7BF-A184-5A56-926F92A7B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3246"/>
                <a:ext cx="6" cy="27"/>
              </a:xfrm>
              <a:custGeom>
                <a:avLst/>
                <a:gdLst>
                  <a:gd name="T0" fmla="*/ 0 w 41"/>
                  <a:gd name="T1" fmla="*/ 0 h 183"/>
                  <a:gd name="T2" fmla="*/ 0 w 41"/>
                  <a:gd name="T3" fmla="*/ 0 h 183"/>
                  <a:gd name="T4" fmla="*/ 0 w 41"/>
                  <a:gd name="T5" fmla="*/ 0 h 183"/>
                  <a:gd name="T6" fmla="*/ 0 w 41"/>
                  <a:gd name="T7" fmla="*/ 0 h 1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183"/>
                  <a:gd name="T14" fmla="*/ 41 w 41"/>
                  <a:gd name="T15" fmla="*/ 183 h 1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183">
                    <a:moveTo>
                      <a:pt x="0" y="0"/>
                    </a:moveTo>
                    <a:lnTo>
                      <a:pt x="41" y="141"/>
                    </a:lnTo>
                    <a:lnTo>
                      <a:pt x="37" y="183"/>
                    </a:lnTo>
                    <a:lnTo>
                      <a:pt x="33" y="1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7" name="Freeform 110">
                <a:extLst>
                  <a:ext uri="{FF2B5EF4-FFF2-40B4-BE49-F238E27FC236}">
                    <a16:creationId xmlns:a16="http://schemas.microsoft.com/office/drawing/2014/main" id="{90CE0CB8-80E2-B7F4-8651-52599E8CA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3243"/>
                <a:ext cx="7" cy="47"/>
              </a:xfrm>
              <a:custGeom>
                <a:avLst/>
                <a:gdLst>
                  <a:gd name="T0" fmla="*/ 0 w 53"/>
                  <a:gd name="T1" fmla="*/ 0 h 347"/>
                  <a:gd name="T2" fmla="*/ 0 w 53"/>
                  <a:gd name="T3" fmla="*/ 0 h 347"/>
                  <a:gd name="T4" fmla="*/ 0 w 53"/>
                  <a:gd name="T5" fmla="*/ 0 h 347"/>
                  <a:gd name="T6" fmla="*/ 0 w 53"/>
                  <a:gd name="T7" fmla="*/ 0 h 3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347"/>
                  <a:gd name="T14" fmla="*/ 53 w 53"/>
                  <a:gd name="T15" fmla="*/ 347 h 3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347">
                    <a:moveTo>
                      <a:pt x="53" y="0"/>
                    </a:moveTo>
                    <a:lnTo>
                      <a:pt x="53" y="52"/>
                    </a:lnTo>
                    <a:lnTo>
                      <a:pt x="25" y="225"/>
                    </a:lnTo>
                    <a:lnTo>
                      <a:pt x="0" y="34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8" name="Freeform 111">
                <a:extLst>
                  <a:ext uri="{FF2B5EF4-FFF2-40B4-BE49-F238E27FC236}">
                    <a16:creationId xmlns:a16="http://schemas.microsoft.com/office/drawing/2014/main" id="{84074712-75A4-0B85-9AB4-FAB26E3AC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3290"/>
                <a:ext cx="49" cy="4"/>
              </a:xfrm>
              <a:custGeom>
                <a:avLst/>
                <a:gdLst>
                  <a:gd name="T0" fmla="*/ 0 w 346"/>
                  <a:gd name="T1" fmla="*/ 0 h 31"/>
                  <a:gd name="T2" fmla="*/ 0 w 346"/>
                  <a:gd name="T3" fmla="*/ 0 h 31"/>
                  <a:gd name="T4" fmla="*/ 0 w 346"/>
                  <a:gd name="T5" fmla="*/ 0 h 31"/>
                  <a:gd name="T6" fmla="*/ 0 w 346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6"/>
                  <a:gd name="T13" fmla="*/ 0 h 31"/>
                  <a:gd name="T14" fmla="*/ 346 w 346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6" h="31">
                    <a:moveTo>
                      <a:pt x="0" y="31"/>
                    </a:moveTo>
                    <a:lnTo>
                      <a:pt x="346" y="6"/>
                    </a:lnTo>
                    <a:lnTo>
                      <a:pt x="326" y="0"/>
                    </a:lnTo>
                    <a:lnTo>
                      <a:pt x="276" y="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9" name="Line 112">
                <a:extLst>
                  <a:ext uri="{FF2B5EF4-FFF2-40B4-BE49-F238E27FC236}">
                    <a16:creationId xmlns:a16="http://schemas.microsoft.com/office/drawing/2014/main" id="{98804152-23D3-23EE-FDE8-822F00FEB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7" y="3239"/>
                <a:ext cx="29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0" name="Freeform 113">
                <a:extLst>
                  <a:ext uri="{FF2B5EF4-FFF2-40B4-BE49-F238E27FC236}">
                    <a16:creationId xmlns:a16="http://schemas.microsoft.com/office/drawing/2014/main" id="{5351101F-6992-B0B5-DC2D-2D24738EF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3" y="3212"/>
                <a:ext cx="2" cy="93"/>
              </a:xfrm>
              <a:custGeom>
                <a:avLst/>
                <a:gdLst>
                  <a:gd name="T0" fmla="*/ 0 w 13"/>
                  <a:gd name="T1" fmla="*/ 0 h 647"/>
                  <a:gd name="T2" fmla="*/ 0 w 13"/>
                  <a:gd name="T3" fmla="*/ 0 h 647"/>
                  <a:gd name="T4" fmla="*/ 0 w 13"/>
                  <a:gd name="T5" fmla="*/ 0 h 647"/>
                  <a:gd name="T6" fmla="*/ 0 w 13"/>
                  <a:gd name="T7" fmla="*/ 0 h 647"/>
                  <a:gd name="T8" fmla="*/ 0 w 13"/>
                  <a:gd name="T9" fmla="*/ 0 h 647"/>
                  <a:gd name="T10" fmla="*/ 0 w 13"/>
                  <a:gd name="T11" fmla="*/ 0 h 6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647"/>
                  <a:gd name="T20" fmla="*/ 13 w 13"/>
                  <a:gd name="T21" fmla="*/ 647 h 6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647">
                    <a:moveTo>
                      <a:pt x="0" y="0"/>
                    </a:moveTo>
                    <a:lnTo>
                      <a:pt x="13" y="26"/>
                    </a:lnTo>
                    <a:lnTo>
                      <a:pt x="8" y="20"/>
                    </a:lnTo>
                    <a:lnTo>
                      <a:pt x="8" y="647"/>
                    </a:lnTo>
                    <a:lnTo>
                      <a:pt x="0" y="601"/>
                    </a:lnTo>
                    <a:lnTo>
                      <a:pt x="4" y="56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1" name="Freeform 114">
                <a:extLst>
                  <a:ext uri="{FF2B5EF4-FFF2-40B4-BE49-F238E27FC236}">
                    <a16:creationId xmlns:a16="http://schemas.microsoft.com/office/drawing/2014/main" id="{7E20756B-1BBB-3B38-B85D-D77DE8BC2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3245"/>
                <a:ext cx="20" cy="36"/>
              </a:xfrm>
              <a:custGeom>
                <a:avLst/>
                <a:gdLst>
                  <a:gd name="T0" fmla="*/ 0 w 146"/>
                  <a:gd name="T1" fmla="*/ 0 h 253"/>
                  <a:gd name="T2" fmla="*/ 0 w 146"/>
                  <a:gd name="T3" fmla="*/ 0 h 253"/>
                  <a:gd name="T4" fmla="*/ 0 w 146"/>
                  <a:gd name="T5" fmla="*/ 0 h 253"/>
                  <a:gd name="T6" fmla="*/ 0 w 146"/>
                  <a:gd name="T7" fmla="*/ 0 h 253"/>
                  <a:gd name="T8" fmla="*/ 0 w 146"/>
                  <a:gd name="T9" fmla="*/ 0 h 253"/>
                  <a:gd name="T10" fmla="*/ 0 w 146"/>
                  <a:gd name="T11" fmla="*/ 0 h 2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6"/>
                  <a:gd name="T19" fmla="*/ 0 h 253"/>
                  <a:gd name="T20" fmla="*/ 146 w 146"/>
                  <a:gd name="T21" fmla="*/ 253 h 25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6" h="253">
                    <a:moveTo>
                      <a:pt x="146" y="0"/>
                    </a:moveTo>
                    <a:lnTo>
                      <a:pt x="126" y="55"/>
                    </a:lnTo>
                    <a:lnTo>
                      <a:pt x="93" y="111"/>
                    </a:lnTo>
                    <a:lnTo>
                      <a:pt x="57" y="177"/>
                    </a:lnTo>
                    <a:lnTo>
                      <a:pt x="25" y="227"/>
                    </a:lnTo>
                    <a:lnTo>
                      <a:pt x="0" y="25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2" name="Freeform 115">
                <a:extLst>
                  <a:ext uri="{FF2B5EF4-FFF2-40B4-BE49-F238E27FC236}">
                    <a16:creationId xmlns:a16="http://schemas.microsoft.com/office/drawing/2014/main" id="{5AC474AD-E922-6573-0451-D1A1AFD7F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3250"/>
                <a:ext cx="11" cy="11"/>
              </a:xfrm>
              <a:custGeom>
                <a:avLst/>
                <a:gdLst>
                  <a:gd name="T0" fmla="*/ 0 w 78"/>
                  <a:gd name="T1" fmla="*/ 0 h 76"/>
                  <a:gd name="T2" fmla="*/ 0 w 78"/>
                  <a:gd name="T3" fmla="*/ 0 h 76"/>
                  <a:gd name="T4" fmla="*/ 0 w 78"/>
                  <a:gd name="T5" fmla="*/ 0 h 76"/>
                  <a:gd name="T6" fmla="*/ 0 w 78"/>
                  <a:gd name="T7" fmla="*/ 0 h 76"/>
                  <a:gd name="T8" fmla="*/ 0 w 78"/>
                  <a:gd name="T9" fmla="*/ 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76"/>
                  <a:gd name="T17" fmla="*/ 78 w 78"/>
                  <a:gd name="T18" fmla="*/ 76 h 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76">
                    <a:moveTo>
                      <a:pt x="0" y="0"/>
                    </a:moveTo>
                    <a:lnTo>
                      <a:pt x="45" y="30"/>
                    </a:lnTo>
                    <a:lnTo>
                      <a:pt x="73" y="56"/>
                    </a:lnTo>
                    <a:lnTo>
                      <a:pt x="78" y="76"/>
                    </a:lnTo>
                    <a:lnTo>
                      <a:pt x="61" y="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3" name="Freeform 116">
                <a:extLst>
                  <a:ext uri="{FF2B5EF4-FFF2-40B4-BE49-F238E27FC236}">
                    <a16:creationId xmlns:a16="http://schemas.microsoft.com/office/drawing/2014/main" id="{85DA11EC-D973-B8CD-4106-61C106DF7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3226"/>
                <a:ext cx="3" cy="69"/>
              </a:xfrm>
              <a:custGeom>
                <a:avLst/>
                <a:gdLst>
                  <a:gd name="T0" fmla="*/ 0 w 16"/>
                  <a:gd name="T1" fmla="*/ 0 h 498"/>
                  <a:gd name="T2" fmla="*/ 0 w 16"/>
                  <a:gd name="T3" fmla="*/ 0 h 498"/>
                  <a:gd name="T4" fmla="*/ 0 w 16"/>
                  <a:gd name="T5" fmla="*/ 0 h 498"/>
                  <a:gd name="T6" fmla="*/ 0 w 16"/>
                  <a:gd name="T7" fmla="*/ 0 h 498"/>
                  <a:gd name="T8" fmla="*/ 0 w 16"/>
                  <a:gd name="T9" fmla="*/ 0 h 4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498"/>
                  <a:gd name="T17" fmla="*/ 16 w 16"/>
                  <a:gd name="T18" fmla="*/ 498 h 4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498">
                    <a:moveTo>
                      <a:pt x="0" y="0"/>
                    </a:moveTo>
                    <a:lnTo>
                      <a:pt x="12" y="40"/>
                    </a:lnTo>
                    <a:lnTo>
                      <a:pt x="16" y="498"/>
                    </a:lnTo>
                    <a:lnTo>
                      <a:pt x="9" y="452"/>
                    </a:lnTo>
                    <a:lnTo>
                      <a:pt x="16" y="39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4" name="Line 117">
                <a:extLst>
                  <a:ext uri="{FF2B5EF4-FFF2-40B4-BE49-F238E27FC236}">
                    <a16:creationId xmlns:a16="http://schemas.microsoft.com/office/drawing/2014/main" id="{6A32241E-18BD-9F0F-BC35-22356EF2F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3268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5" name="Line 118">
                <a:extLst>
                  <a:ext uri="{FF2B5EF4-FFF2-40B4-BE49-F238E27FC236}">
                    <a16:creationId xmlns:a16="http://schemas.microsoft.com/office/drawing/2014/main" id="{ACFD9FCE-2047-AD9C-FE6A-21957D4CE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3250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6" name="Freeform 119">
                <a:extLst>
                  <a:ext uri="{FF2B5EF4-FFF2-40B4-BE49-F238E27FC236}">
                    <a16:creationId xmlns:a16="http://schemas.microsoft.com/office/drawing/2014/main" id="{D1303A1D-0ACD-38F5-E9A0-72E92E9D9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3228"/>
                <a:ext cx="25" cy="69"/>
              </a:xfrm>
              <a:custGeom>
                <a:avLst/>
                <a:gdLst>
                  <a:gd name="T0" fmla="*/ 0 w 175"/>
                  <a:gd name="T1" fmla="*/ 0 h 488"/>
                  <a:gd name="T2" fmla="*/ 0 w 175"/>
                  <a:gd name="T3" fmla="*/ 0 h 488"/>
                  <a:gd name="T4" fmla="*/ 0 w 175"/>
                  <a:gd name="T5" fmla="*/ 0 h 488"/>
                  <a:gd name="T6" fmla="*/ 0 w 175"/>
                  <a:gd name="T7" fmla="*/ 0 h 488"/>
                  <a:gd name="T8" fmla="*/ 0 w 175"/>
                  <a:gd name="T9" fmla="*/ 0 h 488"/>
                  <a:gd name="T10" fmla="*/ 0 w 175"/>
                  <a:gd name="T11" fmla="*/ 0 h 488"/>
                  <a:gd name="T12" fmla="*/ 0 w 175"/>
                  <a:gd name="T13" fmla="*/ 0 h 488"/>
                  <a:gd name="T14" fmla="*/ 0 w 175"/>
                  <a:gd name="T15" fmla="*/ 0 h 488"/>
                  <a:gd name="T16" fmla="*/ 0 w 175"/>
                  <a:gd name="T17" fmla="*/ 0 h 488"/>
                  <a:gd name="T18" fmla="*/ 0 w 175"/>
                  <a:gd name="T19" fmla="*/ 0 h 4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5"/>
                  <a:gd name="T31" fmla="*/ 0 h 488"/>
                  <a:gd name="T32" fmla="*/ 175 w 175"/>
                  <a:gd name="T33" fmla="*/ 488 h 4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5" h="488">
                    <a:moveTo>
                      <a:pt x="0" y="41"/>
                    </a:moveTo>
                    <a:lnTo>
                      <a:pt x="175" y="20"/>
                    </a:lnTo>
                    <a:lnTo>
                      <a:pt x="159" y="0"/>
                    </a:lnTo>
                    <a:lnTo>
                      <a:pt x="150" y="301"/>
                    </a:lnTo>
                    <a:lnTo>
                      <a:pt x="147" y="397"/>
                    </a:lnTo>
                    <a:lnTo>
                      <a:pt x="142" y="468"/>
                    </a:lnTo>
                    <a:lnTo>
                      <a:pt x="142" y="488"/>
                    </a:lnTo>
                    <a:lnTo>
                      <a:pt x="122" y="437"/>
                    </a:lnTo>
                    <a:lnTo>
                      <a:pt x="114" y="427"/>
                    </a:lnTo>
                    <a:lnTo>
                      <a:pt x="4" y="442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7" name="Freeform 120">
                <a:extLst>
                  <a:ext uri="{FF2B5EF4-FFF2-40B4-BE49-F238E27FC236}">
                    <a16:creationId xmlns:a16="http://schemas.microsoft.com/office/drawing/2014/main" id="{6E757F98-0A71-99D9-5EDC-A8846996B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3213"/>
                <a:ext cx="25" cy="43"/>
              </a:xfrm>
              <a:custGeom>
                <a:avLst/>
                <a:gdLst>
                  <a:gd name="T0" fmla="*/ 0 w 158"/>
                  <a:gd name="T1" fmla="*/ 0 h 301"/>
                  <a:gd name="T2" fmla="*/ 0 w 158"/>
                  <a:gd name="T3" fmla="*/ 0 h 301"/>
                  <a:gd name="T4" fmla="*/ 0 w 158"/>
                  <a:gd name="T5" fmla="*/ 0 h 301"/>
                  <a:gd name="T6" fmla="*/ 0 w 158"/>
                  <a:gd name="T7" fmla="*/ 0 h 301"/>
                  <a:gd name="T8" fmla="*/ 0 w 158"/>
                  <a:gd name="T9" fmla="*/ 0 h 301"/>
                  <a:gd name="T10" fmla="*/ 0 w 158"/>
                  <a:gd name="T11" fmla="*/ 0 h 3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8"/>
                  <a:gd name="T19" fmla="*/ 0 h 301"/>
                  <a:gd name="T20" fmla="*/ 158 w 158"/>
                  <a:gd name="T21" fmla="*/ 301 h 30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8" h="301">
                    <a:moveTo>
                      <a:pt x="158" y="0"/>
                    </a:moveTo>
                    <a:lnTo>
                      <a:pt x="155" y="41"/>
                    </a:lnTo>
                    <a:lnTo>
                      <a:pt x="118" y="117"/>
                    </a:lnTo>
                    <a:lnTo>
                      <a:pt x="81" y="189"/>
                    </a:lnTo>
                    <a:lnTo>
                      <a:pt x="41" y="249"/>
                    </a:lnTo>
                    <a:lnTo>
                      <a:pt x="0" y="30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8" name="Freeform 121">
                <a:extLst>
                  <a:ext uri="{FF2B5EF4-FFF2-40B4-BE49-F238E27FC236}">
                    <a16:creationId xmlns:a16="http://schemas.microsoft.com/office/drawing/2014/main" id="{82D65ED5-08FF-A6C3-7B92-32671DC7C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3237"/>
                <a:ext cx="1" cy="63"/>
              </a:xfrm>
              <a:custGeom>
                <a:avLst/>
                <a:gdLst>
                  <a:gd name="T0" fmla="*/ 0 w 9"/>
                  <a:gd name="T1" fmla="*/ 0 h 456"/>
                  <a:gd name="T2" fmla="*/ 0 w 9"/>
                  <a:gd name="T3" fmla="*/ 0 h 456"/>
                  <a:gd name="T4" fmla="*/ 0 w 9"/>
                  <a:gd name="T5" fmla="*/ 0 h 456"/>
                  <a:gd name="T6" fmla="*/ 0 w 9"/>
                  <a:gd name="T7" fmla="*/ 0 h 4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456"/>
                  <a:gd name="T14" fmla="*/ 9 w 9"/>
                  <a:gd name="T15" fmla="*/ 456 h 4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456">
                    <a:moveTo>
                      <a:pt x="9" y="0"/>
                    </a:moveTo>
                    <a:lnTo>
                      <a:pt x="9" y="456"/>
                    </a:lnTo>
                    <a:lnTo>
                      <a:pt x="0" y="421"/>
                    </a:lnTo>
                    <a:lnTo>
                      <a:pt x="9" y="37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9" name="Freeform 122">
                <a:extLst>
                  <a:ext uri="{FF2B5EF4-FFF2-40B4-BE49-F238E27FC236}">
                    <a16:creationId xmlns:a16="http://schemas.microsoft.com/office/drawing/2014/main" id="{BE0CD753-1849-393B-92FD-90AD7BD21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4" y="3217"/>
                <a:ext cx="5" cy="17"/>
              </a:xfrm>
              <a:custGeom>
                <a:avLst/>
                <a:gdLst>
                  <a:gd name="T0" fmla="*/ 0 w 35"/>
                  <a:gd name="T1" fmla="*/ 0 h 117"/>
                  <a:gd name="T2" fmla="*/ 0 w 35"/>
                  <a:gd name="T3" fmla="*/ 0 h 117"/>
                  <a:gd name="T4" fmla="*/ 0 w 35"/>
                  <a:gd name="T5" fmla="*/ 0 h 117"/>
                  <a:gd name="T6" fmla="*/ 0 w 35"/>
                  <a:gd name="T7" fmla="*/ 0 h 117"/>
                  <a:gd name="T8" fmla="*/ 0 w 35"/>
                  <a:gd name="T9" fmla="*/ 0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117"/>
                  <a:gd name="T17" fmla="*/ 35 w 35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117">
                    <a:moveTo>
                      <a:pt x="0" y="0"/>
                    </a:moveTo>
                    <a:lnTo>
                      <a:pt x="28" y="56"/>
                    </a:lnTo>
                    <a:lnTo>
                      <a:pt x="35" y="86"/>
                    </a:lnTo>
                    <a:lnTo>
                      <a:pt x="35" y="117"/>
                    </a:lnTo>
                    <a:lnTo>
                      <a:pt x="28" y="6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0" name="Freeform 123">
                <a:extLst>
                  <a:ext uri="{FF2B5EF4-FFF2-40B4-BE49-F238E27FC236}">
                    <a16:creationId xmlns:a16="http://schemas.microsoft.com/office/drawing/2014/main" id="{D25ACAB5-8548-C440-4082-7CA818F4A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39"/>
                <a:ext cx="44" cy="8"/>
              </a:xfrm>
              <a:custGeom>
                <a:avLst/>
                <a:gdLst>
                  <a:gd name="T0" fmla="*/ 0 w 309"/>
                  <a:gd name="T1" fmla="*/ 0 h 50"/>
                  <a:gd name="T2" fmla="*/ 0 w 309"/>
                  <a:gd name="T3" fmla="*/ 0 h 50"/>
                  <a:gd name="T4" fmla="*/ 0 w 309"/>
                  <a:gd name="T5" fmla="*/ 0 h 50"/>
                  <a:gd name="T6" fmla="*/ 0 w 309"/>
                  <a:gd name="T7" fmla="*/ 0 h 50"/>
                  <a:gd name="T8" fmla="*/ 0 w 309"/>
                  <a:gd name="T9" fmla="*/ 0 h 50"/>
                  <a:gd name="T10" fmla="*/ 0 w 309"/>
                  <a:gd name="T11" fmla="*/ 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9"/>
                  <a:gd name="T19" fmla="*/ 0 h 50"/>
                  <a:gd name="T20" fmla="*/ 309 w 309"/>
                  <a:gd name="T21" fmla="*/ 50 h 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9" h="50">
                    <a:moveTo>
                      <a:pt x="0" y="46"/>
                    </a:moveTo>
                    <a:lnTo>
                      <a:pt x="13" y="50"/>
                    </a:lnTo>
                    <a:lnTo>
                      <a:pt x="17" y="46"/>
                    </a:lnTo>
                    <a:lnTo>
                      <a:pt x="309" y="4"/>
                    </a:lnTo>
                    <a:lnTo>
                      <a:pt x="289" y="0"/>
                    </a:lnTo>
                    <a:lnTo>
                      <a:pt x="256" y="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1" name="Freeform 124">
                <a:extLst>
                  <a:ext uri="{FF2B5EF4-FFF2-40B4-BE49-F238E27FC236}">
                    <a16:creationId xmlns:a16="http://schemas.microsoft.com/office/drawing/2014/main" id="{027DC0F6-289D-31AC-401E-66EFD32D6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245"/>
                <a:ext cx="19" cy="57"/>
              </a:xfrm>
              <a:custGeom>
                <a:avLst/>
                <a:gdLst>
                  <a:gd name="T0" fmla="*/ 0 w 142"/>
                  <a:gd name="T1" fmla="*/ 0 h 400"/>
                  <a:gd name="T2" fmla="*/ 0 w 142"/>
                  <a:gd name="T3" fmla="*/ 0 h 400"/>
                  <a:gd name="T4" fmla="*/ 0 w 142"/>
                  <a:gd name="T5" fmla="*/ 0 h 400"/>
                  <a:gd name="T6" fmla="*/ 0 w 142"/>
                  <a:gd name="T7" fmla="*/ 0 h 400"/>
                  <a:gd name="T8" fmla="*/ 0 w 142"/>
                  <a:gd name="T9" fmla="*/ 0 h 400"/>
                  <a:gd name="T10" fmla="*/ 0 w 142"/>
                  <a:gd name="T11" fmla="*/ 0 h 400"/>
                  <a:gd name="T12" fmla="*/ 0 w 142"/>
                  <a:gd name="T13" fmla="*/ 0 h 400"/>
                  <a:gd name="T14" fmla="*/ 0 w 142"/>
                  <a:gd name="T15" fmla="*/ 0 h 400"/>
                  <a:gd name="T16" fmla="*/ 0 w 142"/>
                  <a:gd name="T17" fmla="*/ 0 h 4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2"/>
                  <a:gd name="T28" fmla="*/ 0 h 400"/>
                  <a:gd name="T29" fmla="*/ 142 w 142"/>
                  <a:gd name="T30" fmla="*/ 400 h 4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2" h="400">
                    <a:moveTo>
                      <a:pt x="138" y="0"/>
                    </a:moveTo>
                    <a:lnTo>
                      <a:pt x="142" y="24"/>
                    </a:lnTo>
                    <a:lnTo>
                      <a:pt x="126" y="116"/>
                    </a:lnTo>
                    <a:lnTo>
                      <a:pt x="114" y="172"/>
                    </a:lnTo>
                    <a:lnTo>
                      <a:pt x="97" y="223"/>
                    </a:lnTo>
                    <a:lnTo>
                      <a:pt x="77" y="279"/>
                    </a:lnTo>
                    <a:lnTo>
                      <a:pt x="53" y="330"/>
                    </a:lnTo>
                    <a:lnTo>
                      <a:pt x="25" y="376"/>
                    </a:lnTo>
                    <a:lnTo>
                      <a:pt x="0" y="40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2" name="Freeform 125">
                <a:extLst>
                  <a:ext uri="{FF2B5EF4-FFF2-40B4-BE49-F238E27FC236}">
                    <a16:creationId xmlns:a16="http://schemas.microsoft.com/office/drawing/2014/main" id="{D71DDD56-0E41-BE81-F388-EA970854B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3257"/>
                <a:ext cx="18" cy="43"/>
              </a:xfrm>
              <a:custGeom>
                <a:avLst/>
                <a:gdLst>
                  <a:gd name="T0" fmla="*/ 0 w 130"/>
                  <a:gd name="T1" fmla="*/ 0 h 305"/>
                  <a:gd name="T2" fmla="*/ 0 w 130"/>
                  <a:gd name="T3" fmla="*/ 0 h 305"/>
                  <a:gd name="T4" fmla="*/ 0 w 130"/>
                  <a:gd name="T5" fmla="*/ 0 h 305"/>
                  <a:gd name="T6" fmla="*/ 0 w 130"/>
                  <a:gd name="T7" fmla="*/ 0 h 305"/>
                  <a:gd name="T8" fmla="*/ 0 w 130"/>
                  <a:gd name="T9" fmla="*/ 0 h 305"/>
                  <a:gd name="T10" fmla="*/ 0 w 130"/>
                  <a:gd name="T11" fmla="*/ 0 h 305"/>
                  <a:gd name="T12" fmla="*/ 0 w 130"/>
                  <a:gd name="T13" fmla="*/ 0 h 305"/>
                  <a:gd name="T14" fmla="*/ 0 w 130"/>
                  <a:gd name="T15" fmla="*/ 0 h 305"/>
                  <a:gd name="T16" fmla="*/ 0 w 130"/>
                  <a:gd name="T17" fmla="*/ 0 h 305"/>
                  <a:gd name="T18" fmla="*/ 0 w 130"/>
                  <a:gd name="T19" fmla="*/ 0 h 305"/>
                  <a:gd name="T20" fmla="*/ 0 w 130"/>
                  <a:gd name="T21" fmla="*/ 0 h 3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0"/>
                  <a:gd name="T34" fmla="*/ 0 h 305"/>
                  <a:gd name="T35" fmla="*/ 130 w 130"/>
                  <a:gd name="T36" fmla="*/ 305 h 3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0" h="305">
                    <a:moveTo>
                      <a:pt x="16" y="30"/>
                    </a:moveTo>
                    <a:lnTo>
                      <a:pt x="33" y="35"/>
                    </a:lnTo>
                    <a:lnTo>
                      <a:pt x="130" y="20"/>
                    </a:lnTo>
                    <a:lnTo>
                      <a:pt x="122" y="0"/>
                    </a:lnTo>
                    <a:lnTo>
                      <a:pt x="110" y="76"/>
                    </a:lnTo>
                    <a:lnTo>
                      <a:pt x="90" y="188"/>
                    </a:lnTo>
                    <a:lnTo>
                      <a:pt x="73" y="244"/>
                    </a:lnTo>
                    <a:lnTo>
                      <a:pt x="57" y="285"/>
                    </a:lnTo>
                    <a:lnTo>
                      <a:pt x="48" y="305"/>
                    </a:lnTo>
                    <a:lnTo>
                      <a:pt x="0" y="228"/>
                    </a:lnTo>
                    <a:lnTo>
                      <a:pt x="48" y="29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3" name="Line 126">
                <a:extLst>
                  <a:ext uri="{FF2B5EF4-FFF2-40B4-BE49-F238E27FC236}">
                    <a16:creationId xmlns:a16="http://schemas.microsoft.com/office/drawing/2014/main" id="{A06D27E6-A3D1-5F81-9DB4-65755D30C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1" y="3331"/>
                <a:ext cx="25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4" name="Line 127">
                <a:extLst>
                  <a:ext uri="{FF2B5EF4-FFF2-40B4-BE49-F238E27FC236}">
                    <a16:creationId xmlns:a16="http://schemas.microsoft.com/office/drawing/2014/main" id="{6CEED014-DDFE-F426-29A9-7C03A55F3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44" y="2969"/>
                <a:ext cx="67" cy="36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5" name="Line 128">
                <a:extLst>
                  <a:ext uri="{FF2B5EF4-FFF2-40B4-BE49-F238E27FC236}">
                    <a16:creationId xmlns:a16="http://schemas.microsoft.com/office/drawing/2014/main" id="{6321D0F6-CA17-4373-4BE2-529D815F5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9" y="3331"/>
                <a:ext cx="63" cy="17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6" name="Freeform 129">
                <a:extLst>
                  <a:ext uri="{FF2B5EF4-FFF2-40B4-BE49-F238E27FC236}">
                    <a16:creationId xmlns:a16="http://schemas.microsoft.com/office/drawing/2014/main" id="{577D16D5-6AAF-8033-6FC9-2C1EB2573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2964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8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8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7" name="Freeform 130">
                <a:extLst>
                  <a:ext uri="{FF2B5EF4-FFF2-40B4-BE49-F238E27FC236}">
                    <a16:creationId xmlns:a16="http://schemas.microsoft.com/office/drawing/2014/main" id="{C34FDE27-FE34-DE90-65D6-BC1A346B8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3505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8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8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688" name="Group 131">
            <a:extLst>
              <a:ext uri="{FF2B5EF4-FFF2-40B4-BE49-F238E27FC236}">
                <a16:creationId xmlns:a16="http://schemas.microsoft.com/office/drawing/2014/main" id="{F570B8BB-3673-376B-5AB7-D89ED51E69C8}"/>
              </a:ext>
            </a:extLst>
          </p:cNvPr>
          <p:cNvGrpSpPr>
            <a:grpSpLocks/>
          </p:cNvGrpSpPr>
          <p:nvPr/>
        </p:nvGrpSpPr>
        <p:grpSpPr bwMode="auto">
          <a:xfrm>
            <a:off x="14773276" y="7537970"/>
            <a:ext cx="1257300" cy="2130424"/>
            <a:chOff x="4493" y="2951"/>
            <a:chExt cx="335" cy="568"/>
          </a:xfrm>
        </p:grpSpPr>
        <p:sp>
          <p:nvSpPr>
            <p:cNvPr id="689" name="Freeform 132">
              <a:extLst>
                <a:ext uri="{FF2B5EF4-FFF2-40B4-BE49-F238E27FC236}">
                  <a16:creationId xmlns:a16="http://schemas.microsoft.com/office/drawing/2014/main" id="{57DB7C85-3CB9-B55F-C106-2D498F99B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0" name="Freeform 133">
              <a:extLst>
                <a:ext uri="{FF2B5EF4-FFF2-40B4-BE49-F238E27FC236}">
                  <a16:creationId xmlns:a16="http://schemas.microsoft.com/office/drawing/2014/main" id="{1F30F798-D864-F845-7562-79E30CC58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1" name="Freeform 134">
              <a:extLst>
                <a:ext uri="{FF2B5EF4-FFF2-40B4-BE49-F238E27FC236}">
                  <a16:creationId xmlns:a16="http://schemas.microsoft.com/office/drawing/2014/main" id="{4F5446BC-60D5-C853-E448-0568CE7AB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7"/>
              <a:ext cx="14" cy="7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2" name="Freeform 135">
              <a:extLst>
                <a:ext uri="{FF2B5EF4-FFF2-40B4-BE49-F238E27FC236}">
                  <a16:creationId xmlns:a16="http://schemas.microsoft.com/office/drawing/2014/main" id="{DE3EBB5C-5D88-650C-54F4-805E6D785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7"/>
              <a:ext cx="14" cy="7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3" name="Freeform 136">
              <a:extLst>
                <a:ext uri="{FF2B5EF4-FFF2-40B4-BE49-F238E27FC236}">
                  <a16:creationId xmlns:a16="http://schemas.microsoft.com/office/drawing/2014/main" id="{2C41DEB3-C0C1-0040-16A1-C09E15ECC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4" name="Freeform 137">
              <a:extLst>
                <a:ext uri="{FF2B5EF4-FFF2-40B4-BE49-F238E27FC236}">
                  <a16:creationId xmlns:a16="http://schemas.microsoft.com/office/drawing/2014/main" id="{1BBAA128-A748-9226-C3AE-BE500D521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5" name="Freeform 138">
              <a:extLst>
                <a:ext uri="{FF2B5EF4-FFF2-40B4-BE49-F238E27FC236}">
                  <a16:creationId xmlns:a16="http://schemas.microsoft.com/office/drawing/2014/main" id="{4A00D2B6-C1F2-682D-E44D-ABCA9BD23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2"/>
              <a:ext cx="8" cy="12"/>
            </a:xfrm>
            <a:custGeom>
              <a:avLst/>
              <a:gdLst>
                <a:gd name="T0" fmla="*/ 0 w 53"/>
                <a:gd name="T1" fmla="*/ 0 h 87"/>
                <a:gd name="T2" fmla="*/ 0 w 53"/>
                <a:gd name="T3" fmla="*/ 0 h 87"/>
                <a:gd name="T4" fmla="*/ 0 w 53"/>
                <a:gd name="T5" fmla="*/ 0 h 87"/>
                <a:gd name="T6" fmla="*/ 0 w 5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7"/>
                <a:gd name="T14" fmla="*/ 53 w 5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7">
                  <a:moveTo>
                    <a:pt x="53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3" y="1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6" name="Freeform 139">
              <a:extLst>
                <a:ext uri="{FF2B5EF4-FFF2-40B4-BE49-F238E27FC236}">
                  <a16:creationId xmlns:a16="http://schemas.microsoft.com/office/drawing/2014/main" id="{8EFE0075-B0E8-9943-3209-8FEF70C17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2"/>
              <a:ext cx="8" cy="12"/>
            </a:xfrm>
            <a:custGeom>
              <a:avLst/>
              <a:gdLst>
                <a:gd name="T0" fmla="*/ 0 w 53"/>
                <a:gd name="T1" fmla="*/ 0 h 87"/>
                <a:gd name="T2" fmla="*/ 0 w 53"/>
                <a:gd name="T3" fmla="*/ 0 h 87"/>
                <a:gd name="T4" fmla="*/ 0 w 53"/>
                <a:gd name="T5" fmla="*/ 0 h 87"/>
                <a:gd name="T6" fmla="*/ 0 w 5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7"/>
                <a:gd name="T14" fmla="*/ 53 w 5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7">
                  <a:moveTo>
                    <a:pt x="53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3" y="1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7" name="Freeform 140">
              <a:extLst>
                <a:ext uri="{FF2B5EF4-FFF2-40B4-BE49-F238E27FC236}">
                  <a16:creationId xmlns:a16="http://schemas.microsoft.com/office/drawing/2014/main" id="{0BD88E73-95C3-8206-D646-B72420EAF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8" name="Freeform 141">
              <a:extLst>
                <a:ext uri="{FF2B5EF4-FFF2-40B4-BE49-F238E27FC236}">
                  <a16:creationId xmlns:a16="http://schemas.microsoft.com/office/drawing/2014/main" id="{770642EE-CF2D-C050-F222-DD9310462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9" name="Freeform 142">
              <a:extLst>
                <a:ext uri="{FF2B5EF4-FFF2-40B4-BE49-F238E27FC236}">
                  <a16:creationId xmlns:a16="http://schemas.microsoft.com/office/drawing/2014/main" id="{0C7BC123-B92B-AC50-9F93-AA64D8C6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51"/>
              <a:ext cx="3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6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0" name="Freeform 143">
              <a:extLst>
                <a:ext uri="{FF2B5EF4-FFF2-40B4-BE49-F238E27FC236}">
                  <a16:creationId xmlns:a16="http://schemas.microsoft.com/office/drawing/2014/main" id="{C8B2237C-9D87-CBA0-A914-C48FBD9F2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51"/>
              <a:ext cx="3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6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1" name="Freeform 144">
              <a:extLst>
                <a:ext uri="{FF2B5EF4-FFF2-40B4-BE49-F238E27FC236}">
                  <a16:creationId xmlns:a16="http://schemas.microsoft.com/office/drawing/2014/main" id="{F156B789-4C7B-22BD-E16D-32E0A0A3A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26" y="0"/>
                  </a:moveTo>
                  <a:lnTo>
                    <a:pt x="0" y="12"/>
                  </a:lnTo>
                  <a:lnTo>
                    <a:pt x="54" y="8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2" name="Freeform 145">
              <a:extLst>
                <a:ext uri="{FF2B5EF4-FFF2-40B4-BE49-F238E27FC236}">
                  <a16:creationId xmlns:a16="http://schemas.microsoft.com/office/drawing/2014/main" id="{8ACD1EF6-02AC-4E98-47BB-20699F870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26" y="0"/>
                  </a:moveTo>
                  <a:lnTo>
                    <a:pt x="0" y="12"/>
                  </a:lnTo>
                  <a:lnTo>
                    <a:pt x="54" y="87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3" name="Freeform 146">
              <a:extLst>
                <a:ext uri="{FF2B5EF4-FFF2-40B4-BE49-F238E27FC236}">
                  <a16:creationId xmlns:a16="http://schemas.microsoft.com/office/drawing/2014/main" id="{1765D811-3EC5-CD4C-8D75-BBF6A43F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54"/>
              <a:ext cx="8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4" name="Freeform 147">
              <a:extLst>
                <a:ext uri="{FF2B5EF4-FFF2-40B4-BE49-F238E27FC236}">
                  <a16:creationId xmlns:a16="http://schemas.microsoft.com/office/drawing/2014/main" id="{E7D68BB6-D688-5C04-50BF-256F6C6FA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54"/>
              <a:ext cx="8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5" name="Freeform 148">
              <a:extLst>
                <a:ext uri="{FF2B5EF4-FFF2-40B4-BE49-F238E27FC236}">
                  <a16:creationId xmlns:a16="http://schemas.microsoft.com/office/drawing/2014/main" id="{40DA4D45-CA4E-10BB-DEAF-65AC358C6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57"/>
              <a:ext cx="12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6" name="Freeform 149">
              <a:extLst>
                <a:ext uri="{FF2B5EF4-FFF2-40B4-BE49-F238E27FC236}">
                  <a16:creationId xmlns:a16="http://schemas.microsoft.com/office/drawing/2014/main" id="{E5F0D0ED-900E-8BE6-3BF8-107B026AA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57"/>
              <a:ext cx="12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7" name="Freeform 150">
              <a:extLst>
                <a:ext uri="{FF2B5EF4-FFF2-40B4-BE49-F238E27FC236}">
                  <a16:creationId xmlns:a16="http://schemas.microsoft.com/office/drawing/2014/main" id="{CFFEDEF2-62AE-DFFD-5B63-0807B6A8D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0"/>
              <a:ext cx="13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8" name="Freeform 151">
              <a:extLst>
                <a:ext uri="{FF2B5EF4-FFF2-40B4-BE49-F238E27FC236}">
                  <a16:creationId xmlns:a16="http://schemas.microsoft.com/office/drawing/2014/main" id="{6EABA7C6-2539-B7D4-5416-BD17BDCA3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0"/>
              <a:ext cx="13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9" name="Freeform 152">
              <a:extLst>
                <a:ext uri="{FF2B5EF4-FFF2-40B4-BE49-F238E27FC236}">
                  <a16:creationId xmlns:a16="http://schemas.microsoft.com/office/drawing/2014/main" id="{37CCAA92-3625-4C46-E3A6-E88BFE879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4"/>
              <a:ext cx="13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0" name="Freeform 153">
              <a:extLst>
                <a:ext uri="{FF2B5EF4-FFF2-40B4-BE49-F238E27FC236}">
                  <a16:creationId xmlns:a16="http://schemas.microsoft.com/office/drawing/2014/main" id="{6D49579E-0575-921F-7587-4DAD66A09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4"/>
              <a:ext cx="13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1" name="Freeform 154">
              <a:extLst>
                <a:ext uri="{FF2B5EF4-FFF2-40B4-BE49-F238E27FC236}">
                  <a16:creationId xmlns:a16="http://schemas.microsoft.com/office/drawing/2014/main" id="{C47173D8-7BFE-834A-2C35-01D01E1C0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64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2" name="Freeform 155">
              <a:extLst>
                <a:ext uri="{FF2B5EF4-FFF2-40B4-BE49-F238E27FC236}">
                  <a16:creationId xmlns:a16="http://schemas.microsoft.com/office/drawing/2014/main" id="{2AAA6F10-882C-F583-47A3-79CB25A51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64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3" name="Freeform 156">
              <a:extLst>
                <a:ext uri="{FF2B5EF4-FFF2-40B4-BE49-F238E27FC236}">
                  <a16:creationId xmlns:a16="http://schemas.microsoft.com/office/drawing/2014/main" id="{68691262-2D5B-076F-1382-0616B2D0D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64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4" name="Freeform 157">
              <a:extLst>
                <a:ext uri="{FF2B5EF4-FFF2-40B4-BE49-F238E27FC236}">
                  <a16:creationId xmlns:a16="http://schemas.microsoft.com/office/drawing/2014/main" id="{B8F644A1-575D-268C-A42F-EA3086C0E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64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5" name="Freeform 158">
              <a:extLst>
                <a:ext uri="{FF2B5EF4-FFF2-40B4-BE49-F238E27FC236}">
                  <a16:creationId xmlns:a16="http://schemas.microsoft.com/office/drawing/2014/main" id="{DE672D80-6F2C-B60C-A7CA-94D413FE7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6" name="Freeform 159">
              <a:extLst>
                <a:ext uri="{FF2B5EF4-FFF2-40B4-BE49-F238E27FC236}">
                  <a16:creationId xmlns:a16="http://schemas.microsoft.com/office/drawing/2014/main" id="{C1DA49F4-F821-C987-8856-FE9C61664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7" name="Freeform 160">
              <a:extLst>
                <a:ext uri="{FF2B5EF4-FFF2-40B4-BE49-F238E27FC236}">
                  <a16:creationId xmlns:a16="http://schemas.microsoft.com/office/drawing/2014/main" id="{0104964E-6CB6-6074-F3E1-893E85277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64"/>
              <a:ext cx="3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8" name="Freeform 161">
              <a:extLst>
                <a:ext uri="{FF2B5EF4-FFF2-40B4-BE49-F238E27FC236}">
                  <a16:creationId xmlns:a16="http://schemas.microsoft.com/office/drawing/2014/main" id="{017D6972-1C8C-2BC3-B2F3-81863923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64"/>
              <a:ext cx="3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9" name="Freeform 162">
              <a:extLst>
                <a:ext uri="{FF2B5EF4-FFF2-40B4-BE49-F238E27FC236}">
                  <a16:creationId xmlns:a16="http://schemas.microsoft.com/office/drawing/2014/main" id="{10675B84-CAD4-242C-8775-F12556955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0" name="Freeform 163">
              <a:extLst>
                <a:ext uri="{FF2B5EF4-FFF2-40B4-BE49-F238E27FC236}">
                  <a16:creationId xmlns:a16="http://schemas.microsoft.com/office/drawing/2014/main" id="{BFD5E407-C629-768B-2FBC-B0131F1B6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1" name="Freeform 164">
              <a:extLst>
                <a:ext uri="{FF2B5EF4-FFF2-40B4-BE49-F238E27FC236}">
                  <a16:creationId xmlns:a16="http://schemas.microsoft.com/office/drawing/2014/main" id="{03EFECD0-1E79-91E2-6AF1-E3D49CA79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8" cy="14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2" name="Freeform 165">
              <a:extLst>
                <a:ext uri="{FF2B5EF4-FFF2-40B4-BE49-F238E27FC236}">
                  <a16:creationId xmlns:a16="http://schemas.microsoft.com/office/drawing/2014/main" id="{05931956-8C12-7DB4-4967-17394DB42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8" cy="14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3" name="Freeform 166">
              <a:extLst>
                <a:ext uri="{FF2B5EF4-FFF2-40B4-BE49-F238E27FC236}">
                  <a16:creationId xmlns:a16="http://schemas.microsoft.com/office/drawing/2014/main" id="{FA812FC2-7217-9F15-384A-CB08B52DA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4" name="Freeform 167">
              <a:extLst>
                <a:ext uri="{FF2B5EF4-FFF2-40B4-BE49-F238E27FC236}">
                  <a16:creationId xmlns:a16="http://schemas.microsoft.com/office/drawing/2014/main" id="{C7CEC732-F29C-E420-21CD-22F6C1F94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5" name="Freeform 168">
              <a:extLst>
                <a:ext uri="{FF2B5EF4-FFF2-40B4-BE49-F238E27FC236}">
                  <a16:creationId xmlns:a16="http://schemas.microsoft.com/office/drawing/2014/main" id="{E62C7A56-81C8-4071-A1D2-0374DC208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6" name="Freeform 169">
              <a:extLst>
                <a:ext uri="{FF2B5EF4-FFF2-40B4-BE49-F238E27FC236}">
                  <a16:creationId xmlns:a16="http://schemas.microsoft.com/office/drawing/2014/main" id="{BB4422AB-34FA-A916-5E76-A7CE7FFF2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7" name="Freeform 170">
              <a:extLst>
                <a:ext uri="{FF2B5EF4-FFF2-40B4-BE49-F238E27FC236}">
                  <a16:creationId xmlns:a16="http://schemas.microsoft.com/office/drawing/2014/main" id="{19E3748D-7614-9D42-09DB-F752EEF72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7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7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8" name="Freeform 171">
              <a:extLst>
                <a:ext uri="{FF2B5EF4-FFF2-40B4-BE49-F238E27FC236}">
                  <a16:creationId xmlns:a16="http://schemas.microsoft.com/office/drawing/2014/main" id="{6F30B681-7676-F449-B3D6-7F6EB835F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9" name="Freeform 172">
              <a:extLst>
                <a:ext uri="{FF2B5EF4-FFF2-40B4-BE49-F238E27FC236}">
                  <a16:creationId xmlns:a16="http://schemas.microsoft.com/office/drawing/2014/main" id="{F92C353C-E8F7-B35F-ECA1-F0FE81A7B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0" name="Freeform 173">
              <a:extLst>
                <a:ext uri="{FF2B5EF4-FFF2-40B4-BE49-F238E27FC236}">
                  <a16:creationId xmlns:a16="http://schemas.microsoft.com/office/drawing/2014/main" id="{4B806BD6-30FF-D248-BCEC-58BB03310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8"/>
              <a:ext cx="14" cy="8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1" name="Freeform 174">
              <a:extLst>
                <a:ext uri="{FF2B5EF4-FFF2-40B4-BE49-F238E27FC236}">
                  <a16:creationId xmlns:a16="http://schemas.microsoft.com/office/drawing/2014/main" id="{350FCAF2-BB1E-AD70-B4DA-B2103C7F2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8"/>
              <a:ext cx="14" cy="8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2" name="Freeform 175">
              <a:extLst>
                <a:ext uri="{FF2B5EF4-FFF2-40B4-BE49-F238E27FC236}">
                  <a16:creationId xmlns:a16="http://schemas.microsoft.com/office/drawing/2014/main" id="{C115B665-1F84-A45F-406F-65B41E7CD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3" name="Freeform 176">
              <a:extLst>
                <a:ext uri="{FF2B5EF4-FFF2-40B4-BE49-F238E27FC236}">
                  <a16:creationId xmlns:a16="http://schemas.microsoft.com/office/drawing/2014/main" id="{3B47C17B-43BA-83B8-6289-46BF234E1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4" name="Freeform 177">
              <a:extLst>
                <a:ext uri="{FF2B5EF4-FFF2-40B4-BE49-F238E27FC236}">
                  <a16:creationId xmlns:a16="http://schemas.microsoft.com/office/drawing/2014/main" id="{AE1E942C-09D0-EE62-E271-3425EB564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4"/>
              <a:ext cx="8" cy="14"/>
            </a:xfrm>
            <a:custGeom>
              <a:avLst/>
              <a:gdLst>
                <a:gd name="T0" fmla="*/ 0 w 53"/>
                <a:gd name="T1" fmla="*/ 0 h 89"/>
                <a:gd name="T2" fmla="*/ 0 w 53"/>
                <a:gd name="T3" fmla="*/ 0 h 89"/>
                <a:gd name="T4" fmla="*/ 0 w 53"/>
                <a:gd name="T5" fmla="*/ 0 h 89"/>
                <a:gd name="T6" fmla="*/ 0 w 53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9"/>
                <a:gd name="T14" fmla="*/ 53 w 53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9">
                  <a:moveTo>
                    <a:pt x="53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3" y="1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5" name="Freeform 178">
              <a:extLst>
                <a:ext uri="{FF2B5EF4-FFF2-40B4-BE49-F238E27FC236}">
                  <a16:creationId xmlns:a16="http://schemas.microsoft.com/office/drawing/2014/main" id="{A0D107D9-0003-4A93-3527-0328FDBAD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4"/>
              <a:ext cx="8" cy="14"/>
            </a:xfrm>
            <a:custGeom>
              <a:avLst/>
              <a:gdLst>
                <a:gd name="T0" fmla="*/ 0 w 53"/>
                <a:gd name="T1" fmla="*/ 0 h 89"/>
                <a:gd name="T2" fmla="*/ 0 w 53"/>
                <a:gd name="T3" fmla="*/ 0 h 89"/>
                <a:gd name="T4" fmla="*/ 0 w 53"/>
                <a:gd name="T5" fmla="*/ 0 h 89"/>
                <a:gd name="T6" fmla="*/ 0 w 53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9"/>
                <a:gd name="T14" fmla="*/ 53 w 53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9">
                  <a:moveTo>
                    <a:pt x="53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3" y="1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6" name="Freeform 179">
              <a:extLst>
                <a:ext uri="{FF2B5EF4-FFF2-40B4-BE49-F238E27FC236}">
                  <a16:creationId xmlns:a16="http://schemas.microsoft.com/office/drawing/2014/main" id="{6C1B8D3F-787B-DFDB-D82C-7D211EA03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7" name="Freeform 180">
              <a:extLst>
                <a:ext uri="{FF2B5EF4-FFF2-40B4-BE49-F238E27FC236}">
                  <a16:creationId xmlns:a16="http://schemas.microsoft.com/office/drawing/2014/main" id="{472BFD39-3FF7-D5D3-576E-D98A27AC5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8" name="Freeform 181">
              <a:extLst>
                <a:ext uri="{FF2B5EF4-FFF2-40B4-BE49-F238E27FC236}">
                  <a16:creationId xmlns:a16="http://schemas.microsoft.com/office/drawing/2014/main" id="{A2314724-4268-2759-9B80-0A4BE8F4D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493"/>
              <a:ext cx="3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4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9" name="Freeform 182">
              <a:extLst>
                <a:ext uri="{FF2B5EF4-FFF2-40B4-BE49-F238E27FC236}">
                  <a16:creationId xmlns:a16="http://schemas.microsoft.com/office/drawing/2014/main" id="{68766F33-EB9E-9B69-480A-1500C9FF5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493"/>
              <a:ext cx="3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4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0" name="Freeform 183">
              <a:extLst>
                <a:ext uri="{FF2B5EF4-FFF2-40B4-BE49-F238E27FC236}">
                  <a16:creationId xmlns:a16="http://schemas.microsoft.com/office/drawing/2014/main" id="{38CDB93B-48D9-6835-DE9A-1529C38B3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26" y="0"/>
                  </a:moveTo>
                  <a:lnTo>
                    <a:pt x="0" y="14"/>
                  </a:lnTo>
                  <a:lnTo>
                    <a:pt x="54" y="8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1" name="Freeform 184">
              <a:extLst>
                <a:ext uri="{FF2B5EF4-FFF2-40B4-BE49-F238E27FC236}">
                  <a16:creationId xmlns:a16="http://schemas.microsoft.com/office/drawing/2014/main" id="{02BB7837-F507-EAE6-C8B2-EEC71F5DB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26" y="0"/>
                  </a:moveTo>
                  <a:lnTo>
                    <a:pt x="0" y="14"/>
                  </a:lnTo>
                  <a:lnTo>
                    <a:pt x="54" y="89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2" name="Freeform 185">
              <a:extLst>
                <a:ext uri="{FF2B5EF4-FFF2-40B4-BE49-F238E27FC236}">
                  <a16:creationId xmlns:a16="http://schemas.microsoft.com/office/drawing/2014/main" id="{6655114F-CDB0-7853-62B9-4DB321917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496"/>
              <a:ext cx="8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3" name="Freeform 186">
              <a:extLst>
                <a:ext uri="{FF2B5EF4-FFF2-40B4-BE49-F238E27FC236}">
                  <a16:creationId xmlns:a16="http://schemas.microsoft.com/office/drawing/2014/main" id="{2BDD9C2E-6287-9A36-2EFB-C599054A5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496"/>
              <a:ext cx="8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4" name="Freeform 187">
              <a:extLst>
                <a:ext uri="{FF2B5EF4-FFF2-40B4-BE49-F238E27FC236}">
                  <a16:creationId xmlns:a16="http://schemas.microsoft.com/office/drawing/2014/main" id="{F23F75E0-952E-3989-447F-A9D6F1FB4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498"/>
              <a:ext cx="12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5" name="Freeform 188">
              <a:extLst>
                <a:ext uri="{FF2B5EF4-FFF2-40B4-BE49-F238E27FC236}">
                  <a16:creationId xmlns:a16="http://schemas.microsoft.com/office/drawing/2014/main" id="{300AFFD3-1EC4-86F8-3C6D-1643D7DF4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498"/>
              <a:ext cx="12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6" name="Freeform 189">
              <a:extLst>
                <a:ext uri="{FF2B5EF4-FFF2-40B4-BE49-F238E27FC236}">
                  <a16:creationId xmlns:a16="http://schemas.microsoft.com/office/drawing/2014/main" id="{BEB9D370-3DF3-0482-00DB-223E6FEAD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2"/>
              <a:ext cx="13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7" name="Freeform 190">
              <a:extLst>
                <a:ext uri="{FF2B5EF4-FFF2-40B4-BE49-F238E27FC236}">
                  <a16:creationId xmlns:a16="http://schemas.microsoft.com/office/drawing/2014/main" id="{F891D758-0C7A-303D-3401-6421CD304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2"/>
              <a:ext cx="13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8" name="Freeform 191">
              <a:extLst>
                <a:ext uri="{FF2B5EF4-FFF2-40B4-BE49-F238E27FC236}">
                  <a16:creationId xmlns:a16="http://schemas.microsoft.com/office/drawing/2014/main" id="{6F83CBD1-49F7-98B3-7A31-BD4FFAA0B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6"/>
              <a:ext cx="13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9" name="Freeform 192">
              <a:extLst>
                <a:ext uri="{FF2B5EF4-FFF2-40B4-BE49-F238E27FC236}">
                  <a16:creationId xmlns:a16="http://schemas.microsoft.com/office/drawing/2014/main" id="{5A6AD718-F9B9-717F-DA85-46458FBFF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6"/>
              <a:ext cx="13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0" name="Freeform 193">
              <a:extLst>
                <a:ext uri="{FF2B5EF4-FFF2-40B4-BE49-F238E27FC236}">
                  <a16:creationId xmlns:a16="http://schemas.microsoft.com/office/drawing/2014/main" id="{33056C13-A898-DDBB-03EF-D0449484E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506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1" name="Freeform 194">
              <a:extLst>
                <a:ext uri="{FF2B5EF4-FFF2-40B4-BE49-F238E27FC236}">
                  <a16:creationId xmlns:a16="http://schemas.microsoft.com/office/drawing/2014/main" id="{033130A2-6064-657B-A9D0-468C4720B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506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2" name="Freeform 195">
              <a:extLst>
                <a:ext uri="{FF2B5EF4-FFF2-40B4-BE49-F238E27FC236}">
                  <a16:creationId xmlns:a16="http://schemas.microsoft.com/office/drawing/2014/main" id="{ED60E67C-1528-81EE-4912-AF12BC813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6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3" name="Freeform 196">
              <a:extLst>
                <a:ext uri="{FF2B5EF4-FFF2-40B4-BE49-F238E27FC236}">
                  <a16:creationId xmlns:a16="http://schemas.microsoft.com/office/drawing/2014/main" id="{7C93AED0-3716-CAB4-A5CC-7F749CC25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6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4" name="Freeform 197">
              <a:extLst>
                <a:ext uri="{FF2B5EF4-FFF2-40B4-BE49-F238E27FC236}">
                  <a16:creationId xmlns:a16="http://schemas.microsoft.com/office/drawing/2014/main" id="{08A062FA-CFA8-A5F6-92ED-A3179D083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5" name="Freeform 198">
              <a:extLst>
                <a:ext uri="{FF2B5EF4-FFF2-40B4-BE49-F238E27FC236}">
                  <a16:creationId xmlns:a16="http://schemas.microsoft.com/office/drawing/2014/main" id="{A318886D-F3BB-55E8-2877-CB0A2FF28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6" name="Freeform 199">
              <a:extLst>
                <a:ext uri="{FF2B5EF4-FFF2-40B4-BE49-F238E27FC236}">
                  <a16:creationId xmlns:a16="http://schemas.microsoft.com/office/drawing/2014/main" id="{C08A14BD-3E00-3446-7F20-4595526EA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506"/>
              <a:ext cx="3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7" name="Freeform 200">
              <a:extLst>
                <a:ext uri="{FF2B5EF4-FFF2-40B4-BE49-F238E27FC236}">
                  <a16:creationId xmlns:a16="http://schemas.microsoft.com/office/drawing/2014/main" id="{CED79900-1F73-F48F-AA5F-313D948A3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506"/>
              <a:ext cx="3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8" name="Freeform 201">
              <a:extLst>
                <a:ext uri="{FF2B5EF4-FFF2-40B4-BE49-F238E27FC236}">
                  <a16:creationId xmlns:a16="http://schemas.microsoft.com/office/drawing/2014/main" id="{8B4C9762-97A3-C9DB-8FB9-E418A7FD0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9" name="Freeform 202">
              <a:extLst>
                <a:ext uri="{FF2B5EF4-FFF2-40B4-BE49-F238E27FC236}">
                  <a16:creationId xmlns:a16="http://schemas.microsoft.com/office/drawing/2014/main" id="{87B8FB34-6331-70CD-0A1E-FB4323241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0" name="Freeform 203">
              <a:extLst>
                <a:ext uri="{FF2B5EF4-FFF2-40B4-BE49-F238E27FC236}">
                  <a16:creationId xmlns:a16="http://schemas.microsoft.com/office/drawing/2014/main" id="{4414D09D-E978-3D30-1D5F-6C21C74CE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8" cy="13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1" name="Freeform 204">
              <a:extLst>
                <a:ext uri="{FF2B5EF4-FFF2-40B4-BE49-F238E27FC236}">
                  <a16:creationId xmlns:a16="http://schemas.microsoft.com/office/drawing/2014/main" id="{B67E0B57-CC31-A1A6-ECB2-6EA1C1621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8" cy="13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2" name="Freeform 205">
              <a:extLst>
                <a:ext uri="{FF2B5EF4-FFF2-40B4-BE49-F238E27FC236}">
                  <a16:creationId xmlns:a16="http://schemas.microsoft.com/office/drawing/2014/main" id="{FF001071-33A8-1424-336F-62BB5DA7D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3" name="Freeform 206">
              <a:extLst>
                <a:ext uri="{FF2B5EF4-FFF2-40B4-BE49-F238E27FC236}">
                  <a16:creationId xmlns:a16="http://schemas.microsoft.com/office/drawing/2014/main" id="{4972AB1C-E59F-74DC-BA29-A7C2E4928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4" name="Freeform 207">
              <a:extLst>
                <a:ext uri="{FF2B5EF4-FFF2-40B4-BE49-F238E27FC236}">
                  <a16:creationId xmlns:a16="http://schemas.microsoft.com/office/drawing/2014/main" id="{9B5827D4-B44F-88B6-DF5C-1018F2C5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5" name="Freeform 208">
              <a:extLst>
                <a:ext uri="{FF2B5EF4-FFF2-40B4-BE49-F238E27FC236}">
                  <a16:creationId xmlns:a16="http://schemas.microsoft.com/office/drawing/2014/main" id="{298882DF-0A79-77E6-8B1E-6F9606467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6" name="Freeform 209">
              <a:extLst>
                <a:ext uri="{FF2B5EF4-FFF2-40B4-BE49-F238E27FC236}">
                  <a16:creationId xmlns:a16="http://schemas.microsoft.com/office/drawing/2014/main" id="{7DFEA6F1-5E4F-7AE0-D44F-6C8ABB10D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7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7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767" name="Group 210">
              <a:extLst>
                <a:ext uri="{FF2B5EF4-FFF2-40B4-BE49-F238E27FC236}">
                  <a16:creationId xmlns:a16="http://schemas.microsoft.com/office/drawing/2014/main" id="{4AA61186-ED7B-E046-0340-E6D7EEEDC2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2" y="2964"/>
              <a:ext cx="326" cy="546"/>
              <a:chOff x="4502" y="2964"/>
              <a:chExt cx="326" cy="546"/>
            </a:xfrm>
          </p:grpSpPr>
          <p:sp>
            <p:nvSpPr>
              <p:cNvPr id="768" name="Freeform 211">
                <a:extLst>
                  <a:ext uri="{FF2B5EF4-FFF2-40B4-BE49-F238E27FC236}">
                    <a16:creationId xmlns:a16="http://schemas.microsoft.com/office/drawing/2014/main" id="{7FBC7026-9C53-ADC6-C0B9-52130D30D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3" y="3218"/>
                <a:ext cx="60" cy="6"/>
              </a:xfrm>
              <a:custGeom>
                <a:avLst/>
                <a:gdLst>
                  <a:gd name="T0" fmla="*/ 0 w 419"/>
                  <a:gd name="T1" fmla="*/ 0 h 46"/>
                  <a:gd name="T2" fmla="*/ 0 w 419"/>
                  <a:gd name="T3" fmla="*/ 0 h 46"/>
                  <a:gd name="T4" fmla="*/ 0 w 419"/>
                  <a:gd name="T5" fmla="*/ 0 h 46"/>
                  <a:gd name="T6" fmla="*/ 0 w 419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9"/>
                  <a:gd name="T13" fmla="*/ 0 h 46"/>
                  <a:gd name="T14" fmla="*/ 419 w 419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9" h="46">
                    <a:moveTo>
                      <a:pt x="0" y="46"/>
                    </a:moveTo>
                    <a:lnTo>
                      <a:pt x="419" y="5"/>
                    </a:lnTo>
                    <a:lnTo>
                      <a:pt x="402" y="0"/>
                    </a:lnTo>
                    <a:lnTo>
                      <a:pt x="357" y="1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9" name="Freeform 212">
                <a:extLst>
                  <a:ext uri="{FF2B5EF4-FFF2-40B4-BE49-F238E27FC236}">
                    <a16:creationId xmlns:a16="http://schemas.microsoft.com/office/drawing/2014/main" id="{BFC8ACC7-68D1-5A6B-9502-F6699838DC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5" y="3223"/>
                <a:ext cx="41" cy="51"/>
              </a:xfrm>
              <a:custGeom>
                <a:avLst/>
                <a:gdLst>
                  <a:gd name="T0" fmla="*/ 0 w 288"/>
                  <a:gd name="T1" fmla="*/ 0 h 351"/>
                  <a:gd name="T2" fmla="*/ 0 w 288"/>
                  <a:gd name="T3" fmla="*/ 0 h 351"/>
                  <a:gd name="T4" fmla="*/ 0 w 288"/>
                  <a:gd name="T5" fmla="*/ 0 h 351"/>
                  <a:gd name="T6" fmla="*/ 0 w 288"/>
                  <a:gd name="T7" fmla="*/ 0 h 351"/>
                  <a:gd name="T8" fmla="*/ 0 w 288"/>
                  <a:gd name="T9" fmla="*/ 0 h 351"/>
                  <a:gd name="T10" fmla="*/ 0 w 288"/>
                  <a:gd name="T11" fmla="*/ 0 h 351"/>
                  <a:gd name="T12" fmla="*/ 0 w 288"/>
                  <a:gd name="T13" fmla="*/ 0 h 351"/>
                  <a:gd name="T14" fmla="*/ 0 w 288"/>
                  <a:gd name="T15" fmla="*/ 0 h 3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8"/>
                  <a:gd name="T25" fmla="*/ 0 h 351"/>
                  <a:gd name="T26" fmla="*/ 288 w 288"/>
                  <a:gd name="T27" fmla="*/ 351 h 35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8" h="351">
                    <a:moveTo>
                      <a:pt x="288" y="0"/>
                    </a:moveTo>
                    <a:lnTo>
                      <a:pt x="264" y="66"/>
                    </a:lnTo>
                    <a:lnTo>
                      <a:pt x="219" y="132"/>
                    </a:lnTo>
                    <a:lnTo>
                      <a:pt x="166" y="203"/>
                    </a:lnTo>
                    <a:lnTo>
                      <a:pt x="126" y="244"/>
                    </a:lnTo>
                    <a:lnTo>
                      <a:pt x="77" y="289"/>
                    </a:lnTo>
                    <a:lnTo>
                      <a:pt x="40" y="320"/>
                    </a:lnTo>
                    <a:lnTo>
                      <a:pt x="0" y="35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0" name="Freeform 213">
                <a:extLst>
                  <a:ext uri="{FF2B5EF4-FFF2-40B4-BE49-F238E27FC236}">
                    <a16:creationId xmlns:a16="http://schemas.microsoft.com/office/drawing/2014/main" id="{68F42703-E88D-7386-D219-91738ED61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0" y="3240"/>
                <a:ext cx="1" cy="60"/>
              </a:xfrm>
              <a:custGeom>
                <a:avLst/>
                <a:gdLst>
                  <a:gd name="T0" fmla="*/ 0 w 11"/>
                  <a:gd name="T1" fmla="*/ 0 h 418"/>
                  <a:gd name="T2" fmla="*/ 0 w 11"/>
                  <a:gd name="T3" fmla="*/ 0 h 418"/>
                  <a:gd name="T4" fmla="*/ 0 w 11"/>
                  <a:gd name="T5" fmla="*/ 0 h 418"/>
                  <a:gd name="T6" fmla="*/ 0 w 11"/>
                  <a:gd name="T7" fmla="*/ 0 h 418"/>
                  <a:gd name="T8" fmla="*/ 0 w 11"/>
                  <a:gd name="T9" fmla="*/ 0 h 418"/>
                  <a:gd name="T10" fmla="*/ 0 w 11"/>
                  <a:gd name="T11" fmla="*/ 0 h 4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418"/>
                  <a:gd name="T20" fmla="*/ 11 w 11"/>
                  <a:gd name="T21" fmla="*/ 418 h 4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418">
                    <a:moveTo>
                      <a:pt x="8" y="0"/>
                    </a:moveTo>
                    <a:lnTo>
                      <a:pt x="11" y="32"/>
                    </a:lnTo>
                    <a:lnTo>
                      <a:pt x="8" y="397"/>
                    </a:lnTo>
                    <a:lnTo>
                      <a:pt x="3" y="418"/>
                    </a:lnTo>
                    <a:lnTo>
                      <a:pt x="0" y="382"/>
                    </a:lnTo>
                    <a:lnTo>
                      <a:pt x="8" y="3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1" name="Freeform 214">
                <a:extLst>
                  <a:ext uri="{FF2B5EF4-FFF2-40B4-BE49-F238E27FC236}">
                    <a16:creationId xmlns:a16="http://schemas.microsoft.com/office/drawing/2014/main" id="{90860123-BF58-B8EF-94BF-9FA7A280F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0"/>
                <a:ext cx="18" cy="22"/>
              </a:xfrm>
              <a:custGeom>
                <a:avLst/>
                <a:gdLst>
                  <a:gd name="T0" fmla="*/ 0 w 130"/>
                  <a:gd name="T1" fmla="*/ 0 h 153"/>
                  <a:gd name="T2" fmla="*/ 0 w 130"/>
                  <a:gd name="T3" fmla="*/ 0 h 153"/>
                  <a:gd name="T4" fmla="*/ 0 w 130"/>
                  <a:gd name="T5" fmla="*/ 0 h 153"/>
                  <a:gd name="T6" fmla="*/ 0 w 130"/>
                  <a:gd name="T7" fmla="*/ 0 h 1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0"/>
                  <a:gd name="T13" fmla="*/ 0 h 153"/>
                  <a:gd name="T14" fmla="*/ 130 w 130"/>
                  <a:gd name="T15" fmla="*/ 153 h 1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0" h="153">
                    <a:moveTo>
                      <a:pt x="130" y="153"/>
                    </a:moveTo>
                    <a:lnTo>
                      <a:pt x="118" y="121"/>
                    </a:lnTo>
                    <a:lnTo>
                      <a:pt x="57" y="51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2" name="Line 215">
                <a:extLst>
                  <a:ext uri="{FF2B5EF4-FFF2-40B4-BE49-F238E27FC236}">
                    <a16:creationId xmlns:a16="http://schemas.microsoft.com/office/drawing/2014/main" id="{E91058AD-6F9F-F480-94B6-3DAC705166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95" y="3239"/>
                <a:ext cx="29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3" name="Freeform 216">
                <a:extLst>
                  <a:ext uri="{FF2B5EF4-FFF2-40B4-BE49-F238E27FC236}">
                    <a16:creationId xmlns:a16="http://schemas.microsoft.com/office/drawing/2014/main" id="{44843989-9984-618C-30CF-D3E063354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1" y="3212"/>
                <a:ext cx="2" cy="93"/>
              </a:xfrm>
              <a:custGeom>
                <a:avLst/>
                <a:gdLst>
                  <a:gd name="T0" fmla="*/ 0 w 12"/>
                  <a:gd name="T1" fmla="*/ 0 h 647"/>
                  <a:gd name="T2" fmla="*/ 0 w 12"/>
                  <a:gd name="T3" fmla="*/ 0 h 647"/>
                  <a:gd name="T4" fmla="*/ 0 w 12"/>
                  <a:gd name="T5" fmla="*/ 0 h 647"/>
                  <a:gd name="T6" fmla="*/ 0 w 12"/>
                  <a:gd name="T7" fmla="*/ 0 h 647"/>
                  <a:gd name="T8" fmla="*/ 0 w 12"/>
                  <a:gd name="T9" fmla="*/ 0 h 647"/>
                  <a:gd name="T10" fmla="*/ 0 w 12"/>
                  <a:gd name="T11" fmla="*/ 0 h 6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647"/>
                  <a:gd name="T20" fmla="*/ 12 w 12"/>
                  <a:gd name="T21" fmla="*/ 647 h 6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647">
                    <a:moveTo>
                      <a:pt x="0" y="0"/>
                    </a:moveTo>
                    <a:lnTo>
                      <a:pt x="12" y="26"/>
                    </a:lnTo>
                    <a:lnTo>
                      <a:pt x="9" y="20"/>
                    </a:lnTo>
                    <a:lnTo>
                      <a:pt x="9" y="647"/>
                    </a:lnTo>
                    <a:lnTo>
                      <a:pt x="0" y="601"/>
                    </a:lnTo>
                    <a:lnTo>
                      <a:pt x="4" y="56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4" name="Freeform 217">
                <a:extLst>
                  <a:ext uri="{FF2B5EF4-FFF2-40B4-BE49-F238E27FC236}">
                    <a16:creationId xmlns:a16="http://schemas.microsoft.com/office/drawing/2014/main" id="{CBF2A44D-71BF-9B38-1B21-5C10B2A91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1" y="3245"/>
                <a:ext cx="21" cy="36"/>
              </a:xfrm>
              <a:custGeom>
                <a:avLst/>
                <a:gdLst>
                  <a:gd name="T0" fmla="*/ 0 w 146"/>
                  <a:gd name="T1" fmla="*/ 0 h 253"/>
                  <a:gd name="T2" fmla="*/ 0 w 146"/>
                  <a:gd name="T3" fmla="*/ 0 h 253"/>
                  <a:gd name="T4" fmla="*/ 0 w 146"/>
                  <a:gd name="T5" fmla="*/ 0 h 253"/>
                  <a:gd name="T6" fmla="*/ 0 w 146"/>
                  <a:gd name="T7" fmla="*/ 0 h 253"/>
                  <a:gd name="T8" fmla="*/ 0 w 146"/>
                  <a:gd name="T9" fmla="*/ 0 h 253"/>
                  <a:gd name="T10" fmla="*/ 0 w 146"/>
                  <a:gd name="T11" fmla="*/ 0 h 2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6"/>
                  <a:gd name="T19" fmla="*/ 0 h 253"/>
                  <a:gd name="T20" fmla="*/ 146 w 146"/>
                  <a:gd name="T21" fmla="*/ 253 h 25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6" h="253">
                    <a:moveTo>
                      <a:pt x="146" y="0"/>
                    </a:moveTo>
                    <a:lnTo>
                      <a:pt x="126" y="55"/>
                    </a:lnTo>
                    <a:lnTo>
                      <a:pt x="94" y="111"/>
                    </a:lnTo>
                    <a:lnTo>
                      <a:pt x="57" y="177"/>
                    </a:lnTo>
                    <a:lnTo>
                      <a:pt x="24" y="227"/>
                    </a:lnTo>
                    <a:lnTo>
                      <a:pt x="0" y="25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5" name="Freeform 218">
                <a:extLst>
                  <a:ext uri="{FF2B5EF4-FFF2-40B4-BE49-F238E27FC236}">
                    <a16:creationId xmlns:a16="http://schemas.microsoft.com/office/drawing/2014/main" id="{83D8A5BA-71A4-D23B-45C2-0BCC5F029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2" y="3250"/>
                <a:ext cx="11" cy="11"/>
              </a:xfrm>
              <a:custGeom>
                <a:avLst/>
                <a:gdLst>
                  <a:gd name="T0" fmla="*/ 0 w 76"/>
                  <a:gd name="T1" fmla="*/ 0 h 76"/>
                  <a:gd name="T2" fmla="*/ 0 w 76"/>
                  <a:gd name="T3" fmla="*/ 0 h 76"/>
                  <a:gd name="T4" fmla="*/ 0 w 76"/>
                  <a:gd name="T5" fmla="*/ 0 h 76"/>
                  <a:gd name="T6" fmla="*/ 0 w 76"/>
                  <a:gd name="T7" fmla="*/ 0 h 76"/>
                  <a:gd name="T8" fmla="*/ 0 w 76"/>
                  <a:gd name="T9" fmla="*/ 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76"/>
                  <a:gd name="T17" fmla="*/ 76 w 76"/>
                  <a:gd name="T18" fmla="*/ 76 h 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76">
                    <a:moveTo>
                      <a:pt x="0" y="0"/>
                    </a:moveTo>
                    <a:lnTo>
                      <a:pt x="44" y="30"/>
                    </a:lnTo>
                    <a:lnTo>
                      <a:pt x="73" y="56"/>
                    </a:lnTo>
                    <a:lnTo>
                      <a:pt x="76" y="76"/>
                    </a:lnTo>
                    <a:lnTo>
                      <a:pt x="60" y="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6" name="Freeform 219">
                <a:extLst>
                  <a:ext uri="{FF2B5EF4-FFF2-40B4-BE49-F238E27FC236}">
                    <a16:creationId xmlns:a16="http://schemas.microsoft.com/office/drawing/2014/main" id="{2F2FA288-60AF-0E72-C84B-1B33DEE34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3226"/>
                <a:ext cx="3" cy="69"/>
              </a:xfrm>
              <a:custGeom>
                <a:avLst/>
                <a:gdLst>
                  <a:gd name="T0" fmla="*/ 0 w 16"/>
                  <a:gd name="T1" fmla="*/ 0 h 498"/>
                  <a:gd name="T2" fmla="*/ 0 w 16"/>
                  <a:gd name="T3" fmla="*/ 0 h 498"/>
                  <a:gd name="T4" fmla="*/ 0 w 16"/>
                  <a:gd name="T5" fmla="*/ 0 h 498"/>
                  <a:gd name="T6" fmla="*/ 0 w 16"/>
                  <a:gd name="T7" fmla="*/ 0 h 498"/>
                  <a:gd name="T8" fmla="*/ 0 w 16"/>
                  <a:gd name="T9" fmla="*/ 0 h 4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498"/>
                  <a:gd name="T17" fmla="*/ 16 w 16"/>
                  <a:gd name="T18" fmla="*/ 498 h 4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498">
                    <a:moveTo>
                      <a:pt x="0" y="0"/>
                    </a:moveTo>
                    <a:lnTo>
                      <a:pt x="13" y="40"/>
                    </a:lnTo>
                    <a:lnTo>
                      <a:pt x="16" y="498"/>
                    </a:lnTo>
                    <a:lnTo>
                      <a:pt x="8" y="452"/>
                    </a:lnTo>
                    <a:lnTo>
                      <a:pt x="16" y="39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7" name="Line 220">
                <a:extLst>
                  <a:ext uri="{FF2B5EF4-FFF2-40B4-BE49-F238E27FC236}">
                    <a16:creationId xmlns:a16="http://schemas.microsoft.com/office/drawing/2014/main" id="{91F11987-579C-65AE-8C73-ADF028F799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1" y="3268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8" name="Line 221">
                <a:extLst>
                  <a:ext uri="{FF2B5EF4-FFF2-40B4-BE49-F238E27FC236}">
                    <a16:creationId xmlns:a16="http://schemas.microsoft.com/office/drawing/2014/main" id="{72C0A27C-D37E-0E38-0332-91A1E8557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1" y="3250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9" name="Freeform 222">
                <a:extLst>
                  <a:ext uri="{FF2B5EF4-FFF2-40B4-BE49-F238E27FC236}">
                    <a16:creationId xmlns:a16="http://schemas.microsoft.com/office/drawing/2014/main" id="{4AD5D95F-E5DF-0D9F-69CE-0607820A3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0" y="3228"/>
                <a:ext cx="25" cy="69"/>
              </a:xfrm>
              <a:custGeom>
                <a:avLst/>
                <a:gdLst>
                  <a:gd name="T0" fmla="*/ 0 w 175"/>
                  <a:gd name="T1" fmla="*/ 0 h 488"/>
                  <a:gd name="T2" fmla="*/ 0 w 175"/>
                  <a:gd name="T3" fmla="*/ 0 h 488"/>
                  <a:gd name="T4" fmla="*/ 0 w 175"/>
                  <a:gd name="T5" fmla="*/ 0 h 488"/>
                  <a:gd name="T6" fmla="*/ 0 w 175"/>
                  <a:gd name="T7" fmla="*/ 0 h 488"/>
                  <a:gd name="T8" fmla="*/ 0 w 175"/>
                  <a:gd name="T9" fmla="*/ 0 h 488"/>
                  <a:gd name="T10" fmla="*/ 0 w 175"/>
                  <a:gd name="T11" fmla="*/ 0 h 488"/>
                  <a:gd name="T12" fmla="*/ 0 w 175"/>
                  <a:gd name="T13" fmla="*/ 0 h 488"/>
                  <a:gd name="T14" fmla="*/ 0 w 175"/>
                  <a:gd name="T15" fmla="*/ 0 h 488"/>
                  <a:gd name="T16" fmla="*/ 0 w 175"/>
                  <a:gd name="T17" fmla="*/ 0 h 488"/>
                  <a:gd name="T18" fmla="*/ 0 w 175"/>
                  <a:gd name="T19" fmla="*/ 0 h 4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5"/>
                  <a:gd name="T31" fmla="*/ 0 h 488"/>
                  <a:gd name="T32" fmla="*/ 175 w 175"/>
                  <a:gd name="T33" fmla="*/ 488 h 4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5" h="488">
                    <a:moveTo>
                      <a:pt x="0" y="41"/>
                    </a:moveTo>
                    <a:lnTo>
                      <a:pt x="175" y="20"/>
                    </a:lnTo>
                    <a:lnTo>
                      <a:pt x="158" y="0"/>
                    </a:lnTo>
                    <a:lnTo>
                      <a:pt x="150" y="301"/>
                    </a:lnTo>
                    <a:lnTo>
                      <a:pt x="145" y="397"/>
                    </a:lnTo>
                    <a:lnTo>
                      <a:pt x="142" y="468"/>
                    </a:lnTo>
                    <a:lnTo>
                      <a:pt x="142" y="488"/>
                    </a:lnTo>
                    <a:lnTo>
                      <a:pt x="121" y="437"/>
                    </a:lnTo>
                    <a:lnTo>
                      <a:pt x="113" y="427"/>
                    </a:lnTo>
                    <a:lnTo>
                      <a:pt x="3" y="442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0" name="Freeform 223">
                <a:extLst>
                  <a:ext uri="{FF2B5EF4-FFF2-40B4-BE49-F238E27FC236}">
                    <a16:creationId xmlns:a16="http://schemas.microsoft.com/office/drawing/2014/main" id="{D2EF7AEE-09D3-1B08-52CF-EE5AC349B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5" y="3213"/>
                <a:ext cx="22" cy="43"/>
              </a:xfrm>
              <a:custGeom>
                <a:avLst/>
                <a:gdLst>
                  <a:gd name="T0" fmla="*/ 0 w 158"/>
                  <a:gd name="T1" fmla="*/ 0 h 301"/>
                  <a:gd name="T2" fmla="*/ 0 w 158"/>
                  <a:gd name="T3" fmla="*/ 0 h 301"/>
                  <a:gd name="T4" fmla="*/ 0 w 158"/>
                  <a:gd name="T5" fmla="*/ 0 h 301"/>
                  <a:gd name="T6" fmla="*/ 0 w 158"/>
                  <a:gd name="T7" fmla="*/ 0 h 301"/>
                  <a:gd name="T8" fmla="*/ 0 w 158"/>
                  <a:gd name="T9" fmla="*/ 0 h 301"/>
                  <a:gd name="T10" fmla="*/ 0 w 158"/>
                  <a:gd name="T11" fmla="*/ 0 h 3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8"/>
                  <a:gd name="T19" fmla="*/ 0 h 301"/>
                  <a:gd name="T20" fmla="*/ 158 w 158"/>
                  <a:gd name="T21" fmla="*/ 301 h 30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8" h="301">
                    <a:moveTo>
                      <a:pt x="158" y="0"/>
                    </a:moveTo>
                    <a:lnTo>
                      <a:pt x="153" y="41"/>
                    </a:lnTo>
                    <a:lnTo>
                      <a:pt x="118" y="117"/>
                    </a:lnTo>
                    <a:lnTo>
                      <a:pt x="81" y="189"/>
                    </a:lnTo>
                    <a:lnTo>
                      <a:pt x="40" y="249"/>
                    </a:lnTo>
                    <a:lnTo>
                      <a:pt x="0" y="30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1" name="Freeform 224">
                <a:extLst>
                  <a:ext uri="{FF2B5EF4-FFF2-40B4-BE49-F238E27FC236}">
                    <a16:creationId xmlns:a16="http://schemas.microsoft.com/office/drawing/2014/main" id="{D4FBC4FE-D53D-F784-04F7-EC7DA01606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" y="3237"/>
                <a:ext cx="1" cy="63"/>
              </a:xfrm>
              <a:custGeom>
                <a:avLst/>
                <a:gdLst>
                  <a:gd name="T0" fmla="*/ 0 w 8"/>
                  <a:gd name="T1" fmla="*/ 0 h 456"/>
                  <a:gd name="T2" fmla="*/ 0 w 8"/>
                  <a:gd name="T3" fmla="*/ 0 h 456"/>
                  <a:gd name="T4" fmla="*/ 0 w 8"/>
                  <a:gd name="T5" fmla="*/ 0 h 456"/>
                  <a:gd name="T6" fmla="*/ 0 w 8"/>
                  <a:gd name="T7" fmla="*/ 0 h 4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456"/>
                  <a:gd name="T14" fmla="*/ 8 w 8"/>
                  <a:gd name="T15" fmla="*/ 456 h 4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456">
                    <a:moveTo>
                      <a:pt x="8" y="0"/>
                    </a:moveTo>
                    <a:lnTo>
                      <a:pt x="8" y="456"/>
                    </a:lnTo>
                    <a:lnTo>
                      <a:pt x="0" y="421"/>
                    </a:lnTo>
                    <a:lnTo>
                      <a:pt x="8" y="37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2" name="Freeform 225">
                <a:extLst>
                  <a:ext uri="{FF2B5EF4-FFF2-40B4-BE49-F238E27FC236}">
                    <a16:creationId xmlns:a16="http://schemas.microsoft.com/office/drawing/2014/main" id="{93CBBB93-562E-3E89-98F2-DB1FCA76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2" y="3217"/>
                <a:ext cx="5" cy="17"/>
              </a:xfrm>
              <a:custGeom>
                <a:avLst/>
                <a:gdLst>
                  <a:gd name="T0" fmla="*/ 0 w 37"/>
                  <a:gd name="T1" fmla="*/ 0 h 117"/>
                  <a:gd name="T2" fmla="*/ 0 w 37"/>
                  <a:gd name="T3" fmla="*/ 0 h 117"/>
                  <a:gd name="T4" fmla="*/ 0 w 37"/>
                  <a:gd name="T5" fmla="*/ 0 h 117"/>
                  <a:gd name="T6" fmla="*/ 0 w 37"/>
                  <a:gd name="T7" fmla="*/ 0 h 117"/>
                  <a:gd name="T8" fmla="*/ 0 w 37"/>
                  <a:gd name="T9" fmla="*/ 0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17"/>
                  <a:gd name="T17" fmla="*/ 37 w 37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17">
                    <a:moveTo>
                      <a:pt x="0" y="0"/>
                    </a:moveTo>
                    <a:lnTo>
                      <a:pt x="29" y="56"/>
                    </a:lnTo>
                    <a:lnTo>
                      <a:pt x="37" y="86"/>
                    </a:lnTo>
                    <a:lnTo>
                      <a:pt x="37" y="117"/>
                    </a:lnTo>
                    <a:lnTo>
                      <a:pt x="29" y="6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3" name="Freeform 226">
                <a:extLst>
                  <a:ext uri="{FF2B5EF4-FFF2-40B4-BE49-F238E27FC236}">
                    <a16:creationId xmlns:a16="http://schemas.microsoft.com/office/drawing/2014/main" id="{0F5CDE9E-8B35-1023-71BB-DFFA1556A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" y="3239"/>
                <a:ext cx="44" cy="8"/>
              </a:xfrm>
              <a:custGeom>
                <a:avLst/>
                <a:gdLst>
                  <a:gd name="T0" fmla="*/ 0 w 308"/>
                  <a:gd name="T1" fmla="*/ 0 h 50"/>
                  <a:gd name="T2" fmla="*/ 0 w 308"/>
                  <a:gd name="T3" fmla="*/ 0 h 50"/>
                  <a:gd name="T4" fmla="*/ 0 w 308"/>
                  <a:gd name="T5" fmla="*/ 0 h 50"/>
                  <a:gd name="T6" fmla="*/ 0 w 308"/>
                  <a:gd name="T7" fmla="*/ 0 h 50"/>
                  <a:gd name="T8" fmla="*/ 0 w 308"/>
                  <a:gd name="T9" fmla="*/ 0 h 50"/>
                  <a:gd name="T10" fmla="*/ 0 w 308"/>
                  <a:gd name="T11" fmla="*/ 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8"/>
                  <a:gd name="T19" fmla="*/ 0 h 50"/>
                  <a:gd name="T20" fmla="*/ 308 w 308"/>
                  <a:gd name="T21" fmla="*/ 50 h 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8" h="50">
                    <a:moveTo>
                      <a:pt x="0" y="46"/>
                    </a:moveTo>
                    <a:lnTo>
                      <a:pt x="11" y="50"/>
                    </a:lnTo>
                    <a:lnTo>
                      <a:pt x="15" y="46"/>
                    </a:lnTo>
                    <a:lnTo>
                      <a:pt x="308" y="4"/>
                    </a:lnTo>
                    <a:lnTo>
                      <a:pt x="288" y="0"/>
                    </a:lnTo>
                    <a:lnTo>
                      <a:pt x="256" y="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4" name="Freeform 227">
                <a:extLst>
                  <a:ext uri="{FF2B5EF4-FFF2-40B4-BE49-F238E27FC236}">
                    <a16:creationId xmlns:a16="http://schemas.microsoft.com/office/drawing/2014/main" id="{12FA2DCA-0CD2-CCD8-0AEF-2F288AC3A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2" y="3245"/>
                <a:ext cx="19" cy="57"/>
              </a:xfrm>
              <a:custGeom>
                <a:avLst/>
                <a:gdLst>
                  <a:gd name="T0" fmla="*/ 0 w 143"/>
                  <a:gd name="T1" fmla="*/ 0 h 400"/>
                  <a:gd name="T2" fmla="*/ 0 w 143"/>
                  <a:gd name="T3" fmla="*/ 0 h 400"/>
                  <a:gd name="T4" fmla="*/ 0 w 143"/>
                  <a:gd name="T5" fmla="*/ 0 h 400"/>
                  <a:gd name="T6" fmla="*/ 0 w 143"/>
                  <a:gd name="T7" fmla="*/ 0 h 400"/>
                  <a:gd name="T8" fmla="*/ 0 w 143"/>
                  <a:gd name="T9" fmla="*/ 0 h 400"/>
                  <a:gd name="T10" fmla="*/ 0 w 143"/>
                  <a:gd name="T11" fmla="*/ 0 h 400"/>
                  <a:gd name="T12" fmla="*/ 0 w 143"/>
                  <a:gd name="T13" fmla="*/ 0 h 400"/>
                  <a:gd name="T14" fmla="*/ 0 w 143"/>
                  <a:gd name="T15" fmla="*/ 0 h 400"/>
                  <a:gd name="T16" fmla="*/ 0 w 143"/>
                  <a:gd name="T17" fmla="*/ 0 h 4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3"/>
                  <a:gd name="T28" fmla="*/ 0 h 400"/>
                  <a:gd name="T29" fmla="*/ 143 w 143"/>
                  <a:gd name="T30" fmla="*/ 400 h 4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3" h="400">
                    <a:moveTo>
                      <a:pt x="138" y="0"/>
                    </a:moveTo>
                    <a:lnTo>
                      <a:pt x="143" y="24"/>
                    </a:lnTo>
                    <a:lnTo>
                      <a:pt x="126" y="116"/>
                    </a:lnTo>
                    <a:lnTo>
                      <a:pt x="114" y="172"/>
                    </a:lnTo>
                    <a:lnTo>
                      <a:pt x="98" y="223"/>
                    </a:lnTo>
                    <a:lnTo>
                      <a:pt x="78" y="279"/>
                    </a:lnTo>
                    <a:lnTo>
                      <a:pt x="53" y="330"/>
                    </a:lnTo>
                    <a:lnTo>
                      <a:pt x="24" y="376"/>
                    </a:lnTo>
                    <a:lnTo>
                      <a:pt x="0" y="40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5" name="Freeform 228">
                <a:extLst>
                  <a:ext uri="{FF2B5EF4-FFF2-40B4-BE49-F238E27FC236}">
                    <a16:creationId xmlns:a16="http://schemas.microsoft.com/office/drawing/2014/main" id="{0E1BAEED-34FF-4D27-4BEC-0DD09528D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3257"/>
                <a:ext cx="18" cy="43"/>
              </a:xfrm>
              <a:custGeom>
                <a:avLst/>
                <a:gdLst>
                  <a:gd name="T0" fmla="*/ 0 w 130"/>
                  <a:gd name="T1" fmla="*/ 0 h 305"/>
                  <a:gd name="T2" fmla="*/ 0 w 130"/>
                  <a:gd name="T3" fmla="*/ 0 h 305"/>
                  <a:gd name="T4" fmla="*/ 0 w 130"/>
                  <a:gd name="T5" fmla="*/ 0 h 305"/>
                  <a:gd name="T6" fmla="*/ 0 w 130"/>
                  <a:gd name="T7" fmla="*/ 0 h 305"/>
                  <a:gd name="T8" fmla="*/ 0 w 130"/>
                  <a:gd name="T9" fmla="*/ 0 h 305"/>
                  <a:gd name="T10" fmla="*/ 0 w 130"/>
                  <a:gd name="T11" fmla="*/ 0 h 305"/>
                  <a:gd name="T12" fmla="*/ 0 w 130"/>
                  <a:gd name="T13" fmla="*/ 0 h 305"/>
                  <a:gd name="T14" fmla="*/ 0 w 130"/>
                  <a:gd name="T15" fmla="*/ 0 h 305"/>
                  <a:gd name="T16" fmla="*/ 0 w 130"/>
                  <a:gd name="T17" fmla="*/ 0 h 305"/>
                  <a:gd name="T18" fmla="*/ 0 w 130"/>
                  <a:gd name="T19" fmla="*/ 0 h 305"/>
                  <a:gd name="T20" fmla="*/ 0 w 130"/>
                  <a:gd name="T21" fmla="*/ 0 h 3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0"/>
                  <a:gd name="T34" fmla="*/ 0 h 305"/>
                  <a:gd name="T35" fmla="*/ 130 w 130"/>
                  <a:gd name="T36" fmla="*/ 305 h 3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0" h="305">
                    <a:moveTo>
                      <a:pt x="16" y="30"/>
                    </a:moveTo>
                    <a:lnTo>
                      <a:pt x="32" y="35"/>
                    </a:lnTo>
                    <a:lnTo>
                      <a:pt x="130" y="20"/>
                    </a:lnTo>
                    <a:lnTo>
                      <a:pt x="122" y="0"/>
                    </a:lnTo>
                    <a:lnTo>
                      <a:pt x="110" y="76"/>
                    </a:lnTo>
                    <a:lnTo>
                      <a:pt x="89" y="188"/>
                    </a:lnTo>
                    <a:lnTo>
                      <a:pt x="74" y="244"/>
                    </a:lnTo>
                    <a:lnTo>
                      <a:pt x="57" y="285"/>
                    </a:lnTo>
                    <a:lnTo>
                      <a:pt x="49" y="305"/>
                    </a:lnTo>
                    <a:lnTo>
                      <a:pt x="0" y="228"/>
                    </a:lnTo>
                    <a:lnTo>
                      <a:pt x="49" y="29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6" name="Line 229">
                <a:extLst>
                  <a:ext uri="{FF2B5EF4-FFF2-40B4-BE49-F238E27FC236}">
                    <a16:creationId xmlns:a16="http://schemas.microsoft.com/office/drawing/2014/main" id="{E67AA825-F86B-9F59-6189-6ADDE98AF5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9" y="3331"/>
                <a:ext cx="25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7" name="Line 230">
                <a:extLst>
                  <a:ext uri="{FF2B5EF4-FFF2-40B4-BE49-F238E27FC236}">
                    <a16:creationId xmlns:a16="http://schemas.microsoft.com/office/drawing/2014/main" id="{104FA9D0-1A14-5079-02DA-04115375C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02" y="2969"/>
                <a:ext cx="67" cy="36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8" name="Line 231">
                <a:extLst>
                  <a:ext uri="{FF2B5EF4-FFF2-40B4-BE49-F238E27FC236}">
                    <a16:creationId xmlns:a16="http://schemas.microsoft.com/office/drawing/2014/main" id="{6EF389AF-5F2B-07CB-15FF-4AFF10C4C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07" y="3331"/>
                <a:ext cx="63" cy="17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9" name="Freeform 232">
                <a:extLst>
                  <a:ext uri="{FF2B5EF4-FFF2-40B4-BE49-F238E27FC236}">
                    <a16:creationId xmlns:a16="http://schemas.microsoft.com/office/drawing/2014/main" id="{C4900032-3B57-CF77-41FF-F08225EE5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7" y="2964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7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7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0" name="Freeform 233">
                <a:extLst>
                  <a:ext uri="{FF2B5EF4-FFF2-40B4-BE49-F238E27FC236}">
                    <a16:creationId xmlns:a16="http://schemas.microsoft.com/office/drawing/2014/main" id="{D0DF0D4C-99EC-9D26-5942-87397CEA0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7" y="3505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7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7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91" name="Text Box 234">
            <a:extLst>
              <a:ext uri="{FF2B5EF4-FFF2-40B4-BE49-F238E27FC236}">
                <a16:creationId xmlns:a16="http://schemas.microsoft.com/office/drawing/2014/main" id="{4E2B2559-58B2-D942-B2F6-3C550F575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291" y="11608321"/>
            <a:ext cx="111452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defTabSz="1828800" hangingPunct="1">
              <a:spcBef>
                <a:spcPct val="50000"/>
              </a:spcBef>
              <a:defRPr/>
            </a:pPr>
            <a:r>
              <a:rPr lang="zh-CN" altLang="en-US" sz="3600" kern="1200" dirty="0">
                <a:solidFill>
                  <a:srgbClr val="003399"/>
                </a:solidFill>
                <a:latin typeface="等线" panose="020F0502020204030204"/>
                <a:ea typeface="微软雅黑" pitchFamily="34" charset="-122"/>
                <a:cs typeface="+mn-cs"/>
              </a:rPr>
              <a:t>正确                                                  不正确</a:t>
            </a:r>
          </a:p>
        </p:txBody>
      </p:sp>
      <p:grpSp>
        <p:nvGrpSpPr>
          <p:cNvPr id="792" name="Group 235">
            <a:extLst>
              <a:ext uri="{FF2B5EF4-FFF2-40B4-BE49-F238E27FC236}">
                <a16:creationId xmlns:a16="http://schemas.microsoft.com/office/drawing/2014/main" id="{A3A49D42-5FC0-0FB5-B1E2-8F81306CFB9B}"/>
              </a:ext>
            </a:extLst>
          </p:cNvPr>
          <p:cNvGrpSpPr>
            <a:grpSpLocks/>
          </p:cNvGrpSpPr>
          <p:nvPr/>
        </p:nvGrpSpPr>
        <p:grpSpPr bwMode="auto">
          <a:xfrm>
            <a:off x="4419601" y="5788545"/>
            <a:ext cx="14017626" cy="5695950"/>
            <a:chOff x="816" y="2092"/>
            <a:chExt cx="4415" cy="1794"/>
          </a:xfrm>
        </p:grpSpPr>
        <p:grpSp>
          <p:nvGrpSpPr>
            <p:cNvPr id="793" name="Group 236">
              <a:extLst>
                <a:ext uri="{FF2B5EF4-FFF2-40B4-BE49-F238E27FC236}">
                  <a16:creationId xmlns:a16="http://schemas.microsoft.com/office/drawing/2014/main" id="{71494F93-92E0-EC4F-8DF9-F2B5D38716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95"/>
              <a:ext cx="4415" cy="1791"/>
              <a:chOff x="816" y="2095"/>
              <a:chExt cx="4415" cy="1791"/>
            </a:xfrm>
          </p:grpSpPr>
          <p:sp>
            <p:nvSpPr>
              <p:cNvPr id="800" name="Line 237">
                <a:extLst>
                  <a:ext uri="{FF2B5EF4-FFF2-40B4-BE49-F238E27FC236}">
                    <a16:creationId xmlns:a16="http://schemas.microsoft.com/office/drawing/2014/main" id="{7C3AD6A0-BF8C-A675-7913-DD33BE677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2" y="2551"/>
                <a:ext cx="4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1" name="Line 238">
                <a:extLst>
                  <a:ext uri="{FF2B5EF4-FFF2-40B4-BE49-F238E27FC236}">
                    <a16:creationId xmlns:a16="http://schemas.microsoft.com/office/drawing/2014/main" id="{F1FB322A-7BDD-2C67-28E1-139F4DF0A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2" name="Line 239">
                <a:extLst>
                  <a:ext uri="{FF2B5EF4-FFF2-40B4-BE49-F238E27FC236}">
                    <a16:creationId xmlns:a16="http://schemas.microsoft.com/office/drawing/2014/main" id="{FE5577EA-9078-31C2-EAA2-0D14419F5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3" name="Line 240">
                <a:extLst>
                  <a:ext uri="{FF2B5EF4-FFF2-40B4-BE49-F238E27FC236}">
                    <a16:creationId xmlns:a16="http://schemas.microsoft.com/office/drawing/2014/main" id="{6538A949-AD00-A912-8322-D6D62847E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0" y="2551"/>
                <a:ext cx="48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4" name="Line 241">
                <a:extLst>
                  <a:ext uri="{FF2B5EF4-FFF2-40B4-BE49-F238E27FC236}">
                    <a16:creationId xmlns:a16="http://schemas.microsoft.com/office/drawing/2014/main" id="{3BC84C31-0D70-9342-3AB5-E8D474050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2551"/>
                <a:ext cx="47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5" name="Line 242">
                <a:extLst>
                  <a:ext uri="{FF2B5EF4-FFF2-40B4-BE49-F238E27FC236}">
                    <a16:creationId xmlns:a16="http://schemas.microsoft.com/office/drawing/2014/main" id="{D2A9A975-18D5-B92A-287B-E85BE78DD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6" name="Line 243">
                <a:extLst>
                  <a:ext uri="{FF2B5EF4-FFF2-40B4-BE49-F238E27FC236}">
                    <a16:creationId xmlns:a16="http://schemas.microsoft.com/office/drawing/2014/main" id="{16B7C5DB-397E-905B-681C-1B218ECE7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1" y="2551"/>
                <a:ext cx="4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7" name="Freeform 244">
                <a:extLst>
                  <a:ext uri="{FF2B5EF4-FFF2-40B4-BE49-F238E27FC236}">
                    <a16:creationId xmlns:a16="http://schemas.microsoft.com/office/drawing/2014/main" id="{5FA21A0B-F518-5891-F7ED-77C730BA9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8" name="Freeform 245">
                <a:extLst>
                  <a:ext uri="{FF2B5EF4-FFF2-40B4-BE49-F238E27FC236}">
                    <a16:creationId xmlns:a16="http://schemas.microsoft.com/office/drawing/2014/main" id="{AF80B9EE-B83A-2649-CE62-719AEADB0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9" name="Freeform 246">
                <a:extLst>
                  <a:ext uri="{FF2B5EF4-FFF2-40B4-BE49-F238E27FC236}">
                    <a16:creationId xmlns:a16="http://schemas.microsoft.com/office/drawing/2014/main" id="{060E746C-8233-774D-5A1B-D3962C8AA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2676"/>
                <a:ext cx="524" cy="19"/>
              </a:xfrm>
              <a:custGeom>
                <a:avLst/>
                <a:gdLst>
                  <a:gd name="T0" fmla="*/ 0 w 3110"/>
                  <a:gd name="T1" fmla="*/ 0 h 113"/>
                  <a:gd name="T2" fmla="*/ 0 w 3110"/>
                  <a:gd name="T3" fmla="*/ 0 h 113"/>
                  <a:gd name="T4" fmla="*/ 0 w 3110"/>
                  <a:gd name="T5" fmla="*/ 0 h 113"/>
                  <a:gd name="T6" fmla="*/ 0 w 3110"/>
                  <a:gd name="T7" fmla="*/ 0 h 113"/>
                  <a:gd name="T8" fmla="*/ 0 w 3110"/>
                  <a:gd name="T9" fmla="*/ 0 h 113"/>
                  <a:gd name="T10" fmla="*/ 0 w 3110"/>
                  <a:gd name="T11" fmla="*/ 0 h 113"/>
                  <a:gd name="T12" fmla="*/ 0 w 311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10"/>
                  <a:gd name="T22" fmla="*/ 0 h 113"/>
                  <a:gd name="T23" fmla="*/ 3110 w 311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1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110" y="113"/>
                    </a:lnTo>
                    <a:lnTo>
                      <a:pt x="3110" y="57"/>
                    </a:lnTo>
                    <a:lnTo>
                      <a:pt x="3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0" name="Freeform 247">
                <a:extLst>
                  <a:ext uri="{FF2B5EF4-FFF2-40B4-BE49-F238E27FC236}">
                    <a16:creationId xmlns:a16="http://schemas.microsoft.com/office/drawing/2014/main" id="{1696D5F1-84B6-E764-EB1B-8385D2521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2676"/>
                <a:ext cx="524" cy="19"/>
              </a:xfrm>
              <a:custGeom>
                <a:avLst/>
                <a:gdLst>
                  <a:gd name="T0" fmla="*/ 0 w 3110"/>
                  <a:gd name="T1" fmla="*/ 0 h 113"/>
                  <a:gd name="T2" fmla="*/ 0 w 3110"/>
                  <a:gd name="T3" fmla="*/ 0 h 113"/>
                  <a:gd name="T4" fmla="*/ 0 w 3110"/>
                  <a:gd name="T5" fmla="*/ 0 h 113"/>
                  <a:gd name="T6" fmla="*/ 0 w 3110"/>
                  <a:gd name="T7" fmla="*/ 0 h 113"/>
                  <a:gd name="T8" fmla="*/ 0 w 3110"/>
                  <a:gd name="T9" fmla="*/ 0 h 113"/>
                  <a:gd name="T10" fmla="*/ 0 w 3110"/>
                  <a:gd name="T11" fmla="*/ 0 h 113"/>
                  <a:gd name="T12" fmla="*/ 0 w 311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10"/>
                  <a:gd name="T22" fmla="*/ 0 h 113"/>
                  <a:gd name="T23" fmla="*/ 3110 w 311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1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110" y="113"/>
                    </a:lnTo>
                    <a:lnTo>
                      <a:pt x="3110" y="57"/>
                    </a:lnTo>
                    <a:lnTo>
                      <a:pt x="311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1" name="Freeform 248">
                <a:extLst>
                  <a:ext uri="{FF2B5EF4-FFF2-40B4-BE49-F238E27FC236}">
                    <a16:creationId xmlns:a16="http://schemas.microsoft.com/office/drawing/2014/main" id="{5D58EA13-182E-4409-9D54-82CC2434A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2" name="Freeform 249">
                <a:extLst>
                  <a:ext uri="{FF2B5EF4-FFF2-40B4-BE49-F238E27FC236}">
                    <a16:creationId xmlns:a16="http://schemas.microsoft.com/office/drawing/2014/main" id="{E4668D93-E30B-8EBF-4AE9-BB4295149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3" name="Freeform 250">
                <a:extLst>
                  <a:ext uri="{FF2B5EF4-FFF2-40B4-BE49-F238E27FC236}">
                    <a16:creationId xmlns:a16="http://schemas.microsoft.com/office/drawing/2014/main" id="{77E8EB55-D3B7-C0E1-3F69-45E4E8CDA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7" y="57"/>
                    </a:moveTo>
                    <a:lnTo>
                      <a:pt x="2" y="69"/>
                    </a:lnTo>
                    <a:lnTo>
                      <a:pt x="0" y="57"/>
                    </a:lnTo>
                    <a:lnTo>
                      <a:pt x="2" y="44"/>
                    </a:lnTo>
                    <a:lnTo>
                      <a:pt x="5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5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4" name="Freeform 251">
                <a:extLst>
                  <a:ext uri="{FF2B5EF4-FFF2-40B4-BE49-F238E27FC236}">
                    <a16:creationId xmlns:a16="http://schemas.microsoft.com/office/drawing/2014/main" id="{4E539C93-9692-18D4-6B8E-1BBE14327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2" y="69"/>
                    </a:moveTo>
                    <a:lnTo>
                      <a:pt x="0" y="57"/>
                    </a:lnTo>
                    <a:lnTo>
                      <a:pt x="2" y="44"/>
                    </a:lnTo>
                    <a:lnTo>
                      <a:pt x="5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5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5" name="Freeform 252">
                <a:extLst>
                  <a:ext uri="{FF2B5EF4-FFF2-40B4-BE49-F238E27FC236}">
                    <a16:creationId xmlns:a16="http://schemas.microsoft.com/office/drawing/2014/main" id="{A6CFA2D6-A0EC-123A-4267-C659D3E9D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23"/>
                <a:ext cx="198" cy="790"/>
              </a:xfrm>
              <a:custGeom>
                <a:avLst/>
                <a:gdLst>
                  <a:gd name="T0" fmla="*/ 0 w 1171"/>
                  <a:gd name="T1" fmla="*/ 0 h 4673"/>
                  <a:gd name="T2" fmla="*/ 0 w 1171"/>
                  <a:gd name="T3" fmla="*/ 0 h 4673"/>
                  <a:gd name="T4" fmla="*/ 0 w 1171"/>
                  <a:gd name="T5" fmla="*/ 0 h 4673"/>
                  <a:gd name="T6" fmla="*/ 0 w 1171"/>
                  <a:gd name="T7" fmla="*/ 0 h 4673"/>
                  <a:gd name="T8" fmla="*/ 0 w 1171"/>
                  <a:gd name="T9" fmla="*/ 0 h 4673"/>
                  <a:gd name="T10" fmla="*/ 0 w 1171"/>
                  <a:gd name="T11" fmla="*/ 0 h 4673"/>
                  <a:gd name="T12" fmla="*/ 0 w 1171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1"/>
                  <a:gd name="T22" fmla="*/ 0 h 4673"/>
                  <a:gd name="T23" fmla="*/ 1171 w 1171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1" h="4673">
                    <a:moveTo>
                      <a:pt x="110" y="0"/>
                    </a:moveTo>
                    <a:lnTo>
                      <a:pt x="55" y="13"/>
                    </a:lnTo>
                    <a:lnTo>
                      <a:pt x="0" y="25"/>
                    </a:lnTo>
                    <a:lnTo>
                      <a:pt x="1061" y="4673"/>
                    </a:lnTo>
                    <a:lnTo>
                      <a:pt x="1116" y="4661"/>
                    </a:lnTo>
                    <a:lnTo>
                      <a:pt x="1171" y="4648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6" name="Freeform 253">
                <a:extLst>
                  <a:ext uri="{FF2B5EF4-FFF2-40B4-BE49-F238E27FC236}">
                    <a16:creationId xmlns:a16="http://schemas.microsoft.com/office/drawing/2014/main" id="{24897A9E-427B-06C9-4A4A-B12F01D7F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23"/>
                <a:ext cx="198" cy="790"/>
              </a:xfrm>
              <a:custGeom>
                <a:avLst/>
                <a:gdLst>
                  <a:gd name="T0" fmla="*/ 0 w 1171"/>
                  <a:gd name="T1" fmla="*/ 0 h 4673"/>
                  <a:gd name="T2" fmla="*/ 0 w 1171"/>
                  <a:gd name="T3" fmla="*/ 0 h 4673"/>
                  <a:gd name="T4" fmla="*/ 0 w 1171"/>
                  <a:gd name="T5" fmla="*/ 0 h 4673"/>
                  <a:gd name="T6" fmla="*/ 0 w 1171"/>
                  <a:gd name="T7" fmla="*/ 0 h 4673"/>
                  <a:gd name="T8" fmla="*/ 0 w 1171"/>
                  <a:gd name="T9" fmla="*/ 0 h 4673"/>
                  <a:gd name="T10" fmla="*/ 0 w 1171"/>
                  <a:gd name="T11" fmla="*/ 0 h 4673"/>
                  <a:gd name="T12" fmla="*/ 0 w 1171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1"/>
                  <a:gd name="T22" fmla="*/ 0 h 4673"/>
                  <a:gd name="T23" fmla="*/ 1171 w 1171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1" h="4673">
                    <a:moveTo>
                      <a:pt x="110" y="0"/>
                    </a:moveTo>
                    <a:lnTo>
                      <a:pt x="55" y="13"/>
                    </a:lnTo>
                    <a:lnTo>
                      <a:pt x="0" y="25"/>
                    </a:lnTo>
                    <a:lnTo>
                      <a:pt x="1061" y="4673"/>
                    </a:lnTo>
                    <a:lnTo>
                      <a:pt x="1116" y="4661"/>
                    </a:lnTo>
                    <a:lnTo>
                      <a:pt x="1171" y="4648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7" name="Freeform 254">
                <a:extLst>
                  <a:ext uri="{FF2B5EF4-FFF2-40B4-BE49-F238E27FC236}">
                    <a16:creationId xmlns:a16="http://schemas.microsoft.com/office/drawing/2014/main" id="{34CF5B44-2BA6-6BD6-FC52-23B6C4541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908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5" y="13"/>
                    </a:moveTo>
                    <a:lnTo>
                      <a:pt x="110" y="0"/>
                    </a:lnTo>
                    <a:lnTo>
                      <a:pt x="112" y="13"/>
                    </a:lnTo>
                    <a:lnTo>
                      <a:pt x="110" y="25"/>
                    </a:lnTo>
                    <a:lnTo>
                      <a:pt x="107" y="37"/>
                    </a:lnTo>
                    <a:lnTo>
                      <a:pt x="99" y="47"/>
                    </a:lnTo>
                    <a:lnTo>
                      <a:pt x="90" y="56"/>
                    </a:lnTo>
                    <a:lnTo>
                      <a:pt x="80" y="63"/>
                    </a:lnTo>
                    <a:lnTo>
                      <a:pt x="68" y="68"/>
                    </a:lnTo>
                    <a:lnTo>
                      <a:pt x="55" y="69"/>
                    </a:lnTo>
                    <a:lnTo>
                      <a:pt x="43" y="68"/>
                    </a:lnTo>
                    <a:lnTo>
                      <a:pt x="31" y="64"/>
                    </a:lnTo>
                    <a:lnTo>
                      <a:pt x="20" y="56"/>
                    </a:lnTo>
                    <a:lnTo>
                      <a:pt x="11" y="47"/>
                    </a:lnTo>
                    <a:lnTo>
                      <a:pt x="5" y="37"/>
                    </a:lnTo>
                    <a:lnTo>
                      <a:pt x="0" y="25"/>
                    </a:lnTo>
                    <a:lnTo>
                      <a:pt x="55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8" name="Freeform 255">
                <a:extLst>
                  <a:ext uri="{FF2B5EF4-FFF2-40B4-BE49-F238E27FC236}">
                    <a16:creationId xmlns:a16="http://schemas.microsoft.com/office/drawing/2014/main" id="{1C050B75-BEFC-6535-1365-59D368D2A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908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110" y="0"/>
                    </a:moveTo>
                    <a:lnTo>
                      <a:pt x="112" y="13"/>
                    </a:lnTo>
                    <a:lnTo>
                      <a:pt x="110" y="25"/>
                    </a:lnTo>
                    <a:lnTo>
                      <a:pt x="107" y="37"/>
                    </a:lnTo>
                    <a:lnTo>
                      <a:pt x="99" y="47"/>
                    </a:lnTo>
                    <a:lnTo>
                      <a:pt x="90" y="56"/>
                    </a:lnTo>
                    <a:lnTo>
                      <a:pt x="80" y="63"/>
                    </a:lnTo>
                    <a:lnTo>
                      <a:pt x="68" y="68"/>
                    </a:lnTo>
                    <a:lnTo>
                      <a:pt x="55" y="69"/>
                    </a:lnTo>
                    <a:lnTo>
                      <a:pt x="43" y="68"/>
                    </a:lnTo>
                    <a:lnTo>
                      <a:pt x="31" y="64"/>
                    </a:lnTo>
                    <a:lnTo>
                      <a:pt x="20" y="56"/>
                    </a:lnTo>
                    <a:lnTo>
                      <a:pt x="11" y="47"/>
                    </a:lnTo>
                    <a:lnTo>
                      <a:pt x="5" y="37"/>
                    </a:lnTo>
                    <a:lnTo>
                      <a:pt x="0" y="2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9" name="Freeform 256">
                <a:extLst>
                  <a:ext uri="{FF2B5EF4-FFF2-40B4-BE49-F238E27FC236}">
                    <a16:creationId xmlns:a16="http://schemas.microsoft.com/office/drawing/2014/main" id="{66593A50-A2E1-8D35-5259-15269B5A9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8"/>
                <a:ext cx="19" cy="12"/>
              </a:xfrm>
              <a:custGeom>
                <a:avLst/>
                <a:gdLst>
                  <a:gd name="T0" fmla="*/ 0 w 111"/>
                  <a:gd name="T1" fmla="*/ 0 h 69"/>
                  <a:gd name="T2" fmla="*/ 0 w 111"/>
                  <a:gd name="T3" fmla="*/ 0 h 69"/>
                  <a:gd name="T4" fmla="*/ 0 w 111"/>
                  <a:gd name="T5" fmla="*/ 0 h 69"/>
                  <a:gd name="T6" fmla="*/ 0 w 111"/>
                  <a:gd name="T7" fmla="*/ 0 h 69"/>
                  <a:gd name="T8" fmla="*/ 0 w 111"/>
                  <a:gd name="T9" fmla="*/ 0 h 69"/>
                  <a:gd name="T10" fmla="*/ 0 w 111"/>
                  <a:gd name="T11" fmla="*/ 0 h 69"/>
                  <a:gd name="T12" fmla="*/ 0 w 111"/>
                  <a:gd name="T13" fmla="*/ 0 h 69"/>
                  <a:gd name="T14" fmla="*/ 0 w 111"/>
                  <a:gd name="T15" fmla="*/ 0 h 69"/>
                  <a:gd name="T16" fmla="*/ 0 w 111"/>
                  <a:gd name="T17" fmla="*/ 0 h 69"/>
                  <a:gd name="T18" fmla="*/ 0 w 111"/>
                  <a:gd name="T19" fmla="*/ 0 h 69"/>
                  <a:gd name="T20" fmla="*/ 0 w 111"/>
                  <a:gd name="T21" fmla="*/ 0 h 69"/>
                  <a:gd name="T22" fmla="*/ 0 w 111"/>
                  <a:gd name="T23" fmla="*/ 0 h 69"/>
                  <a:gd name="T24" fmla="*/ 0 w 111"/>
                  <a:gd name="T25" fmla="*/ 0 h 69"/>
                  <a:gd name="T26" fmla="*/ 0 w 111"/>
                  <a:gd name="T27" fmla="*/ 0 h 69"/>
                  <a:gd name="T28" fmla="*/ 0 w 111"/>
                  <a:gd name="T29" fmla="*/ 0 h 69"/>
                  <a:gd name="T30" fmla="*/ 0 w 111"/>
                  <a:gd name="T31" fmla="*/ 0 h 69"/>
                  <a:gd name="T32" fmla="*/ 0 w 111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1"/>
                  <a:gd name="T52" fmla="*/ 0 h 69"/>
                  <a:gd name="T53" fmla="*/ 111 w 111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1" h="69">
                    <a:moveTo>
                      <a:pt x="56" y="13"/>
                    </a:moveTo>
                    <a:lnTo>
                      <a:pt x="111" y="25"/>
                    </a:lnTo>
                    <a:lnTo>
                      <a:pt x="107" y="37"/>
                    </a:lnTo>
                    <a:lnTo>
                      <a:pt x="100" y="47"/>
                    </a:lnTo>
                    <a:lnTo>
                      <a:pt x="91" y="56"/>
                    </a:lnTo>
                    <a:lnTo>
                      <a:pt x="81" y="64"/>
                    </a:lnTo>
                    <a:lnTo>
                      <a:pt x="69" y="68"/>
                    </a:lnTo>
                    <a:lnTo>
                      <a:pt x="56" y="69"/>
                    </a:lnTo>
                    <a:lnTo>
                      <a:pt x="44" y="68"/>
                    </a:lnTo>
                    <a:lnTo>
                      <a:pt x="32" y="63"/>
                    </a:lnTo>
                    <a:lnTo>
                      <a:pt x="22" y="56"/>
                    </a:lnTo>
                    <a:lnTo>
                      <a:pt x="13" y="47"/>
                    </a:lnTo>
                    <a:lnTo>
                      <a:pt x="5" y="37"/>
                    </a:lnTo>
                    <a:lnTo>
                      <a:pt x="1" y="25"/>
                    </a:lnTo>
                    <a:lnTo>
                      <a:pt x="0" y="13"/>
                    </a:lnTo>
                    <a:lnTo>
                      <a:pt x="1" y="0"/>
                    </a:lnTo>
                    <a:lnTo>
                      <a:pt x="56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0" name="Freeform 257">
                <a:extLst>
                  <a:ext uri="{FF2B5EF4-FFF2-40B4-BE49-F238E27FC236}">
                    <a16:creationId xmlns:a16="http://schemas.microsoft.com/office/drawing/2014/main" id="{C4078F17-D079-FA2E-6DD3-D18361D4A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8"/>
                <a:ext cx="19" cy="12"/>
              </a:xfrm>
              <a:custGeom>
                <a:avLst/>
                <a:gdLst>
                  <a:gd name="T0" fmla="*/ 0 w 111"/>
                  <a:gd name="T1" fmla="*/ 0 h 69"/>
                  <a:gd name="T2" fmla="*/ 0 w 111"/>
                  <a:gd name="T3" fmla="*/ 0 h 69"/>
                  <a:gd name="T4" fmla="*/ 0 w 111"/>
                  <a:gd name="T5" fmla="*/ 0 h 69"/>
                  <a:gd name="T6" fmla="*/ 0 w 111"/>
                  <a:gd name="T7" fmla="*/ 0 h 69"/>
                  <a:gd name="T8" fmla="*/ 0 w 111"/>
                  <a:gd name="T9" fmla="*/ 0 h 69"/>
                  <a:gd name="T10" fmla="*/ 0 w 111"/>
                  <a:gd name="T11" fmla="*/ 0 h 69"/>
                  <a:gd name="T12" fmla="*/ 0 w 111"/>
                  <a:gd name="T13" fmla="*/ 0 h 69"/>
                  <a:gd name="T14" fmla="*/ 0 w 111"/>
                  <a:gd name="T15" fmla="*/ 0 h 69"/>
                  <a:gd name="T16" fmla="*/ 0 w 111"/>
                  <a:gd name="T17" fmla="*/ 0 h 69"/>
                  <a:gd name="T18" fmla="*/ 0 w 111"/>
                  <a:gd name="T19" fmla="*/ 0 h 69"/>
                  <a:gd name="T20" fmla="*/ 0 w 111"/>
                  <a:gd name="T21" fmla="*/ 0 h 69"/>
                  <a:gd name="T22" fmla="*/ 0 w 111"/>
                  <a:gd name="T23" fmla="*/ 0 h 69"/>
                  <a:gd name="T24" fmla="*/ 0 w 111"/>
                  <a:gd name="T25" fmla="*/ 0 h 69"/>
                  <a:gd name="T26" fmla="*/ 0 w 111"/>
                  <a:gd name="T27" fmla="*/ 0 h 69"/>
                  <a:gd name="T28" fmla="*/ 0 w 111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1"/>
                  <a:gd name="T46" fmla="*/ 0 h 69"/>
                  <a:gd name="T47" fmla="*/ 111 w 111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1" h="69">
                    <a:moveTo>
                      <a:pt x="111" y="25"/>
                    </a:moveTo>
                    <a:lnTo>
                      <a:pt x="107" y="37"/>
                    </a:lnTo>
                    <a:lnTo>
                      <a:pt x="100" y="47"/>
                    </a:lnTo>
                    <a:lnTo>
                      <a:pt x="91" y="56"/>
                    </a:lnTo>
                    <a:lnTo>
                      <a:pt x="81" y="64"/>
                    </a:lnTo>
                    <a:lnTo>
                      <a:pt x="69" y="68"/>
                    </a:lnTo>
                    <a:lnTo>
                      <a:pt x="56" y="69"/>
                    </a:lnTo>
                    <a:lnTo>
                      <a:pt x="44" y="68"/>
                    </a:lnTo>
                    <a:lnTo>
                      <a:pt x="32" y="63"/>
                    </a:lnTo>
                    <a:lnTo>
                      <a:pt x="22" y="56"/>
                    </a:lnTo>
                    <a:lnTo>
                      <a:pt x="13" y="47"/>
                    </a:lnTo>
                    <a:lnTo>
                      <a:pt x="5" y="37"/>
                    </a:lnTo>
                    <a:lnTo>
                      <a:pt x="1" y="25"/>
                    </a:lnTo>
                    <a:lnTo>
                      <a:pt x="0" y="13"/>
                    </a:lnTo>
                    <a:lnTo>
                      <a:pt x="1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1" name="Freeform 258">
                <a:extLst>
                  <a:ext uri="{FF2B5EF4-FFF2-40B4-BE49-F238E27FC236}">
                    <a16:creationId xmlns:a16="http://schemas.microsoft.com/office/drawing/2014/main" id="{71AC9387-EA37-37E1-83A9-214749FA1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2123"/>
                <a:ext cx="197" cy="790"/>
              </a:xfrm>
              <a:custGeom>
                <a:avLst/>
                <a:gdLst>
                  <a:gd name="T0" fmla="*/ 0 w 1172"/>
                  <a:gd name="T1" fmla="*/ 0 h 4673"/>
                  <a:gd name="T2" fmla="*/ 0 w 1172"/>
                  <a:gd name="T3" fmla="*/ 0 h 4673"/>
                  <a:gd name="T4" fmla="*/ 0 w 1172"/>
                  <a:gd name="T5" fmla="*/ 0 h 4673"/>
                  <a:gd name="T6" fmla="*/ 0 w 1172"/>
                  <a:gd name="T7" fmla="*/ 0 h 4673"/>
                  <a:gd name="T8" fmla="*/ 0 w 1172"/>
                  <a:gd name="T9" fmla="*/ 0 h 4673"/>
                  <a:gd name="T10" fmla="*/ 0 w 1172"/>
                  <a:gd name="T11" fmla="*/ 0 h 4673"/>
                  <a:gd name="T12" fmla="*/ 0 w 1172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2"/>
                  <a:gd name="T22" fmla="*/ 0 h 4673"/>
                  <a:gd name="T23" fmla="*/ 1172 w 1172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2" h="4673">
                    <a:moveTo>
                      <a:pt x="0" y="4648"/>
                    </a:moveTo>
                    <a:lnTo>
                      <a:pt x="55" y="4661"/>
                    </a:lnTo>
                    <a:lnTo>
                      <a:pt x="110" y="4673"/>
                    </a:lnTo>
                    <a:lnTo>
                      <a:pt x="1172" y="25"/>
                    </a:lnTo>
                    <a:lnTo>
                      <a:pt x="1117" y="13"/>
                    </a:lnTo>
                    <a:lnTo>
                      <a:pt x="1062" y="0"/>
                    </a:lnTo>
                    <a:lnTo>
                      <a:pt x="0" y="46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2" name="Freeform 259">
                <a:extLst>
                  <a:ext uri="{FF2B5EF4-FFF2-40B4-BE49-F238E27FC236}">
                    <a16:creationId xmlns:a16="http://schemas.microsoft.com/office/drawing/2014/main" id="{A603FD2D-98D3-A2C9-AC59-687087F53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2123"/>
                <a:ext cx="197" cy="790"/>
              </a:xfrm>
              <a:custGeom>
                <a:avLst/>
                <a:gdLst>
                  <a:gd name="T0" fmla="*/ 0 w 1172"/>
                  <a:gd name="T1" fmla="*/ 0 h 4673"/>
                  <a:gd name="T2" fmla="*/ 0 w 1172"/>
                  <a:gd name="T3" fmla="*/ 0 h 4673"/>
                  <a:gd name="T4" fmla="*/ 0 w 1172"/>
                  <a:gd name="T5" fmla="*/ 0 h 4673"/>
                  <a:gd name="T6" fmla="*/ 0 w 1172"/>
                  <a:gd name="T7" fmla="*/ 0 h 4673"/>
                  <a:gd name="T8" fmla="*/ 0 w 1172"/>
                  <a:gd name="T9" fmla="*/ 0 h 4673"/>
                  <a:gd name="T10" fmla="*/ 0 w 1172"/>
                  <a:gd name="T11" fmla="*/ 0 h 4673"/>
                  <a:gd name="T12" fmla="*/ 0 w 1172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2"/>
                  <a:gd name="T22" fmla="*/ 0 h 4673"/>
                  <a:gd name="T23" fmla="*/ 1172 w 1172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2" h="4673">
                    <a:moveTo>
                      <a:pt x="0" y="4648"/>
                    </a:moveTo>
                    <a:lnTo>
                      <a:pt x="55" y="4661"/>
                    </a:lnTo>
                    <a:lnTo>
                      <a:pt x="110" y="4673"/>
                    </a:lnTo>
                    <a:lnTo>
                      <a:pt x="1172" y="25"/>
                    </a:lnTo>
                    <a:lnTo>
                      <a:pt x="1117" y="13"/>
                    </a:lnTo>
                    <a:lnTo>
                      <a:pt x="1062" y="0"/>
                    </a:lnTo>
                    <a:lnTo>
                      <a:pt x="0" y="46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3" name="Freeform 260">
                <a:extLst>
                  <a:ext uri="{FF2B5EF4-FFF2-40B4-BE49-F238E27FC236}">
                    <a16:creationId xmlns:a16="http://schemas.microsoft.com/office/drawing/2014/main" id="{F26595A7-2143-A977-3300-4C087F66F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5" y="57"/>
                    </a:moveTo>
                    <a:lnTo>
                      <a:pt x="0" y="44"/>
                    </a:lnTo>
                    <a:lnTo>
                      <a:pt x="5" y="32"/>
                    </a:lnTo>
                    <a:lnTo>
                      <a:pt x="11" y="22"/>
                    </a:lnTo>
                    <a:lnTo>
                      <a:pt x="20" y="13"/>
                    </a:lnTo>
                    <a:lnTo>
                      <a:pt x="30" y="5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67" y="2"/>
                    </a:lnTo>
                    <a:lnTo>
                      <a:pt x="80" y="6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7" y="32"/>
                    </a:lnTo>
                    <a:lnTo>
                      <a:pt x="110" y="44"/>
                    </a:lnTo>
                    <a:lnTo>
                      <a:pt x="112" y="57"/>
                    </a:lnTo>
                    <a:lnTo>
                      <a:pt x="110" y="69"/>
                    </a:lnTo>
                    <a:lnTo>
                      <a:pt x="5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4" name="Freeform 261">
                <a:extLst>
                  <a:ext uri="{FF2B5EF4-FFF2-40B4-BE49-F238E27FC236}">
                    <a16:creationId xmlns:a16="http://schemas.microsoft.com/office/drawing/2014/main" id="{39FD04D1-52F5-5CA5-B319-294DAFEF5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0" y="44"/>
                    </a:moveTo>
                    <a:lnTo>
                      <a:pt x="5" y="32"/>
                    </a:lnTo>
                    <a:lnTo>
                      <a:pt x="11" y="22"/>
                    </a:lnTo>
                    <a:lnTo>
                      <a:pt x="20" y="13"/>
                    </a:lnTo>
                    <a:lnTo>
                      <a:pt x="30" y="5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67" y="2"/>
                    </a:lnTo>
                    <a:lnTo>
                      <a:pt x="80" y="6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7" y="32"/>
                    </a:lnTo>
                    <a:lnTo>
                      <a:pt x="110" y="44"/>
                    </a:lnTo>
                    <a:lnTo>
                      <a:pt x="112" y="57"/>
                    </a:lnTo>
                    <a:lnTo>
                      <a:pt x="110" y="6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5" name="Line 262">
                <a:extLst>
                  <a:ext uri="{FF2B5EF4-FFF2-40B4-BE49-F238E27FC236}">
                    <a16:creationId xmlns:a16="http://schemas.microsoft.com/office/drawing/2014/main" id="{27E0B786-12B9-6AB9-CA48-08F6BC234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520"/>
                <a:ext cx="1" cy="17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6" name="Line 263">
                <a:extLst>
                  <a:ext uri="{FF2B5EF4-FFF2-40B4-BE49-F238E27FC236}">
                    <a16:creationId xmlns:a16="http://schemas.microsoft.com/office/drawing/2014/main" id="{D0F2C434-C530-2DD7-D073-B9076DF88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719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7" name="Line 264">
                <a:extLst>
                  <a:ext uri="{FF2B5EF4-FFF2-40B4-BE49-F238E27FC236}">
                    <a16:creationId xmlns:a16="http://schemas.microsoft.com/office/drawing/2014/main" id="{389CE141-A117-D950-98C7-46EE4BE23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766"/>
                <a:ext cx="1" cy="17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8" name="Freeform 265">
                <a:extLst>
                  <a:ext uri="{FF2B5EF4-FFF2-40B4-BE49-F238E27FC236}">
                    <a16:creationId xmlns:a16="http://schemas.microsoft.com/office/drawing/2014/main" id="{8CFE0606-7E08-50A1-F2D6-80354A40D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9" name="Freeform 266">
                <a:extLst>
                  <a:ext uri="{FF2B5EF4-FFF2-40B4-BE49-F238E27FC236}">
                    <a16:creationId xmlns:a16="http://schemas.microsoft.com/office/drawing/2014/main" id="{C42B2826-F0D1-486F-A9D4-2FFC46F7F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0" name="Freeform 267">
                <a:extLst>
                  <a:ext uri="{FF2B5EF4-FFF2-40B4-BE49-F238E27FC236}">
                    <a16:creationId xmlns:a16="http://schemas.microsoft.com/office/drawing/2014/main" id="{CCE85B43-0420-3161-5AB0-FF4B09C14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" y="211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1" name="Freeform 268">
                <a:extLst>
                  <a:ext uri="{FF2B5EF4-FFF2-40B4-BE49-F238E27FC236}">
                    <a16:creationId xmlns:a16="http://schemas.microsoft.com/office/drawing/2014/main" id="{7AB22A0B-44DF-ABFD-4FF9-6BDC9962D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" y="211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2" name="Freeform 269">
                <a:extLst>
                  <a:ext uri="{FF2B5EF4-FFF2-40B4-BE49-F238E27FC236}">
                    <a16:creationId xmlns:a16="http://schemas.microsoft.com/office/drawing/2014/main" id="{CDDA90DE-68E4-2FEA-9F1F-821C1FCE3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3" name="Freeform 270">
                <a:extLst>
                  <a:ext uri="{FF2B5EF4-FFF2-40B4-BE49-F238E27FC236}">
                    <a16:creationId xmlns:a16="http://schemas.microsoft.com/office/drawing/2014/main" id="{BBBAC0F8-267E-8E36-1350-279550077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4" name="Freeform 271">
                <a:extLst>
                  <a:ext uri="{FF2B5EF4-FFF2-40B4-BE49-F238E27FC236}">
                    <a16:creationId xmlns:a16="http://schemas.microsoft.com/office/drawing/2014/main" id="{EB4EE915-18A6-15E5-8D01-F7892F985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547"/>
                <a:ext cx="18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w 108"/>
                  <a:gd name="T31" fmla="*/ 0 h 81"/>
                  <a:gd name="T32" fmla="*/ 0 w 108"/>
                  <a:gd name="T33" fmla="*/ 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1"/>
                  <a:gd name="T53" fmla="*/ 108 w 108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1">
                    <a:moveTo>
                      <a:pt x="56" y="24"/>
                    </a:moveTo>
                    <a:lnTo>
                      <a:pt x="108" y="49"/>
                    </a:lnTo>
                    <a:lnTo>
                      <a:pt x="101" y="59"/>
                    </a:lnTo>
                    <a:lnTo>
                      <a:pt x="92" y="68"/>
                    </a:lnTo>
                    <a:lnTo>
                      <a:pt x="81" y="75"/>
                    </a:lnTo>
                    <a:lnTo>
                      <a:pt x="70" y="79"/>
                    </a:lnTo>
                    <a:lnTo>
                      <a:pt x="56" y="81"/>
                    </a:lnTo>
                    <a:lnTo>
                      <a:pt x="44" y="79"/>
                    </a:lnTo>
                    <a:lnTo>
                      <a:pt x="31" y="76"/>
                    </a:lnTo>
                    <a:lnTo>
                      <a:pt x="21" y="69"/>
                    </a:lnTo>
                    <a:lnTo>
                      <a:pt x="12" y="60"/>
                    </a:lnTo>
                    <a:lnTo>
                      <a:pt x="6" y="49"/>
                    </a:lnTo>
                    <a:lnTo>
                      <a:pt x="1" y="38"/>
                    </a:lnTo>
                    <a:lnTo>
                      <a:pt x="0" y="24"/>
                    </a:lnTo>
                    <a:lnTo>
                      <a:pt x="1" y="12"/>
                    </a:lnTo>
                    <a:lnTo>
                      <a:pt x="4" y="0"/>
                    </a:lnTo>
                    <a:lnTo>
                      <a:pt x="56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5" name="Freeform 272">
                <a:extLst>
                  <a:ext uri="{FF2B5EF4-FFF2-40B4-BE49-F238E27FC236}">
                    <a16:creationId xmlns:a16="http://schemas.microsoft.com/office/drawing/2014/main" id="{A864EF6C-0E97-D0CA-A6BD-FFEE1ABA7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547"/>
                <a:ext cx="18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1"/>
                  <a:gd name="T47" fmla="*/ 108 w 108"/>
                  <a:gd name="T48" fmla="*/ 81 h 8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1">
                    <a:moveTo>
                      <a:pt x="108" y="49"/>
                    </a:moveTo>
                    <a:lnTo>
                      <a:pt x="101" y="59"/>
                    </a:lnTo>
                    <a:lnTo>
                      <a:pt x="92" y="68"/>
                    </a:lnTo>
                    <a:lnTo>
                      <a:pt x="81" y="75"/>
                    </a:lnTo>
                    <a:lnTo>
                      <a:pt x="70" y="79"/>
                    </a:lnTo>
                    <a:lnTo>
                      <a:pt x="56" y="81"/>
                    </a:lnTo>
                    <a:lnTo>
                      <a:pt x="44" y="79"/>
                    </a:lnTo>
                    <a:lnTo>
                      <a:pt x="31" y="76"/>
                    </a:lnTo>
                    <a:lnTo>
                      <a:pt x="21" y="69"/>
                    </a:lnTo>
                    <a:lnTo>
                      <a:pt x="12" y="60"/>
                    </a:lnTo>
                    <a:lnTo>
                      <a:pt x="6" y="49"/>
                    </a:lnTo>
                    <a:lnTo>
                      <a:pt x="1" y="38"/>
                    </a:lnTo>
                    <a:lnTo>
                      <a:pt x="0" y="24"/>
                    </a:lnTo>
                    <a:lnTo>
                      <a:pt x="1" y="12"/>
                    </a:lnTo>
                    <a:lnTo>
                      <a:pt x="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6" name="Freeform 273">
                <a:extLst>
                  <a:ext uri="{FF2B5EF4-FFF2-40B4-BE49-F238E27FC236}">
                    <a16:creationId xmlns:a16="http://schemas.microsoft.com/office/drawing/2014/main" id="{7135A7ED-A951-44AD-79B0-D65CADFC1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121"/>
                <a:ext cx="220" cy="435"/>
              </a:xfrm>
              <a:custGeom>
                <a:avLst/>
                <a:gdLst>
                  <a:gd name="T0" fmla="*/ 0 w 1298"/>
                  <a:gd name="T1" fmla="*/ 0 h 2573"/>
                  <a:gd name="T2" fmla="*/ 0 w 1298"/>
                  <a:gd name="T3" fmla="*/ 0 h 2573"/>
                  <a:gd name="T4" fmla="*/ 0 w 1298"/>
                  <a:gd name="T5" fmla="*/ 0 h 2573"/>
                  <a:gd name="T6" fmla="*/ 0 w 1298"/>
                  <a:gd name="T7" fmla="*/ 0 h 2573"/>
                  <a:gd name="T8" fmla="*/ 0 w 1298"/>
                  <a:gd name="T9" fmla="*/ 0 h 2573"/>
                  <a:gd name="T10" fmla="*/ 0 w 1298"/>
                  <a:gd name="T11" fmla="*/ 0 h 2573"/>
                  <a:gd name="T12" fmla="*/ 0 w 1298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8"/>
                  <a:gd name="T22" fmla="*/ 0 h 2573"/>
                  <a:gd name="T23" fmla="*/ 1298 w 1298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8" h="2573">
                    <a:moveTo>
                      <a:pt x="0" y="2524"/>
                    </a:moveTo>
                    <a:lnTo>
                      <a:pt x="52" y="2548"/>
                    </a:lnTo>
                    <a:lnTo>
                      <a:pt x="104" y="2573"/>
                    </a:lnTo>
                    <a:lnTo>
                      <a:pt x="1298" y="49"/>
                    </a:lnTo>
                    <a:lnTo>
                      <a:pt x="1246" y="25"/>
                    </a:lnTo>
                    <a:lnTo>
                      <a:pt x="1195" y="0"/>
                    </a:lnTo>
                    <a:lnTo>
                      <a:pt x="0" y="25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7" name="Freeform 274">
                <a:extLst>
                  <a:ext uri="{FF2B5EF4-FFF2-40B4-BE49-F238E27FC236}">
                    <a16:creationId xmlns:a16="http://schemas.microsoft.com/office/drawing/2014/main" id="{6B080475-019E-DB2C-AA3B-A38918851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121"/>
                <a:ext cx="220" cy="435"/>
              </a:xfrm>
              <a:custGeom>
                <a:avLst/>
                <a:gdLst>
                  <a:gd name="T0" fmla="*/ 0 w 1298"/>
                  <a:gd name="T1" fmla="*/ 0 h 2573"/>
                  <a:gd name="T2" fmla="*/ 0 w 1298"/>
                  <a:gd name="T3" fmla="*/ 0 h 2573"/>
                  <a:gd name="T4" fmla="*/ 0 w 1298"/>
                  <a:gd name="T5" fmla="*/ 0 h 2573"/>
                  <a:gd name="T6" fmla="*/ 0 w 1298"/>
                  <a:gd name="T7" fmla="*/ 0 h 2573"/>
                  <a:gd name="T8" fmla="*/ 0 w 1298"/>
                  <a:gd name="T9" fmla="*/ 0 h 2573"/>
                  <a:gd name="T10" fmla="*/ 0 w 1298"/>
                  <a:gd name="T11" fmla="*/ 0 h 2573"/>
                  <a:gd name="T12" fmla="*/ 0 w 1298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8"/>
                  <a:gd name="T22" fmla="*/ 0 h 2573"/>
                  <a:gd name="T23" fmla="*/ 1298 w 1298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8" h="2573">
                    <a:moveTo>
                      <a:pt x="0" y="2524"/>
                    </a:moveTo>
                    <a:lnTo>
                      <a:pt x="52" y="2548"/>
                    </a:lnTo>
                    <a:lnTo>
                      <a:pt x="104" y="2573"/>
                    </a:lnTo>
                    <a:lnTo>
                      <a:pt x="1298" y="49"/>
                    </a:lnTo>
                    <a:lnTo>
                      <a:pt x="1246" y="25"/>
                    </a:lnTo>
                    <a:lnTo>
                      <a:pt x="1195" y="0"/>
                    </a:lnTo>
                    <a:lnTo>
                      <a:pt x="0" y="25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8" name="Freeform 275">
                <a:extLst>
                  <a:ext uri="{FF2B5EF4-FFF2-40B4-BE49-F238E27FC236}">
                    <a16:creationId xmlns:a16="http://schemas.microsoft.com/office/drawing/2014/main" id="{D26F08C5-44D7-617A-658E-66F855A2C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16"/>
                <a:ext cx="18" cy="13"/>
              </a:xfrm>
              <a:custGeom>
                <a:avLst/>
                <a:gdLst>
                  <a:gd name="T0" fmla="*/ 0 w 107"/>
                  <a:gd name="T1" fmla="*/ 0 h 80"/>
                  <a:gd name="T2" fmla="*/ 0 w 107"/>
                  <a:gd name="T3" fmla="*/ 0 h 80"/>
                  <a:gd name="T4" fmla="*/ 0 w 107"/>
                  <a:gd name="T5" fmla="*/ 0 h 80"/>
                  <a:gd name="T6" fmla="*/ 0 w 107"/>
                  <a:gd name="T7" fmla="*/ 0 h 80"/>
                  <a:gd name="T8" fmla="*/ 0 w 107"/>
                  <a:gd name="T9" fmla="*/ 0 h 80"/>
                  <a:gd name="T10" fmla="*/ 0 w 107"/>
                  <a:gd name="T11" fmla="*/ 0 h 80"/>
                  <a:gd name="T12" fmla="*/ 0 w 107"/>
                  <a:gd name="T13" fmla="*/ 0 h 80"/>
                  <a:gd name="T14" fmla="*/ 0 w 107"/>
                  <a:gd name="T15" fmla="*/ 0 h 80"/>
                  <a:gd name="T16" fmla="*/ 0 w 107"/>
                  <a:gd name="T17" fmla="*/ 0 h 80"/>
                  <a:gd name="T18" fmla="*/ 0 w 107"/>
                  <a:gd name="T19" fmla="*/ 0 h 80"/>
                  <a:gd name="T20" fmla="*/ 0 w 107"/>
                  <a:gd name="T21" fmla="*/ 0 h 80"/>
                  <a:gd name="T22" fmla="*/ 0 w 107"/>
                  <a:gd name="T23" fmla="*/ 0 h 80"/>
                  <a:gd name="T24" fmla="*/ 0 w 107"/>
                  <a:gd name="T25" fmla="*/ 0 h 80"/>
                  <a:gd name="T26" fmla="*/ 0 w 107"/>
                  <a:gd name="T27" fmla="*/ 0 h 80"/>
                  <a:gd name="T28" fmla="*/ 0 w 107"/>
                  <a:gd name="T29" fmla="*/ 0 h 80"/>
                  <a:gd name="T30" fmla="*/ 0 w 107"/>
                  <a:gd name="T31" fmla="*/ 0 h 80"/>
                  <a:gd name="T32" fmla="*/ 0 w 107"/>
                  <a:gd name="T33" fmla="*/ 0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7"/>
                  <a:gd name="T52" fmla="*/ 0 h 80"/>
                  <a:gd name="T53" fmla="*/ 107 w 107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7" h="80">
                    <a:moveTo>
                      <a:pt x="51" y="56"/>
                    </a:moveTo>
                    <a:lnTo>
                      <a:pt x="0" y="31"/>
                    </a:lnTo>
                    <a:lnTo>
                      <a:pt x="6" y="21"/>
                    </a:lnTo>
                    <a:lnTo>
                      <a:pt x="15" y="12"/>
                    </a:lnTo>
                    <a:lnTo>
                      <a:pt x="26" y="5"/>
                    </a:lnTo>
                    <a:lnTo>
                      <a:pt x="38" y="1"/>
                    </a:lnTo>
                    <a:lnTo>
                      <a:pt x="51" y="0"/>
                    </a:lnTo>
                    <a:lnTo>
                      <a:pt x="64" y="1"/>
                    </a:lnTo>
                    <a:lnTo>
                      <a:pt x="76" y="4"/>
                    </a:lnTo>
                    <a:lnTo>
                      <a:pt x="86" y="11"/>
                    </a:lnTo>
                    <a:lnTo>
                      <a:pt x="95" y="20"/>
                    </a:lnTo>
                    <a:lnTo>
                      <a:pt x="102" y="31"/>
                    </a:lnTo>
                    <a:lnTo>
                      <a:pt x="106" y="42"/>
                    </a:lnTo>
                    <a:lnTo>
                      <a:pt x="107" y="56"/>
                    </a:lnTo>
                    <a:lnTo>
                      <a:pt x="106" y="68"/>
                    </a:lnTo>
                    <a:lnTo>
                      <a:pt x="103" y="80"/>
                    </a:lnTo>
                    <a:lnTo>
                      <a:pt x="5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9" name="Freeform 276">
                <a:extLst>
                  <a:ext uri="{FF2B5EF4-FFF2-40B4-BE49-F238E27FC236}">
                    <a16:creationId xmlns:a16="http://schemas.microsoft.com/office/drawing/2014/main" id="{17FCEA0E-72A4-0BE3-1278-7CEB874CF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16"/>
                <a:ext cx="18" cy="13"/>
              </a:xfrm>
              <a:custGeom>
                <a:avLst/>
                <a:gdLst>
                  <a:gd name="T0" fmla="*/ 0 w 107"/>
                  <a:gd name="T1" fmla="*/ 0 h 80"/>
                  <a:gd name="T2" fmla="*/ 0 w 107"/>
                  <a:gd name="T3" fmla="*/ 0 h 80"/>
                  <a:gd name="T4" fmla="*/ 0 w 107"/>
                  <a:gd name="T5" fmla="*/ 0 h 80"/>
                  <a:gd name="T6" fmla="*/ 0 w 107"/>
                  <a:gd name="T7" fmla="*/ 0 h 80"/>
                  <a:gd name="T8" fmla="*/ 0 w 107"/>
                  <a:gd name="T9" fmla="*/ 0 h 80"/>
                  <a:gd name="T10" fmla="*/ 0 w 107"/>
                  <a:gd name="T11" fmla="*/ 0 h 80"/>
                  <a:gd name="T12" fmla="*/ 0 w 107"/>
                  <a:gd name="T13" fmla="*/ 0 h 80"/>
                  <a:gd name="T14" fmla="*/ 0 w 107"/>
                  <a:gd name="T15" fmla="*/ 0 h 80"/>
                  <a:gd name="T16" fmla="*/ 0 w 107"/>
                  <a:gd name="T17" fmla="*/ 0 h 80"/>
                  <a:gd name="T18" fmla="*/ 0 w 107"/>
                  <a:gd name="T19" fmla="*/ 0 h 80"/>
                  <a:gd name="T20" fmla="*/ 0 w 107"/>
                  <a:gd name="T21" fmla="*/ 0 h 80"/>
                  <a:gd name="T22" fmla="*/ 0 w 107"/>
                  <a:gd name="T23" fmla="*/ 0 h 80"/>
                  <a:gd name="T24" fmla="*/ 0 w 107"/>
                  <a:gd name="T25" fmla="*/ 0 h 80"/>
                  <a:gd name="T26" fmla="*/ 0 w 107"/>
                  <a:gd name="T27" fmla="*/ 0 h 80"/>
                  <a:gd name="T28" fmla="*/ 0 w 107"/>
                  <a:gd name="T29" fmla="*/ 0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7"/>
                  <a:gd name="T46" fmla="*/ 0 h 80"/>
                  <a:gd name="T47" fmla="*/ 107 w 107"/>
                  <a:gd name="T48" fmla="*/ 80 h 8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7" h="80">
                    <a:moveTo>
                      <a:pt x="0" y="31"/>
                    </a:moveTo>
                    <a:lnTo>
                      <a:pt x="6" y="21"/>
                    </a:lnTo>
                    <a:lnTo>
                      <a:pt x="15" y="12"/>
                    </a:lnTo>
                    <a:lnTo>
                      <a:pt x="26" y="5"/>
                    </a:lnTo>
                    <a:lnTo>
                      <a:pt x="38" y="1"/>
                    </a:lnTo>
                    <a:lnTo>
                      <a:pt x="51" y="0"/>
                    </a:lnTo>
                    <a:lnTo>
                      <a:pt x="64" y="1"/>
                    </a:lnTo>
                    <a:lnTo>
                      <a:pt x="76" y="4"/>
                    </a:lnTo>
                    <a:lnTo>
                      <a:pt x="86" y="11"/>
                    </a:lnTo>
                    <a:lnTo>
                      <a:pt x="95" y="20"/>
                    </a:lnTo>
                    <a:lnTo>
                      <a:pt x="102" y="31"/>
                    </a:lnTo>
                    <a:lnTo>
                      <a:pt x="106" y="42"/>
                    </a:lnTo>
                    <a:lnTo>
                      <a:pt x="107" y="56"/>
                    </a:lnTo>
                    <a:lnTo>
                      <a:pt x="106" y="68"/>
                    </a:lnTo>
                    <a:lnTo>
                      <a:pt x="103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0" name="Freeform 277">
                <a:extLst>
                  <a:ext uri="{FF2B5EF4-FFF2-40B4-BE49-F238E27FC236}">
                    <a16:creationId xmlns:a16="http://schemas.microsoft.com/office/drawing/2014/main" id="{6909C6BB-620B-9497-E1C8-429E14580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" y="2547"/>
                <a:ext cx="17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w 108"/>
                  <a:gd name="T31" fmla="*/ 0 h 81"/>
                  <a:gd name="T32" fmla="*/ 0 w 108"/>
                  <a:gd name="T33" fmla="*/ 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1"/>
                  <a:gd name="T53" fmla="*/ 108 w 108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1">
                    <a:moveTo>
                      <a:pt x="51" y="24"/>
                    </a:moveTo>
                    <a:lnTo>
                      <a:pt x="103" y="0"/>
                    </a:lnTo>
                    <a:lnTo>
                      <a:pt x="106" y="12"/>
                    </a:lnTo>
                    <a:lnTo>
                      <a:pt x="108" y="24"/>
                    </a:lnTo>
                    <a:lnTo>
                      <a:pt x="106" y="38"/>
                    </a:lnTo>
                    <a:lnTo>
                      <a:pt x="102" y="49"/>
                    </a:lnTo>
                    <a:lnTo>
                      <a:pt x="95" y="60"/>
                    </a:lnTo>
                    <a:lnTo>
                      <a:pt x="86" y="69"/>
                    </a:lnTo>
                    <a:lnTo>
                      <a:pt x="76" y="76"/>
                    </a:lnTo>
                    <a:lnTo>
                      <a:pt x="64" y="79"/>
                    </a:lnTo>
                    <a:lnTo>
                      <a:pt x="51" y="81"/>
                    </a:lnTo>
                    <a:lnTo>
                      <a:pt x="38" y="79"/>
                    </a:lnTo>
                    <a:lnTo>
                      <a:pt x="27" y="75"/>
                    </a:lnTo>
                    <a:lnTo>
                      <a:pt x="15" y="68"/>
                    </a:lnTo>
                    <a:lnTo>
                      <a:pt x="6" y="59"/>
                    </a:lnTo>
                    <a:lnTo>
                      <a:pt x="0" y="49"/>
                    </a:lnTo>
                    <a:lnTo>
                      <a:pt x="51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1" name="Freeform 278">
                <a:extLst>
                  <a:ext uri="{FF2B5EF4-FFF2-40B4-BE49-F238E27FC236}">
                    <a16:creationId xmlns:a16="http://schemas.microsoft.com/office/drawing/2014/main" id="{1579D126-84DD-BF63-A73D-1A87EDA30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" y="2547"/>
                <a:ext cx="17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1"/>
                  <a:gd name="T47" fmla="*/ 108 w 108"/>
                  <a:gd name="T48" fmla="*/ 81 h 8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1">
                    <a:moveTo>
                      <a:pt x="103" y="0"/>
                    </a:moveTo>
                    <a:lnTo>
                      <a:pt x="106" y="12"/>
                    </a:lnTo>
                    <a:lnTo>
                      <a:pt x="108" y="24"/>
                    </a:lnTo>
                    <a:lnTo>
                      <a:pt x="106" y="38"/>
                    </a:lnTo>
                    <a:lnTo>
                      <a:pt x="102" y="49"/>
                    </a:lnTo>
                    <a:lnTo>
                      <a:pt x="95" y="60"/>
                    </a:lnTo>
                    <a:lnTo>
                      <a:pt x="86" y="69"/>
                    </a:lnTo>
                    <a:lnTo>
                      <a:pt x="76" y="76"/>
                    </a:lnTo>
                    <a:lnTo>
                      <a:pt x="64" y="79"/>
                    </a:lnTo>
                    <a:lnTo>
                      <a:pt x="51" y="81"/>
                    </a:lnTo>
                    <a:lnTo>
                      <a:pt x="38" y="79"/>
                    </a:lnTo>
                    <a:lnTo>
                      <a:pt x="27" y="75"/>
                    </a:lnTo>
                    <a:lnTo>
                      <a:pt x="15" y="68"/>
                    </a:lnTo>
                    <a:lnTo>
                      <a:pt x="6" y="59"/>
                    </a:lnTo>
                    <a:lnTo>
                      <a:pt x="0" y="4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2" name="Freeform 279">
                <a:extLst>
                  <a:ext uri="{FF2B5EF4-FFF2-40B4-BE49-F238E27FC236}">
                    <a16:creationId xmlns:a16="http://schemas.microsoft.com/office/drawing/2014/main" id="{FBEF0ECB-D1BC-0106-CEF2-C2B7E35E9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21"/>
                <a:ext cx="218" cy="435"/>
              </a:xfrm>
              <a:custGeom>
                <a:avLst/>
                <a:gdLst>
                  <a:gd name="T0" fmla="*/ 0 w 1297"/>
                  <a:gd name="T1" fmla="*/ 0 h 2573"/>
                  <a:gd name="T2" fmla="*/ 0 w 1297"/>
                  <a:gd name="T3" fmla="*/ 0 h 2573"/>
                  <a:gd name="T4" fmla="*/ 0 w 1297"/>
                  <a:gd name="T5" fmla="*/ 0 h 2573"/>
                  <a:gd name="T6" fmla="*/ 0 w 1297"/>
                  <a:gd name="T7" fmla="*/ 0 h 2573"/>
                  <a:gd name="T8" fmla="*/ 0 w 1297"/>
                  <a:gd name="T9" fmla="*/ 0 h 2573"/>
                  <a:gd name="T10" fmla="*/ 0 w 1297"/>
                  <a:gd name="T11" fmla="*/ 0 h 2573"/>
                  <a:gd name="T12" fmla="*/ 0 w 1297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7"/>
                  <a:gd name="T22" fmla="*/ 0 h 2573"/>
                  <a:gd name="T23" fmla="*/ 1297 w 1297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7" h="2573">
                    <a:moveTo>
                      <a:pt x="1194" y="2573"/>
                    </a:moveTo>
                    <a:lnTo>
                      <a:pt x="1245" y="2548"/>
                    </a:lnTo>
                    <a:lnTo>
                      <a:pt x="1297" y="2524"/>
                    </a:lnTo>
                    <a:lnTo>
                      <a:pt x="103" y="0"/>
                    </a:lnTo>
                    <a:lnTo>
                      <a:pt x="51" y="25"/>
                    </a:lnTo>
                    <a:lnTo>
                      <a:pt x="0" y="49"/>
                    </a:lnTo>
                    <a:lnTo>
                      <a:pt x="1194" y="25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3" name="Freeform 280">
                <a:extLst>
                  <a:ext uri="{FF2B5EF4-FFF2-40B4-BE49-F238E27FC236}">
                    <a16:creationId xmlns:a16="http://schemas.microsoft.com/office/drawing/2014/main" id="{FCA1916E-0492-916F-948A-4E26B874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21"/>
                <a:ext cx="218" cy="435"/>
              </a:xfrm>
              <a:custGeom>
                <a:avLst/>
                <a:gdLst>
                  <a:gd name="T0" fmla="*/ 0 w 1297"/>
                  <a:gd name="T1" fmla="*/ 0 h 2573"/>
                  <a:gd name="T2" fmla="*/ 0 w 1297"/>
                  <a:gd name="T3" fmla="*/ 0 h 2573"/>
                  <a:gd name="T4" fmla="*/ 0 w 1297"/>
                  <a:gd name="T5" fmla="*/ 0 h 2573"/>
                  <a:gd name="T6" fmla="*/ 0 w 1297"/>
                  <a:gd name="T7" fmla="*/ 0 h 2573"/>
                  <a:gd name="T8" fmla="*/ 0 w 1297"/>
                  <a:gd name="T9" fmla="*/ 0 h 2573"/>
                  <a:gd name="T10" fmla="*/ 0 w 1297"/>
                  <a:gd name="T11" fmla="*/ 0 h 2573"/>
                  <a:gd name="T12" fmla="*/ 0 w 1297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7"/>
                  <a:gd name="T22" fmla="*/ 0 h 2573"/>
                  <a:gd name="T23" fmla="*/ 1297 w 1297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7" h="2573">
                    <a:moveTo>
                      <a:pt x="1194" y="2573"/>
                    </a:moveTo>
                    <a:lnTo>
                      <a:pt x="1245" y="2548"/>
                    </a:lnTo>
                    <a:lnTo>
                      <a:pt x="1297" y="2524"/>
                    </a:lnTo>
                    <a:lnTo>
                      <a:pt x="103" y="0"/>
                    </a:lnTo>
                    <a:lnTo>
                      <a:pt x="51" y="25"/>
                    </a:lnTo>
                    <a:lnTo>
                      <a:pt x="0" y="49"/>
                    </a:lnTo>
                    <a:lnTo>
                      <a:pt x="1194" y="257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4" name="Freeform 281">
                <a:extLst>
                  <a:ext uri="{FF2B5EF4-FFF2-40B4-BE49-F238E27FC236}">
                    <a16:creationId xmlns:a16="http://schemas.microsoft.com/office/drawing/2014/main" id="{7E6F6AE8-BEA5-A77B-FA91-A01D587E5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2116"/>
                <a:ext cx="19" cy="13"/>
              </a:xfrm>
              <a:custGeom>
                <a:avLst/>
                <a:gdLst>
                  <a:gd name="T0" fmla="*/ 0 w 108"/>
                  <a:gd name="T1" fmla="*/ 0 h 80"/>
                  <a:gd name="T2" fmla="*/ 0 w 108"/>
                  <a:gd name="T3" fmla="*/ 0 h 80"/>
                  <a:gd name="T4" fmla="*/ 0 w 108"/>
                  <a:gd name="T5" fmla="*/ 0 h 80"/>
                  <a:gd name="T6" fmla="*/ 0 w 108"/>
                  <a:gd name="T7" fmla="*/ 0 h 80"/>
                  <a:gd name="T8" fmla="*/ 0 w 108"/>
                  <a:gd name="T9" fmla="*/ 0 h 80"/>
                  <a:gd name="T10" fmla="*/ 0 w 108"/>
                  <a:gd name="T11" fmla="*/ 0 h 80"/>
                  <a:gd name="T12" fmla="*/ 0 w 108"/>
                  <a:gd name="T13" fmla="*/ 0 h 80"/>
                  <a:gd name="T14" fmla="*/ 0 w 108"/>
                  <a:gd name="T15" fmla="*/ 0 h 80"/>
                  <a:gd name="T16" fmla="*/ 0 w 108"/>
                  <a:gd name="T17" fmla="*/ 0 h 80"/>
                  <a:gd name="T18" fmla="*/ 0 w 108"/>
                  <a:gd name="T19" fmla="*/ 0 h 80"/>
                  <a:gd name="T20" fmla="*/ 0 w 108"/>
                  <a:gd name="T21" fmla="*/ 0 h 80"/>
                  <a:gd name="T22" fmla="*/ 0 w 108"/>
                  <a:gd name="T23" fmla="*/ 0 h 80"/>
                  <a:gd name="T24" fmla="*/ 0 w 108"/>
                  <a:gd name="T25" fmla="*/ 0 h 80"/>
                  <a:gd name="T26" fmla="*/ 0 w 108"/>
                  <a:gd name="T27" fmla="*/ 0 h 80"/>
                  <a:gd name="T28" fmla="*/ 0 w 108"/>
                  <a:gd name="T29" fmla="*/ 0 h 80"/>
                  <a:gd name="T30" fmla="*/ 0 w 108"/>
                  <a:gd name="T31" fmla="*/ 0 h 80"/>
                  <a:gd name="T32" fmla="*/ 0 w 108"/>
                  <a:gd name="T33" fmla="*/ 0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0"/>
                  <a:gd name="T53" fmla="*/ 108 w 108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0">
                    <a:moveTo>
                      <a:pt x="56" y="56"/>
                    </a:moveTo>
                    <a:lnTo>
                      <a:pt x="5" y="80"/>
                    </a:lnTo>
                    <a:lnTo>
                      <a:pt x="1" y="68"/>
                    </a:lnTo>
                    <a:lnTo>
                      <a:pt x="0" y="56"/>
                    </a:lnTo>
                    <a:lnTo>
                      <a:pt x="1" y="42"/>
                    </a:lnTo>
                    <a:lnTo>
                      <a:pt x="6" y="31"/>
                    </a:lnTo>
                    <a:lnTo>
                      <a:pt x="13" y="20"/>
                    </a:lnTo>
                    <a:lnTo>
                      <a:pt x="21" y="11"/>
                    </a:lnTo>
                    <a:lnTo>
                      <a:pt x="32" y="4"/>
                    </a:lnTo>
                    <a:lnTo>
                      <a:pt x="44" y="1"/>
                    </a:lnTo>
                    <a:lnTo>
                      <a:pt x="56" y="0"/>
                    </a:lnTo>
                    <a:lnTo>
                      <a:pt x="70" y="1"/>
                    </a:lnTo>
                    <a:lnTo>
                      <a:pt x="81" y="5"/>
                    </a:lnTo>
                    <a:lnTo>
                      <a:pt x="92" y="12"/>
                    </a:lnTo>
                    <a:lnTo>
                      <a:pt x="101" y="21"/>
                    </a:lnTo>
                    <a:lnTo>
                      <a:pt x="108" y="31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5" name="Freeform 282">
                <a:extLst>
                  <a:ext uri="{FF2B5EF4-FFF2-40B4-BE49-F238E27FC236}">
                    <a16:creationId xmlns:a16="http://schemas.microsoft.com/office/drawing/2014/main" id="{5F4DB010-151B-6E75-A000-0CF3802DE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2116"/>
                <a:ext cx="19" cy="13"/>
              </a:xfrm>
              <a:custGeom>
                <a:avLst/>
                <a:gdLst>
                  <a:gd name="T0" fmla="*/ 0 w 108"/>
                  <a:gd name="T1" fmla="*/ 0 h 80"/>
                  <a:gd name="T2" fmla="*/ 0 w 108"/>
                  <a:gd name="T3" fmla="*/ 0 h 80"/>
                  <a:gd name="T4" fmla="*/ 0 w 108"/>
                  <a:gd name="T5" fmla="*/ 0 h 80"/>
                  <a:gd name="T6" fmla="*/ 0 w 108"/>
                  <a:gd name="T7" fmla="*/ 0 h 80"/>
                  <a:gd name="T8" fmla="*/ 0 w 108"/>
                  <a:gd name="T9" fmla="*/ 0 h 80"/>
                  <a:gd name="T10" fmla="*/ 0 w 108"/>
                  <a:gd name="T11" fmla="*/ 0 h 80"/>
                  <a:gd name="T12" fmla="*/ 0 w 108"/>
                  <a:gd name="T13" fmla="*/ 0 h 80"/>
                  <a:gd name="T14" fmla="*/ 0 w 108"/>
                  <a:gd name="T15" fmla="*/ 0 h 80"/>
                  <a:gd name="T16" fmla="*/ 0 w 108"/>
                  <a:gd name="T17" fmla="*/ 0 h 80"/>
                  <a:gd name="T18" fmla="*/ 0 w 108"/>
                  <a:gd name="T19" fmla="*/ 0 h 80"/>
                  <a:gd name="T20" fmla="*/ 0 w 108"/>
                  <a:gd name="T21" fmla="*/ 0 h 80"/>
                  <a:gd name="T22" fmla="*/ 0 w 108"/>
                  <a:gd name="T23" fmla="*/ 0 h 80"/>
                  <a:gd name="T24" fmla="*/ 0 w 108"/>
                  <a:gd name="T25" fmla="*/ 0 h 80"/>
                  <a:gd name="T26" fmla="*/ 0 w 108"/>
                  <a:gd name="T27" fmla="*/ 0 h 80"/>
                  <a:gd name="T28" fmla="*/ 0 w 108"/>
                  <a:gd name="T29" fmla="*/ 0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0"/>
                  <a:gd name="T47" fmla="*/ 108 w 108"/>
                  <a:gd name="T48" fmla="*/ 80 h 8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0">
                    <a:moveTo>
                      <a:pt x="5" y="80"/>
                    </a:moveTo>
                    <a:lnTo>
                      <a:pt x="1" y="68"/>
                    </a:lnTo>
                    <a:lnTo>
                      <a:pt x="0" y="56"/>
                    </a:lnTo>
                    <a:lnTo>
                      <a:pt x="1" y="42"/>
                    </a:lnTo>
                    <a:lnTo>
                      <a:pt x="6" y="31"/>
                    </a:lnTo>
                    <a:lnTo>
                      <a:pt x="13" y="20"/>
                    </a:lnTo>
                    <a:lnTo>
                      <a:pt x="21" y="11"/>
                    </a:lnTo>
                    <a:lnTo>
                      <a:pt x="32" y="4"/>
                    </a:lnTo>
                    <a:lnTo>
                      <a:pt x="44" y="1"/>
                    </a:lnTo>
                    <a:lnTo>
                      <a:pt x="56" y="0"/>
                    </a:lnTo>
                    <a:lnTo>
                      <a:pt x="70" y="1"/>
                    </a:lnTo>
                    <a:lnTo>
                      <a:pt x="81" y="5"/>
                    </a:lnTo>
                    <a:lnTo>
                      <a:pt x="92" y="12"/>
                    </a:lnTo>
                    <a:lnTo>
                      <a:pt x="101" y="21"/>
                    </a:lnTo>
                    <a:lnTo>
                      <a:pt x="108" y="3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6" name="Freeform 283">
                <a:extLst>
                  <a:ext uri="{FF2B5EF4-FFF2-40B4-BE49-F238E27FC236}">
                    <a16:creationId xmlns:a16="http://schemas.microsoft.com/office/drawing/2014/main" id="{D11CAD56-9C9C-F7D1-CE24-4DD5810E9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86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7" name="Freeform 284">
                <a:extLst>
                  <a:ext uri="{FF2B5EF4-FFF2-40B4-BE49-F238E27FC236}">
                    <a16:creationId xmlns:a16="http://schemas.microsoft.com/office/drawing/2014/main" id="{82187CD9-8230-49A4-03C3-F2F9D18C3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86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8" name="Freeform 285">
                <a:extLst>
                  <a:ext uri="{FF2B5EF4-FFF2-40B4-BE49-F238E27FC236}">
                    <a16:creationId xmlns:a16="http://schemas.microsoft.com/office/drawing/2014/main" id="{60D4F9D1-435E-2F20-8A8A-914488487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26"/>
                <a:ext cx="19" cy="560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9" name="Freeform 286">
                <a:extLst>
                  <a:ext uri="{FF2B5EF4-FFF2-40B4-BE49-F238E27FC236}">
                    <a16:creationId xmlns:a16="http://schemas.microsoft.com/office/drawing/2014/main" id="{B09C83BA-8A48-1C7F-33FA-9DFD09459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26"/>
                <a:ext cx="19" cy="560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0" name="Freeform 287">
                <a:extLst>
                  <a:ext uri="{FF2B5EF4-FFF2-40B4-BE49-F238E27FC236}">
                    <a16:creationId xmlns:a16="http://schemas.microsoft.com/office/drawing/2014/main" id="{BF160BC0-EAFD-0C1C-9B7B-06AF62852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16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1" name="Freeform 288">
                <a:extLst>
                  <a:ext uri="{FF2B5EF4-FFF2-40B4-BE49-F238E27FC236}">
                    <a16:creationId xmlns:a16="http://schemas.microsoft.com/office/drawing/2014/main" id="{5057A120-6984-43F7-3DDF-4953E3A75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16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2" name="Freeform 289">
                <a:extLst>
                  <a:ext uri="{FF2B5EF4-FFF2-40B4-BE49-F238E27FC236}">
                    <a16:creationId xmlns:a16="http://schemas.microsoft.com/office/drawing/2014/main" id="{AF41CC2B-ACC6-EAFD-6FE4-0414873BA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3" name="Freeform 290">
                <a:extLst>
                  <a:ext uri="{FF2B5EF4-FFF2-40B4-BE49-F238E27FC236}">
                    <a16:creationId xmlns:a16="http://schemas.microsoft.com/office/drawing/2014/main" id="{DB8211E5-E733-BB38-51D4-F1C349B09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4" name="Freeform 291">
                <a:extLst>
                  <a:ext uri="{FF2B5EF4-FFF2-40B4-BE49-F238E27FC236}">
                    <a16:creationId xmlns:a16="http://schemas.microsoft.com/office/drawing/2014/main" id="{408BC571-A0FC-4BAB-C850-8267778FF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676"/>
                <a:ext cx="157" cy="19"/>
              </a:xfrm>
              <a:custGeom>
                <a:avLst/>
                <a:gdLst>
                  <a:gd name="T0" fmla="*/ 0 w 930"/>
                  <a:gd name="T1" fmla="*/ 0 h 113"/>
                  <a:gd name="T2" fmla="*/ 0 w 930"/>
                  <a:gd name="T3" fmla="*/ 0 h 113"/>
                  <a:gd name="T4" fmla="*/ 0 w 930"/>
                  <a:gd name="T5" fmla="*/ 0 h 113"/>
                  <a:gd name="T6" fmla="*/ 0 w 930"/>
                  <a:gd name="T7" fmla="*/ 0 h 113"/>
                  <a:gd name="T8" fmla="*/ 0 w 930"/>
                  <a:gd name="T9" fmla="*/ 0 h 113"/>
                  <a:gd name="T10" fmla="*/ 0 w 930"/>
                  <a:gd name="T11" fmla="*/ 0 h 113"/>
                  <a:gd name="T12" fmla="*/ 0 w 93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0"/>
                  <a:gd name="T22" fmla="*/ 0 h 113"/>
                  <a:gd name="T23" fmla="*/ 930 w 93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0" h="113">
                    <a:moveTo>
                      <a:pt x="930" y="113"/>
                    </a:moveTo>
                    <a:lnTo>
                      <a:pt x="930" y="57"/>
                    </a:lnTo>
                    <a:lnTo>
                      <a:pt x="93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930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5" name="Freeform 292">
                <a:extLst>
                  <a:ext uri="{FF2B5EF4-FFF2-40B4-BE49-F238E27FC236}">
                    <a16:creationId xmlns:a16="http://schemas.microsoft.com/office/drawing/2014/main" id="{9237BA3F-5E7E-E003-526D-25AC045A2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676"/>
                <a:ext cx="157" cy="19"/>
              </a:xfrm>
              <a:custGeom>
                <a:avLst/>
                <a:gdLst>
                  <a:gd name="T0" fmla="*/ 0 w 930"/>
                  <a:gd name="T1" fmla="*/ 0 h 113"/>
                  <a:gd name="T2" fmla="*/ 0 w 930"/>
                  <a:gd name="T3" fmla="*/ 0 h 113"/>
                  <a:gd name="T4" fmla="*/ 0 w 930"/>
                  <a:gd name="T5" fmla="*/ 0 h 113"/>
                  <a:gd name="T6" fmla="*/ 0 w 930"/>
                  <a:gd name="T7" fmla="*/ 0 h 113"/>
                  <a:gd name="T8" fmla="*/ 0 w 930"/>
                  <a:gd name="T9" fmla="*/ 0 h 113"/>
                  <a:gd name="T10" fmla="*/ 0 w 930"/>
                  <a:gd name="T11" fmla="*/ 0 h 113"/>
                  <a:gd name="T12" fmla="*/ 0 w 93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0"/>
                  <a:gd name="T22" fmla="*/ 0 h 113"/>
                  <a:gd name="T23" fmla="*/ 930 w 93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0" h="113">
                    <a:moveTo>
                      <a:pt x="930" y="113"/>
                    </a:moveTo>
                    <a:lnTo>
                      <a:pt x="930" y="57"/>
                    </a:lnTo>
                    <a:lnTo>
                      <a:pt x="93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930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6" name="Freeform 293">
                <a:extLst>
                  <a:ext uri="{FF2B5EF4-FFF2-40B4-BE49-F238E27FC236}">
                    <a16:creationId xmlns:a16="http://schemas.microsoft.com/office/drawing/2014/main" id="{60B3EF76-0053-3877-1F2B-22256DA3F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7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7" name="Freeform 294">
                <a:extLst>
                  <a:ext uri="{FF2B5EF4-FFF2-40B4-BE49-F238E27FC236}">
                    <a16:creationId xmlns:a16="http://schemas.microsoft.com/office/drawing/2014/main" id="{DFFCDB10-328D-EA71-B58F-398346AE8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7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8" name="Freeform 295">
                <a:extLst>
                  <a:ext uri="{FF2B5EF4-FFF2-40B4-BE49-F238E27FC236}">
                    <a16:creationId xmlns:a16="http://schemas.microsoft.com/office/drawing/2014/main" id="{1147B531-FB40-0A50-1198-FD201E833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68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9" name="Freeform 296">
                <a:extLst>
                  <a:ext uri="{FF2B5EF4-FFF2-40B4-BE49-F238E27FC236}">
                    <a16:creationId xmlns:a16="http://schemas.microsoft.com/office/drawing/2014/main" id="{BD014F23-98E4-DE25-BE04-229BD3366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68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0" name="Freeform 297">
                <a:extLst>
                  <a:ext uri="{FF2B5EF4-FFF2-40B4-BE49-F238E27FC236}">
                    <a16:creationId xmlns:a16="http://schemas.microsoft.com/office/drawing/2014/main" id="{3C601BA8-897E-1D77-8244-6CFFB8852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26"/>
                <a:ext cx="19" cy="560"/>
              </a:xfrm>
              <a:custGeom>
                <a:avLst/>
                <a:gdLst>
                  <a:gd name="T0" fmla="*/ 0 w 113"/>
                  <a:gd name="T1" fmla="*/ 0 h 3320"/>
                  <a:gd name="T2" fmla="*/ 0 w 113"/>
                  <a:gd name="T3" fmla="*/ 0 h 3320"/>
                  <a:gd name="T4" fmla="*/ 0 w 113"/>
                  <a:gd name="T5" fmla="*/ 0 h 3320"/>
                  <a:gd name="T6" fmla="*/ 0 w 113"/>
                  <a:gd name="T7" fmla="*/ 0 h 3320"/>
                  <a:gd name="T8" fmla="*/ 0 w 113"/>
                  <a:gd name="T9" fmla="*/ 0 h 3320"/>
                  <a:gd name="T10" fmla="*/ 0 w 113"/>
                  <a:gd name="T11" fmla="*/ 0 h 3320"/>
                  <a:gd name="T12" fmla="*/ 0 w 113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320"/>
                  <a:gd name="T23" fmla="*/ 113 w 113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3" y="332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1" name="Freeform 298">
                <a:extLst>
                  <a:ext uri="{FF2B5EF4-FFF2-40B4-BE49-F238E27FC236}">
                    <a16:creationId xmlns:a16="http://schemas.microsoft.com/office/drawing/2014/main" id="{78B718B4-ABAC-167F-B082-EFD79B1F6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26"/>
                <a:ext cx="19" cy="560"/>
              </a:xfrm>
              <a:custGeom>
                <a:avLst/>
                <a:gdLst>
                  <a:gd name="T0" fmla="*/ 0 w 113"/>
                  <a:gd name="T1" fmla="*/ 0 h 3320"/>
                  <a:gd name="T2" fmla="*/ 0 w 113"/>
                  <a:gd name="T3" fmla="*/ 0 h 3320"/>
                  <a:gd name="T4" fmla="*/ 0 w 113"/>
                  <a:gd name="T5" fmla="*/ 0 h 3320"/>
                  <a:gd name="T6" fmla="*/ 0 w 113"/>
                  <a:gd name="T7" fmla="*/ 0 h 3320"/>
                  <a:gd name="T8" fmla="*/ 0 w 113"/>
                  <a:gd name="T9" fmla="*/ 0 h 3320"/>
                  <a:gd name="T10" fmla="*/ 0 w 113"/>
                  <a:gd name="T11" fmla="*/ 0 h 3320"/>
                  <a:gd name="T12" fmla="*/ 0 w 113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320"/>
                  <a:gd name="T23" fmla="*/ 113 w 113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3" y="332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2" name="Freeform 299">
                <a:extLst>
                  <a:ext uri="{FF2B5EF4-FFF2-40B4-BE49-F238E27FC236}">
                    <a16:creationId xmlns:a16="http://schemas.microsoft.com/office/drawing/2014/main" id="{FAC867CB-9324-7261-C0BC-BE7590D96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3" name="Freeform 300">
                <a:extLst>
                  <a:ext uri="{FF2B5EF4-FFF2-40B4-BE49-F238E27FC236}">
                    <a16:creationId xmlns:a16="http://schemas.microsoft.com/office/drawing/2014/main" id="{6BE6E65B-9F2F-0F9E-0ABF-7F203DFE3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4" name="Freeform 301">
                <a:extLst>
                  <a:ext uri="{FF2B5EF4-FFF2-40B4-BE49-F238E27FC236}">
                    <a16:creationId xmlns:a16="http://schemas.microsoft.com/office/drawing/2014/main" id="{40C9496C-01E8-E191-A0E6-0EB8C4F6D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5" name="Freeform 302">
                <a:extLst>
                  <a:ext uri="{FF2B5EF4-FFF2-40B4-BE49-F238E27FC236}">
                    <a16:creationId xmlns:a16="http://schemas.microsoft.com/office/drawing/2014/main" id="{AB8B5568-3DE8-F7A2-B0BA-B2E52217C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6" name="Freeform 303">
                <a:extLst>
                  <a:ext uri="{FF2B5EF4-FFF2-40B4-BE49-F238E27FC236}">
                    <a16:creationId xmlns:a16="http://schemas.microsoft.com/office/drawing/2014/main" id="{50CA9191-E2EA-460C-0CB6-BC62785FB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67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7" name="Freeform 304">
                <a:extLst>
                  <a:ext uri="{FF2B5EF4-FFF2-40B4-BE49-F238E27FC236}">
                    <a16:creationId xmlns:a16="http://schemas.microsoft.com/office/drawing/2014/main" id="{5BBF0A94-4D89-9ABE-FEDC-2C337864E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67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8" name="Freeform 305">
                <a:extLst>
                  <a:ext uri="{FF2B5EF4-FFF2-40B4-BE49-F238E27FC236}">
                    <a16:creationId xmlns:a16="http://schemas.microsoft.com/office/drawing/2014/main" id="{FD7BA5F6-5A72-6C92-7951-933E9CC45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67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9" name="Freeform 306">
                <a:extLst>
                  <a:ext uri="{FF2B5EF4-FFF2-40B4-BE49-F238E27FC236}">
                    <a16:creationId xmlns:a16="http://schemas.microsoft.com/office/drawing/2014/main" id="{91FDACFA-EEC3-EC38-4003-665CC294A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67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0" name="Freeform 307">
                <a:extLst>
                  <a:ext uri="{FF2B5EF4-FFF2-40B4-BE49-F238E27FC236}">
                    <a16:creationId xmlns:a16="http://schemas.microsoft.com/office/drawing/2014/main" id="{06A6AD5D-B0B6-3738-B10F-2EE66DFC5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211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1" name="Freeform 308">
                <a:extLst>
                  <a:ext uri="{FF2B5EF4-FFF2-40B4-BE49-F238E27FC236}">
                    <a16:creationId xmlns:a16="http://schemas.microsoft.com/office/drawing/2014/main" id="{BFE995D2-C8D0-CBAF-04F2-B5C6058DC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211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2" name="Freeform 309">
                <a:extLst>
                  <a:ext uri="{FF2B5EF4-FFF2-40B4-BE49-F238E27FC236}">
                    <a16:creationId xmlns:a16="http://schemas.microsoft.com/office/drawing/2014/main" id="{FFE27A23-A3DB-81DE-F26D-8845BA14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9" y="2116"/>
                <a:ext cx="270" cy="19"/>
              </a:xfrm>
              <a:custGeom>
                <a:avLst/>
                <a:gdLst>
                  <a:gd name="T0" fmla="*/ 0 w 1593"/>
                  <a:gd name="T1" fmla="*/ 0 h 113"/>
                  <a:gd name="T2" fmla="*/ 0 w 1593"/>
                  <a:gd name="T3" fmla="*/ 0 h 113"/>
                  <a:gd name="T4" fmla="*/ 0 w 1593"/>
                  <a:gd name="T5" fmla="*/ 0 h 113"/>
                  <a:gd name="T6" fmla="*/ 0 w 1593"/>
                  <a:gd name="T7" fmla="*/ 0 h 113"/>
                  <a:gd name="T8" fmla="*/ 0 w 1593"/>
                  <a:gd name="T9" fmla="*/ 0 h 113"/>
                  <a:gd name="T10" fmla="*/ 0 w 1593"/>
                  <a:gd name="T11" fmla="*/ 0 h 113"/>
                  <a:gd name="T12" fmla="*/ 0 w 1593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93"/>
                  <a:gd name="T22" fmla="*/ 0 h 113"/>
                  <a:gd name="T23" fmla="*/ 1593 w 1593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93" h="113">
                    <a:moveTo>
                      <a:pt x="1593" y="113"/>
                    </a:moveTo>
                    <a:lnTo>
                      <a:pt x="1593" y="57"/>
                    </a:lnTo>
                    <a:lnTo>
                      <a:pt x="1593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593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3" name="Freeform 310">
                <a:extLst>
                  <a:ext uri="{FF2B5EF4-FFF2-40B4-BE49-F238E27FC236}">
                    <a16:creationId xmlns:a16="http://schemas.microsoft.com/office/drawing/2014/main" id="{DFE86B91-6514-ACA0-1FFA-5B9C22E9D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9" y="2116"/>
                <a:ext cx="270" cy="19"/>
              </a:xfrm>
              <a:custGeom>
                <a:avLst/>
                <a:gdLst>
                  <a:gd name="T0" fmla="*/ 0 w 1593"/>
                  <a:gd name="T1" fmla="*/ 0 h 113"/>
                  <a:gd name="T2" fmla="*/ 0 w 1593"/>
                  <a:gd name="T3" fmla="*/ 0 h 113"/>
                  <a:gd name="T4" fmla="*/ 0 w 1593"/>
                  <a:gd name="T5" fmla="*/ 0 h 113"/>
                  <a:gd name="T6" fmla="*/ 0 w 1593"/>
                  <a:gd name="T7" fmla="*/ 0 h 113"/>
                  <a:gd name="T8" fmla="*/ 0 w 1593"/>
                  <a:gd name="T9" fmla="*/ 0 h 113"/>
                  <a:gd name="T10" fmla="*/ 0 w 1593"/>
                  <a:gd name="T11" fmla="*/ 0 h 113"/>
                  <a:gd name="T12" fmla="*/ 0 w 1593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93"/>
                  <a:gd name="T22" fmla="*/ 0 h 113"/>
                  <a:gd name="T23" fmla="*/ 1593 w 1593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93" h="113">
                    <a:moveTo>
                      <a:pt x="1593" y="113"/>
                    </a:moveTo>
                    <a:lnTo>
                      <a:pt x="1593" y="57"/>
                    </a:lnTo>
                    <a:lnTo>
                      <a:pt x="1593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593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4" name="Freeform 311">
                <a:extLst>
                  <a:ext uri="{FF2B5EF4-FFF2-40B4-BE49-F238E27FC236}">
                    <a16:creationId xmlns:a16="http://schemas.microsoft.com/office/drawing/2014/main" id="{AAACC71D-FA16-1512-444A-2F99300BE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5" name="Freeform 312">
                <a:extLst>
                  <a:ext uri="{FF2B5EF4-FFF2-40B4-BE49-F238E27FC236}">
                    <a16:creationId xmlns:a16="http://schemas.microsoft.com/office/drawing/2014/main" id="{620A96AA-A13C-A4DD-57DC-98289454B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6" name="Freeform 313">
                <a:extLst>
                  <a:ext uri="{FF2B5EF4-FFF2-40B4-BE49-F238E27FC236}">
                    <a16:creationId xmlns:a16="http://schemas.microsoft.com/office/drawing/2014/main" id="{AB9AF4BE-BECE-F816-6459-E85B78239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7" name="Freeform 314">
                <a:extLst>
                  <a:ext uri="{FF2B5EF4-FFF2-40B4-BE49-F238E27FC236}">
                    <a16:creationId xmlns:a16="http://schemas.microsoft.com/office/drawing/2014/main" id="{480019E1-CEA1-FECE-05A3-3A8D7A6D6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8" name="Freeform 315">
                <a:extLst>
                  <a:ext uri="{FF2B5EF4-FFF2-40B4-BE49-F238E27FC236}">
                    <a16:creationId xmlns:a16="http://schemas.microsoft.com/office/drawing/2014/main" id="{0BF14020-65D8-C9F6-F5E9-05AAEEA17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2901"/>
                <a:ext cx="627" cy="19"/>
              </a:xfrm>
              <a:custGeom>
                <a:avLst/>
                <a:gdLst>
                  <a:gd name="T0" fmla="*/ 0 w 3716"/>
                  <a:gd name="T1" fmla="*/ 0 h 114"/>
                  <a:gd name="T2" fmla="*/ 0 w 3716"/>
                  <a:gd name="T3" fmla="*/ 0 h 114"/>
                  <a:gd name="T4" fmla="*/ 0 w 3716"/>
                  <a:gd name="T5" fmla="*/ 0 h 114"/>
                  <a:gd name="T6" fmla="*/ 0 w 3716"/>
                  <a:gd name="T7" fmla="*/ 0 h 114"/>
                  <a:gd name="T8" fmla="*/ 0 w 3716"/>
                  <a:gd name="T9" fmla="*/ 0 h 114"/>
                  <a:gd name="T10" fmla="*/ 0 w 3716"/>
                  <a:gd name="T11" fmla="*/ 0 h 114"/>
                  <a:gd name="T12" fmla="*/ 0 w 3716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16"/>
                  <a:gd name="T22" fmla="*/ 0 h 114"/>
                  <a:gd name="T23" fmla="*/ 3716 w 3716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16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3716" y="114"/>
                    </a:lnTo>
                    <a:lnTo>
                      <a:pt x="3716" y="58"/>
                    </a:lnTo>
                    <a:lnTo>
                      <a:pt x="3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9" name="Freeform 316">
                <a:extLst>
                  <a:ext uri="{FF2B5EF4-FFF2-40B4-BE49-F238E27FC236}">
                    <a16:creationId xmlns:a16="http://schemas.microsoft.com/office/drawing/2014/main" id="{603480A0-6E0F-BF26-6949-1A93D3E8F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2901"/>
                <a:ext cx="627" cy="19"/>
              </a:xfrm>
              <a:custGeom>
                <a:avLst/>
                <a:gdLst>
                  <a:gd name="T0" fmla="*/ 0 w 3716"/>
                  <a:gd name="T1" fmla="*/ 0 h 114"/>
                  <a:gd name="T2" fmla="*/ 0 w 3716"/>
                  <a:gd name="T3" fmla="*/ 0 h 114"/>
                  <a:gd name="T4" fmla="*/ 0 w 3716"/>
                  <a:gd name="T5" fmla="*/ 0 h 114"/>
                  <a:gd name="T6" fmla="*/ 0 w 3716"/>
                  <a:gd name="T7" fmla="*/ 0 h 114"/>
                  <a:gd name="T8" fmla="*/ 0 w 3716"/>
                  <a:gd name="T9" fmla="*/ 0 h 114"/>
                  <a:gd name="T10" fmla="*/ 0 w 3716"/>
                  <a:gd name="T11" fmla="*/ 0 h 114"/>
                  <a:gd name="T12" fmla="*/ 0 w 3716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16"/>
                  <a:gd name="T22" fmla="*/ 0 h 114"/>
                  <a:gd name="T23" fmla="*/ 3716 w 3716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16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3716" y="114"/>
                    </a:lnTo>
                    <a:lnTo>
                      <a:pt x="3716" y="58"/>
                    </a:lnTo>
                    <a:lnTo>
                      <a:pt x="3716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0" name="Freeform 317">
                <a:extLst>
                  <a:ext uri="{FF2B5EF4-FFF2-40B4-BE49-F238E27FC236}">
                    <a16:creationId xmlns:a16="http://schemas.microsoft.com/office/drawing/2014/main" id="{78D1B7DA-C468-4A1C-7F79-CA2E506B9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3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1" name="Freeform 318">
                <a:extLst>
                  <a:ext uri="{FF2B5EF4-FFF2-40B4-BE49-F238E27FC236}">
                    <a16:creationId xmlns:a16="http://schemas.microsoft.com/office/drawing/2014/main" id="{1FEE44EC-B082-E678-7DA5-8040D8D1D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3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2" name="Line 319">
                <a:extLst>
                  <a:ext uri="{FF2B5EF4-FFF2-40B4-BE49-F238E27FC236}">
                    <a16:creationId xmlns:a16="http://schemas.microsoft.com/office/drawing/2014/main" id="{6C35FC83-B438-316D-636A-59EDF73F4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095"/>
                <a:ext cx="1" cy="22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3" name="Line 320">
                <a:extLst>
                  <a:ext uri="{FF2B5EF4-FFF2-40B4-BE49-F238E27FC236}">
                    <a16:creationId xmlns:a16="http://schemas.microsoft.com/office/drawing/2014/main" id="{0E5BA29F-5FBF-59D9-8EBD-30D039031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347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4" name="Line 321">
                <a:extLst>
                  <a:ext uri="{FF2B5EF4-FFF2-40B4-BE49-F238E27FC236}">
                    <a16:creationId xmlns:a16="http://schemas.microsoft.com/office/drawing/2014/main" id="{C8E9A968-EF74-EDC9-99CD-7226CB6AE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394"/>
                <a:ext cx="1" cy="24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5" name="Line 322">
                <a:extLst>
                  <a:ext uri="{FF2B5EF4-FFF2-40B4-BE49-F238E27FC236}">
                    <a16:creationId xmlns:a16="http://schemas.microsoft.com/office/drawing/2014/main" id="{15A4CF4C-442B-C70E-F452-AD53EBC8C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666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6" name="Line 323">
                <a:extLst>
                  <a:ext uri="{FF2B5EF4-FFF2-40B4-BE49-F238E27FC236}">
                    <a16:creationId xmlns:a16="http://schemas.microsoft.com/office/drawing/2014/main" id="{2BEE1D1E-FFDB-FFEA-1EA3-524CC73AD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713"/>
                <a:ext cx="1" cy="22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7" name="Freeform 324">
                <a:extLst>
                  <a:ext uri="{FF2B5EF4-FFF2-40B4-BE49-F238E27FC236}">
                    <a16:creationId xmlns:a16="http://schemas.microsoft.com/office/drawing/2014/main" id="{8388A490-57D1-8638-ACE7-BA463181B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2542"/>
                <a:ext cx="10" cy="20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7"/>
                    </a:moveTo>
                    <a:lnTo>
                      <a:pt x="56" y="114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8" name="Freeform 325">
                <a:extLst>
                  <a:ext uri="{FF2B5EF4-FFF2-40B4-BE49-F238E27FC236}">
                    <a16:creationId xmlns:a16="http://schemas.microsoft.com/office/drawing/2014/main" id="{D327C66B-431A-A53A-A189-A0278C314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2542"/>
                <a:ext cx="10" cy="20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9" name="Freeform 326">
                <a:extLst>
                  <a:ext uri="{FF2B5EF4-FFF2-40B4-BE49-F238E27FC236}">
                    <a16:creationId xmlns:a16="http://schemas.microsoft.com/office/drawing/2014/main" id="{98CA83FC-E95F-8ABE-184C-B3FD85AEC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42"/>
                <a:ext cx="224" cy="20"/>
              </a:xfrm>
              <a:custGeom>
                <a:avLst/>
                <a:gdLst>
                  <a:gd name="T0" fmla="*/ 0 w 1328"/>
                  <a:gd name="T1" fmla="*/ 0 h 114"/>
                  <a:gd name="T2" fmla="*/ 0 w 1328"/>
                  <a:gd name="T3" fmla="*/ 0 h 114"/>
                  <a:gd name="T4" fmla="*/ 0 w 1328"/>
                  <a:gd name="T5" fmla="*/ 0 h 114"/>
                  <a:gd name="T6" fmla="*/ 0 w 1328"/>
                  <a:gd name="T7" fmla="*/ 0 h 114"/>
                  <a:gd name="T8" fmla="*/ 0 w 1328"/>
                  <a:gd name="T9" fmla="*/ 0 h 114"/>
                  <a:gd name="T10" fmla="*/ 0 w 1328"/>
                  <a:gd name="T11" fmla="*/ 0 h 114"/>
                  <a:gd name="T12" fmla="*/ 0 w 13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4"/>
                  <a:gd name="T23" fmla="*/ 1328 w 13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4">
                    <a:moveTo>
                      <a:pt x="0" y="0"/>
                    </a:moveTo>
                    <a:lnTo>
                      <a:pt x="0" y="57"/>
                    </a:lnTo>
                    <a:lnTo>
                      <a:pt x="0" y="114"/>
                    </a:lnTo>
                    <a:lnTo>
                      <a:pt x="1328" y="114"/>
                    </a:ln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0" name="Freeform 327">
                <a:extLst>
                  <a:ext uri="{FF2B5EF4-FFF2-40B4-BE49-F238E27FC236}">
                    <a16:creationId xmlns:a16="http://schemas.microsoft.com/office/drawing/2014/main" id="{C6D5DA89-AEBA-773B-C375-2B888977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42"/>
                <a:ext cx="224" cy="20"/>
              </a:xfrm>
              <a:custGeom>
                <a:avLst/>
                <a:gdLst>
                  <a:gd name="T0" fmla="*/ 0 w 1328"/>
                  <a:gd name="T1" fmla="*/ 0 h 114"/>
                  <a:gd name="T2" fmla="*/ 0 w 1328"/>
                  <a:gd name="T3" fmla="*/ 0 h 114"/>
                  <a:gd name="T4" fmla="*/ 0 w 1328"/>
                  <a:gd name="T5" fmla="*/ 0 h 114"/>
                  <a:gd name="T6" fmla="*/ 0 w 1328"/>
                  <a:gd name="T7" fmla="*/ 0 h 114"/>
                  <a:gd name="T8" fmla="*/ 0 w 1328"/>
                  <a:gd name="T9" fmla="*/ 0 h 114"/>
                  <a:gd name="T10" fmla="*/ 0 w 1328"/>
                  <a:gd name="T11" fmla="*/ 0 h 114"/>
                  <a:gd name="T12" fmla="*/ 0 w 13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4"/>
                  <a:gd name="T23" fmla="*/ 1328 w 13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4">
                    <a:moveTo>
                      <a:pt x="0" y="0"/>
                    </a:moveTo>
                    <a:lnTo>
                      <a:pt x="0" y="57"/>
                    </a:lnTo>
                    <a:lnTo>
                      <a:pt x="0" y="114"/>
                    </a:lnTo>
                    <a:lnTo>
                      <a:pt x="1328" y="114"/>
                    </a:ln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1" name="Freeform 328">
                <a:extLst>
                  <a:ext uri="{FF2B5EF4-FFF2-40B4-BE49-F238E27FC236}">
                    <a16:creationId xmlns:a16="http://schemas.microsoft.com/office/drawing/2014/main" id="{EADFE765-DF49-3A04-98C9-9C95B49B4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542"/>
                <a:ext cx="10" cy="20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4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2" name="Freeform 329">
                <a:extLst>
                  <a:ext uri="{FF2B5EF4-FFF2-40B4-BE49-F238E27FC236}">
                    <a16:creationId xmlns:a16="http://schemas.microsoft.com/office/drawing/2014/main" id="{20309DE2-B956-CB55-F9D2-F6D8FE21C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542"/>
                <a:ext cx="10" cy="20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3" name="Freeform 330">
                <a:extLst>
                  <a:ext uri="{FF2B5EF4-FFF2-40B4-BE49-F238E27FC236}">
                    <a16:creationId xmlns:a16="http://schemas.microsoft.com/office/drawing/2014/main" id="{DE841E92-5F66-E786-95F0-585B85318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4" name="Freeform 331">
                <a:extLst>
                  <a:ext uri="{FF2B5EF4-FFF2-40B4-BE49-F238E27FC236}">
                    <a16:creationId xmlns:a16="http://schemas.microsoft.com/office/drawing/2014/main" id="{5D16360D-E22D-473B-FAF6-8BBF14B4F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5" name="Freeform 332">
                <a:extLst>
                  <a:ext uri="{FF2B5EF4-FFF2-40B4-BE49-F238E27FC236}">
                    <a16:creationId xmlns:a16="http://schemas.microsoft.com/office/drawing/2014/main" id="{927EE856-75E4-9EA1-4A7A-350124535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6" name="Freeform 333">
                <a:extLst>
                  <a:ext uri="{FF2B5EF4-FFF2-40B4-BE49-F238E27FC236}">
                    <a16:creationId xmlns:a16="http://schemas.microsoft.com/office/drawing/2014/main" id="{0410477B-68AF-7656-9926-575726147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7" name="Freeform 334">
                <a:extLst>
                  <a:ext uri="{FF2B5EF4-FFF2-40B4-BE49-F238E27FC236}">
                    <a16:creationId xmlns:a16="http://schemas.microsoft.com/office/drawing/2014/main" id="{8EA2C6D0-E262-74B2-6622-6D5C6CCBB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4"/>
                    </a:lnTo>
                    <a:lnTo>
                      <a:pt x="90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8" name="Freeform 335">
                <a:extLst>
                  <a:ext uri="{FF2B5EF4-FFF2-40B4-BE49-F238E27FC236}">
                    <a16:creationId xmlns:a16="http://schemas.microsoft.com/office/drawing/2014/main" id="{F709CB43-C2B5-D6FF-3250-4A6A8857C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4"/>
                    </a:lnTo>
                    <a:lnTo>
                      <a:pt x="90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9" name="Freeform 336">
                <a:extLst>
                  <a:ext uri="{FF2B5EF4-FFF2-40B4-BE49-F238E27FC236}">
                    <a16:creationId xmlns:a16="http://schemas.microsoft.com/office/drawing/2014/main" id="{00A7C52E-698E-60C5-0203-1E015861C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0" name="Freeform 337">
                <a:extLst>
                  <a:ext uri="{FF2B5EF4-FFF2-40B4-BE49-F238E27FC236}">
                    <a16:creationId xmlns:a16="http://schemas.microsoft.com/office/drawing/2014/main" id="{D2854D30-7D46-03D1-4B92-E9A6D6F7D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1" name="Freeform 338">
                <a:extLst>
                  <a:ext uri="{FF2B5EF4-FFF2-40B4-BE49-F238E27FC236}">
                    <a16:creationId xmlns:a16="http://schemas.microsoft.com/office/drawing/2014/main" id="{D57C9FB2-4E0C-9C8E-FD99-A1BEB8D81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0" y="3719"/>
                    </a:move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2" name="Freeform 339">
                <a:extLst>
                  <a:ext uri="{FF2B5EF4-FFF2-40B4-BE49-F238E27FC236}">
                    <a16:creationId xmlns:a16="http://schemas.microsoft.com/office/drawing/2014/main" id="{049C897F-95CE-037D-DCA5-55AC86761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0" y="3719"/>
                    </a:move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3" name="Freeform 340">
                <a:extLst>
                  <a:ext uri="{FF2B5EF4-FFF2-40B4-BE49-F238E27FC236}">
                    <a16:creationId xmlns:a16="http://schemas.microsoft.com/office/drawing/2014/main" id="{C9ABBFB7-9A0A-111C-A46F-C7AC293E3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4" name="Freeform 341">
                <a:extLst>
                  <a:ext uri="{FF2B5EF4-FFF2-40B4-BE49-F238E27FC236}">
                    <a16:creationId xmlns:a16="http://schemas.microsoft.com/office/drawing/2014/main" id="{21F0C147-5306-72CC-1791-4667AF0FA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5" name="Line 342">
                <a:extLst>
                  <a:ext uri="{FF2B5EF4-FFF2-40B4-BE49-F238E27FC236}">
                    <a16:creationId xmlns:a16="http://schemas.microsoft.com/office/drawing/2014/main" id="{F858DAA9-A2BE-3BB0-7DBF-EBA96398F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196"/>
                <a:ext cx="1" cy="1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6" name="Line 343">
                <a:extLst>
                  <a:ext uri="{FF2B5EF4-FFF2-40B4-BE49-F238E27FC236}">
                    <a16:creationId xmlns:a16="http://schemas.microsoft.com/office/drawing/2014/main" id="{0A013FB4-7F86-9B77-5B33-5EFBBA269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370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7" name="Line 344">
                <a:extLst>
                  <a:ext uri="{FF2B5EF4-FFF2-40B4-BE49-F238E27FC236}">
                    <a16:creationId xmlns:a16="http://schemas.microsoft.com/office/drawing/2014/main" id="{A24A4385-43F4-7AB9-B069-30903A814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416"/>
                <a:ext cx="1" cy="24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8" name="Line 345">
                <a:extLst>
                  <a:ext uri="{FF2B5EF4-FFF2-40B4-BE49-F238E27FC236}">
                    <a16:creationId xmlns:a16="http://schemas.microsoft.com/office/drawing/2014/main" id="{6A4195BA-B1F6-8B7C-DFBB-9530B8D98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689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9" name="Line 346">
                <a:extLst>
                  <a:ext uri="{FF2B5EF4-FFF2-40B4-BE49-F238E27FC236}">
                    <a16:creationId xmlns:a16="http://schemas.microsoft.com/office/drawing/2014/main" id="{2910FA62-D10A-8E10-0623-1C4E3DD63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736"/>
                <a:ext cx="1" cy="1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0" name="Freeform 347">
                <a:extLst>
                  <a:ext uri="{FF2B5EF4-FFF2-40B4-BE49-F238E27FC236}">
                    <a16:creationId xmlns:a16="http://schemas.microsoft.com/office/drawing/2014/main" id="{7FDFAF8E-DFA1-BE25-BB8C-AE8CE2689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4"/>
                    </a:lnTo>
                    <a:lnTo>
                      <a:pt x="91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1" name="Freeform 348">
                <a:extLst>
                  <a:ext uri="{FF2B5EF4-FFF2-40B4-BE49-F238E27FC236}">
                    <a16:creationId xmlns:a16="http://schemas.microsoft.com/office/drawing/2014/main" id="{B09C9168-344E-7C22-4F6A-B333F4F85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4"/>
                    </a:lnTo>
                    <a:lnTo>
                      <a:pt x="91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2" name="Freeform 349">
                <a:extLst>
                  <a:ext uri="{FF2B5EF4-FFF2-40B4-BE49-F238E27FC236}">
                    <a16:creationId xmlns:a16="http://schemas.microsoft.com/office/drawing/2014/main" id="{E617E68F-0E3B-9C99-7AD2-5E6872589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0" y="1328"/>
                    </a:move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3" name="Freeform 350">
                <a:extLst>
                  <a:ext uri="{FF2B5EF4-FFF2-40B4-BE49-F238E27FC236}">
                    <a16:creationId xmlns:a16="http://schemas.microsoft.com/office/drawing/2014/main" id="{1B1CCA62-4883-B331-4DA5-EAB7391A55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0" y="1328"/>
                    </a:move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4" name="Freeform 351">
                <a:extLst>
                  <a:ext uri="{FF2B5EF4-FFF2-40B4-BE49-F238E27FC236}">
                    <a16:creationId xmlns:a16="http://schemas.microsoft.com/office/drawing/2014/main" id="{C90C81FD-7DF2-387C-61B4-93C55462F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5" name="Freeform 352">
                <a:extLst>
                  <a:ext uri="{FF2B5EF4-FFF2-40B4-BE49-F238E27FC236}">
                    <a16:creationId xmlns:a16="http://schemas.microsoft.com/office/drawing/2014/main" id="{7D1DE033-6A74-3CE7-F033-CA116D93F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6" name="Freeform 353">
                <a:extLst>
                  <a:ext uri="{FF2B5EF4-FFF2-40B4-BE49-F238E27FC236}">
                    <a16:creationId xmlns:a16="http://schemas.microsoft.com/office/drawing/2014/main" id="{69D714BC-474D-5EC5-CBA4-B71EC0DFB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7" name="Freeform 354">
                <a:extLst>
                  <a:ext uri="{FF2B5EF4-FFF2-40B4-BE49-F238E27FC236}">
                    <a16:creationId xmlns:a16="http://schemas.microsoft.com/office/drawing/2014/main" id="{4C84CFE6-17FF-82CA-61D4-96DE51C27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8" name="Freeform 355">
                <a:extLst>
                  <a:ext uri="{FF2B5EF4-FFF2-40B4-BE49-F238E27FC236}">
                    <a16:creationId xmlns:a16="http://schemas.microsoft.com/office/drawing/2014/main" id="{DCCF2872-54FA-F155-BF7F-BD07E274C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9" name="Freeform 356">
                <a:extLst>
                  <a:ext uri="{FF2B5EF4-FFF2-40B4-BE49-F238E27FC236}">
                    <a16:creationId xmlns:a16="http://schemas.microsoft.com/office/drawing/2014/main" id="{B220BA07-8442-EC48-73AA-1A4E3A64E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0" name="Freeform 357">
                <a:extLst>
                  <a:ext uri="{FF2B5EF4-FFF2-40B4-BE49-F238E27FC236}">
                    <a16:creationId xmlns:a16="http://schemas.microsoft.com/office/drawing/2014/main" id="{5594867D-96EA-76C1-C2D6-7BCA4AD4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1" name="Freeform 358">
                <a:extLst>
                  <a:ext uri="{FF2B5EF4-FFF2-40B4-BE49-F238E27FC236}">
                    <a16:creationId xmlns:a16="http://schemas.microsoft.com/office/drawing/2014/main" id="{A8E9C700-FBA8-27DC-2054-410FD0BB6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2" name="Freeform 359">
                <a:extLst>
                  <a:ext uri="{FF2B5EF4-FFF2-40B4-BE49-F238E27FC236}">
                    <a16:creationId xmlns:a16="http://schemas.microsoft.com/office/drawing/2014/main" id="{030BC86A-3DF0-3004-A133-FE84531C4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17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3" name="Freeform 360">
                <a:extLst>
                  <a:ext uri="{FF2B5EF4-FFF2-40B4-BE49-F238E27FC236}">
                    <a16:creationId xmlns:a16="http://schemas.microsoft.com/office/drawing/2014/main" id="{6BA02286-A8FF-74D1-D58B-FE8DE0946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17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4" name="Freeform 361">
                <a:extLst>
                  <a:ext uri="{FF2B5EF4-FFF2-40B4-BE49-F238E27FC236}">
                    <a16:creationId xmlns:a16="http://schemas.microsoft.com/office/drawing/2014/main" id="{14B76DE7-2E04-DB3C-2704-E65D8C3CF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217"/>
                <a:ext cx="1232" cy="19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7299" y="113"/>
                    </a:move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5" name="Freeform 362">
                <a:extLst>
                  <a:ext uri="{FF2B5EF4-FFF2-40B4-BE49-F238E27FC236}">
                    <a16:creationId xmlns:a16="http://schemas.microsoft.com/office/drawing/2014/main" id="{82D2CB21-3CE5-8B83-A5AB-29C4BE3CC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217"/>
                <a:ext cx="1232" cy="19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7299" y="113"/>
                    </a:move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6" name="Freeform 363">
                <a:extLst>
                  <a:ext uri="{FF2B5EF4-FFF2-40B4-BE49-F238E27FC236}">
                    <a16:creationId xmlns:a16="http://schemas.microsoft.com/office/drawing/2014/main" id="{2C694DB7-ADB7-087F-B206-69C914572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7" name="Freeform 364">
                <a:extLst>
                  <a:ext uri="{FF2B5EF4-FFF2-40B4-BE49-F238E27FC236}">
                    <a16:creationId xmlns:a16="http://schemas.microsoft.com/office/drawing/2014/main" id="{6B3EAE95-E9E0-212C-9757-87637EF2D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8" name="Freeform 365">
                <a:extLst>
                  <a:ext uri="{FF2B5EF4-FFF2-40B4-BE49-F238E27FC236}">
                    <a16:creationId xmlns:a16="http://schemas.microsoft.com/office/drawing/2014/main" id="{3FD983D0-D403-E886-B07B-76143F010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45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9" name="Freeform 366">
                <a:extLst>
                  <a:ext uri="{FF2B5EF4-FFF2-40B4-BE49-F238E27FC236}">
                    <a16:creationId xmlns:a16="http://schemas.microsoft.com/office/drawing/2014/main" id="{3AAC8AFE-D103-B621-0625-1C515929E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45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0" name="Freeform 367">
                <a:extLst>
                  <a:ext uri="{FF2B5EF4-FFF2-40B4-BE49-F238E27FC236}">
                    <a16:creationId xmlns:a16="http://schemas.microsoft.com/office/drawing/2014/main" id="{94787B7A-2BB8-B32D-9E49-5C53B90F9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845"/>
                <a:ext cx="1232" cy="20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1" name="Freeform 368">
                <a:extLst>
                  <a:ext uri="{FF2B5EF4-FFF2-40B4-BE49-F238E27FC236}">
                    <a16:creationId xmlns:a16="http://schemas.microsoft.com/office/drawing/2014/main" id="{1EE1FEAA-649E-56A9-839C-E07F4D7BA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845"/>
                <a:ext cx="1232" cy="20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2" name="Freeform 369">
                <a:extLst>
                  <a:ext uri="{FF2B5EF4-FFF2-40B4-BE49-F238E27FC236}">
                    <a16:creationId xmlns:a16="http://schemas.microsoft.com/office/drawing/2014/main" id="{2277581D-3E52-F8DC-A571-602A976FC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845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3" name="Freeform 370">
                <a:extLst>
                  <a:ext uri="{FF2B5EF4-FFF2-40B4-BE49-F238E27FC236}">
                    <a16:creationId xmlns:a16="http://schemas.microsoft.com/office/drawing/2014/main" id="{EB85FFB8-BD2C-ADDE-81C4-E1EB01B51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845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4" name="Freeform 371">
                <a:extLst>
                  <a:ext uri="{FF2B5EF4-FFF2-40B4-BE49-F238E27FC236}">
                    <a16:creationId xmlns:a16="http://schemas.microsoft.com/office/drawing/2014/main" id="{303ACFEA-DCA4-B81A-754B-87D56DABD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5" name="Freeform 372">
                <a:extLst>
                  <a:ext uri="{FF2B5EF4-FFF2-40B4-BE49-F238E27FC236}">
                    <a16:creationId xmlns:a16="http://schemas.microsoft.com/office/drawing/2014/main" id="{54A8DC21-438B-79E4-E240-A8BA4E25D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6" name="Freeform 373">
                <a:extLst>
                  <a:ext uri="{FF2B5EF4-FFF2-40B4-BE49-F238E27FC236}">
                    <a16:creationId xmlns:a16="http://schemas.microsoft.com/office/drawing/2014/main" id="{A5795524-6719-C792-C0AF-74047D0D2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901"/>
                <a:ext cx="1254" cy="19"/>
              </a:xfrm>
              <a:custGeom>
                <a:avLst/>
                <a:gdLst>
                  <a:gd name="T0" fmla="*/ 0 w 7433"/>
                  <a:gd name="T1" fmla="*/ 0 h 114"/>
                  <a:gd name="T2" fmla="*/ 0 w 7433"/>
                  <a:gd name="T3" fmla="*/ 0 h 114"/>
                  <a:gd name="T4" fmla="*/ 0 w 7433"/>
                  <a:gd name="T5" fmla="*/ 0 h 114"/>
                  <a:gd name="T6" fmla="*/ 0 w 7433"/>
                  <a:gd name="T7" fmla="*/ 0 h 114"/>
                  <a:gd name="T8" fmla="*/ 0 w 7433"/>
                  <a:gd name="T9" fmla="*/ 0 h 114"/>
                  <a:gd name="T10" fmla="*/ 0 w 7433"/>
                  <a:gd name="T11" fmla="*/ 0 h 114"/>
                  <a:gd name="T12" fmla="*/ 0 w 7433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3"/>
                  <a:gd name="T22" fmla="*/ 0 h 114"/>
                  <a:gd name="T23" fmla="*/ 7433 w 7433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3" h="114">
                    <a:moveTo>
                      <a:pt x="7433" y="114"/>
                    </a:moveTo>
                    <a:lnTo>
                      <a:pt x="7433" y="58"/>
                    </a:lnTo>
                    <a:lnTo>
                      <a:pt x="7433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3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7" name="Freeform 374">
                <a:extLst>
                  <a:ext uri="{FF2B5EF4-FFF2-40B4-BE49-F238E27FC236}">
                    <a16:creationId xmlns:a16="http://schemas.microsoft.com/office/drawing/2014/main" id="{49A26271-792E-AD15-419C-770AB5A13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901"/>
                <a:ext cx="1254" cy="19"/>
              </a:xfrm>
              <a:custGeom>
                <a:avLst/>
                <a:gdLst>
                  <a:gd name="T0" fmla="*/ 0 w 7433"/>
                  <a:gd name="T1" fmla="*/ 0 h 114"/>
                  <a:gd name="T2" fmla="*/ 0 w 7433"/>
                  <a:gd name="T3" fmla="*/ 0 h 114"/>
                  <a:gd name="T4" fmla="*/ 0 w 7433"/>
                  <a:gd name="T5" fmla="*/ 0 h 114"/>
                  <a:gd name="T6" fmla="*/ 0 w 7433"/>
                  <a:gd name="T7" fmla="*/ 0 h 114"/>
                  <a:gd name="T8" fmla="*/ 0 w 7433"/>
                  <a:gd name="T9" fmla="*/ 0 h 114"/>
                  <a:gd name="T10" fmla="*/ 0 w 7433"/>
                  <a:gd name="T11" fmla="*/ 0 h 114"/>
                  <a:gd name="T12" fmla="*/ 0 w 7433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3"/>
                  <a:gd name="T22" fmla="*/ 0 h 114"/>
                  <a:gd name="T23" fmla="*/ 7433 w 7433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3" h="114">
                    <a:moveTo>
                      <a:pt x="7433" y="114"/>
                    </a:moveTo>
                    <a:lnTo>
                      <a:pt x="7433" y="58"/>
                    </a:lnTo>
                    <a:lnTo>
                      <a:pt x="7433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3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8" name="Freeform 375">
                <a:extLst>
                  <a:ext uri="{FF2B5EF4-FFF2-40B4-BE49-F238E27FC236}">
                    <a16:creationId xmlns:a16="http://schemas.microsoft.com/office/drawing/2014/main" id="{E9E2F3E8-C453-68B0-C2ED-A5DCC36A5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9" name="Freeform 376">
                <a:extLst>
                  <a:ext uri="{FF2B5EF4-FFF2-40B4-BE49-F238E27FC236}">
                    <a16:creationId xmlns:a16="http://schemas.microsoft.com/office/drawing/2014/main" id="{A4698B37-CE89-2105-96B5-D9C9E603B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0" name="Freeform 377">
                <a:extLst>
                  <a:ext uri="{FF2B5EF4-FFF2-40B4-BE49-F238E27FC236}">
                    <a16:creationId xmlns:a16="http://schemas.microsoft.com/office/drawing/2014/main" id="{B3B8975D-23DA-2C9A-9119-B29A74524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1" name="Freeform 378">
                <a:extLst>
                  <a:ext uri="{FF2B5EF4-FFF2-40B4-BE49-F238E27FC236}">
                    <a16:creationId xmlns:a16="http://schemas.microsoft.com/office/drawing/2014/main" id="{F1404F72-C480-98AD-3108-9C8695192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2" name="Freeform 379">
                <a:extLst>
                  <a:ext uri="{FF2B5EF4-FFF2-40B4-BE49-F238E27FC236}">
                    <a16:creationId xmlns:a16="http://schemas.microsoft.com/office/drawing/2014/main" id="{52F81B2E-5BC7-DE07-0972-02641C05F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116"/>
                <a:ext cx="156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3" name="Freeform 380">
                <a:extLst>
                  <a:ext uri="{FF2B5EF4-FFF2-40B4-BE49-F238E27FC236}">
                    <a16:creationId xmlns:a16="http://schemas.microsoft.com/office/drawing/2014/main" id="{BB0AAEAD-21FB-368F-D527-6ADAFC5C2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116"/>
                <a:ext cx="156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4" name="Freeform 381">
                <a:extLst>
                  <a:ext uri="{FF2B5EF4-FFF2-40B4-BE49-F238E27FC236}">
                    <a16:creationId xmlns:a16="http://schemas.microsoft.com/office/drawing/2014/main" id="{909C31A4-E21D-F7EC-C3B4-5CBE9F96C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5" name="Freeform 382">
                <a:extLst>
                  <a:ext uri="{FF2B5EF4-FFF2-40B4-BE49-F238E27FC236}">
                    <a16:creationId xmlns:a16="http://schemas.microsoft.com/office/drawing/2014/main" id="{D909A2C2-0946-3F7C-0E8D-E44506103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6" name="Line 383">
                <a:extLst>
                  <a:ext uri="{FF2B5EF4-FFF2-40B4-BE49-F238E27FC236}">
                    <a16:creationId xmlns:a16="http://schemas.microsoft.com/office/drawing/2014/main" id="{0C7CC496-D085-FF5F-061E-C1EA7B242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7" name="Line 384">
                <a:extLst>
                  <a:ext uri="{FF2B5EF4-FFF2-40B4-BE49-F238E27FC236}">
                    <a16:creationId xmlns:a16="http://schemas.microsoft.com/office/drawing/2014/main" id="{0771C4CA-B0E7-DA0E-2FC1-665F40D0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8" name="Line 385">
                <a:extLst>
                  <a:ext uri="{FF2B5EF4-FFF2-40B4-BE49-F238E27FC236}">
                    <a16:creationId xmlns:a16="http://schemas.microsoft.com/office/drawing/2014/main" id="{B45FE7A4-2550-D2A1-E141-E713BAF94B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9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9" name="Line 386">
                <a:extLst>
                  <a:ext uri="{FF2B5EF4-FFF2-40B4-BE49-F238E27FC236}">
                    <a16:creationId xmlns:a16="http://schemas.microsoft.com/office/drawing/2014/main" id="{A8C4CE40-823D-D577-4C0F-26AEDB7FD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2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0" name="Line 387">
                <a:extLst>
                  <a:ext uri="{FF2B5EF4-FFF2-40B4-BE49-F238E27FC236}">
                    <a16:creationId xmlns:a16="http://schemas.microsoft.com/office/drawing/2014/main" id="{EB4E12E3-F65C-744E-9156-0859FC742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8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1" name="Line 388">
                <a:extLst>
                  <a:ext uri="{FF2B5EF4-FFF2-40B4-BE49-F238E27FC236}">
                    <a16:creationId xmlns:a16="http://schemas.microsoft.com/office/drawing/2014/main" id="{ABC58B96-80F0-3936-550A-91B958E17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0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2" name="Line 389">
                <a:extLst>
                  <a:ext uri="{FF2B5EF4-FFF2-40B4-BE49-F238E27FC236}">
                    <a16:creationId xmlns:a16="http://schemas.microsoft.com/office/drawing/2014/main" id="{8F62972F-F569-9773-3498-ADD7EE0E4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7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3" name="Line 390">
                <a:extLst>
                  <a:ext uri="{FF2B5EF4-FFF2-40B4-BE49-F238E27FC236}">
                    <a16:creationId xmlns:a16="http://schemas.microsoft.com/office/drawing/2014/main" id="{0560F6AA-8D64-4AB8-1454-088C59729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4" name="Line 391">
                <a:extLst>
                  <a:ext uri="{FF2B5EF4-FFF2-40B4-BE49-F238E27FC236}">
                    <a16:creationId xmlns:a16="http://schemas.microsoft.com/office/drawing/2014/main" id="{4AB6B1FB-AD79-8DA4-F609-C897FEA65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6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5" name="Freeform 392">
                <a:extLst>
                  <a:ext uri="{FF2B5EF4-FFF2-40B4-BE49-F238E27FC236}">
                    <a16:creationId xmlns:a16="http://schemas.microsoft.com/office/drawing/2014/main" id="{A2B54D84-5A3B-870C-B5B7-C8B17A207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68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6" name="Freeform 393">
                <a:extLst>
                  <a:ext uri="{FF2B5EF4-FFF2-40B4-BE49-F238E27FC236}">
                    <a16:creationId xmlns:a16="http://schemas.microsoft.com/office/drawing/2014/main" id="{B7E9C10D-6D0D-20B7-28F2-FC00FE595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68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7" name="Freeform 394">
                <a:extLst>
                  <a:ext uri="{FF2B5EF4-FFF2-40B4-BE49-F238E27FC236}">
                    <a16:creationId xmlns:a16="http://schemas.microsoft.com/office/drawing/2014/main" id="{C99420A0-B392-12C2-E7B9-B2F815388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3268"/>
                <a:ext cx="135" cy="20"/>
              </a:xfrm>
              <a:custGeom>
                <a:avLst/>
                <a:gdLst>
                  <a:gd name="T0" fmla="*/ 0 w 796"/>
                  <a:gd name="T1" fmla="*/ 0 h 113"/>
                  <a:gd name="T2" fmla="*/ 0 w 796"/>
                  <a:gd name="T3" fmla="*/ 0 h 113"/>
                  <a:gd name="T4" fmla="*/ 0 w 796"/>
                  <a:gd name="T5" fmla="*/ 0 h 113"/>
                  <a:gd name="T6" fmla="*/ 0 w 796"/>
                  <a:gd name="T7" fmla="*/ 0 h 113"/>
                  <a:gd name="T8" fmla="*/ 0 w 796"/>
                  <a:gd name="T9" fmla="*/ 0 h 113"/>
                  <a:gd name="T10" fmla="*/ 0 w 796"/>
                  <a:gd name="T11" fmla="*/ 0 h 113"/>
                  <a:gd name="T12" fmla="*/ 0 w 796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6"/>
                  <a:gd name="T22" fmla="*/ 0 h 113"/>
                  <a:gd name="T23" fmla="*/ 796 w 796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6" h="113">
                    <a:moveTo>
                      <a:pt x="796" y="113"/>
                    </a:moveTo>
                    <a:lnTo>
                      <a:pt x="796" y="57"/>
                    </a:lnTo>
                    <a:lnTo>
                      <a:pt x="796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96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8" name="Freeform 395">
                <a:extLst>
                  <a:ext uri="{FF2B5EF4-FFF2-40B4-BE49-F238E27FC236}">
                    <a16:creationId xmlns:a16="http://schemas.microsoft.com/office/drawing/2014/main" id="{66B7DA6A-9CBF-7D5A-57C0-0CDECDBA0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3268"/>
                <a:ext cx="135" cy="20"/>
              </a:xfrm>
              <a:custGeom>
                <a:avLst/>
                <a:gdLst>
                  <a:gd name="T0" fmla="*/ 0 w 796"/>
                  <a:gd name="T1" fmla="*/ 0 h 113"/>
                  <a:gd name="T2" fmla="*/ 0 w 796"/>
                  <a:gd name="T3" fmla="*/ 0 h 113"/>
                  <a:gd name="T4" fmla="*/ 0 w 796"/>
                  <a:gd name="T5" fmla="*/ 0 h 113"/>
                  <a:gd name="T6" fmla="*/ 0 w 796"/>
                  <a:gd name="T7" fmla="*/ 0 h 113"/>
                  <a:gd name="T8" fmla="*/ 0 w 796"/>
                  <a:gd name="T9" fmla="*/ 0 h 113"/>
                  <a:gd name="T10" fmla="*/ 0 w 796"/>
                  <a:gd name="T11" fmla="*/ 0 h 113"/>
                  <a:gd name="T12" fmla="*/ 0 w 796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6"/>
                  <a:gd name="T22" fmla="*/ 0 h 113"/>
                  <a:gd name="T23" fmla="*/ 796 w 796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6" h="113">
                    <a:moveTo>
                      <a:pt x="796" y="113"/>
                    </a:moveTo>
                    <a:lnTo>
                      <a:pt x="796" y="57"/>
                    </a:lnTo>
                    <a:lnTo>
                      <a:pt x="796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96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9" name="Freeform 396">
                <a:extLst>
                  <a:ext uri="{FF2B5EF4-FFF2-40B4-BE49-F238E27FC236}">
                    <a16:creationId xmlns:a16="http://schemas.microsoft.com/office/drawing/2014/main" id="{B1A495CE-765E-3CD8-0A81-F8F6BFDD6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0" name="Freeform 397">
                <a:extLst>
                  <a:ext uri="{FF2B5EF4-FFF2-40B4-BE49-F238E27FC236}">
                    <a16:creationId xmlns:a16="http://schemas.microsoft.com/office/drawing/2014/main" id="{D6C06B26-C1A7-E82A-FA36-E6984A576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1" name="Freeform 398">
                <a:extLst>
                  <a:ext uri="{FF2B5EF4-FFF2-40B4-BE49-F238E27FC236}">
                    <a16:creationId xmlns:a16="http://schemas.microsoft.com/office/drawing/2014/main" id="{0479A6AF-D1AB-E573-AA49-8F7F439FA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3299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2" name="Freeform 399">
                <a:extLst>
                  <a:ext uri="{FF2B5EF4-FFF2-40B4-BE49-F238E27FC236}">
                    <a16:creationId xmlns:a16="http://schemas.microsoft.com/office/drawing/2014/main" id="{B62D9619-7443-C3D6-8F5B-808CEF477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3299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3" name="Freeform 400">
                <a:extLst>
                  <a:ext uri="{FF2B5EF4-FFF2-40B4-BE49-F238E27FC236}">
                    <a16:creationId xmlns:a16="http://schemas.microsoft.com/office/drawing/2014/main" id="{686105D6-97FA-3277-C894-C5469B2A2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3299"/>
                <a:ext cx="224" cy="20"/>
              </a:xfrm>
              <a:custGeom>
                <a:avLst/>
                <a:gdLst>
                  <a:gd name="T0" fmla="*/ 0 w 1328"/>
                  <a:gd name="T1" fmla="*/ 0 h 113"/>
                  <a:gd name="T2" fmla="*/ 0 w 1328"/>
                  <a:gd name="T3" fmla="*/ 0 h 113"/>
                  <a:gd name="T4" fmla="*/ 0 w 1328"/>
                  <a:gd name="T5" fmla="*/ 0 h 113"/>
                  <a:gd name="T6" fmla="*/ 0 w 1328"/>
                  <a:gd name="T7" fmla="*/ 0 h 113"/>
                  <a:gd name="T8" fmla="*/ 0 w 1328"/>
                  <a:gd name="T9" fmla="*/ 0 h 113"/>
                  <a:gd name="T10" fmla="*/ 0 w 1328"/>
                  <a:gd name="T11" fmla="*/ 0 h 113"/>
                  <a:gd name="T12" fmla="*/ 0 w 13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3"/>
                  <a:gd name="T23" fmla="*/ 1328 w 13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3">
                    <a:moveTo>
                      <a:pt x="1328" y="113"/>
                    </a:move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8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4" name="Freeform 401">
                <a:extLst>
                  <a:ext uri="{FF2B5EF4-FFF2-40B4-BE49-F238E27FC236}">
                    <a16:creationId xmlns:a16="http://schemas.microsoft.com/office/drawing/2014/main" id="{0A3438EB-F776-A97C-C137-11F788D64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3299"/>
                <a:ext cx="224" cy="20"/>
              </a:xfrm>
              <a:custGeom>
                <a:avLst/>
                <a:gdLst>
                  <a:gd name="T0" fmla="*/ 0 w 1328"/>
                  <a:gd name="T1" fmla="*/ 0 h 113"/>
                  <a:gd name="T2" fmla="*/ 0 w 1328"/>
                  <a:gd name="T3" fmla="*/ 0 h 113"/>
                  <a:gd name="T4" fmla="*/ 0 w 1328"/>
                  <a:gd name="T5" fmla="*/ 0 h 113"/>
                  <a:gd name="T6" fmla="*/ 0 w 1328"/>
                  <a:gd name="T7" fmla="*/ 0 h 113"/>
                  <a:gd name="T8" fmla="*/ 0 w 1328"/>
                  <a:gd name="T9" fmla="*/ 0 h 113"/>
                  <a:gd name="T10" fmla="*/ 0 w 1328"/>
                  <a:gd name="T11" fmla="*/ 0 h 113"/>
                  <a:gd name="T12" fmla="*/ 0 w 13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3"/>
                  <a:gd name="T23" fmla="*/ 1328 w 13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3">
                    <a:moveTo>
                      <a:pt x="1328" y="113"/>
                    </a:move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8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5" name="Freeform 402">
                <a:extLst>
                  <a:ext uri="{FF2B5EF4-FFF2-40B4-BE49-F238E27FC236}">
                    <a16:creationId xmlns:a16="http://schemas.microsoft.com/office/drawing/2014/main" id="{4436874E-90AA-5C57-9294-AAF341B8F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6" name="Freeform 403">
                <a:extLst>
                  <a:ext uri="{FF2B5EF4-FFF2-40B4-BE49-F238E27FC236}">
                    <a16:creationId xmlns:a16="http://schemas.microsoft.com/office/drawing/2014/main" id="{5C5120A5-65E5-E95E-1F17-BE7AC3FC5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7" name="Freeform 404">
                <a:extLst>
                  <a:ext uri="{FF2B5EF4-FFF2-40B4-BE49-F238E27FC236}">
                    <a16:creationId xmlns:a16="http://schemas.microsoft.com/office/drawing/2014/main" id="{E1FAF9E4-201D-52B3-663E-2C2D61F3A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8" name="Freeform 405">
                <a:extLst>
                  <a:ext uri="{FF2B5EF4-FFF2-40B4-BE49-F238E27FC236}">
                    <a16:creationId xmlns:a16="http://schemas.microsoft.com/office/drawing/2014/main" id="{85475AE6-3EFD-22A1-6C67-C2015A582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9" name="Freeform 406">
                <a:extLst>
                  <a:ext uri="{FF2B5EF4-FFF2-40B4-BE49-F238E27FC236}">
                    <a16:creationId xmlns:a16="http://schemas.microsoft.com/office/drawing/2014/main" id="{A97A9556-A870-B97E-F5FA-1049D9894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0" name="Freeform 407">
                <a:extLst>
                  <a:ext uri="{FF2B5EF4-FFF2-40B4-BE49-F238E27FC236}">
                    <a16:creationId xmlns:a16="http://schemas.microsoft.com/office/drawing/2014/main" id="{2713C371-9E44-333B-53C6-47AFD3BF0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1" name="Freeform 408">
                <a:extLst>
                  <a:ext uri="{FF2B5EF4-FFF2-40B4-BE49-F238E27FC236}">
                    <a16:creationId xmlns:a16="http://schemas.microsoft.com/office/drawing/2014/main" id="{4AD93E7B-7660-E28E-B087-7F6FCDC1F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2" name="Freeform 409">
                <a:extLst>
                  <a:ext uri="{FF2B5EF4-FFF2-40B4-BE49-F238E27FC236}">
                    <a16:creationId xmlns:a16="http://schemas.microsoft.com/office/drawing/2014/main" id="{BC8D83C2-AC0E-9EBF-9917-2FD7A9F1F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3" name="Freeform 410">
                <a:extLst>
                  <a:ext uri="{FF2B5EF4-FFF2-40B4-BE49-F238E27FC236}">
                    <a16:creationId xmlns:a16="http://schemas.microsoft.com/office/drawing/2014/main" id="{14F4F430-756B-3257-79CB-2CC33D64B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397"/>
                <a:ext cx="20" cy="9"/>
              </a:xfrm>
              <a:custGeom>
                <a:avLst/>
                <a:gdLst>
                  <a:gd name="T0" fmla="*/ 0 w 114"/>
                  <a:gd name="T1" fmla="*/ 0 h 58"/>
                  <a:gd name="T2" fmla="*/ 0 w 114"/>
                  <a:gd name="T3" fmla="*/ 0 h 58"/>
                  <a:gd name="T4" fmla="*/ 0 w 114"/>
                  <a:gd name="T5" fmla="*/ 0 h 58"/>
                  <a:gd name="T6" fmla="*/ 0 w 114"/>
                  <a:gd name="T7" fmla="*/ 0 h 58"/>
                  <a:gd name="T8" fmla="*/ 0 w 114"/>
                  <a:gd name="T9" fmla="*/ 0 h 58"/>
                  <a:gd name="T10" fmla="*/ 0 w 114"/>
                  <a:gd name="T11" fmla="*/ 0 h 58"/>
                  <a:gd name="T12" fmla="*/ 0 w 114"/>
                  <a:gd name="T13" fmla="*/ 0 h 58"/>
                  <a:gd name="T14" fmla="*/ 0 w 114"/>
                  <a:gd name="T15" fmla="*/ 0 h 58"/>
                  <a:gd name="T16" fmla="*/ 0 w 114"/>
                  <a:gd name="T17" fmla="*/ 0 h 58"/>
                  <a:gd name="T18" fmla="*/ 0 w 114"/>
                  <a:gd name="T19" fmla="*/ 0 h 58"/>
                  <a:gd name="T20" fmla="*/ 0 w 114"/>
                  <a:gd name="T21" fmla="*/ 0 h 58"/>
                  <a:gd name="T22" fmla="*/ 0 w 114"/>
                  <a:gd name="T23" fmla="*/ 0 h 58"/>
                  <a:gd name="T24" fmla="*/ 0 w 114"/>
                  <a:gd name="T25" fmla="*/ 0 h 58"/>
                  <a:gd name="T26" fmla="*/ 0 w 114"/>
                  <a:gd name="T27" fmla="*/ 0 h 58"/>
                  <a:gd name="T28" fmla="*/ 0 w 114"/>
                  <a:gd name="T29" fmla="*/ 0 h 58"/>
                  <a:gd name="T30" fmla="*/ 0 w 114"/>
                  <a:gd name="T31" fmla="*/ 0 h 58"/>
                  <a:gd name="T32" fmla="*/ 0 w 114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8"/>
                  <a:gd name="T53" fmla="*/ 114 w 114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1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4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4" name="Freeform 411">
                <a:extLst>
                  <a:ext uri="{FF2B5EF4-FFF2-40B4-BE49-F238E27FC236}">
                    <a16:creationId xmlns:a16="http://schemas.microsoft.com/office/drawing/2014/main" id="{A7920E94-750C-D54B-EF20-45C41C761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397"/>
                <a:ext cx="20" cy="9"/>
              </a:xfrm>
              <a:custGeom>
                <a:avLst/>
                <a:gdLst>
                  <a:gd name="T0" fmla="*/ 0 w 114"/>
                  <a:gd name="T1" fmla="*/ 0 h 58"/>
                  <a:gd name="T2" fmla="*/ 0 w 114"/>
                  <a:gd name="T3" fmla="*/ 0 h 58"/>
                  <a:gd name="T4" fmla="*/ 0 w 114"/>
                  <a:gd name="T5" fmla="*/ 0 h 58"/>
                  <a:gd name="T6" fmla="*/ 0 w 114"/>
                  <a:gd name="T7" fmla="*/ 0 h 58"/>
                  <a:gd name="T8" fmla="*/ 0 w 114"/>
                  <a:gd name="T9" fmla="*/ 0 h 58"/>
                  <a:gd name="T10" fmla="*/ 0 w 114"/>
                  <a:gd name="T11" fmla="*/ 0 h 58"/>
                  <a:gd name="T12" fmla="*/ 0 w 114"/>
                  <a:gd name="T13" fmla="*/ 0 h 58"/>
                  <a:gd name="T14" fmla="*/ 0 w 114"/>
                  <a:gd name="T15" fmla="*/ 0 h 58"/>
                  <a:gd name="T16" fmla="*/ 0 w 114"/>
                  <a:gd name="T17" fmla="*/ 0 h 58"/>
                  <a:gd name="T18" fmla="*/ 0 w 114"/>
                  <a:gd name="T19" fmla="*/ 0 h 58"/>
                  <a:gd name="T20" fmla="*/ 0 w 114"/>
                  <a:gd name="T21" fmla="*/ 0 h 58"/>
                  <a:gd name="T22" fmla="*/ 0 w 114"/>
                  <a:gd name="T23" fmla="*/ 0 h 58"/>
                  <a:gd name="T24" fmla="*/ 0 w 114"/>
                  <a:gd name="T25" fmla="*/ 0 h 58"/>
                  <a:gd name="T26" fmla="*/ 0 w 114"/>
                  <a:gd name="T27" fmla="*/ 0 h 58"/>
                  <a:gd name="T28" fmla="*/ 0 w 114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8"/>
                  <a:gd name="T47" fmla="*/ 114 w 114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8">
                    <a:moveTo>
                      <a:pt x="0" y="58"/>
                    </a:move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1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4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5" name="Freeform 412">
                <a:extLst>
                  <a:ext uri="{FF2B5EF4-FFF2-40B4-BE49-F238E27FC236}">
                    <a16:creationId xmlns:a16="http://schemas.microsoft.com/office/drawing/2014/main" id="{22E44157-33A5-E128-54A6-8BD91FB3B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406"/>
                <a:ext cx="20" cy="270"/>
              </a:xfrm>
              <a:custGeom>
                <a:avLst/>
                <a:gdLst>
                  <a:gd name="T0" fmla="*/ 0 w 114"/>
                  <a:gd name="T1" fmla="*/ 0 h 1594"/>
                  <a:gd name="T2" fmla="*/ 0 w 114"/>
                  <a:gd name="T3" fmla="*/ 0 h 1594"/>
                  <a:gd name="T4" fmla="*/ 0 w 114"/>
                  <a:gd name="T5" fmla="*/ 0 h 1594"/>
                  <a:gd name="T6" fmla="*/ 0 w 114"/>
                  <a:gd name="T7" fmla="*/ 0 h 1594"/>
                  <a:gd name="T8" fmla="*/ 0 w 114"/>
                  <a:gd name="T9" fmla="*/ 0 h 1594"/>
                  <a:gd name="T10" fmla="*/ 0 w 114"/>
                  <a:gd name="T11" fmla="*/ 0 h 1594"/>
                  <a:gd name="T12" fmla="*/ 0 w 114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594"/>
                  <a:gd name="T23" fmla="*/ 114 w 114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594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4" y="1594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6" name="Freeform 413">
                <a:extLst>
                  <a:ext uri="{FF2B5EF4-FFF2-40B4-BE49-F238E27FC236}">
                    <a16:creationId xmlns:a16="http://schemas.microsoft.com/office/drawing/2014/main" id="{1F147E5E-D364-8372-0151-30FB0B6FA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406"/>
                <a:ext cx="20" cy="270"/>
              </a:xfrm>
              <a:custGeom>
                <a:avLst/>
                <a:gdLst>
                  <a:gd name="T0" fmla="*/ 0 w 114"/>
                  <a:gd name="T1" fmla="*/ 0 h 1594"/>
                  <a:gd name="T2" fmla="*/ 0 w 114"/>
                  <a:gd name="T3" fmla="*/ 0 h 1594"/>
                  <a:gd name="T4" fmla="*/ 0 w 114"/>
                  <a:gd name="T5" fmla="*/ 0 h 1594"/>
                  <a:gd name="T6" fmla="*/ 0 w 114"/>
                  <a:gd name="T7" fmla="*/ 0 h 1594"/>
                  <a:gd name="T8" fmla="*/ 0 w 114"/>
                  <a:gd name="T9" fmla="*/ 0 h 1594"/>
                  <a:gd name="T10" fmla="*/ 0 w 114"/>
                  <a:gd name="T11" fmla="*/ 0 h 1594"/>
                  <a:gd name="T12" fmla="*/ 0 w 114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594"/>
                  <a:gd name="T23" fmla="*/ 114 w 114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594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4" y="1594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7" name="Freeform 414">
                <a:extLst>
                  <a:ext uri="{FF2B5EF4-FFF2-40B4-BE49-F238E27FC236}">
                    <a16:creationId xmlns:a16="http://schemas.microsoft.com/office/drawing/2014/main" id="{4613A88A-E63D-436D-F824-333E7A66B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676"/>
                <a:ext cx="20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1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8" name="Freeform 415">
                <a:extLst>
                  <a:ext uri="{FF2B5EF4-FFF2-40B4-BE49-F238E27FC236}">
                    <a16:creationId xmlns:a16="http://schemas.microsoft.com/office/drawing/2014/main" id="{423B9CC9-95F0-5D2E-E044-88AD4B575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676"/>
                <a:ext cx="20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1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9" name="Freeform 416">
                <a:extLst>
                  <a:ext uri="{FF2B5EF4-FFF2-40B4-BE49-F238E27FC236}">
                    <a16:creationId xmlns:a16="http://schemas.microsoft.com/office/drawing/2014/main" id="{4F24D0D5-0F60-87EA-7081-0B4EEB11E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0" name="Freeform 417">
                <a:extLst>
                  <a:ext uri="{FF2B5EF4-FFF2-40B4-BE49-F238E27FC236}">
                    <a16:creationId xmlns:a16="http://schemas.microsoft.com/office/drawing/2014/main" id="{42C24EE5-FBFE-40F4-4B11-4104A7C86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1" name="Freeform 418">
                <a:extLst>
                  <a:ext uri="{FF2B5EF4-FFF2-40B4-BE49-F238E27FC236}">
                    <a16:creationId xmlns:a16="http://schemas.microsoft.com/office/drawing/2014/main" id="{AB0B45C2-4FF1-A71C-8F21-67BFE7FBE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2" name="Freeform 419">
                <a:extLst>
                  <a:ext uri="{FF2B5EF4-FFF2-40B4-BE49-F238E27FC236}">
                    <a16:creationId xmlns:a16="http://schemas.microsoft.com/office/drawing/2014/main" id="{07CD5F71-CCA1-D07B-9D73-B9B072E2C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3" name="Freeform 420">
                <a:extLst>
                  <a:ext uri="{FF2B5EF4-FFF2-40B4-BE49-F238E27FC236}">
                    <a16:creationId xmlns:a16="http://schemas.microsoft.com/office/drawing/2014/main" id="{4F7DE2E8-43AB-ACF8-4709-9102CEEB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4" name="Freeform 421">
                <a:extLst>
                  <a:ext uri="{FF2B5EF4-FFF2-40B4-BE49-F238E27FC236}">
                    <a16:creationId xmlns:a16="http://schemas.microsoft.com/office/drawing/2014/main" id="{D111EE47-AFDC-BD81-6469-4251C4F7B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5" name="Freeform 422">
                <a:extLst>
                  <a:ext uri="{FF2B5EF4-FFF2-40B4-BE49-F238E27FC236}">
                    <a16:creationId xmlns:a16="http://schemas.microsoft.com/office/drawing/2014/main" id="{919CD4BF-C0CD-FDB0-718F-829BFF53B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6" name="Freeform 423">
                <a:extLst>
                  <a:ext uri="{FF2B5EF4-FFF2-40B4-BE49-F238E27FC236}">
                    <a16:creationId xmlns:a16="http://schemas.microsoft.com/office/drawing/2014/main" id="{34EDF8F1-7266-55A3-647C-C419E9DC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7" name="Freeform 424">
                <a:extLst>
                  <a:ext uri="{FF2B5EF4-FFF2-40B4-BE49-F238E27FC236}">
                    <a16:creationId xmlns:a16="http://schemas.microsoft.com/office/drawing/2014/main" id="{33BB42C6-4A9B-5CBE-14E6-BA74766C3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8" name="Freeform 425">
                <a:extLst>
                  <a:ext uri="{FF2B5EF4-FFF2-40B4-BE49-F238E27FC236}">
                    <a16:creationId xmlns:a16="http://schemas.microsoft.com/office/drawing/2014/main" id="{4FB258A9-4CDA-C7BF-2CC1-51D8C3200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9" name="Freeform 426">
                <a:extLst>
                  <a:ext uri="{FF2B5EF4-FFF2-40B4-BE49-F238E27FC236}">
                    <a16:creationId xmlns:a16="http://schemas.microsoft.com/office/drawing/2014/main" id="{BE36E993-EDA7-7AEC-B367-C5CB963FC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0" name="Freeform 427">
                <a:extLst>
                  <a:ext uri="{FF2B5EF4-FFF2-40B4-BE49-F238E27FC236}">
                    <a16:creationId xmlns:a16="http://schemas.microsoft.com/office/drawing/2014/main" id="{A6613F23-C2B0-A828-DD80-EC99B4E54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1" name="Freeform 428">
                <a:extLst>
                  <a:ext uri="{FF2B5EF4-FFF2-40B4-BE49-F238E27FC236}">
                    <a16:creationId xmlns:a16="http://schemas.microsoft.com/office/drawing/2014/main" id="{669104E0-F38F-B647-5C31-025023A4C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2" name="Freeform 429">
                <a:extLst>
                  <a:ext uri="{FF2B5EF4-FFF2-40B4-BE49-F238E27FC236}">
                    <a16:creationId xmlns:a16="http://schemas.microsoft.com/office/drawing/2014/main" id="{96C8514E-22E7-FCA6-5F6B-539AE0172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3" name="Freeform 430">
                <a:extLst>
                  <a:ext uri="{FF2B5EF4-FFF2-40B4-BE49-F238E27FC236}">
                    <a16:creationId xmlns:a16="http://schemas.microsoft.com/office/drawing/2014/main" id="{9492878A-02D5-97E7-0A66-D4E6E13D1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4" name="Freeform 431">
                <a:extLst>
                  <a:ext uri="{FF2B5EF4-FFF2-40B4-BE49-F238E27FC236}">
                    <a16:creationId xmlns:a16="http://schemas.microsoft.com/office/drawing/2014/main" id="{11D1A023-9B4D-4138-ABCB-DB5A3BA83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5" name="Freeform 432">
                <a:extLst>
                  <a:ext uri="{FF2B5EF4-FFF2-40B4-BE49-F238E27FC236}">
                    <a16:creationId xmlns:a16="http://schemas.microsoft.com/office/drawing/2014/main" id="{5AE595F7-47AD-4CFE-1DFA-386E2999E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6" name="Freeform 433">
                <a:extLst>
                  <a:ext uri="{FF2B5EF4-FFF2-40B4-BE49-F238E27FC236}">
                    <a16:creationId xmlns:a16="http://schemas.microsoft.com/office/drawing/2014/main" id="{2FB3B773-0359-EEF3-8AA5-1C962ED8A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7" name="Freeform 434">
                <a:extLst>
                  <a:ext uri="{FF2B5EF4-FFF2-40B4-BE49-F238E27FC236}">
                    <a16:creationId xmlns:a16="http://schemas.microsoft.com/office/drawing/2014/main" id="{891C02FA-0B75-8AE6-0C0A-2076BD635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19" cy="11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8" name="Freeform 435">
                <a:extLst>
                  <a:ext uri="{FF2B5EF4-FFF2-40B4-BE49-F238E27FC236}">
                    <a16:creationId xmlns:a16="http://schemas.microsoft.com/office/drawing/2014/main" id="{C4B385FB-8636-56D9-4350-2B34C309E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19" cy="11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9" name="Freeform 436">
                <a:extLst>
                  <a:ext uri="{FF2B5EF4-FFF2-40B4-BE49-F238E27FC236}">
                    <a16:creationId xmlns:a16="http://schemas.microsoft.com/office/drawing/2014/main" id="{BB0C691E-3B75-3BA6-F041-06B0A0712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79"/>
                <a:ext cx="19" cy="524"/>
              </a:xfrm>
              <a:custGeom>
                <a:avLst/>
                <a:gdLst>
                  <a:gd name="T0" fmla="*/ 0 w 114"/>
                  <a:gd name="T1" fmla="*/ 0 h 3112"/>
                  <a:gd name="T2" fmla="*/ 0 w 114"/>
                  <a:gd name="T3" fmla="*/ 0 h 3112"/>
                  <a:gd name="T4" fmla="*/ 0 w 114"/>
                  <a:gd name="T5" fmla="*/ 0 h 3112"/>
                  <a:gd name="T6" fmla="*/ 0 w 114"/>
                  <a:gd name="T7" fmla="*/ 0 h 3112"/>
                  <a:gd name="T8" fmla="*/ 0 w 114"/>
                  <a:gd name="T9" fmla="*/ 0 h 3112"/>
                  <a:gd name="T10" fmla="*/ 0 w 114"/>
                  <a:gd name="T11" fmla="*/ 0 h 3112"/>
                  <a:gd name="T12" fmla="*/ 0 w 114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112"/>
                  <a:gd name="T23" fmla="*/ 114 w 114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112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4" y="3112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000" name="Group 437">
                <a:extLst>
                  <a:ext uri="{FF2B5EF4-FFF2-40B4-BE49-F238E27FC236}">
                    <a16:creationId xmlns:a16="http://schemas.microsoft.com/office/drawing/2014/main" id="{C64A6084-C91D-A7A0-F16F-AFF16369CA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7" y="2095"/>
                <a:ext cx="4394" cy="1791"/>
                <a:chOff x="1313" y="3015"/>
                <a:chExt cx="3719" cy="1516"/>
              </a:xfrm>
            </p:grpSpPr>
            <p:sp>
              <p:nvSpPr>
                <p:cNvPr id="1151" name="Freeform 438">
                  <a:extLst>
                    <a:ext uri="{FF2B5EF4-FFF2-40B4-BE49-F238E27FC236}">
                      <a16:creationId xmlns:a16="http://schemas.microsoft.com/office/drawing/2014/main" id="{7675DF9D-F669-9D27-404B-EC4F9844D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017"/>
                  <a:ext cx="16" cy="444"/>
                </a:xfrm>
                <a:custGeom>
                  <a:avLst/>
                  <a:gdLst>
                    <a:gd name="T0" fmla="*/ 0 w 114"/>
                    <a:gd name="T1" fmla="*/ 0 h 3112"/>
                    <a:gd name="T2" fmla="*/ 0 w 114"/>
                    <a:gd name="T3" fmla="*/ 0 h 3112"/>
                    <a:gd name="T4" fmla="*/ 0 w 114"/>
                    <a:gd name="T5" fmla="*/ 0 h 3112"/>
                    <a:gd name="T6" fmla="*/ 0 w 114"/>
                    <a:gd name="T7" fmla="*/ 0 h 3112"/>
                    <a:gd name="T8" fmla="*/ 0 w 114"/>
                    <a:gd name="T9" fmla="*/ 0 h 3112"/>
                    <a:gd name="T10" fmla="*/ 0 w 114"/>
                    <a:gd name="T11" fmla="*/ 0 h 3112"/>
                    <a:gd name="T12" fmla="*/ 0 w 114"/>
                    <a:gd name="T13" fmla="*/ 0 h 3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112"/>
                    <a:gd name="T23" fmla="*/ 114 w 114"/>
                    <a:gd name="T24" fmla="*/ 3112 h 3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112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112"/>
                      </a:lnTo>
                      <a:lnTo>
                        <a:pt x="56" y="3112"/>
                      </a:lnTo>
                      <a:lnTo>
                        <a:pt x="114" y="3112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2" name="Freeform 439">
                  <a:extLst>
                    <a:ext uri="{FF2B5EF4-FFF2-40B4-BE49-F238E27FC236}">
                      <a16:creationId xmlns:a16="http://schemas.microsoft.com/office/drawing/2014/main" id="{56BC6112-4BA5-D0DC-F1C4-5499E02C83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61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3" name="Freeform 440">
                  <a:extLst>
                    <a:ext uri="{FF2B5EF4-FFF2-40B4-BE49-F238E27FC236}">
                      <a16:creationId xmlns:a16="http://schemas.microsoft.com/office/drawing/2014/main" id="{BAFD52FA-AA95-D534-1FFD-0682B2DC3C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61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4" name="Freeform 441">
                  <a:extLst>
                    <a:ext uri="{FF2B5EF4-FFF2-40B4-BE49-F238E27FC236}">
                      <a16:creationId xmlns:a16="http://schemas.microsoft.com/office/drawing/2014/main" id="{0146C80E-1FC0-7E5B-537B-512CC147F0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5" name="Freeform 442">
                  <a:extLst>
                    <a:ext uri="{FF2B5EF4-FFF2-40B4-BE49-F238E27FC236}">
                      <a16:creationId xmlns:a16="http://schemas.microsoft.com/office/drawing/2014/main" id="{A983880B-B20E-C4DB-1598-B6A5D3E70F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6" name="Freeform 443">
                  <a:extLst>
                    <a:ext uri="{FF2B5EF4-FFF2-40B4-BE49-F238E27FC236}">
                      <a16:creationId xmlns:a16="http://schemas.microsoft.com/office/drawing/2014/main" id="{591C3210-B705-A12A-63DA-9BA55D5FA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453"/>
                  <a:ext cx="114" cy="16"/>
                </a:xfrm>
                <a:custGeom>
                  <a:avLst/>
                  <a:gdLst>
                    <a:gd name="T0" fmla="*/ 0 w 796"/>
                    <a:gd name="T1" fmla="*/ 0 h 113"/>
                    <a:gd name="T2" fmla="*/ 0 w 796"/>
                    <a:gd name="T3" fmla="*/ 0 h 113"/>
                    <a:gd name="T4" fmla="*/ 0 w 796"/>
                    <a:gd name="T5" fmla="*/ 0 h 113"/>
                    <a:gd name="T6" fmla="*/ 0 w 796"/>
                    <a:gd name="T7" fmla="*/ 0 h 113"/>
                    <a:gd name="T8" fmla="*/ 0 w 796"/>
                    <a:gd name="T9" fmla="*/ 0 h 113"/>
                    <a:gd name="T10" fmla="*/ 0 w 796"/>
                    <a:gd name="T11" fmla="*/ 0 h 113"/>
                    <a:gd name="T12" fmla="*/ 0 w 796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96"/>
                    <a:gd name="T22" fmla="*/ 0 h 113"/>
                    <a:gd name="T23" fmla="*/ 796 w 796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96" h="113">
                      <a:moveTo>
                        <a:pt x="796" y="113"/>
                      </a:moveTo>
                      <a:lnTo>
                        <a:pt x="796" y="57"/>
                      </a:lnTo>
                      <a:lnTo>
                        <a:pt x="796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96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7" name="Freeform 444">
                  <a:extLst>
                    <a:ext uri="{FF2B5EF4-FFF2-40B4-BE49-F238E27FC236}">
                      <a16:creationId xmlns:a16="http://schemas.microsoft.com/office/drawing/2014/main" id="{C19370D9-43B4-FEC9-0897-28BBF16BC7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453"/>
                  <a:ext cx="114" cy="16"/>
                </a:xfrm>
                <a:custGeom>
                  <a:avLst/>
                  <a:gdLst>
                    <a:gd name="T0" fmla="*/ 0 w 796"/>
                    <a:gd name="T1" fmla="*/ 0 h 113"/>
                    <a:gd name="T2" fmla="*/ 0 w 796"/>
                    <a:gd name="T3" fmla="*/ 0 h 113"/>
                    <a:gd name="T4" fmla="*/ 0 w 796"/>
                    <a:gd name="T5" fmla="*/ 0 h 113"/>
                    <a:gd name="T6" fmla="*/ 0 w 796"/>
                    <a:gd name="T7" fmla="*/ 0 h 113"/>
                    <a:gd name="T8" fmla="*/ 0 w 796"/>
                    <a:gd name="T9" fmla="*/ 0 h 113"/>
                    <a:gd name="T10" fmla="*/ 0 w 796"/>
                    <a:gd name="T11" fmla="*/ 0 h 113"/>
                    <a:gd name="T12" fmla="*/ 0 w 796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96"/>
                    <a:gd name="T22" fmla="*/ 0 h 113"/>
                    <a:gd name="T23" fmla="*/ 796 w 796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96" h="113">
                      <a:moveTo>
                        <a:pt x="796" y="113"/>
                      </a:moveTo>
                      <a:lnTo>
                        <a:pt x="796" y="57"/>
                      </a:lnTo>
                      <a:lnTo>
                        <a:pt x="796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96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8" name="Freeform 445">
                  <a:extLst>
                    <a:ext uri="{FF2B5EF4-FFF2-40B4-BE49-F238E27FC236}">
                      <a16:creationId xmlns:a16="http://schemas.microsoft.com/office/drawing/2014/main" id="{627491B3-581C-5D50-1347-349600A629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9" name="Freeform 446">
                  <a:extLst>
                    <a:ext uri="{FF2B5EF4-FFF2-40B4-BE49-F238E27FC236}">
                      <a16:creationId xmlns:a16="http://schemas.microsoft.com/office/drawing/2014/main" id="{FEA42146-0359-0523-3CDC-48230FB541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0" name="Freeform 447">
                  <a:extLst>
                    <a:ext uri="{FF2B5EF4-FFF2-40B4-BE49-F238E27FC236}">
                      <a16:creationId xmlns:a16="http://schemas.microsoft.com/office/drawing/2014/main" id="{21877769-AD11-AA55-7A5B-0EECE3BBCF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7" y="442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1" name="Freeform 448">
                  <a:extLst>
                    <a:ext uri="{FF2B5EF4-FFF2-40B4-BE49-F238E27FC236}">
                      <a16:creationId xmlns:a16="http://schemas.microsoft.com/office/drawing/2014/main" id="{1E809403-BB96-084F-EA72-217C4FBDD7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7" y="442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2" name="Freeform 449">
                  <a:extLst>
                    <a:ext uri="{FF2B5EF4-FFF2-40B4-BE49-F238E27FC236}">
                      <a16:creationId xmlns:a16="http://schemas.microsoft.com/office/drawing/2014/main" id="{4B908AB7-5693-47AE-45A4-990573D51D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4427"/>
                  <a:ext cx="190" cy="16"/>
                </a:xfrm>
                <a:custGeom>
                  <a:avLst/>
                  <a:gdLst>
                    <a:gd name="T0" fmla="*/ 0 w 1328"/>
                    <a:gd name="T1" fmla="*/ 0 h 113"/>
                    <a:gd name="T2" fmla="*/ 0 w 1328"/>
                    <a:gd name="T3" fmla="*/ 0 h 113"/>
                    <a:gd name="T4" fmla="*/ 0 w 1328"/>
                    <a:gd name="T5" fmla="*/ 0 h 113"/>
                    <a:gd name="T6" fmla="*/ 0 w 1328"/>
                    <a:gd name="T7" fmla="*/ 0 h 113"/>
                    <a:gd name="T8" fmla="*/ 0 w 1328"/>
                    <a:gd name="T9" fmla="*/ 0 h 113"/>
                    <a:gd name="T10" fmla="*/ 0 w 1328"/>
                    <a:gd name="T11" fmla="*/ 0 h 113"/>
                    <a:gd name="T12" fmla="*/ 0 w 13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8"/>
                    <a:gd name="T22" fmla="*/ 0 h 113"/>
                    <a:gd name="T23" fmla="*/ 1328 w 13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8" h="113">
                      <a:moveTo>
                        <a:pt x="1328" y="113"/>
                      </a:moveTo>
                      <a:lnTo>
                        <a:pt x="1328" y="57"/>
                      </a:lnTo>
                      <a:lnTo>
                        <a:pt x="1328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328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3" name="Freeform 450">
                  <a:extLst>
                    <a:ext uri="{FF2B5EF4-FFF2-40B4-BE49-F238E27FC236}">
                      <a16:creationId xmlns:a16="http://schemas.microsoft.com/office/drawing/2014/main" id="{D2433CEC-35E7-4A1B-ED26-42FDA72649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4427"/>
                  <a:ext cx="190" cy="16"/>
                </a:xfrm>
                <a:custGeom>
                  <a:avLst/>
                  <a:gdLst>
                    <a:gd name="T0" fmla="*/ 0 w 1328"/>
                    <a:gd name="T1" fmla="*/ 0 h 113"/>
                    <a:gd name="T2" fmla="*/ 0 w 1328"/>
                    <a:gd name="T3" fmla="*/ 0 h 113"/>
                    <a:gd name="T4" fmla="*/ 0 w 1328"/>
                    <a:gd name="T5" fmla="*/ 0 h 113"/>
                    <a:gd name="T6" fmla="*/ 0 w 1328"/>
                    <a:gd name="T7" fmla="*/ 0 h 113"/>
                    <a:gd name="T8" fmla="*/ 0 w 1328"/>
                    <a:gd name="T9" fmla="*/ 0 h 113"/>
                    <a:gd name="T10" fmla="*/ 0 w 1328"/>
                    <a:gd name="T11" fmla="*/ 0 h 113"/>
                    <a:gd name="T12" fmla="*/ 0 w 13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8"/>
                    <a:gd name="T22" fmla="*/ 0 h 113"/>
                    <a:gd name="T23" fmla="*/ 1328 w 13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8" h="113">
                      <a:moveTo>
                        <a:pt x="1328" y="113"/>
                      </a:moveTo>
                      <a:lnTo>
                        <a:pt x="1328" y="57"/>
                      </a:lnTo>
                      <a:lnTo>
                        <a:pt x="1328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328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4" name="Freeform 451">
                  <a:extLst>
                    <a:ext uri="{FF2B5EF4-FFF2-40B4-BE49-F238E27FC236}">
                      <a16:creationId xmlns:a16="http://schemas.microsoft.com/office/drawing/2014/main" id="{EAFC13DF-94D8-6375-C296-30E27B645E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9" y="442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5" name="Freeform 452">
                  <a:extLst>
                    <a:ext uri="{FF2B5EF4-FFF2-40B4-BE49-F238E27FC236}">
                      <a16:creationId xmlns:a16="http://schemas.microsoft.com/office/drawing/2014/main" id="{E45D95B3-2C85-84B4-6846-F6F1353B2D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9" y="442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6" name="Freeform 453">
                  <a:extLst>
                    <a:ext uri="{FF2B5EF4-FFF2-40B4-BE49-F238E27FC236}">
                      <a16:creationId xmlns:a16="http://schemas.microsoft.com/office/drawing/2014/main" id="{3CBCFBC1-4DE5-5DA3-B140-81D104E256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7" name="Freeform 454">
                  <a:extLst>
                    <a:ext uri="{FF2B5EF4-FFF2-40B4-BE49-F238E27FC236}">
                      <a16:creationId xmlns:a16="http://schemas.microsoft.com/office/drawing/2014/main" id="{05838EEC-C65F-96F8-9758-FA9CD6A84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8" name="Freeform 455">
                  <a:extLst>
                    <a:ext uri="{FF2B5EF4-FFF2-40B4-BE49-F238E27FC236}">
                      <a16:creationId xmlns:a16="http://schemas.microsoft.com/office/drawing/2014/main" id="{E79E06C0-13EB-FAE5-8A3F-0739192DE7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345"/>
                  <a:ext cx="132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9" name="Freeform 456">
                  <a:extLst>
                    <a:ext uri="{FF2B5EF4-FFF2-40B4-BE49-F238E27FC236}">
                      <a16:creationId xmlns:a16="http://schemas.microsoft.com/office/drawing/2014/main" id="{52C419C9-E4A8-1619-6734-A30403E86C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345"/>
                  <a:ext cx="132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0" name="Freeform 457">
                  <a:extLst>
                    <a:ext uri="{FF2B5EF4-FFF2-40B4-BE49-F238E27FC236}">
                      <a16:creationId xmlns:a16="http://schemas.microsoft.com/office/drawing/2014/main" id="{8DD9B3E3-2368-2559-37D2-2AD184B4B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w 58"/>
                    <a:gd name="T31" fmla="*/ 0 h 113"/>
                    <a:gd name="T32" fmla="*/ 0 w 58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3"/>
                    <a:gd name="T53" fmla="*/ 58 w 58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1" name="Freeform 458">
                  <a:extLst>
                    <a:ext uri="{FF2B5EF4-FFF2-40B4-BE49-F238E27FC236}">
                      <a16:creationId xmlns:a16="http://schemas.microsoft.com/office/drawing/2014/main" id="{8ED3D59C-739C-2761-B325-D6E638B4C8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3"/>
                    <a:gd name="T47" fmla="*/ 58 w 58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3">
                      <a:moveTo>
                        <a:pt x="0" y="0"/>
                      </a:move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2" name="Freeform 459">
                  <a:extLst>
                    <a:ext uri="{FF2B5EF4-FFF2-40B4-BE49-F238E27FC236}">
                      <a16:creationId xmlns:a16="http://schemas.microsoft.com/office/drawing/2014/main" id="{E427B8F9-645F-C4A3-B1DF-8A9A613FBF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3" name="Freeform 460">
                  <a:extLst>
                    <a:ext uri="{FF2B5EF4-FFF2-40B4-BE49-F238E27FC236}">
                      <a16:creationId xmlns:a16="http://schemas.microsoft.com/office/drawing/2014/main" id="{2261DBB7-6364-A2C4-B768-983D4FBE57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4" name="Freeform 461">
                  <a:extLst>
                    <a:ext uri="{FF2B5EF4-FFF2-40B4-BE49-F238E27FC236}">
                      <a16:creationId xmlns:a16="http://schemas.microsoft.com/office/drawing/2014/main" id="{44393746-F0CB-CB16-20C8-0341532F9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117"/>
                  <a:ext cx="132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5" name="Freeform 462">
                  <a:extLst>
                    <a:ext uri="{FF2B5EF4-FFF2-40B4-BE49-F238E27FC236}">
                      <a16:creationId xmlns:a16="http://schemas.microsoft.com/office/drawing/2014/main" id="{634A3897-9B0A-D187-292E-6ACA1BAEB4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117"/>
                  <a:ext cx="132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6" name="Freeform 463">
                  <a:extLst>
                    <a:ext uri="{FF2B5EF4-FFF2-40B4-BE49-F238E27FC236}">
                      <a16:creationId xmlns:a16="http://schemas.microsoft.com/office/drawing/2014/main" id="{CBD8C00B-3517-26E1-D342-0BFF4B9FAC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w 58"/>
                    <a:gd name="T31" fmla="*/ 0 h 114"/>
                    <a:gd name="T32" fmla="*/ 0 w 58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4"/>
                    <a:gd name="T53" fmla="*/ 58 w 58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7" name="Freeform 464">
                  <a:extLst>
                    <a:ext uri="{FF2B5EF4-FFF2-40B4-BE49-F238E27FC236}">
                      <a16:creationId xmlns:a16="http://schemas.microsoft.com/office/drawing/2014/main" id="{942F844A-3338-E9A2-5EE4-12EE62ED35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4"/>
                    <a:gd name="T47" fmla="*/ 58 w 58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4">
                      <a:moveTo>
                        <a:pt x="0" y="0"/>
                      </a:move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8" name="Freeform 465">
                  <a:extLst>
                    <a:ext uri="{FF2B5EF4-FFF2-40B4-BE49-F238E27FC236}">
                      <a16:creationId xmlns:a16="http://schemas.microsoft.com/office/drawing/2014/main" id="{792F29E4-5FD0-0693-9CDE-525AFBCBE3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79" name="Freeform 466">
                  <a:extLst>
                    <a:ext uri="{FF2B5EF4-FFF2-40B4-BE49-F238E27FC236}">
                      <a16:creationId xmlns:a16="http://schemas.microsoft.com/office/drawing/2014/main" id="{9C5988EA-DA56-B4A0-2755-3E3BF424EA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0" name="Freeform 467">
                  <a:extLst>
                    <a:ext uri="{FF2B5EF4-FFF2-40B4-BE49-F238E27FC236}">
                      <a16:creationId xmlns:a16="http://schemas.microsoft.com/office/drawing/2014/main" id="{7AA0654B-A741-3512-EF8C-1F0447A2DB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453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1" name="Freeform 468">
                  <a:extLst>
                    <a:ext uri="{FF2B5EF4-FFF2-40B4-BE49-F238E27FC236}">
                      <a16:creationId xmlns:a16="http://schemas.microsoft.com/office/drawing/2014/main" id="{773D4A46-C83E-D235-04FE-33FAB1FC16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453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2" name="Freeform 469">
                  <a:extLst>
                    <a:ext uri="{FF2B5EF4-FFF2-40B4-BE49-F238E27FC236}">
                      <a16:creationId xmlns:a16="http://schemas.microsoft.com/office/drawing/2014/main" id="{AD254B4C-496D-F989-66AF-B9EC901693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3" name="Freeform 470">
                  <a:extLst>
                    <a:ext uri="{FF2B5EF4-FFF2-40B4-BE49-F238E27FC236}">
                      <a16:creationId xmlns:a16="http://schemas.microsoft.com/office/drawing/2014/main" id="{B0AD8D2C-BBFF-D0EF-5591-47D127CDC2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4" name="Freeform 471">
                  <a:extLst>
                    <a:ext uri="{FF2B5EF4-FFF2-40B4-BE49-F238E27FC236}">
                      <a16:creationId xmlns:a16="http://schemas.microsoft.com/office/drawing/2014/main" id="{0AAF4362-C148-E1C7-409C-050E88DA5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008"/>
                  <a:ext cx="8" cy="17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5" name="Freeform 472">
                  <a:extLst>
                    <a:ext uri="{FF2B5EF4-FFF2-40B4-BE49-F238E27FC236}">
                      <a16:creationId xmlns:a16="http://schemas.microsoft.com/office/drawing/2014/main" id="{78378E05-F160-32BD-D884-55E0B5D695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008"/>
                  <a:ext cx="8" cy="17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6" name="Freeform 473">
                  <a:extLst>
                    <a:ext uri="{FF2B5EF4-FFF2-40B4-BE49-F238E27FC236}">
                      <a16:creationId xmlns:a16="http://schemas.microsoft.com/office/drawing/2014/main" id="{141CCB7F-ED96-600E-BA38-8316E35E24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008"/>
                  <a:ext cx="135" cy="17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7" name="Freeform 474">
                  <a:extLst>
                    <a:ext uri="{FF2B5EF4-FFF2-40B4-BE49-F238E27FC236}">
                      <a16:creationId xmlns:a16="http://schemas.microsoft.com/office/drawing/2014/main" id="{70894C48-C59F-39F2-9CC6-CA7CCA5135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008"/>
                  <a:ext cx="135" cy="17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FF33CC"/>
                </a:solidFill>
                <a:ln w="0">
                  <a:solidFill>
                    <a:srgbClr val="FF33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8" name="Freeform 475">
                  <a:extLst>
                    <a:ext uri="{FF2B5EF4-FFF2-40B4-BE49-F238E27FC236}">
                      <a16:creationId xmlns:a16="http://schemas.microsoft.com/office/drawing/2014/main" id="{A7B6B0D8-89E6-32D4-48E4-F9EB28AA22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008"/>
                  <a:ext cx="8" cy="17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9" name="Freeform 476">
                  <a:extLst>
                    <a:ext uri="{FF2B5EF4-FFF2-40B4-BE49-F238E27FC236}">
                      <a16:creationId xmlns:a16="http://schemas.microsoft.com/office/drawing/2014/main" id="{9A74B368-1763-ADA0-F768-9CD8C7EEFA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008"/>
                  <a:ext cx="8" cy="17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0" name="Freeform 477">
                  <a:extLst>
                    <a:ext uri="{FF2B5EF4-FFF2-40B4-BE49-F238E27FC236}">
                      <a16:creationId xmlns:a16="http://schemas.microsoft.com/office/drawing/2014/main" id="{70090C67-B6EC-EA06-81D0-92D7F1CD96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1" name="Freeform 478">
                  <a:extLst>
                    <a:ext uri="{FF2B5EF4-FFF2-40B4-BE49-F238E27FC236}">
                      <a16:creationId xmlns:a16="http://schemas.microsoft.com/office/drawing/2014/main" id="{B586BBD3-9B03-B244-6D32-EF74FBDB8C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2" name="Freeform 479">
                  <a:extLst>
                    <a:ext uri="{FF2B5EF4-FFF2-40B4-BE49-F238E27FC236}">
                      <a16:creationId xmlns:a16="http://schemas.microsoft.com/office/drawing/2014/main" id="{3377D474-BFD2-B6FB-B542-72FA6CB725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117"/>
                  <a:ext cx="133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3" name="Freeform 480">
                  <a:extLst>
                    <a:ext uri="{FF2B5EF4-FFF2-40B4-BE49-F238E27FC236}">
                      <a16:creationId xmlns:a16="http://schemas.microsoft.com/office/drawing/2014/main" id="{3DEFAC96-95A0-94C6-DB4C-BC30C8720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117"/>
                  <a:ext cx="133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4" name="Freeform 481">
                  <a:extLst>
                    <a:ext uri="{FF2B5EF4-FFF2-40B4-BE49-F238E27FC236}">
                      <a16:creationId xmlns:a16="http://schemas.microsoft.com/office/drawing/2014/main" id="{8060D482-05DE-91BD-7F76-BE30411E2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w 58"/>
                    <a:gd name="T31" fmla="*/ 0 h 114"/>
                    <a:gd name="T32" fmla="*/ 0 w 58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4"/>
                    <a:gd name="T53" fmla="*/ 58 w 58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5" name="Freeform 482">
                  <a:extLst>
                    <a:ext uri="{FF2B5EF4-FFF2-40B4-BE49-F238E27FC236}">
                      <a16:creationId xmlns:a16="http://schemas.microsoft.com/office/drawing/2014/main" id="{BAD630BA-2143-76C4-FA8D-8EB3E0AF21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4"/>
                    <a:gd name="T47" fmla="*/ 58 w 58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4">
                      <a:moveTo>
                        <a:pt x="0" y="0"/>
                      </a:move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6" name="Freeform 483">
                  <a:extLst>
                    <a:ext uri="{FF2B5EF4-FFF2-40B4-BE49-F238E27FC236}">
                      <a16:creationId xmlns:a16="http://schemas.microsoft.com/office/drawing/2014/main" id="{E5047140-9E0A-220F-00F7-23FD915A4A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7" name="Freeform 484">
                  <a:extLst>
                    <a:ext uri="{FF2B5EF4-FFF2-40B4-BE49-F238E27FC236}">
                      <a16:creationId xmlns:a16="http://schemas.microsoft.com/office/drawing/2014/main" id="{F7235952-B182-936C-08BE-2C9DD0F714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8" name="Freeform 485">
                  <a:extLst>
                    <a:ext uri="{FF2B5EF4-FFF2-40B4-BE49-F238E27FC236}">
                      <a16:creationId xmlns:a16="http://schemas.microsoft.com/office/drawing/2014/main" id="{318E610E-13E7-5CC5-BE68-01379E4B32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345"/>
                  <a:ext cx="133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9" name="Freeform 486">
                  <a:extLst>
                    <a:ext uri="{FF2B5EF4-FFF2-40B4-BE49-F238E27FC236}">
                      <a16:creationId xmlns:a16="http://schemas.microsoft.com/office/drawing/2014/main" id="{21BEDDE8-69E7-6A0D-67C8-6D9847185F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345"/>
                  <a:ext cx="133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0" name="Freeform 487">
                  <a:extLst>
                    <a:ext uri="{FF2B5EF4-FFF2-40B4-BE49-F238E27FC236}">
                      <a16:creationId xmlns:a16="http://schemas.microsoft.com/office/drawing/2014/main" id="{8A9F33C5-B02A-83B8-795F-C47965DFDE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w 58"/>
                    <a:gd name="T31" fmla="*/ 0 h 113"/>
                    <a:gd name="T32" fmla="*/ 0 w 58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3"/>
                    <a:gd name="T53" fmla="*/ 58 w 58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1" name="Freeform 488">
                  <a:extLst>
                    <a:ext uri="{FF2B5EF4-FFF2-40B4-BE49-F238E27FC236}">
                      <a16:creationId xmlns:a16="http://schemas.microsoft.com/office/drawing/2014/main" id="{BBEAF3B4-478E-C02E-7FB5-CBEC5FF5B3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3"/>
                    <a:gd name="T47" fmla="*/ 58 w 58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3">
                      <a:moveTo>
                        <a:pt x="0" y="0"/>
                      </a:move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2" name="Freeform 489">
                  <a:extLst>
                    <a:ext uri="{FF2B5EF4-FFF2-40B4-BE49-F238E27FC236}">
                      <a16:creationId xmlns:a16="http://schemas.microsoft.com/office/drawing/2014/main" id="{2D7ADF76-47FC-C491-9015-25EDDC02F8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118"/>
                  <a:ext cx="12" cy="15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w 81"/>
                    <a:gd name="T31" fmla="*/ 0 h 107"/>
                    <a:gd name="T32" fmla="*/ 0 w 81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7"/>
                    <a:gd name="T53" fmla="*/ 81 w 81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7">
                      <a:moveTo>
                        <a:pt x="56" y="51"/>
                      </a:moveTo>
                      <a:lnTo>
                        <a:pt x="81" y="101"/>
                      </a:lnTo>
                      <a:lnTo>
                        <a:pt x="69" y="106"/>
                      </a:lnTo>
                      <a:lnTo>
                        <a:pt x="56" y="107"/>
                      </a:lnTo>
                      <a:lnTo>
                        <a:pt x="44" y="106"/>
                      </a:lnTo>
                      <a:lnTo>
                        <a:pt x="32" y="102"/>
                      </a:lnTo>
                      <a:lnTo>
                        <a:pt x="21" y="96"/>
                      </a:lnTo>
                      <a:lnTo>
                        <a:pt x="13" y="87"/>
                      </a:lnTo>
                      <a:lnTo>
                        <a:pt x="6" y="75"/>
                      </a:lnTo>
                      <a:lnTo>
                        <a:pt x="1" y="63"/>
                      </a:lnTo>
                      <a:lnTo>
                        <a:pt x="0" y="51"/>
                      </a:lnTo>
                      <a:lnTo>
                        <a:pt x="1" y="38"/>
                      </a:lnTo>
                      <a:lnTo>
                        <a:pt x="5" y="26"/>
                      </a:lnTo>
                      <a:lnTo>
                        <a:pt x="11" y="16"/>
                      </a:lnTo>
                      <a:lnTo>
                        <a:pt x="20" y="7"/>
                      </a:lnTo>
                      <a:lnTo>
                        <a:pt x="32" y="0"/>
                      </a:lnTo>
                      <a:lnTo>
                        <a:pt x="56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3" name="Freeform 490">
                  <a:extLst>
                    <a:ext uri="{FF2B5EF4-FFF2-40B4-BE49-F238E27FC236}">
                      <a16:creationId xmlns:a16="http://schemas.microsoft.com/office/drawing/2014/main" id="{FD7FF056-1BCF-4BE0-C842-942CC41DD5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118"/>
                  <a:ext cx="12" cy="15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7"/>
                    <a:gd name="T47" fmla="*/ 81 w 81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7">
                      <a:moveTo>
                        <a:pt x="81" y="101"/>
                      </a:moveTo>
                      <a:lnTo>
                        <a:pt x="69" y="106"/>
                      </a:lnTo>
                      <a:lnTo>
                        <a:pt x="56" y="107"/>
                      </a:lnTo>
                      <a:lnTo>
                        <a:pt x="44" y="106"/>
                      </a:lnTo>
                      <a:lnTo>
                        <a:pt x="32" y="102"/>
                      </a:lnTo>
                      <a:lnTo>
                        <a:pt x="21" y="96"/>
                      </a:lnTo>
                      <a:lnTo>
                        <a:pt x="13" y="87"/>
                      </a:lnTo>
                      <a:lnTo>
                        <a:pt x="6" y="75"/>
                      </a:lnTo>
                      <a:lnTo>
                        <a:pt x="1" y="63"/>
                      </a:lnTo>
                      <a:lnTo>
                        <a:pt x="0" y="51"/>
                      </a:lnTo>
                      <a:lnTo>
                        <a:pt x="1" y="38"/>
                      </a:lnTo>
                      <a:lnTo>
                        <a:pt x="5" y="26"/>
                      </a:lnTo>
                      <a:lnTo>
                        <a:pt x="11" y="16"/>
                      </a:lnTo>
                      <a:lnTo>
                        <a:pt x="20" y="7"/>
                      </a:lnTo>
                      <a:lnTo>
                        <a:pt x="3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4" name="Freeform 491">
                  <a:extLst>
                    <a:ext uri="{FF2B5EF4-FFF2-40B4-BE49-F238E27FC236}">
                      <a16:creationId xmlns:a16="http://schemas.microsoft.com/office/drawing/2014/main" id="{5D47400D-3613-E14E-A4F1-8C5038AC74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035"/>
                  <a:ext cx="178" cy="97"/>
                </a:xfrm>
                <a:custGeom>
                  <a:avLst/>
                  <a:gdLst>
                    <a:gd name="T0" fmla="*/ 0 w 1243"/>
                    <a:gd name="T1" fmla="*/ 0 h 678"/>
                    <a:gd name="T2" fmla="*/ 0 w 1243"/>
                    <a:gd name="T3" fmla="*/ 0 h 678"/>
                    <a:gd name="T4" fmla="*/ 0 w 1243"/>
                    <a:gd name="T5" fmla="*/ 0 h 678"/>
                    <a:gd name="T6" fmla="*/ 0 w 1243"/>
                    <a:gd name="T7" fmla="*/ 0 h 678"/>
                    <a:gd name="T8" fmla="*/ 0 w 1243"/>
                    <a:gd name="T9" fmla="*/ 0 h 678"/>
                    <a:gd name="T10" fmla="*/ 0 w 1243"/>
                    <a:gd name="T11" fmla="*/ 0 h 678"/>
                    <a:gd name="T12" fmla="*/ 0 w 1243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8"/>
                    <a:gd name="T23" fmla="*/ 1243 w 1243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8">
                      <a:moveTo>
                        <a:pt x="0" y="577"/>
                      </a:moveTo>
                      <a:lnTo>
                        <a:pt x="24" y="628"/>
                      </a:lnTo>
                      <a:lnTo>
                        <a:pt x="49" y="678"/>
                      </a:lnTo>
                      <a:lnTo>
                        <a:pt x="1243" y="101"/>
                      </a:lnTo>
                      <a:lnTo>
                        <a:pt x="1218" y="51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5" name="Freeform 492">
                  <a:extLst>
                    <a:ext uri="{FF2B5EF4-FFF2-40B4-BE49-F238E27FC236}">
                      <a16:creationId xmlns:a16="http://schemas.microsoft.com/office/drawing/2014/main" id="{E64B6611-7E47-ABC4-9D61-87AE5228A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035"/>
                  <a:ext cx="178" cy="97"/>
                </a:xfrm>
                <a:custGeom>
                  <a:avLst/>
                  <a:gdLst>
                    <a:gd name="T0" fmla="*/ 0 w 1243"/>
                    <a:gd name="T1" fmla="*/ 0 h 678"/>
                    <a:gd name="T2" fmla="*/ 0 w 1243"/>
                    <a:gd name="T3" fmla="*/ 0 h 678"/>
                    <a:gd name="T4" fmla="*/ 0 w 1243"/>
                    <a:gd name="T5" fmla="*/ 0 h 678"/>
                    <a:gd name="T6" fmla="*/ 0 w 1243"/>
                    <a:gd name="T7" fmla="*/ 0 h 678"/>
                    <a:gd name="T8" fmla="*/ 0 w 1243"/>
                    <a:gd name="T9" fmla="*/ 0 h 678"/>
                    <a:gd name="T10" fmla="*/ 0 w 1243"/>
                    <a:gd name="T11" fmla="*/ 0 h 678"/>
                    <a:gd name="T12" fmla="*/ 0 w 1243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8"/>
                    <a:gd name="T23" fmla="*/ 1243 w 1243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8">
                      <a:moveTo>
                        <a:pt x="0" y="577"/>
                      </a:moveTo>
                      <a:lnTo>
                        <a:pt x="24" y="628"/>
                      </a:lnTo>
                      <a:lnTo>
                        <a:pt x="49" y="678"/>
                      </a:lnTo>
                      <a:lnTo>
                        <a:pt x="1243" y="101"/>
                      </a:lnTo>
                      <a:lnTo>
                        <a:pt x="1218" y="51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6" name="Freeform 493">
                  <a:extLst>
                    <a:ext uri="{FF2B5EF4-FFF2-40B4-BE49-F238E27FC236}">
                      <a16:creationId xmlns:a16="http://schemas.microsoft.com/office/drawing/2014/main" id="{C39F8754-169D-6819-2364-6FEF9BCBC4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034"/>
                  <a:ext cx="11" cy="16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w 82"/>
                    <a:gd name="T31" fmla="*/ 0 h 107"/>
                    <a:gd name="T32" fmla="*/ 0 w 82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7"/>
                    <a:gd name="T53" fmla="*/ 82 w 82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7">
                      <a:moveTo>
                        <a:pt x="24" y="57"/>
                      </a:moveTo>
                      <a:lnTo>
                        <a:pt x="0" y="6"/>
                      </a:lnTo>
                      <a:lnTo>
                        <a:pt x="12" y="2"/>
                      </a:lnTo>
                      <a:lnTo>
                        <a:pt x="24" y="0"/>
                      </a:lnTo>
                      <a:lnTo>
                        <a:pt x="37" y="2"/>
                      </a:lnTo>
                      <a:lnTo>
                        <a:pt x="49" y="5"/>
                      </a:lnTo>
                      <a:lnTo>
                        <a:pt x="59" y="12"/>
                      </a:lnTo>
                      <a:lnTo>
                        <a:pt x="68" y="21"/>
                      </a:lnTo>
                      <a:lnTo>
                        <a:pt x="75" y="32"/>
                      </a:lnTo>
                      <a:lnTo>
                        <a:pt x="79" y="45"/>
                      </a:lnTo>
                      <a:lnTo>
                        <a:pt x="82" y="57"/>
                      </a:lnTo>
                      <a:lnTo>
                        <a:pt x="79" y="69"/>
                      </a:lnTo>
                      <a:lnTo>
                        <a:pt x="76" y="82"/>
                      </a:lnTo>
                      <a:lnTo>
                        <a:pt x="69" y="92"/>
                      </a:lnTo>
                      <a:lnTo>
                        <a:pt x="60" y="101"/>
                      </a:lnTo>
                      <a:lnTo>
                        <a:pt x="49" y="107"/>
                      </a:lnTo>
                      <a:lnTo>
                        <a:pt x="24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7" name="Freeform 494">
                  <a:extLst>
                    <a:ext uri="{FF2B5EF4-FFF2-40B4-BE49-F238E27FC236}">
                      <a16:creationId xmlns:a16="http://schemas.microsoft.com/office/drawing/2014/main" id="{22397323-DE5C-144D-8FEF-F1360C84B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034"/>
                  <a:ext cx="11" cy="16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7"/>
                    <a:gd name="T47" fmla="*/ 82 w 82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7">
                      <a:moveTo>
                        <a:pt x="0" y="6"/>
                      </a:moveTo>
                      <a:lnTo>
                        <a:pt x="12" y="2"/>
                      </a:lnTo>
                      <a:lnTo>
                        <a:pt x="24" y="0"/>
                      </a:lnTo>
                      <a:lnTo>
                        <a:pt x="37" y="2"/>
                      </a:lnTo>
                      <a:lnTo>
                        <a:pt x="49" y="5"/>
                      </a:lnTo>
                      <a:lnTo>
                        <a:pt x="59" y="12"/>
                      </a:lnTo>
                      <a:lnTo>
                        <a:pt x="68" y="21"/>
                      </a:lnTo>
                      <a:lnTo>
                        <a:pt x="75" y="32"/>
                      </a:lnTo>
                      <a:lnTo>
                        <a:pt x="79" y="45"/>
                      </a:lnTo>
                      <a:lnTo>
                        <a:pt x="82" y="57"/>
                      </a:lnTo>
                      <a:lnTo>
                        <a:pt x="79" y="69"/>
                      </a:lnTo>
                      <a:lnTo>
                        <a:pt x="76" y="82"/>
                      </a:lnTo>
                      <a:lnTo>
                        <a:pt x="69" y="92"/>
                      </a:lnTo>
                      <a:lnTo>
                        <a:pt x="60" y="101"/>
                      </a:lnTo>
                      <a:lnTo>
                        <a:pt x="49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8" name="Freeform 495">
                  <a:extLst>
                    <a:ext uri="{FF2B5EF4-FFF2-40B4-BE49-F238E27FC236}">
                      <a16:creationId xmlns:a16="http://schemas.microsoft.com/office/drawing/2014/main" id="{DC3E6227-FE7E-91C7-CD32-6A194AB961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034"/>
                  <a:ext cx="11" cy="16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w 81"/>
                    <a:gd name="T31" fmla="*/ 0 h 107"/>
                    <a:gd name="T32" fmla="*/ 0 w 81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7"/>
                    <a:gd name="T53" fmla="*/ 81 w 81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7">
                      <a:moveTo>
                        <a:pt x="56" y="57"/>
                      </a:moveTo>
                      <a:lnTo>
                        <a:pt x="31" y="107"/>
                      </a:ln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4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1" y="5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9" name="Freeform 496">
                  <a:extLst>
                    <a:ext uri="{FF2B5EF4-FFF2-40B4-BE49-F238E27FC236}">
                      <a16:creationId xmlns:a16="http://schemas.microsoft.com/office/drawing/2014/main" id="{AA8A8F88-F4B9-869D-3889-B6CCE6222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034"/>
                  <a:ext cx="11" cy="16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7"/>
                    <a:gd name="T47" fmla="*/ 81 w 81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7">
                      <a:moveTo>
                        <a:pt x="31" y="107"/>
                      </a:move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4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1" y="5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0" name="Freeform 497">
                  <a:extLst>
                    <a:ext uri="{FF2B5EF4-FFF2-40B4-BE49-F238E27FC236}">
                      <a16:creationId xmlns:a16="http://schemas.microsoft.com/office/drawing/2014/main" id="{9D19BBCC-A432-C34B-C1CA-062CFEB3AE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035"/>
                  <a:ext cx="179" cy="97"/>
                </a:xfrm>
                <a:custGeom>
                  <a:avLst/>
                  <a:gdLst>
                    <a:gd name="T0" fmla="*/ 0 w 1244"/>
                    <a:gd name="T1" fmla="*/ 0 h 678"/>
                    <a:gd name="T2" fmla="*/ 0 w 1244"/>
                    <a:gd name="T3" fmla="*/ 0 h 678"/>
                    <a:gd name="T4" fmla="*/ 0 w 1244"/>
                    <a:gd name="T5" fmla="*/ 0 h 678"/>
                    <a:gd name="T6" fmla="*/ 0 w 1244"/>
                    <a:gd name="T7" fmla="*/ 0 h 678"/>
                    <a:gd name="T8" fmla="*/ 0 w 1244"/>
                    <a:gd name="T9" fmla="*/ 0 h 678"/>
                    <a:gd name="T10" fmla="*/ 0 w 1244"/>
                    <a:gd name="T11" fmla="*/ 0 h 678"/>
                    <a:gd name="T12" fmla="*/ 0 w 1244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8"/>
                    <a:gd name="T23" fmla="*/ 1244 w 1244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8">
                      <a:moveTo>
                        <a:pt x="50" y="0"/>
                      </a:moveTo>
                      <a:lnTo>
                        <a:pt x="25" y="51"/>
                      </a:lnTo>
                      <a:lnTo>
                        <a:pt x="0" y="101"/>
                      </a:lnTo>
                      <a:lnTo>
                        <a:pt x="1194" y="678"/>
                      </a:lnTo>
                      <a:lnTo>
                        <a:pt x="1219" y="628"/>
                      </a:lnTo>
                      <a:lnTo>
                        <a:pt x="1244" y="577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1" name="Freeform 498">
                  <a:extLst>
                    <a:ext uri="{FF2B5EF4-FFF2-40B4-BE49-F238E27FC236}">
                      <a16:creationId xmlns:a16="http://schemas.microsoft.com/office/drawing/2014/main" id="{DDD402BA-A559-6230-159C-FC704C62FF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035"/>
                  <a:ext cx="179" cy="97"/>
                </a:xfrm>
                <a:custGeom>
                  <a:avLst/>
                  <a:gdLst>
                    <a:gd name="T0" fmla="*/ 0 w 1244"/>
                    <a:gd name="T1" fmla="*/ 0 h 678"/>
                    <a:gd name="T2" fmla="*/ 0 w 1244"/>
                    <a:gd name="T3" fmla="*/ 0 h 678"/>
                    <a:gd name="T4" fmla="*/ 0 w 1244"/>
                    <a:gd name="T5" fmla="*/ 0 h 678"/>
                    <a:gd name="T6" fmla="*/ 0 w 1244"/>
                    <a:gd name="T7" fmla="*/ 0 h 678"/>
                    <a:gd name="T8" fmla="*/ 0 w 1244"/>
                    <a:gd name="T9" fmla="*/ 0 h 678"/>
                    <a:gd name="T10" fmla="*/ 0 w 1244"/>
                    <a:gd name="T11" fmla="*/ 0 h 678"/>
                    <a:gd name="T12" fmla="*/ 0 w 1244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8"/>
                    <a:gd name="T23" fmla="*/ 1244 w 1244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8">
                      <a:moveTo>
                        <a:pt x="50" y="0"/>
                      </a:moveTo>
                      <a:lnTo>
                        <a:pt x="25" y="51"/>
                      </a:lnTo>
                      <a:lnTo>
                        <a:pt x="0" y="101"/>
                      </a:lnTo>
                      <a:lnTo>
                        <a:pt x="1194" y="678"/>
                      </a:lnTo>
                      <a:lnTo>
                        <a:pt x="1219" y="628"/>
                      </a:lnTo>
                      <a:lnTo>
                        <a:pt x="1244" y="577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2" name="Freeform 499">
                  <a:extLst>
                    <a:ext uri="{FF2B5EF4-FFF2-40B4-BE49-F238E27FC236}">
                      <a16:creationId xmlns:a16="http://schemas.microsoft.com/office/drawing/2014/main" id="{4FCBF829-F50C-6CDF-D06C-5FC9C24DB0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118"/>
                  <a:ext cx="11" cy="15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w 82"/>
                    <a:gd name="T31" fmla="*/ 0 h 107"/>
                    <a:gd name="T32" fmla="*/ 0 w 82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7"/>
                    <a:gd name="T53" fmla="*/ 82 w 82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7">
                      <a:moveTo>
                        <a:pt x="25" y="51"/>
                      </a:moveTo>
                      <a:lnTo>
                        <a:pt x="50" y="0"/>
                      </a:lnTo>
                      <a:lnTo>
                        <a:pt x="61" y="7"/>
                      </a:lnTo>
                      <a:lnTo>
                        <a:pt x="70" y="16"/>
                      </a:lnTo>
                      <a:lnTo>
                        <a:pt x="77" y="26"/>
                      </a:lnTo>
                      <a:lnTo>
                        <a:pt x="80" y="38"/>
                      </a:lnTo>
                      <a:lnTo>
                        <a:pt x="82" y="51"/>
                      </a:lnTo>
                      <a:lnTo>
                        <a:pt x="80" y="63"/>
                      </a:lnTo>
                      <a:lnTo>
                        <a:pt x="76" y="75"/>
                      </a:lnTo>
                      <a:lnTo>
                        <a:pt x="69" y="87"/>
                      </a:lnTo>
                      <a:lnTo>
                        <a:pt x="60" y="96"/>
                      </a:lnTo>
                      <a:lnTo>
                        <a:pt x="50" y="102"/>
                      </a:lnTo>
                      <a:lnTo>
                        <a:pt x="38" y="106"/>
                      </a:lnTo>
                      <a:lnTo>
                        <a:pt x="25" y="107"/>
                      </a:lnTo>
                      <a:lnTo>
                        <a:pt x="13" y="106"/>
                      </a:lnTo>
                      <a:lnTo>
                        <a:pt x="0" y="101"/>
                      </a:lnTo>
                      <a:lnTo>
                        <a:pt x="25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3" name="Freeform 500">
                  <a:extLst>
                    <a:ext uri="{FF2B5EF4-FFF2-40B4-BE49-F238E27FC236}">
                      <a16:creationId xmlns:a16="http://schemas.microsoft.com/office/drawing/2014/main" id="{942A68D5-07B2-927C-2D07-481FACCB8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118"/>
                  <a:ext cx="11" cy="15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7"/>
                    <a:gd name="T47" fmla="*/ 82 w 82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7">
                      <a:moveTo>
                        <a:pt x="50" y="0"/>
                      </a:moveTo>
                      <a:lnTo>
                        <a:pt x="61" y="7"/>
                      </a:lnTo>
                      <a:lnTo>
                        <a:pt x="70" y="16"/>
                      </a:lnTo>
                      <a:lnTo>
                        <a:pt x="77" y="26"/>
                      </a:lnTo>
                      <a:lnTo>
                        <a:pt x="80" y="38"/>
                      </a:lnTo>
                      <a:lnTo>
                        <a:pt x="82" y="51"/>
                      </a:lnTo>
                      <a:lnTo>
                        <a:pt x="80" y="63"/>
                      </a:lnTo>
                      <a:lnTo>
                        <a:pt x="76" y="75"/>
                      </a:lnTo>
                      <a:lnTo>
                        <a:pt x="69" y="87"/>
                      </a:lnTo>
                      <a:lnTo>
                        <a:pt x="60" y="96"/>
                      </a:lnTo>
                      <a:lnTo>
                        <a:pt x="50" y="102"/>
                      </a:lnTo>
                      <a:lnTo>
                        <a:pt x="38" y="106"/>
                      </a:lnTo>
                      <a:lnTo>
                        <a:pt x="25" y="107"/>
                      </a:lnTo>
                      <a:lnTo>
                        <a:pt x="13" y="106"/>
                      </a:lnTo>
                      <a:lnTo>
                        <a:pt x="0" y="10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4" name="Freeform 501">
                  <a:extLst>
                    <a:ext uri="{FF2B5EF4-FFF2-40B4-BE49-F238E27FC236}">
                      <a16:creationId xmlns:a16="http://schemas.microsoft.com/office/drawing/2014/main" id="{A904A620-AE89-9EAD-A5FD-2357E0CE0C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345"/>
                  <a:ext cx="11" cy="15"/>
                </a:xfrm>
                <a:custGeom>
                  <a:avLst/>
                  <a:gdLst>
                    <a:gd name="T0" fmla="*/ 0 w 82"/>
                    <a:gd name="T1" fmla="*/ 0 h 108"/>
                    <a:gd name="T2" fmla="*/ 0 w 82"/>
                    <a:gd name="T3" fmla="*/ 0 h 108"/>
                    <a:gd name="T4" fmla="*/ 0 w 82"/>
                    <a:gd name="T5" fmla="*/ 0 h 108"/>
                    <a:gd name="T6" fmla="*/ 0 w 82"/>
                    <a:gd name="T7" fmla="*/ 0 h 108"/>
                    <a:gd name="T8" fmla="*/ 0 w 82"/>
                    <a:gd name="T9" fmla="*/ 0 h 108"/>
                    <a:gd name="T10" fmla="*/ 0 w 82"/>
                    <a:gd name="T11" fmla="*/ 0 h 108"/>
                    <a:gd name="T12" fmla="*/ 0 w 82"/>
                    <a:gd name="T13" fmla="*/ 0 h 108"/>
                    <a:gd name="T14" fmla="*/ 0 w 82"/>
                    <a:gd name="T15" fmla="*/ 0 h 108"/>
                    <a:gd name="T16" fmla="*/ 0 w 82"/>
                    <a:gd name="T17" fmla="*/ 0 h 108"/>
                    <a:gd name="T18" fmla="*/ 0 w 82"/>
                    <a:gd name="T19" fmla="*/ 0 h 108"/>
                    <a:gd name="T20" fmla="*/ 0 w 82"/>
                    <a:gd name="T21" fmla="*/ 0 h 108"/>
                    <a:gd name="T22" fmla="*/ 0 w 82"/>
                    <a:gd name="T23" fmla="*/ 0 h 108"/>
                    <a:gd name="T24" fmla="*/ 0 w 82"/>
                    <a:gd name="T25" fmla="*/ 0 h 108"/>
                    <a:gd name="T26" fmla="*/ 0 w 82"/>
                    <a:gd name="T27" fmla="*/ 0 h 108"/>
                    <a:gd name="T28" fmla="*/ 0 w 82"/>
                    <a:gd name="T29" fmla="*/ 0 h 108"/>
                    <a:gd name="T30" fmla="*/ 0 w 82"/>
                    <a:gd name="T31" fmla="*/ 0 h 108"/>
                    <a:gd name="T32" fmla="*/ 0 w 82"/>
                    <a:gd name="T33" fmla="*/ 0 h 10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8"/>
                    <a:gd name="T53" fmla="*/ 82 w 82"/>
                    <a:gd name="T54" fmla="*/ 108 h 10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8">
                      <a:moveTo>
                        <a:pt x="25" y="57"/>
                      </a:moveTo>
                      <a:lnTo>
                        <a:pt x="0" y="7"/>
                      </a:lnTo>
                      <a:lnTo>
                        <a:pt x="13" y="2"/>
                      </a:lnTo>
                      <a:lnTo>
                        <a:pt x="25" y="0"/>
                      </a:lnTo>
                      <a:lnTo>
                        <a:pt x="38" y="2"/>
                      </a:lnTo>
                      <a:lnTo>
                        <a:pt x="50" y="6"/>
                      </a:lnTo>
                      <a:lnTo>
                        <a:pt x="60" y="12"/>
                      </a:lnTo>
                      <a:lnTo>
                        <a:pt x="69" y="21"/>
                      </a:lnTo>
                      <a:lnTo>
                        <a:pt x="76" y="33"/>
                      </a:lnTo>
                      <a:lnTo>
                        <a:pt x="80" y="45"/>
                      </a:lnTo>
                      <a:lnTo>
                        <a:pt x="82" y="57"/>
                      </a:lnTo>
                      <a:lnTo>
                        <a:pt x="80" y="70"/>
                      </a:lnTo>
                      <a:lnTo>
                        <a:pt x="77" y="82"/>
                      </a:lnTo>
                      <a:lnTo>
                        <a:pt x="70" y="92"/>
                      </a:lnTo>
                      <a:lnTo>
                        <a:pt x="61" y="101"/>
                      </a:lnTo>
                      <a:lnTo>
                        <a:pt x="50" y="108"/>
                      </a:lnTo>
                      <a:lnTo>
                        <a:pt x="25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5" name="Freeform 502">
                  <a:extLst>
                    <a:ext uri="{FF2B5EF4-FFF2-40B4-BE49-F238E27FC236}">
                      <a16:creationId xmlns:a16="http://schemas.microsoft.com/office/drawing/2014/main" id="{EF2FF15E-56CB-1050-B87A-BDF47168C4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345"/>
                  <a:ext cx="11" cy="15"/>
                </a:xfrm>
                <a:custGeom>
                  <a:avLst/>
                  <a:gdLst>
                    <a:gd name="T0" fmla="*/ 0 w 82"/>
                    <a:gd name="T1" fmla="*/ 0 h 108"/>
                    <a:gd name="T2" fmla="*/ 0 w 82"/>
                    <a:gd name="T3" fmla="*/ 0 h 108"/>
                    <a:gd name="T4" fmla="*/ 0 w 82"/>
                    <a:gd name="T5" fmla="*/ 0 h 108"/>
                    <a:gd name="T6" fmla="*/ 0 w 82"/>
                    <a:gd name="T7" fmla="*/ 0 h 108"/>
                    <a:gd name="T8" fmla="*/ 0 w 82"/>
                    <a:gd name="T9" fmla="*/ 0 h 108"/>
                    <a:gd name="T10" fmla="*/ 0 w 82"/>
                    <a:gd name="T11" fmla="*/ 0 h 108"/>
                    <a:gd name="T12" fmla="*/ 0 w 82"/>
                    <a:gd name="T13" fmla="*/ 0 h 108"/>
                    <a:gd name="T14" fmla="*/ 0 w 82"/>
                    <a:gd name="T15" fmla="*/ 0 h 108"/>
                    <a:gd name="T16" fmla="*/ 0 w 82"/>
                    <a:gd name="T17" fmla="*/ 0 h 108"/>
                    <a:gd name="T18" fmla="*/ 0 w 82"/>
                    <a:gd name="T19" fmla="*/ 0 h 108"/>
                    <a:gd name="T20" fmla="*/ 0 w 82"/>
                    <a:gd name="T21" fmla="*/ 0 h 108"/>
                    <a:gd name="T22" fmla="*/ 0 w 82"/>
                    <a:gd name="T23" fmla="*/ 0 h 108"/>
                    <a:gd name="T24" fmla="*/ 0 w 82"/>
                    <a:gd name="T25" fmla="*/ 0 h 108"/>
                    <a:gd name="T26" fmla="*/ 0 w 82"/>
                    <a:gd name="T27" fmla="*/ 0 h 108"/>
                    <a:gd name="T28" fmla="*/ 0 w 82"/>
                    <a:gd name="T29" fmla="*/ 0 h 10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8"/>
                    <a:gd name="T47" fmla="*/ 82 w 82"/>
                    <a:gd name="T48" fmla="*/ 108 h 10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8">
                      <a:moveTo>
                        <a:pt x="0" y="7"/>
                      </a:moveTo>
                      <a:lnTo>
                        <a:pt x="13" y="2"/>
                      </a:lnTo>
                      <a:lnTo>
                        <a:pt x="25" y="0"/>
                      </a:lnTo>
                      <a:lnTo>
                        <a:pt x="38" y="2"/>
                      </a:lnTo>
                      <a:lnTo>
                        <a:pt x="50" y="6"/>
                      </a:lnTo>
                      <a:lnTo>
                        <a:pt x="60" y="12"/>
                      </a:lnTo>
                      <a:lnTo>
                        <a:pt x="69" y="21"/>
                      </a:lnTo>
                      <a:lnTo>
                        <a:pt x="76" y="33"/>
                      </a:lnTo>
                      <a:lnTo>
                        <a:pt x="80" y="45"/>
                      </a:lnTo>
                      <a:lnTo>
                        <a:pt x="82" y="57"/>
                      </a:lnTo>
                      <a:lnTo>
                        <a:pt x="80" y="70"/>
                      </a:lnTo>
                      <a:lnTo>
                        <a:pt x="77" y="82"/>
                      </a:lnTo>
                      <a:lnTo>
                        <a:pt x="70" y="92"/>
                      </a:lnTo>
                      <a:lnTo>
                        <a:pt x="61" y="101"/>
                      </a:lnTo>
                      <a:lnTo>
                        <a:pt x="50" y="10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6" name="Freeform 503">
                  <a:extLst>
                    <a:ext uri="{FF2B5EF4-FFF2-40B4-BE49-F238E27FC236}">
                      <a16:creationId xmlns:a16="http://schemas.microsoft.com/office/drawing/2014/main" id="{5CF1FE38-7628-3E7D-1C9A-C926B0AC17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346"/>
                  <a:ext cx="179" cy="96"/>
                </a:xfrm>
                <a:custGeom>
                  <a:avLst/>
                  <a:gdLst>
                    <a:gd name="T0" fmla="*/ 0 w 1244"/>
                    <a:gd name="T1" fmla="*/ 0 h 677"/>
                    <a:gd name="T2" fmla="*/ 0 w 1244"/>
                    <a:gd name="T3" fmla="*/ 0 h 677"/>
                    <a:gd name="T4" fmla="*/ 0 w 1244"/>
                    <a:gd name="T5" fmla="*/ 0 h 677"/>
                    <a:gd name="T6" fmla="*/ 0 w 1244"/>
                    <a:gd name="T7" fmla="*/ 0 h 677"/>
                    <a:gd name="T8" fmla="*/ 0 w 1244"/>
                    <a:gd name="T9" fmla="*/ 0 h 677"/>
                    <a:gd name="T10" fmla="*/ 0 w 1244"/>
                    <a:gd name="T11" fmla="*/ 0 h 677"/>
                    <a:gd name="T12" fmla="*/ 0 w 1244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7"/>
                    <a:gd name="T23" fmla="*/ 1244 w 1244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7">
                      <a:moveTo>
                        <a:pt x="1244" y="101"/>
                      </a:moveTo>
                      <a:lnTo>
                        <a:pt x="1219" y="50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lnTo>
                        <a:pt x="25" y="627"/>
                      </a:lnTo>
                      <a:lnTo>
                        <a:pt x="50" y="677"/>
                      </a:lnTo>
                      <a:lnTo>
                        <a:pt x="1244" y="10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7" name="Freeform 504">
                  <a:extLst>
                    <a:ext uri="{FF2B5EF4-FFF2-40B4-BE49-F238E27FC236}">
                      <a16:creationId xmlns:a16="http://schemas.microsoft.com/office/drawing/2014/main" id="{2A7AF54A-FCCD-4830-39D9-8E02DEBA92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346"/>
                  <a:ext cx="179" cy="96"/>
                </a:xfrm>
                <a:custGeom>
                  <a:avLst/>
                  <a:gdLst>
                    <a:gd name="T0" fmla="*/ 0 w 1244"/>
                    <a:gd name="T1" fmla="*/ 0 h 677"/>
                    <a:gd name="T2" fmla="*/ 0 w 1244"/>
                    <a:gd name="T3" fmla="*/ 0 h 677"/>
                    <a:gd name="T4" fmla="*/ 0 w 1244"/>
                    <a:gd name="T5" fmla="*/ 0 h 677"/>
                    <a:gd name="T6" fmla="*/ 0 w 1244"/>
                    <a:gd name="T7" fmla="*/ 0 h 677"/>
                    <a:gd name="T8" fmla="*/ 0 w 1244"/>
                    <a:gd name="T9" fmla="*/ 0 h 677"/>
                    <a:gd name="T10" fmla="*/ 0 w 1244"/>
                    <a:gd name="T11" fmla="*/ 0 h 677"/>
                    <a:gd name="T12" fmla="*/ 0 w 1244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7"/>
                    <a:gd name="T23" fmla="*/ 1244 w 1244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7">
                      <a:moveTo>
                        <a:pt x="1244" y="101"/>
                      </a:moveTo>
                      <a:lnTo>
                        <a:pt x="1219" y="50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lnTo>
                        <a:pt x="25" y="627"/>
                      </a:lnTo>
                      <a:lnTo>
                        <a:pt x="50" y="677"/>
                      </a:lnTo>
                      <a:lnTo>
                        <a:pt x="1244" y="10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8" name="Freeform 505">
                  <a:extLst>
                    <a:ext uri="{FF2B5EF4-FFF2-40B4-BE49-F238E27FC236}">
                      <a16:creationId xmlns:a16="http://schemas.microsoft.com/office/drawing/2014/main" id="{78ACC5BA-527F-48FB-685E-3011E6B5C2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428"/>
                  <a:ext cx="11" cy="15"/>
                </a:xfrm>
                <a:custGeom>
                  <a:avLst/>
                  <a:gdLst>
                    <a:gd name="T0" fmla="*/ 0 w 81"/>
                    <a:gd name="T1" fmla="*/ 0 h 106"/>
                    <a:gd name="T2" fmla="*/ 0 w 81"/>
                    <a:gd name="T3" fmla="*/ 0 h 106"/>
                    <a:gd name="T4" fmla="*/ 0 w 81"/>
                    <a:gd name="T5" fmla="*/ 0 h 106"/>
                    <a:gd name="T6" fmla="*/ 0 w 81"/>
                    <a:gd name="T7" fmla="*/ 0 h 106"/>
                    <a:gd name="T8" fmla="*/ 0 w 81"/>
                    <a:gd name="T9" fmla="*/ 0 h 106"/>
                    <a:gd name="T10" fmla="*/ 0 w 81"/>
                    <a:gd name="T11" fmla="*/ 0 h 106"/>
                    <a:gd name="T12" fmla="*/ 0 w 81"/>
                    <a:gd name="T13" fmla="*/ 0 h 106"/>
                    <a:gd name="T14" fmla="*/ 0 w 81"/>
                    <a:gd name="T15" fmla="*/ 0 h 106"/>
                    <a:gd name="T16" fmla="*/ 0 w 81"/>
                    <a:gd name="T17" fmla="*/ 0 h 106"/>
                    <a:gd name="T18" fmla="*/ 0 w 81"/>
                    <a:gd name="T19" fmla="*/ 0 h 106"/>
                    <a:gd name="T20" fmla="*/ 0 w 81"/>
                    <a:gd name="T21" fmla="*/ 0 h 106"/>
                    <a:gd name="T22" fmla="*/ 0 w 81"/>
                    <a:gd name="T23" fmla="*/ 0 h 106"/>
                    <a:gd name="T24" fmla="*/ 0 w 81"/>
                    <a:gd name="T25" fmla="*/ 0 h 106"/>
                    <a:gd name="T26" fmla="*/ 0 w 81"/>
                    <a:gd name="T27" fmla="*/ 0 h 106"/>
                    <a:gd name="T28" fmla="*/ 0 w 81"/>
                    <a:gd name="T29" fmla="*/ 0 h 106"/>
                    <a:gd name="T30" fmla="*/ 0 w 81"/>
                    <a:gd name="T31" fmla="*/ 0 h 106"/>
                    <a:gd name="T32" fmla="*/ 0 w 81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6"/>
                    <a:gd name="T53" fmla="*/ 81 w 81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6">
                      <a:moveTo>
                        <a:pt x="56" y="50"/>
                      </a:moveTo>
                      <a:lnTo>
                        <a:pt x="81" y="100"/>
                      </a:lnTo>
                      <a:lnTo>
                        <a:pt x="68" y="105"/>
                      </a:lnTo>
                      <a:lnTo>
                        <a:pt x="56" y="106"/>
                      </a:lnTo>
                      <a:lnTo>
                        <a:pt x="44" y="105"/>
                      </a:lnTo>
                      <a:lnTo>
                        <a:pt x="31" y="102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5"/>
                      </a:lnTo>
                      <a:lnTo>
                        <a:pt x="1" y="62"/>
                      </a:lnTo>
                      <a:lnTo>
                        <a:pt x="0" y="50"/>
                      </a:lnTo>
                      <a:lnTo>
                        <a:pt x="1" y="38"/>
                      </a:lnTo>
                      <a:lnTo>
                        <a:pt x="4" y="25"/>
                      </a:lnTo>
                      <a:lnTo>
                        <a:pt x="11" y="15"/>
                      </a:lnTo>
                      <a:lnTo>
                        <a:pt x="20" y="6"/>
                      </a:lnTo>
                      <a:lnTo>
                        <a:pt x="31" y="0"/>
                      </a:lnTo>
                      <a:lnTo>
                        <a:pt x="5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9" name="Freeform 506">
                  <a:extLst>
                    <a:ext uri="{FF2B5EF4-FFF2-40B4-BE49-F238E27FC236}">
                      <a16:creationId xmlns:a16="http://schemas.microsoft.com/office/drawing/2014/main" id="{0461BD8B-6FF4-EF79-FF8E-49AEE53908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428"/>
                  <a:ext cx="11" cy="15"/>
                </a:xfrm>
                <a:custGeom>
                  <a:avLst/>
                  <a:gdLst>
                    <a:gd name="T0" fmla="*/ 0 w 81"/>
                    <a:gd name="T1" fmla="*/ 0 h 106"/>
                    <a:gd name="T2" fmla="*/ 0 w 81"/>
                    <a:gd name="T3" fmla="*/ 0 h 106"/>
                    <a:gd name="T4" fmla="*/ 0 w 81"/>
                    <a:gd name="T5" fmla="*/ 0 h 106"/>
                    <a:gd name="T6" fmla="*/ 0 w 81"/>
                    <a:gd name="T7" fmla="*/ 0 h 106"/>
                    <a:gd name="T8" fmla="*/ 0 w 81"/>
                    <a:gd name="T9" fmla="*/ 0 h 106"/>
                    <a:gd name="T10" fmla="*/ 0 w 81"/>
                    <a:gd name="T11" fmla="*/ 0 h 106"/>
                    <a:gd name="T12" fmla="*/ 0 w 81"/>
                    <a:gd name="T13" fmla="*/ 0 h 106"/>
                    <a:gd name="T14" fmla="*/ 0 w 81"/>
                    <a:gd name="T15" fmla="*/ 0 h 106"/>
                    <a:gd name="T16" fmla="*/ 0 w 81"/>
                    <a:gd name="T17" fmla="*/ 0 h 106"/>
                    <a:gd name="T18" fmla="*/ 0 w 81"/>
                    <a:gd name="T19" fmla="*/ 0 h 106"/>
                    <a:gd name="T20" fmla="*/ 0 w 81"/>
                    <a:gd name="T21" fmla="*/ 0 h 106"/>
                    <a:gd name="T22" fmla="*/ 0 w 81"/>
                    <a:gd name="T23" fmla="*/ 0 h 106"/>
                    <a:gd name="T24" fmla="*/ 0 w 81"/>
                    <a:gd name="T25" fmla="*/ 0 h 106"/>
                    <a:gd name="T26" fmla="*/ 0 w 81"/>
                    <a:gd name="T27" fmla="*/ 0 h 106"/>
                    <a:gd name="T28" fmla="*/ 0 w 81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6"/>
                    <a:gd name="T47" fmla="*/ 81 w 81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6">
                      <a:moveTo>
                        <a:pt x="81" y="100"/>
                      </a:moveTo>
                      <a:lnTo>
                        <a:pt x="68" y="105"/>
                      </a:lnTo>
                      <a:lnTo>
                        <a:pt x="56" y="106"/>
                      </a:lnTo>
                      <a:lnTo>
                        <a:pt x="44" y="105"/>
                      </a:lnTo>
                      <a:lnTo>
                        <a:pt x="31" y="102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5"/>
                      </a:lnTo>
                      <a:lnTo>
                        <a:pt x="1" y="62"/>
                      </a:lnTo>
                      <a:lnTo>
                        <a:pt x="0" y="50"/>
                      </a:lnTo>
                      <a:lnTo>
                        <a:pt x="1" y="38"/>
                      </a:lnTo>
                      <a:lnTo>
                        <a:pt x="4" y="25"/>
                      </a:lnTo>
                      <a:lnTo>
                        <a:pt x="11" y="15"/>
                      </a:lnTo>
                      <a:lnTo>
                        <a:pt x="20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0" name="Freeform 507">
                  <a:extLst>
                    <a:ext uri="{FF2B5EF4-FFF2-40B4-BE49-F238E27FC236}">
                      <a16:creationId xmlns:a16="http://schemas.microsoft.com/office/drawing/2014/main" id="{FF34F81A-6E19-8AB5-882F-D12E09E8D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428"/>
                  <a:ext cx="11" cy="15"/>
                </a:xfrm>
                <a:custGeom>
                  <a:avLst/>
                  <a:gdLst>
                    <a:gd name="T0" fmla="*/ 0 w 82"/>
                    <a:gd name="T1" fmla="*/ 0 h 106"/>
                    <a:gd name="T2" fmla="*/ 0 w 82"/>
                    <a:gd name="T3" fmla="*/ 0 h 106"/>
                    <a:gd name="T4" fmla="*/ 0 w 82"/>
                    <a:gd name="T5" fmla="*/ 0 h 106"/>
                    <a:gd name="T6" fmla="*/ 0 w 82"/>
                    <a:gd name="T7" fmla="*/ 0 h 106"/>
                    <a:gd name="T8" fmla="*/ 0 w 82"/>
                    <a:gd name="T9" fmla="*/ 0 h 106"/>
                    <a:gd name="T10" fmla="*/ 0 w 82"/>
                    <a:gd name="T11" fmla="*/ 0 h 106"/>
                    <a:gd name="T12" fmla="*/ 0 w 82"/>
                    <a:gd name="T13" fmla="*/ 0 h 106"/>
                    <a:gd name="T14" fmla="*/ 0 w 82"/>
                    <a:gd name="T15" fmla="*/ 0 h 106"/>
                    <a:gd name="T16" fmla="*/ 0 w 82"/>
                    <a:gd name="T17" fmla="*/ 0 h 106"/>
                    <a:gd name="T18" fmla="*/ 0 w 82"/>
                    <a:gd name="T19" fmla="*/ 0 h 106"/>
                    <a:gd name="T20" fmla="*/ 0 w 82"/>
                    <a:gd name="T21" fmla="*/ 0 h 106"/>
                    <a:gd name="T22" fmla="*/ 0 w 82"/>
                    <a:gd name="T23" fmla="*/ 0 h 106"/>
                    <a:gd name="T24" fmla="*/ 0 w 82"/>
                    <a:gd name="T25" fmla="*/ 0 h 106"/>
                    <a:gd name="T26" fmla="*/ 0 w 82"/>
                    <a:gd name="T27" fmla="*/ 0 h 106"/>
                    <a:gd name="T28" fmla="*/ 0 w 82"/>
                    <a:gd name="T29" fmla="*/ 0 h 106"/>
                    <a:gd name="T30" fmla="*/ 0 w 82"/>
                    <a:gd name="T31" fmla="*/ 0 h 106"/>
                    <a:gd name="T32" fmla="*/ 0 w 82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6"/>
                    <a:gd name="T53" fmla="*/ 82 w 82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6">
                      <a:moveTo>
                        <a:pt x="24" y="50"/>
                      </a:moveTo>
                      <a:lnTo>
                        <a:pt x="49" y="0"/>
                      </a:lnTo>
                      <a:lnTo>
                        <a:pt x="60" y="6"/>
                      </a:lnTo>
                      <a:lnTo>
                        <a:pt x="69" y="15"/>
                      </a:lnTo>
                      <a:lnTo>
                        <a:pt x="76" y="25"/>
                      </a:lnTo>
                      <a:lnTo>
                        <a:pt x="79" y="38"/>
                      </a:lnTo>
                      <a:lnTo>
                        <a:pt x="82" y="50"/>
                      </a:lnTo>
                      <a:lnTo>
                        <a:pt x="79" y="62"/>
                      </a:lnTo>
                      <a:lnTo>
                        <a:pt x="75" y="75"/>
                      </a:lnTo>
                      <a:lnTo>
                        <a:pt x="68" y="86"/>
                      </a:lnTo>
                      <a:lnTo>
                        <a:pt x="59" y="95"/>
                      </a:lnTo>
                      <a:lnTo>
                        <a:pt x="49" y="102"/>
                      </a:lnTo>
                      <a:lnTo>
                        <a:pt x="37" y="105"/>
                      </a:lnTo>
                      <a:lnTo>
                        <a:pt x="24" y="106"/>
                      </a:lnTo>
                      <a:lnTo>
                        <a:pt x="12" y="105"/>
                      </a:lnTo>
                      <a:lnTo>
                        <a:pt x="0" y="100"/>
                      </a:lnTo>
                      <a:lnTo>
                        <a:pt x="24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1" name="Freeform 508">
                  <a:extLst>
                    <a:ext uri="{FF2B5EF4-FFF2-40B4-BE49-F238E27FC236}">
                      <a16:creationId xmlns:a16="http://schemas.microsoft.com/office/drawing/2014/main" id="{DA7AB99F-9D7E-C9B7-D710-6724971A8C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428"/>
                  <a:ext cx="11" cy="15"/>
                </a:xfrm>
                <a:custGeom>
                  <a:avLst/>
                  <a:gdLst>
                    <a:gd name="T0" fmla="*/ 0 w 82"/>
                    <a:gd name="T1" fmla="*/ 0 h 106"/>
                    <a:gd name="T2" fmla="*/ 0 w 82"/>
                    <a:gd name="T3" fmla="*/ 0 h 106"/>
                    <a:gd name="T4" fmla="*/ 0 w 82"/>
                    <a:gd name="T5" fmla="*/ 0 h 106"/>
                    <a:gd name="T6" fmla="*/ 0 w 82"/>
                    <a:gd name="T7" fmla="*/ 0 h 106"/>
                    <a:gd name="T8" fmla="*/ 0 w 82"/>
                    <a:gd name="T9" fmla="*/ 0 h 106"/>
                    <a:gd name="T10" fmla="*/ 0 w 82"/>
                    <a:gd name="T11" fmla="*/ 0 h 106"/>
                    <a:gd name="T12" fmla="*/ 0 w 82"/>
                    <a:gd name="T13" fmla="*/ 0 h 106"/>
                    <a:gd name="T14" fmla="*/ 0 w 82"/>
                    <a:gd name="T15" fmla="*/ 0 h 106"/>
                    <a:gd name="T16" fmla="*/ 0 w 82"/>
                    <a:gd name="T17" fmla="*/ 0 h 106"/>
                    <a:gd name="T18" fmla="*/ 0 w 82"/>
                    <a:gd name="T19" fmla="*/ 0 h 106"/>
                    <a:gd name="T20" fmla="*/ 0 w 82"/>
                    <a:gd name="T21" fmla="*/ 0 h 106"/>
                    <a:gd name="T22" fmla="*/ 0 w 82"/>
                    <a:gd name="T23" fmla="*/ 0 h 106"/>
                    <a:gd name="T24" fmla="*/ 0 w 82"/>
                    <a:gd name="T25" fmla="*/ 0 h 106"/>
                    <a:gd name="T26" fmla="*/ 0 w 82"/>
                    <a:gd name="T27" fmla="*/ 0 h 106"/>
                    <a:gd name="T28" fmla="*/ 0 w 82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6"/>
                    <a:gd name="T47" fmla="*/ 82 w 82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6">
                      <a:moveTo>
                        <a:pt x="49" y="0"/>
                      </a:moveTo>
                      <a:lnTo>
                        <a:pt x="60" y="6"/>
                      </a:lnTo>
                      <a:lnTo>
                        <a:pt x="69" y="15"/>
                      </a:lnTo>
                      <a:lnTo>
                        <a:pt x="76" y="25"/>
                      </a:lnTo>
                      <a:lnTo>
                        <a:pt x="79" y="38"/>
                      </a:lnTo>
                      <a:lnTo>
                        <a:pt x="82" y="50"/>
                      </a:lnTo>
                      <a:lnTo>
                        <a:pt x="79" y="62"/>
                      </a:lnTo>
                      <a:lnTo>
                        <a:pt x="75" y="75"/>
                      </a:lnTo>
                      <a:lnTo>
                        <a:pt x="68" y="86"/>
                      </a:lnTo>
                      <a:lnTo>
                        <a:pt x="59" y="95"/>
                      </a:lnTo>
                      <a:lnTo>
                        <a:pt x="49" y="102"/>
                      </a:lnTo>
                      <a:lnTo>
                        <a:pt x="37" y="105"/>
                      </a:lnTo>
                      <a:lnTo>
                        <a:pt x="24" y="106"/>
                      </a:lnTo>
                      <a:lnTo>
                        <a:pt x="12" y="105"/>
                      </a:lnTo>
                      <a:lnTo>
                        <a:pt x="0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2" name="Freeform 509">
                  <a:extLst>
                    <a:ext uri="{FF2B5EF4-FFF2-40B4-BE49-F238E27FC236}">
                      <a16:creationId xmlns:a16="http://schemas.microsoft.com/office/drawing/2014/main" id="{5E7ACCAF-6802-4E03-571A-1B3F9CC736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346"/>
                  <a:ext cx="178" cy="96"/>
                </a:xfrm>
                <a:custGeom>
                  <a:avLst/>
                  <a:gdLst>
                    <a:gd name="T0" fmla="*/ 0 w 1243"/>
                    <a:gd name="T1" fmla="*/ 0 h 677"/>
                    <a:gd name="T2" fmla="*/ 0 w 1243"/>
                    <a:gd name="T3" fmla="*/ 0 h 677"/>
                    <a:gd name="T4" fmla="*/ 0 w 1243"/>
                    <a:gd name="T5" fmla="*/ 0 h 677"/>
                    <a:gd name="T6" fmla="*/ 0 w 1243"/>
                    <a:gd name="T7" fmla="*/ 0 h 677"/>
                    <a:gd name="T8" fmla="*/ 0 w 1243"/>
                    <a:gd name="T9" fmla="*/ 0 h 677"/>
                    <a:gd name="T10" fmla="*/ 0 w 1243"/>
                    <a:gd name="T11" fmla="*/ 0 h 677"/>
                    <a:gd name="T12" fmla="*/ 0 w 1243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7"/>
                    <a:gd name="T23" fmla="*/ 1243 w 1243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7">
                      <a:moveTo>
                        <a:pt x="1194" y="677"/>
                      </a:moveTo>
                      <a:lnTo>
                        <a:pt x="1218" y="627"/>
                      </a:lnTo>
                      <a:lnTo>
                        <a:pt x="1243" y="577"/>
                      </a:lnTo>
                      <a:lnTo>
                        <a:pt x="49" y="0"/>
                      </a:lnTo>
                      <a:lnTo>
                        <a:pt x="24" y="50"/>
                      </a:lnTo>
                      <a:lnTo>
                        <a:pt x="0" y="101"/>
                      </a:lnTo>
                      <a:lnTo>
                        <a:pt x="1194" y="6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3" name="Freeform 510">
                  <a:extLst>
                    <a:ext uri="{FF2B5EF4-FFF2-40B4-BE49-F238E27FC236}">
                      <a16:creationId xmlns:a16="http://schemas.microsoft.com/office/drawing/2014/main" id="{9AD02E84-6D0E-541C-EA33-98B105860E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346"/>
                  <a:ext cx="178" cy="96"/>
                </a:xfrm>
                <a:custGeom>
                  <a:avLst/>
                  <a:gdLst>
                    <a:gd name="T0" fmla="*/ 0 w 1243"/>
                    <a:gd name="T1" fmla="*/ 0 h 677"/>
                    <a:gd name="T2" fmla="*/ 0 w 1243"/>
                    <a:gd name="T3" fmla="*/ 0 h 677"/>
                    <a:gd name="T4" fmla="*/ 0 w 1243"/>
                    <a:gd name="T5" fmla="*/ 0 h 677"/>
                    <a:gd name="T6" fmla="*/ 0 w 1243"/>
                    <a:gd name="T7" fmla="*/ 0 h 677"/>
                    <a:gd name="T8" fmla="*/ 0 w 1243"/>
                    <a:gd name="T9" fmla="*/ 0 h 677"/>
                    <a:gd name="T10" fmla="*/ 0 w 1243"/>
                    <a:gd name="T11" fmla="*/ 0 h 677"/>
                    <a:gd name="T12" fmla="*/ 0 w 1243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7"/>
                    <a:gd name="T23" fmla="*/ 1243 w 1243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7">
                      <a:moveTo>
                        <a:pt x="1194" y="677"/>
                      </a:moveTo>
                      <a:lnTo>
                        <a:pt x="1218" y="627"/>
                      </a:lnTo>
                      <a:lnTo>
                        <a:pt x="1243" y="577"/>
                      </a:lnTo>
                      <a:lnTo>
                        <a:pt x="49" y="0"/>
                      </a:lnTo>
                      <a:lnTo>
                        <a:pt x="24" y="50"/>
                      </a:lnTo>
                      <a:lnTo>
                        <a:pt x="0" y="101"/>
                      </a:lnTo>
                      <a:lnTo>
                        <a:pt x="1194" y="6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4" name="Freeform 511">
                  <a:extLst>
                    <a:ext uri="{FF2B5EF4-FFF2-40B4-BE49-F238E27FC236}">
                      <a16:creationId xmlns:a16="http://schemas.microsoft.com/office/drawing/2014/main" id="{C9782EBF-6AA9-6C1D-AE15-A117A2BE20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345"/>
                  <a:ext cx="12" cy="15"/>
                </a:xfrm>
                <a:custGeom>
                  <a:avLst/>
                  <a:gdLst>
                    <a:gd name="T0" fmla="*/ 0 w 81"/>
                    <a:gd name="T1" fmla="*/ 0 h 108"/>
                    <a:gd name="T2" fmla="*/ 0 w 81"/>
                    <a:gd name="T3" fmla="*/ 0 h 108"/>
                    <a:gd name="T4" fmla="*/ 0 w 81"/>
                    <a:gd name="T5" fmla="*/ 0 h 108"/>
                    <a:gd name="T6" fmla="*/ 0 w 81"/>
                    <a:gd name="T7" fmla="*/ 0 h 108"/>
                    <a:gd name="T8" fmla="*/ 0 w 81"/>
                    <a:gd name="T9" fmla="*/ 0 h 108"/>
                    <a:gd name="T10" fmla="*/ 0 w 81"/>
                    <a:gd name="T11" fmla="*/ 0 h 108"/>
                    <a:gd name="T12" fmla="*/ 0 w 81"/>
                    <a:gd name="T13" fmla="*/ 0 h 108"/>
                    <a:gd name="T14" fmla="*/ 0 w 81"/>
                    <a:gd name="T15" fmla="*/ 0 h 108"/>
                    <a:gd name="T16" fmla="*/ 0 w 81"/>
                    <a:gd name="T17" fmla="*/ 0 h 108"/>
                    <a:gd name="T18" fmla="*/ 0 w 81"/>
                    <a:gd name="T19" fmla="*/ 0 h 108"/>
                    <a:gd name="T20" fmla="*/ 0 w 81"/>
                    <a:gd name="T21" fmla="*/ 0 h 108"/>
                    <a:gd name="T22" fmla="*/ 0 w 81"/>
                    <a:gd name="T23" fmla="*/ 0 h 108"/>
                    <a:gd name="T24" fmla="*/ 0 w 81"/>
                    <a:gd name="T25" fmla="*/ 0 h 108"/>
                    <a:gd name="T26" fmla="*/ 0 w 81"/>
                    <a:gd name="T27" fmla="*/ 0 h 108"/>
                    <a:gd name="T28" fmla="*/ 0 w 81"/>
                    <a:gd name="T29" fmla="*/ 0 h 108"/>
                    <a:gd name="T30" fmla="*/ 0 w 81"/>
                    <a:gd name="T31" fmla="*/ 0 h 108"/>
                    <a:gd name="T32" fmla="*/ 0 w 81"/>
                    <a:gd name="T33" fmla="*/ 0 h 10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8"/>
                    <a:gd name="T53" fmla="*/ 81 w 81"/>
                    <a:gd name="T54" fmla="*/ 108 h 10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8">
                      <a:moveTo>
                        <a:pt x="56" y="57"/>
                      </a:moveTo>
                      <a:lnTo>
                        <a:pt x="32" y="108"/>
                      </a:ln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3" y="21"/>
                      </a:lnTo>
                      <a:lnTo>
                        <a:pt x="21" y="12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5" name="Freeform 512">
                  <a:extLst>
                    <a:ext uri="{FF2B5EF4-FFF2-40B4-BE49-F238E27FC236}">
                      <a16:creationId xmlns:a16="http://schemas.microsoft.com/office/drawing/2014/main" id="{F8AB87CC-18A6-5015-6A1F-FBAE90008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345"/>
                  <a:ext cx="12" cy="15"/>
                </a:xfrm>
                <a:custGeom>
                  <a:avLst/>
                  <a:gdLst>
                    <a:gd name="T0" fmla="*/ 0 w 81"/>
                    <a:gd name="T1" fmla="*/ 0 h 108"/>
                    <a:gd name="T2" fmla="*/ 0 w 81"/>
                    <a:gd name="T3" fmla="*/ 0 h 108"/>
                    <a:gd name="T4" fmla="*/ 0 w 81"/>
                    <a:gd name="T5" fmla="*/ 0 h 108"/>
                    <a:gd name="T6" fmla="*/ 0 w 81"/>
                    <a:gd name="T7" fmla="*/ 0 h 108"/>
                    <a:gd name="T8" fmla="*/ 0 w 81"/>
                    <a:gd name="T9" fmla="*/ 0 h 108"/>
                    <a:gd name="T10" fmla="*/ 0 w 81"/>
                    <a:gd name="T11" fmla="*/ 0 h 108"/>
                    <a:gd name="T12" fmla="*/ 0 w 81"/>
                    <a:gd name="T13" fmla="*/ 0 h 108"/>
                    <a:gd name="T14" fmla="*/ 0 w 81"/>
                    <a:gd name="T15" fmla="*/ 0 h 108"/>
                    <a:gd name="T16" fmla="*/ 0 w 81"/>
                    <a:gd name="T17" fmla="*/ 0 h 108"/>
                    <a:gd name="T18" fmla="*/ 0 w 81"/>
                    <a:gd name="T19" fmla="*/ 0 h 108"/>
                    <a:gd name="T20" fmla="*/ 0 w 81"/>
                    <a:gd name="T21" fmla="*/ 0 h 108"/>
                    <a:gd name="T22" fmla="*/ 0 w 81"/>
                    <a:gd name="T23" fmla="*/ 0 h 108"/>
                    <a:gd name="T24" fmla="*/ 0 w 81"/>
                    <a:gd name="T25" fmla="*/ 0 h 108"/>
                    <a:gd name="T26" fmla="*/ 0 w 81"/>
                    <a:gd name="T27" fmla="*/ 0 h 108"/>
                    <a:gd name="T28" fmla="*/ 0 w 81"/>
                    <a:gd name="T29" fmla="*/ 0 h 10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8"/>
                    <a:gd name="T47" fmla="*/ 81 w 81"/>
                    <a:gd name="T48" fmla="*/ 108 h 10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8">
                      <a:moveTo>
                        <a:pt x="32" y="108"/>
                      </a:move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3" y="21"/>
                      </a:lnTo>
                      <a:lnTo>
                        <a:pt x="21" y="12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6" name="Line 513">
                  <a:extLst>
                    <a:ext uri="{FF2B5EF4-FFF2-40B4-BE49-F238E27FC236}">
                      <a16:creationId xmlns:a16="http://schemas.microsoft.com/office/drawing/2014/main" id="{CF8329F2-E292-C89B-371D-3A6BCA3F25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2" y="3401"/>
                  <a:ext cx="3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7" name="Line 514">
                  <a:extLst>
                    <a:ext uri="{FF2B5EF4-FFF2-40B4-BE49-F238E27FC236}">
                      <a16:creationId xmlns:a16="http://schemas.microsoft.com/office/drawing/2014/main" id="{BB28CCE0-5CF3-CB53-F2B0-EE9C8C494A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0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8" name="Line 515">
                  <a:extLst>
                    <a:ext uri="{FF2B5EF4-FFF2-40B4-BE49-F238E27FC236}">
                      <a16:creationId xmlns:a16="http://schemas.microsoft.com/office/drawing/2014/main" id="{CF4E596B-3C83-D91B-5342-1AF8097F04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9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9" name="Line 516">
                  <a:extLst>
                    <a:ext uri="{FF2B5EF4-FFF2-40B4-BE49-F238E27FC236}">
                      <a16:creationId xmlns:a16="http://schemas.microsoft.com/office/drawing/2014/main" id="{B2239C9E-8E07-4474-BEB5-25595A6F0B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38" y="3401"/>
                  <a:ext cx="4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0" name="Line 517">
                  <a:extLst>
                    <a:ext uri="{FF2B5EF4-FFF2-40B4-BE49-F238E27FC236}">
                      <a16:creationId xmlns:a16="http://schemas.microsoft.com/office/drawing/2014/main" id="{C62A735F-5209-5076-E989-2965315166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97" y="3401"/>
                  <a:ext cx="41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1" name="Line 518">
                  <a:extLst>
                    <a:ext uri="{FF2B5EF4-FFF2-40B4-BE49-F238E27FC236}">
                      <a16:creationId xmlns:a16="http://schemas.microsoft.com/office/drawing/2014/main" id="{6577D4C7-BCC3-8F9C-6A14-215805FEB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7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2" name="Line 519">
                  <a:extLst>
                    <a:ext uri="{FF2B5EF4-FFF2-40B4-BE49-F238E27FC236}">
                      <a16:creationId xmlns:a16="http://schemas.microsoft.com/office/drawing/2014/main" id="{5E1D6E52-E4AB-7848-D828-C667BDD370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16" y="3401"/>
                  <a:ext cx="3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3" name="Freeform 520">
                  <a:extLst>
                    <a:ext uri="{FF2B5EF4-FFF2-40B4-BE49-F238E27FC236}">
                      <a16:creationId xmlns:a16="http://schemas.microsoft.com/office/drawing/2014/main" id="{03422FA2-B954-CBE4-6459-CB233E6D1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8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4" name="Freeform 521">
                  <a:extLst>
                    <a:ext uri="{FF2B5EF4-FFF2-40B4-BE49-F238E27FC236}">
                      <a16:creationId xmlns:a16="http://schemas.microsoft.com/office/drawing/2014/main" id="{27FB6190-6376-4EDC-8300-79C0EABE20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8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5" name="Freeform 522">
                  <a:extLst>
                    <a:ext uri="{FF2B5EF4-FFF2-40B4-BE49-F238E27FC236}">
                      <a16:creationId xmlns:a16="http://schemas.microsoft.com/office/drawing/2014/main" id="{693E710C-ED9D-5073-BB16-659248295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507"/>
                  <a:ext cx="444" cy="16"/>
                </a:xfrm>
                <a:custGeom>
                  <a:avLst/>
                  <a:gdLst>
                    <a:gd name="T0" fmla="*/ 0 w 3110"/>
                    <a:gd name="T1" fmla="*/ 0 h 113"/>
                    <a:gd name="T2" fmla="*/ 0 w 3110"/>
                    <a:gd name="T3" fmla="*/ 0 h 113"/>
                    <a:gd name="T4" fmla="*/ 0 w 3110"/>
                    <a:gd name="T5" fmla="*/ 0 h 113"/>
                    <a:gd name="T6" fmla="*/ 0 w 3110"/>
                    <a:gd name="T7" fmla="*/ 0 h 113"/>
                    <a:gd name="T8" fmla="*/ 0 w 3110"/>
                    <a:gd name="T9" fmla="*/ 0 h 113"/>
                    <a:gd name="T10" fmla="*/ 0 w 3110"/>
                    <a:gd name="T11" fmla="*/ 0 h 113"/>
                    <a:gd name="T12" fmla="*/ 0 w 311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110"/>
                    <a:gd name="T22" fmla="*/ 0 h 113"/>
                    <a:gd name="T23" fmla="*/ 3110 w 311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11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3110" y="113"/>
                      </a:lnTo>
                      <a:lnTo>
                        <a:pt x="3110" y="57"/>
                      </a:lnTo>
                      <a:lnTo>
                        <a:pt x="311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6" name="Freeform 523">
                  <a:extLst>
                    <a:ext uri="{FF2B5EF4-FFF2-40B4-BE49-F238E27FC236}">
                      <a16:creationId xmlns:a16="http://schemas.microsoft.com/office/drawing/2014/main" id="{30A5A19C-B52D-0382-B530-8B27B66AA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507"/>
                  <a:ext cx="444" cy="16"/>
                </a:xfrm>
                <a:custGeom>
                  <a:avLst/>
                  <a:gdLst>
                    <a:gd name="T0" fmla="*/ 0 w 3110"/>
                    <a:gd name="T1" fmla="*/ 0 h 113"/>
                    <a:gd name="T2" fmla="*/ 0 w 3110"/>
                    <a:gd name="T3" fmla="*/ 0 h 113"/>
                    <a:gd name="T4" fmla="*/ 0 w 3110"/>
                    <a:gd name="T5" fmla="*/ 0 h 113"/>
                    <a:gd name="T6" fmla="*/ 0 w 3110"/>
                    <a:gd name="T7" fmla="*/ 0 h 113"/>
                    <a:gd name="T8" fmla="*/ 0 w 3110"/>
                    <a:gd name="T9" fmla="*/ 0 h 113"/>
                    <a:gd name="T10" fmla="*/ 0 w 3110"/>
                    <a:gd name="T11" fmla="*/ 0 h 113"/>
                    <a:gd name="T12" fmla="*/ 0 w 311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110"/>
                    <a:gd name="T22" fmla="*/ 0 h 113"/>
                    <a:gd name="T23" fmla="*/ 3110 w 311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11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3110" y="113"/>
                      </a:lnTo>
                      <a:lnTo>
                        <a:pt x="3110" y="57"/>
                      </a:lnTo>
                      <a:lnTo>
                        <a:pt x="311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7" name="Freeform 524">
                  <a:extLst>
                    <a:ext uri="{FF2B5EF4-FFF2-40B4-BE49-F238E27FC236}">
                      <a16:creationId xmlns:a16="http://schemas.microsoft.com/office/drawing/2014/main" id="{53A40F11-2042-CED5-33E5-46F7E9D27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0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" name="Freeform 525">
                  <a:extLst>
                    <a:ext uri="{FF2B5EF4-FFF2-40B4-BE49-F238E27FC236}">
                      <a16:creationId xmlns:a16="http://schemas.microsoft.com/office/drawing/2014/main" id="{01917842-D426-A8FF-53E6-2D57143319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0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9" name="Freeform 526">
                  <a:extLst>
                    <a:ext uri="{FF2B5EF4-FFF2-40B4-BE49-F238E27FC236}">
                      <a16:creationId xmlns:a16="http://schemas.microsoft.com/office/drawing/2014/main" id="{B8E2337C-46CA-AB86-2E63-EBE5A81601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w 111"/>
                    <a:gd name="T31" fmla="*/ 0 h 69"/>
                    <a:gd name="T32" fmla="*/ 0 w 111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1"/>
                    <a:gd name="T52" fmla="*/ 0 h 69"/>
                    <a:gd name="T53" fmla="*/ 111 w 111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1" h="69">
                      <a:moveTo>
                        <a:pt x="56" y="57"/>
                      </a:move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4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5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4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0" name="Freeform 527">
                  <a:extLst>
                    <a:ext uri="{FF2B5EF4-FFF2-40B4-BE49-F238E27FC236}">
                      <a16:creationId xmlns:a16="http://schemas.microsoft.com/office/drawing/2014/main" id="{548D47C9-0453-A934-BA7D-9832640A5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1"/>
                    <a:gd name="T46" fmla="*/ 0 h 69"/>
                    <a:gd name="T47" fmla="*/ 111 w 111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1" h="69">
                      <a:moveTo>
                        <a:pt x="1" y="69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4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5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1" name="Freeform 528">
                  <a:extLst>
                    <a:ext uri="{FF2B5EF4-FFF2-40B4-BE49-F238E27FC236}">
                      <a16:creationId xmlns:a16="http://schemas.microsoft.com/office/drawing/2014/main" id="{03569593-1CE4-B9EE-11A7-626C9109C6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110" y="0"/>
                      </a:moveTo>
                      <a:lnTo>
                        <a:pt x="55" y="13"/>
                      </a:lnTo>
                      <a:lnTo>
                        <a:pt x="0" y="25"/>
                      </a:lnTo>
                      <a:lnTo>
                        <a:pt x="1062" y="4673"/>
                      </a:lnTo>
                      <a:lnTo>
                        <a:pt x="1117" y="4661"/>
                      </a:lnTo>
                      <a:lnTo>
                        <a:pt x="1172" y="4648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2" name="Freeform 529">
                  <a:extLst>
                    <a:ext uri="{FF2B5EF4-FFF2-40B4-BE49-F238E27FC236}">
                      <a16:creationId xmlns:a16="http://schemas.microsoft.com/office/drawing/2014/main" id="{1DD18B39-72B8-7C86-DD8A-2A25476DB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110" y="0"/>
                      </a:moveTo>
                      <a:lnTo>
                        <a:pt x="55" y="13"/>
                      </a:lnTo>
                      <a:lnTo>
                        <a:pt x="0" y="25"/>
                      </a:lnTo>
                      <a:lnTo>
                        <a:pt x="1062" y="4673"/>
                      </a:lnTo>
                      <a:lnTo>
                        <a:pt x="1117" y="4661"/>
                      </a:lnTo>
                      <a:lnTo>
                        <a:pt x="1172" y="4648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3" name="Freeform 530">
                  <a:extLst>
                    <a:ext uri="{FF2B5EF4-FFF2-40B4-BE49-F238E27FC236}">
                      <a16:creationId xmlns:a16="http://schemas.microsoft.com/office/drawing/2014/main" id="{0DE65172-545F-8EB3-97D0-1A47CDDEF0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6" y="370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w 112"/>
                    <a:gd name="T31" fmla="*/ 0 h 69"/>
                    <a:gd name="T32" fmla="*/ 0 w 112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2"/>
                    <a:gd name="T52" fmla="*/ 0 h 69"/>
                    <a:gd name="T53" fmla="*/ 112 w 112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2" h="69">
                      <a:moveTo>
                        <a:pt x="55" y="13"/>
                      </a:moveTo>
                      <a:lnTo>
                        <a:pt x="110" y="0"/>
                      </a:lnTo>
                      <a:lnTo>
                        <a:pt x="112" y="13"/>
                      </a:lnTo>
                      <a:lnTo>
                        <a:pt x="110" y="25"/>
                      </a:lnTo>
                      <a:lnTo>
                        <a:pt x="106" y="37"/>
                      </a:lnTo>
                      <a:lnTo>
                        <a:pt x="98" y="47"/>
                      </a:lnTo>
                      <a:lnTo>
                        <a:pt x="90" y="56"/>
                      </a:lnTo>
                      <a:lnTo>
                        <a:pt x="79" y="63"/>
                      </a:lnTo>
                      <a:lnTo>
                        <a:pt x="67" y="68"/>
                      </a:lnTo>
                      <a:lnTo>
                        <a:pt x="55" y="69"/>
                      </a:lnTo>
                      <a:lnTo>
                        <a:pt x="42" y="68"/>
                      </a:lnTo>
                      <a:lnTo>
                        <a:pt x="30" y="64"/>
                      </a:lnTo>
                      <a:lnTo>
                        <a:pt x="20" y="56"/>
                      </a:lnTo>
                      <a:lnTo>
                        <a:pt x="11" y="47"/>
                      </a:lnTo>
                      <a:lnTo>
                        <a:pt x="4" y="37"/>
                      </a:lnTo>
                      <a:lnTo>
                        <a:pt x="0" y="25"/>
                      </a:lnTo>
                      <a:lnTo>
                        <a:pt x="5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4" name="Freeform 531">
                  <a:extLst>
                    <a:ext uri="{FF2B5EF4-FFF2-40B4-BE49-F238E27FC236}">
                      <a16:creationId xmlns:a16="http://schemas.microsoft.com/office/drawing/2014/main" id="{8CF09A82-866A-756A-F055-9E7CA55B71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6" y="370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2"/>
                    <a:gd name="T46" fmla="*/ 0 h 69"/>
                    <a:gd name="T47" fmla="*/ 112 w 112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2" h="69">
                      <a:moveTo>
                        <a:pt x="110" y="0"/>
                      </a:moveTo>
                      <a:lnTo>
                        <a:pt x="112" y="13"/>
                      </a:lnTo>
                      <a:lnTo>
                        <a:pt x="110" y="25"/>
                      </a:lnTo>
                      <a:lnTo>
                        <a:pt x="106" y="37"/>
                      </a:lnTo>
                      <a:lnTo>
                        <a:pt x="98" y="47"/>
                      </a:lnTo>
                      <a:lnTo>
                        <a:pt x="90" y="56"/>
                      </a:lnTo>
                      <a:lnTo>
                        <a:pt x="79" y="63"/>
                      </a:lnTo>
                      <a:lnTo>
                        <a:pt x="67" y="68"/>
                      </a:lnTo>
                      <a:lnTo>
                        <a:pt x="55" y="69"/>
                      </a:lnTo>
                      <a:lnTo>
                        <a:pt x="42" y="68"/>
                      </a:lnTo>
                      <a:lnTo>
                        <a:pt x="30" y="64"/>
                      </a:lnTo>
                      <a:lnTo>
                        <a:pt x="20" y="56"/>
                      </a:lnTo>
                      <a:lnTo>
                        <a:pt x="11" y="47"/>
                      </a:lnTo>
                      <a:lnTo>
                        <a:pt x="4" y="37"/>
                      </a:lnTo>
                      <a:lnTo>
                        <a:pt x="0" y="2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5" name="Freeform 532">
                  <a:extLst>
                    <a:ext uri="{FF2B5EF4-FFF2-40B4-BE49-F238E27FC236}">
                      <a16:creationId xmlns:a16="http://schemas.microsoft.com/office/drawing/2014/main" id="{3AC84024-B3AA-880D-0B86-F8B98A23F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70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w 111"/>
                    <a:gd name="T31" fmla="*/ 0 h 69"/>
                    <a:gd name="T32" fmla="*/ 0 w 111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1"/>
                    <a:gd name="T52" fmla="*/ 0 h 69"/>
                    <a:gd name="T53" fmla="*/ 111 w 111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1" h="69">
                      <a:moveTo>
                        <a:pt x="56" y="13"/>
                      </a:moveTo>
                      <a:lnTo>
                        <a:pt x="111" y="25"/>
                      </a:lnTo>
                      <a:lnTo>
                        <a:pt x="106" y="37"/>
                      </a:lnTo>
                      <a:lnTo>
                        <a:pt x="100" y="47"/>
                      </a:lnTo>
                      <a:lnTo>
                        <a:pt x="91" y="56"/>
                      </a:lnTo>
                      <a:lnTo>
                        <a:pt x="81" y="64"/>
                      </a:lnTo>
                      <a:lnTo>
                        <a:pt x="68" y="68"/>
                      </a:lnTo>
                      <a:lnTo>
                        <a:pt x="56" y="69"/>
                      </a:lnTo>
                      <a:lnTo>
                        <a:pt x="43" y="68"/>
                      </a:lnTo>
                      <a:lnTo>
                        <a:pt x="31" y="63"/>
                      </a:lnTo>
                      <a:lnTo>
                        <a:pt x="21" y="56"/>
                      </a:lnTo>
                      <a:lnTo>
                        <a:pt x="12" y="47"/>
                      </a:lnTo>
                      <a:lnTo>
                        <a:pt x="4" y="37"/>
                      </a:lnTo>
                      <a:lnTo>
                        <a:pt x="1" y="25"/>
                      </a:lnTo>
                      <a:lnTo>
                        <a:pt x="0" y="13"/>
                      </a:lnTo>
                      <a:lnTo>
                        <a:pt x="1" y="0"/>
                      </a:lnTo>
                      <a:lnTo>
                        <a:pt x="56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6" name="Freeform 533">
                  <a:extLst>
                    <a:ext uri="{FF2B5EF4-FFF2-40B4-BE49-F238E27FC236}">
                      <a16:creationId xmlns:a16="http://schemas.microsoft.com/office/drawing/2014/main" id="{9C80B1F3-6B2D-AEB4-8D02-36659312E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70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1"/>
                    <a:gd name="T46" fmla="*/ 0 h 69"/>
                    <a:gd name="T47" fmla="*/ 111 w 111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1" h="69">
                      <a:moveTo>
                        <a:pt x="111" y="25"/>
                      </a:moveTo>
                      <a:lnTo>
                        <a:pt x="106" y="37"/>
                      </a:lnTo>
                      <a:lnTo>
                        <a:pt x="100" y="47"/>
                      </a:lnTo>
                      <a:lnTo>
                        <a:pt x="91" y="56"/>
                      </a:lnTo>
                      <a:lnTo>
                        <a:pt x="81" y="64"/>
                      </a:lnTo>
                      <a:lnTo>
                        <a:pt x="68" y="68"/>
                      </a:lnTo>
                      <a:lnTo>
                        <a:pt x="56" y="69"/>
                      </a:lnTo>
                      <a:lnTo>
                        <a:pt x="43" y="68"/>
                      </a:lnTo>
                      <a:lnTo>
                        <a:pt x="31" y="63"/>
                      </a:lnTo>
                      <a:lnTo>
                        <a:pt x="21" y="56"/>
                      </a:lnTo>
                      <a:lnTo>
                        <a:pt x="12" y="47"/>
                      </a:lnTo>
                      <a:lnTo>
                        <a:pt x="4" y="37"/>
                      </a:lnTo>
                      <a:lnTo>
                        <a:pt x="1" y="25"/>
                      </a:lnTo>
                      <a:lnTo>
                        <a:pt x="0" y="13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7" name="Freeform 534">
                  <a:extLst>
                    <a:ext uri="{FF2B5EF4-FFF2-40B4-BE49-F238E27FC236}">
                      <a16:creationId xmlns:a16="http://schemas.microsoft.com/office/drawing/2014/main" id="{7FD5ABC1-23BD-A1E5-7243-074DC01BE2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0" y="4648"/>
                      </a:moveTo>
                      <a:lnTo>
                        <a:pt x="55" y="4661"/>
                      </a:lnTo>
                      <a:lnTo>
                        <a:pt x="110" y="4673"/>
                      </a:lnTo>
                      <a:lnTo>
                        <a:pt x="1172" y="25"/>
                      </a:lnTo>
                      <a:lnTo>
                        <a:pt x="1117" y="13"/>
                      </a:lnTo>
                      <a:lnTo>
                        <a:pt x="1062" y="0"/>
                      </a:lnTo>
                      <a:lnTo>
                        <a:pt x="0" y="46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8" name="Freeform 535">
                  <a:extLst>
                    <a:ext uri="{FF2B5EF4-FFF2-40B4-BE49-F238E27FC236}">
                      <a16:creationId xmlns:a16="http://schemas.microsoft.com/office/drawing/2014/main" id="{FC03AB0F-CA4A-496F-C446-DCBD158C3C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0" y="4648"/>
                      </a:moveTo>
                      <a:lnTo>
                        <a:pt x="55" y="4661"/>
                      </a:lnTo>
                      <a:lnTo>
                        <a:pt x="110" y="4673"/>
                      </a:lnTo>
                      <a:lnTo>
                        <a:pt x="1172" y="25"/>
                      </a:lnTo>
                      <a:lnTo>
                        <a:pt x="1117" y="13"/>
                      </a:lnTo>
                      <a:lnTo>
                        <a:pt x="1062" y="0"/>
                      </a:lnTo>
                      <a:lnTo>
                        <a:pt x="0" y="464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9" name="Freeform 536">
                  <a:extLst>
                    <a:ext uri="{FF2B5EF4-FFF2-40B4-BE49-F238E27FC236}">
                      <a16:creationId xmlns:a16="http://schemas.microsoft.com/office/drawing/2014/main" id="{51AED093-FB8A-4C5E-D1AF-0AD469D10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w 112"/>
                    <a:gd name="T31" fmla="*/ 0 h 69"/>
                    <a:gd name="T32" fmla="*/ 0 w 112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2"/>
                    <a:gd name="T52" fmla="*/ 0 h 69"/>
                    <a:gd name="T53" fmla="*/ 112 w 112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2" h="69">
                      <a:moveTo>
                        <a:pt x="55" y="57"/>
                      </a:moveTo>
                      <a:lnTo>
                        <a:pt x="0" y="44"/>
                      </a:lnTo>
                      <a:lnTo>
                        <a:pt x="4" y="32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30" y="5"/>
                      </a:lnTo>
                      <a:lnTo>
                        <a:pt x="42" y="2"/>
                      </a:lnTo>
                      <a:lnTo>
                        <a:pt x="55" y="0"/>
                      </a:lnTo>
                      <a:lnTo>
                        <a:pt x="67" y="2"/>
                      </a:lnTo>
                      <a:lnTo>
                        <a:pt x="79" y="6"/>
                      </a:lnTo>
                      <a:lnTo>
                        <a:pt x="89" y="13"/>
                      </a:lnTo>
                      <a:lnTo>
                        <a:pt x="98" y="22"/>
                      </a:lnTo>
                      <a:lnTo>
                        <a:pt x="106" y="32"/>
                      </a:lnTo>
                      <a:lnTo>
                        <a:pt x="110" y="44"/>
                      </a:lnTo>
                      <a:lnTo>
                        <a:pt x="112" y="57"/>
                      </a:lnTo>
                      <a:lnTo>
                        <a:pt x="110" y="69"/>
                      </a:lnTo>
                      <a:lnTo>
                        <a:pt x="55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0" name="Freeform 537">
                  <a:extLst>
                    <a:ext uri="{FF2B5EF4-FFF2-40B4-BE49-F238E27FC236}">
                      <a16:creationId xmlns:a16="http://schemas.microsoft.com/office/drawing/2014/main" id="{3E9A7B3D-D2D5-31A5-0DE1-95D7B5537D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2"/>
                    <a:gd name="T46" fmla="*/ 0 h 69"/>
                    <a:gd name="T47" fmla="*/ 112 w 112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2" h="69">
                      <a:moveTo>
                        <a:pt x="0" y="44"/>
                      </a:moveTo>
                      <a:lnTo>
                        <a:pt x="4" y="32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30" y="5"/>
                      </a:lnTo>
                      <a:lnTo>
                        <a:pt x="42" y="2"/>
                      </a:lnTo>
                      <a:lnTo>
                        <a:pt x="55" y="0"/>
                      </a:lnTo>
                      <a:lnTo>
                        <a:pt x="67" y="2"/>
                      </a:lnTo>
                      <a:lnTo>
                        <a:pt x="79" y="6"/>
                      </a:lnTo>
                      <a:lnTo>
                        <a:pt x="89" y="13"/>
                      </a:lnTo>
                      <a:lnTo>
                        <a:pt x="98" y="22"/>
                      </a:lnTo>
                      <a:lnTo>
                        <a:pt x="106" y="32"/>
                      </a:lnTo>
                      <a:lnTo>
                        <a:pt x="110" y="44"/>
                      </a:lnTo>
                      <a:lnTo>
                        <a:pt x="112" y="57"/>
                      </a:lnTo>
                      <a:lnTo>
                        <a:pt x="110" y="6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1" name="Line 538">
                  <a:extLst>
                    <a:ext uri="{FF2B5EF4-FFF2-40B4-BE49-F238E27FC236}">
                      <a16:creationId xmlns:a16="http://schemas.microsoft.com/office/drawing/2014/main" id="{8671DE4E-9F04-EA7D-A0D0-BB67A3E85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375"/>
                  <a:ext cx="1" cy="14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2" name="Line 539">
                  <a:extLst>
                    <a:ext uri="{FF2B5EF4-FFF2-40B4-BE49-F238E27FC236}">
                      <a16:creationId xmlns:a16="http://schemas.microsoft.com/office/drawing/2014/main" id="{4B694C10-32ED-0215-6987-6B7D05D3A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543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3" name="Line 540">
                  <a:extLst>
                    <a:ext uri="{FF2B5EF4-FFF2-40B4-BE49-F238E27FC236}">
                      <a16:creationId xmlns:a16="http://schemas.microsoft.com/office/drawing/2014/main" id="{24745ACA-C621-03C4-7119-528036CD07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583"/>
                  <a:ext cx="1" cy="14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4" name="Freeform 541">
                  <a:extLst>
                    <a:ext uri="{FF2B5EF4-FFF2-40B4-BE49-F238E27FC236}">
                      <a16:creationId xmlns:a16="http://schemas.microsoft.com/office/drawing/2014/main" id="{C8B84129-DC58-C6AE-0DA6-C845ED77C6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5" name="Freeform 542">
                  <a:extLst>
                    <a:ext uri="{FF2B5EF4-FFF2-40B4-BE49-F238E27FC236}">
                      <a16:creationId xmlns:a16="http://schemas.microsoft.com/office/drawing/2014/main" id="{12626196-5CB9-F5C8-3816-A7DBF29CE4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6" name="Freeform 543">
                  <a:extLst>
                    <a:ext uri="{FF2B5EF4-FFF2-40B4-BE49-F238E27FC236}">
                      <a16:creationId xmlns:a16="http://schemas.microsoft.com/office/drawing/2014/main" id="{B79F2542-38E3-FCC7-AE75-5A88D91B9D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6" y="3033"/>
                  <a:ext cx="132" cy="16"/>
                </a:xfrm>
                <a:custGeom>
                  <a:avLst/>
                  <a:gdLst>
                    <a:gd name="T0" fmla="*/ 0 w 928"/>
                    <a:gd name="T1" fmla="*/ 0 h 113"/>
                    <a:gd name="T2" fmla="*/ 0 w 928"/>
                    <a:gd name="T3" fmla="*/ 0 h 113"/>
                    <a:gd name="T4" fmla="*/ 0 w 928"/>
                    <a:gd name="T5" fmla="*/ 0 h 113"/>
                    <a:gd name="T6" fmla="*/ 0 w 928"/>
                    <a:gd name="T7" fmla="*/ 0 h 113"/>
                    <a:gd name="T8" fmla="*/ 0 w 928"/>
                    <a:gd name="T9" fmla="*/ 0 h 113"/>
                    <a:gd name="T10" fmla="*/ 0 w 928"/>
                    <a:gd name="T11" fmla="*/ 0 h 113"/>
                    <a:gd name="T12" fmla="*/ 0 w 9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8"/>
                    <a:gd name="T22" fmla="*/ 0 h 113"/>
                    <a:gd name="T23" fmla="*/ 928 w 9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8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8" y="113"/>
                      </a:lnTo>
                      <a:lnTo>
                        <a:pt x="928" y="57"/>
                      </a:lnTo>
                      <a:lnTo>
                        <a:pt x="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7" name="Freeform 544">
                  <a:extLst>
                    <a:ext uri="{FF2B5EF4-FFF2-40B4-BE49-F238E27FC236}">
                      <a16:creationId xmlns:a16="http://schemas.microsoft.com/office/drawing/2014/main" id="{CF91FF7B-A0FF-B720-0E0D-BBBF60AB5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6" y="3033"/>
                  <a:ext cx="132" cy="16"/>
                </a:xfrm>
                <a:custGeom>
                  <a:avLst/>
                  <a:gdLst>
                    <a:gd name="T0" fmla="*/ 0 w 928"/>
                    <a:gd name="T1" fmla="*/ 0 h 113"/>
                    <a:gd name="T2" fmla="*/ 0 w 928"/>
                    <a:gd name="T3" fmla="*/ 0 h 113"/>
                    <a:gd name="T4" fmla="*/ 0 w 928"/>
                    <a:gd name="T5" fmla="*/ 0 h 113"/>
                    <a:gd name="T6" fmla="*/ 0 w 928"/>
                    <a:gd name="T7" fmla="*/ 0 h 113"/>
                    <a:gd name="T8" fmla="*/ 0 w 928"/>
                    <a:gd name="T9" fmla="*/ 0 h 113"/>
                    <a:gd name="T10" fmla="*/ 0 w 928"/>
                    <a:gd name="T11" fmla="*/ 0 h 113"/>
                    <a:gd name="T12" fmla="*/ 0 w 9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8"/>
                    <a:gd name="T22" fmla="*/ 0 h 113"/>
                    <a:gd name="T23" fmla="*/ 928 w 9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8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8" y="113"/>
                      </a:lnTo>
                      <a:lnTo>
                        <a:pt x="928" y="57"/>
                      </a:lnTo>
                      <a:lnTo>
                        <a:pt x="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8" name="Freeform 545">
                  <a:extLst>
                    <a:ext uri="{FF2B5EF4-FFF2-40B4-BE49-F238E27FC236}">
                      <a16:creationId xmlns:a16="http://schemas.microsoft.com/office/drawing/2014/main" id="{DBF36316-FC96-3E67-6791-78FEB25F20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0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9" name="Freeform 546">
                  <a:extLst>
                    <a:ext uri="{FF2B5EF4-FFF2-40B4-BE49-F238E27FC236}">
                      <a16:creationId xmlns:a16="http://schemas.microsoft.com/office/drawing/2014/main" id="{1D5FB95B-FED0-EBE6-10C5-2EF6ABC9C3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0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0" name="Freeform 547">
                  <a:extLst>
                    <a:ext uri="{FF2B5EF4-FFF2-40B4-BE49-F238E27FC236}">
                      <a16:creationId xmlns:a16="http://schemas.microsoft.com/office/drawing/2014/main" id="{C66098A7-2402-4DB3-3471-7B63A6D810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398"/>
                  <a:ext cx="15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w 108"/>
                    <a:gd name="T31" fmla="*/ 0 h 81"/>
                    <a:gd name="T32" fmla="*/ 0 w 108"/>
                    <a:gd name="T33" fmla="*/ 0 h 8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1"/>
                    <a:gd name="T53" fmla="*/ 108 w 108"/>
                    <a:gd name="T54" fmla="*/ 81 h 8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1">
                      <a:moveTo>
                        <a:pt x="57" y="24"/>
                      </a:moveTo>
                      <a:lnTo>
                        <a:pt x="108" y="49"/>
                      </a:lnTo>
                      <a:lnTo>
                        <a:pt x="101" y="59"/>
                      </a:lnTo>
                      <a:lnTo>
                        <a:pt x="92" y="68"/>
                      </a:lnTo>
                      <a:lnTo>
                        <a:pt x="81" y="75"/>
                      </a:lnTo>
                      <a:lnTo>
                        <a:pt x="70" y="79"/>
                      </a:lnTo>
                      <a:lnTo>
                        <a:pt x="57" y="81"/>
                      </a:lnTo>
                      <a:lnTo>
                        <a:pt x="44" y="79"/>
                      </a:lnTo>
                      <a:lnTo>
                        <a:pt x="32" y="76"/>
                      </a:lnTo>
                      <a:lnTo>
                        <a:pt x="22" y="69"/>
                      </a:lnTo>
                      <a:lnTo>
                        <a:pt x="13" y="60"/>
                      </a:lnTo>
                      <a:lnTo>
                        <a:pt x="6" y="49"/>
                      </a:lnTo>
                      <a:lnTo>
                        <a:pt x="2" y="38"/>
                      </a:lnTo>
                      <a:lnTo>
                        <a:pt x="0" y="24"/>
                      </a:lnTo>
                      <a:lnTo>
                        <a:pt x="2" y="12"/>
                      </a:lnTo>
                      <a:lnTo>
                        <a:pt x="5" y="0"/>
                      </a:lnTo>
                      <a:lnTo>
                        <a:pt x="57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1" name="Freeform 548">
                  <a:extLst>
                    <a:ext uri="{FF2B5EF4-FFF2-40B4-BE49-F238E27FC236}">
                      <a16:creationId xmlns:a16="http://schemas.microsoft.com/office/drawing/2014/main" id="{80E6A717-6395-B309-BBC3-FC49B4CBA6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398"/>
                  <a:ext cx="15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1"/>
                    <a:gd name="T47" fmla="*/ 108 w 108"/>
                    <a:gd name="T48" fmla="*/ 81 h 8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1">
                      <a:moveTo>
                        <a:pt x="108" y="49"/>
                      </a:moveTo>
                      <a:lnTo>
                        <a:pt x="101" y="59"/>
                      </a:lnTo>
                      <a:lnTo>
                        <a:pt x="92" y="68"/>
                      </a:lnTo>
                      <a:lnTo>
                        <a:pt x="81" y="75"/>
                      </a:lnTo>
                      <a:lnTo>
                        <a:pt x="70" y="79"/>
                      </a:lnTo>
                      <a:lnTo>
                        <a:pt x="57" y="81"/>
                      </a:lnTo>
                      <a:lnTo>
                        <a:pt x="44" y="79"/>
                      </a:lnTo>
                      <a:lnTo>
                        <a:pt x="32" y="76"/>
                      </a:lnTo>
                      <a:lnTo>
                        <a:pt x="22" y="69"/>
                      </a:lnTo>
                      <a:lnTo>
                        <a:pt x="13" y="60"/>
                      </a:lnTo>
                      <a:lnTo>
                        <a:pt x="6" y="49"/>
                      </a:lnTo>
                      <a:lnTo>
                        <a:pt x="2" y="38"/>
                      </a:lnTo>
                      <a:lnTo>
                        <a:pt x="0" y="24"/>
                      </a:lnTo>
                      <a:lnTo>
                        <a:pt x="2" y="12"/>
                      </a:lnTo>
                      <a:lnTo>
                        <a:pt x="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2" name="Freeform 549">
                  <a:extLst>
                    <a:ext uri="{FF2B5EF4-FFF2-40B4-BE49-F238E27FC236}">
                      <a16:creationId xmlns:a16="http://schemas.microsoft.com/office/drawing/2014/main" id="{301FFBD1-7F81-EA3C-AE7E-FB7BF260A2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037"/>
                  <a:ext cx="186" cy="368"/>
                </a:xfrm>
                <a:custGeom>
                  <a:avLst/>
                  <a:gdLst>
                    <a:gd name="T0" fmla="*/ 0 w 1298"/>
                    <a:gd name="T1" fmla="*/ 0 h 2573"/>
                    <a:gd name="T2" fmla="*/ 0 w 1298"/>
                    <a:gd name="T3" fmla="*/ 0 h 2573"/>
                    <a:gd name="T4" fmla="*/ 0 w 1298"/>
                    <a:gd name="T5" fmla="*/ 0 h 2573"/>
                    <a:gd name="T6" fmla="*/ 0 w 1298"/>
                    <a:gd name="T7" fmla="*/ 0 h 2573"/>
                    <a:gd name="T8" fmla="*/ 0 w 1298"/>
                    <a:gd name="T9" fmla="*/ 0 h 2573"/>
                    <a:gd name="T10" fmla="*/ 0 w 1298"/>
                    <a:gd name="T11" fmla="*/ 0 h 2573"/>
                    <a:gd name="T12" fmla="*/ 0 w 1298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8"/>
                    <a:gd name="T22" fmla="*/ 0 h 2573"/>
                    <a:gd name="T23" fmla="*/ 1298 w 1298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8" h="2573">
                      <a:moveTo>
                        <a:pt x="0" y="2524"/>
                      </a:moveTo>
                      <a:lnTo>
                        <a:pt x="52" y="2548"/>
                      </a:lnTo>
                      <a:lnTo>
                        <a:pt x="103" y="2573"/>
                      </a:lnTo>
                      <a:lnTo>
                        <a:pt x="1298" y="49"/>
                      </a:lnTo>
                      <a:lnTo>
                        <a:pt x="1247" y="25"/>
                      </a:lnTo>
                      <a:lnTo>
                        <a:pt x="1195" y="0"/>
                      </a:lnTo>
                      <a:lnTo>
                        <a:pt x="0" y="2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3" name="Freeform 550">
                  <a:extLst>
                    <a:ext uri="{FF2B5EF4-FFF2-40B4-BE49-F238E27FC236}">
                      <a16:creationId xmlns:a16="http://schemas.microsoft.com/office/drawing/2014/main" id="{5C7628A7-600F-C426-9AB4-7788206F20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037"/>
                  <a:ext cx="186" cy="368"/>
                </a:xfrm>
                <a:custGeom>
                  <a:avLst/>
                  <a:gdLst>
                    <a:gd name="T0" fmla="*/ 0 w 1298"/>
                    <a:gd name="T1" fmla="*/ 0 h 2573"/>
                    <a:gd name="T2" fmla="*/ 0 w 1298"/>
                    <a:gd name="T3" fmla="*/ 0 h 2573"/>
                    <a:gd name="T4" fmla="*/ 0 w 1298"/>
                    <a:gd name="T5" fmla="*/ 0 h 2573"/>
                    <a:gd name="T6" fmla="*/ 0 w 1298"/>
                    <a:gd name="T7" fmla="*/ 0 h 2573"/>
                    <a:gd name="T8" fmla="*/ 0 w 1298"/>
                    <a:gd name="T9" fmla="*/ 0 h 2573"/>
                    <a:gd name="T10" fmla="*/ 0 w 1298"/>
                    <a:gd name="T11" fmla="*/ 0 h 2573"/>
                    <a:gd name="T12" fmla="*/ 0 w 1298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8"/>
                    <a:gd name="T22" fmla="*/ 0 h 2573"/>
                    <a:gd name="T23" fmla="*/ 1298 w 1298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8" h="2573">
                      <a:moveTo>
                        <a:pt x="0" y="2524"/>
                      </a:moveTo>
                      <a:lnTo>
                        <a:pt x="52" y="2548"/>
                      </a:lnTo>
                      <a:lnTo>
                        <a:pt x="103" y="2573"/>
                      </a:lnTo>
                      <a:lnTo>
                        <a:pt x="1298" y="49"/>
                      </a:lnTo>
                      <a:lnTo>
                        <a:pt x="1247" y="25"/>
                      </a:lnTo>
                      <a:lnTo>
                        <a:pt x="1195" y="0"/>
                      </a:lnTo>
                      <a:lnTo>
                        <a:pt x="0" y="25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4" name="Freeform 551">
                  <a:extLst>
                    <a:ext uri="{FF2B5EF4-FFF2-40B4-BE49-F238E27FC236}">
                      <a16:creationId xmlns:a16="http://schemas.microsoft.com/office/drawing/2014/main" id="{43CDFE1C-C0B2-0DF6-8379-45CD7CD31A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16" cy="11"/>
                </a:xfrm>
                <a:custGeom>
                  <a:avLst/>
                  <a:gdLst>
                    <a:gd name="T0" fmla="*/ 0 w 108"/>
                    <a:gd name="T1" fmla="*/ 0 h 80"/>
                    <a:gd name="T2" fmla="*/ 0 w 108"/>
                    <a:gd name="T3" fmla="*/ 0 h 80"/>
                    <a:gd name="T4" fmla="*/ 0 w 108"/>
                    <a:gd name="T5" fmla="*/ 0 h 80"/>
                    <a:gd name="T6" fmla="*/ 0 w 108"/>
                    <a:gd name="T7" fmla="*/ 0 h 80"/>
                    <a:gd name="T8" fmla="*/ 0 w 108"/>
                    <a:gd name="T9" fmla="*/ 0 h 80"/>
                    <a:gd name="T10" fmla="*/ 0 w 108"/>
                    <a:gd name="T11" fmla="*/ 0 h 80"/>
                    <a:gd name="T12" fmla="*/ 0 w 108"/>
                    <a:gd name="T13" fmla="*/ 0 h 80"/>
                    <a:gd name="T14" fmla="*/ 0 w 108"/>
                    <a:gd name="T15" fmla="*/ 0 h 80"/>
                    <a:gd name="T16" fmla="*/ 0 w 108"/>
                    <a:gd name="T17" fmla="*/ 0 h 80"/>
                    <a:gd name="T18" fmla="*/ 0 w 108"/>
                    <a:gd name="T19" fmla="*/ 0 h 80"/>
                    <a:gd name="T20" fmla="*/ 0 w 108"/>
                    <a:gd name="T21" fmla="*/ 0 h 80"/>
                    <a:gd name="T22" fmla="*/ 0 w 108"/>
                    <a:gd name="T23" fmla="*/ 0 h 80"/>
                    <a:gd name="T24" fmla="*/ 0 w 108"/>
                    <a:gd name="T25" fmla="*/ 0 h 80"/>
                    <a:gd name="T26" fmla="*/ 0 w 108"/>
                    <a:gd name="T27" fmla="*/ 0 h 80"/>
                    <a:gd name="T28" fmla="*/ 0 w 108"/>
                    <a:gd name="T29" fmla="*/ 0 h 80"/>
                    <a:gd name="T30" fmla="*/ 0 w 108"/>
                    <a:gd name="T31" fmla="*/ 0 h 80"/>
                    <a:gd name="T32" fmla="*/ 0 w 108"/>
                    <a:gd name="T33" fmla="*/ 0 h 8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0"/>
                    <a:gd name="T53" fmla="*/ 108 w 108"/>
                    <a:gd name="T54" fmla="*/ 80 h 8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0">
                      <a:moveTo>
                        <a:pt x="52" y="56"/>
                      </a:moveTo>
                      <a:lnTo>
                        <a:pt x="0" y="31"/>
                      </a:lnTo>
                      <a:lnTo>
                        <a:pt x="7" y="21"/>
                      </a:lnTo>
                      <a:lnTo>
                        <a:pt x="16" y="12"/>
                      </a:lnTo>
                      <a:lnTo>
                        <a:pt x="27" y="5"/>
                      </a:lnTo>
                      <a:lnTo>
                        <a:pt x="38" y="1"/>
                      </a:lnTo>
                      <a:lnTo>
                        <a:pt x="52" y="0"/>
                      </a:lnTo>
                      <a:lnTo>
                        <a:pt x="64" y="1"/>
                      </a:lnTo>
                      <a:lnTo>
                        <a:pt x="76" y="4"/>
                      </a:lnTo>
                      <a:lnTo>
                        <a:pt x="87" y="11"/>
                      </a:lnTo>
                      <a:lnTo>
                        <a:pt x="96" y="20"/>
                      </a:lnTo>
                      <a:lnTo>
                        <a:pt x="102" y="31"/>
                      </a:lnTo>
                      <a:lnTo>
                        <a:pt x="107" y="42"/>
                      </a:lnTo>
                      <a:lnTo>
                        <a:pt x="108" y="56"/>
                      </a:lnTo>
                      <a:lnTo>
                        <a:pt x="107" y="68"/>
                      </a:lnTo>
                      <a:lnTo>
                        <a:pt x="103" y="80"/>
                      </a:lnTo>
                      <a:lnTo>
                        <a:pt x="52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5" name="Freeform 552">
                  <a:extLst>
                    <a:ext uri="{FF2B5EF4-FFF2-40B4-BE49-F238E27FC236}">
                      <a16:creationId xmlns:a16="http://schemas.microsoft.com/office/drawing/2014/main" id="{5242F140-3702-DDFB-6C1E-6E3614DFD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16" cy="11"/>
                </a:xfrm>
                <a:custGeom>
                  <a:avLst/>
                  <a:gdLst>
                    <a:gd name="T0" fmla="*/ 0 w 108"/>
                    <a:gd name="T1" fmla="*/ 0 h 80"/>
                    <a:gd name="T2" fmla="*/ 0 w 108"/>
                    <a:gd name="T3" fmla="*/ 0 h 80"/>
                    <a:gd name="T4" fmla="*/ 0 w 108"/>
                    <a:gd name="T5" fmla="*/ 0 h 80"/>
                    <a:gd name="T6" fmla="*/ 0 w 108"/>
                    <a:gd name="T7" fmla="*/ 0 h 80"/>
                    <a:gd name="T8" fmla="*/ 0 w 108"/>
                    <a:gd name="T9" fmla="*/ 0 h 80"/>
                    <a:gd name="T10" fmla="*/ 0 w 108"/>
                    <a:gd name="T11" fmla="*/ 0 h 80"/>
                    <a:gd name="T12" fmla="*/ 0 w 108"/>
                    <a:gd name="T13" fmla="*/ 0 h 80"/>
                    <a:gd name="T14" fmla="*/ 0 w 108"/>
                    <a:gd name="T15" fmla="*/ 0 h 80"/>
                    <a:gd name="T16" fmla="*/ 0 w 108"/>
                    <a:gd name="T17" fmla="*/ 0 h 80"/>
                    <a:gd name="T18" fmla="*/ 0 w 108"/>
                    <a:gd name="T19" fmla="*/ 0 h 80"/>
                    <a:gd name="T20" fmla="*/ 0 w 108"/>
                    <a:gd name="T21" fmla="*/ 0 h 80"/>
                    <a:gd name="T22" fmla="*/ 0 w 108"/>
                    <a:gd name="T23" fmla="*/ 0 h 80"/>
                    <a:gd name="T24" fmla="*/ 0 w 108"/>
                    <a:gd name="T25" fmla="*/ 0 h 80"/>
                    <a:gd name="T26" fmla="*/ 0 w 108"/>
                    <a:gd name="T27" fmla="*/ 0 h 80"/>
                    <a:gd name="T28" fmla="*/ 0 w 108"/>
                    <a:gd name="T29" fmla="*/ 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0"/>
                    <a:gd name="T47" fmla="*/ 108 w 108"/>
                    <a:gd name="T48" fmla="*/ 80 h 8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0">
                      <a:moveTo>
                        <a:pt x="0" y="31"/>
                      </a:moveTo>
                      <a:lnTo>
                        <a:pt x="7" y="21"/>
                      </a:lnTo>
                      <a:lnTo>
                        <a:pt x="16" y="12"/>
                      </a:lnTo>
                      <a:lnTo>
                        <a:pt x="27" y="5"/>
                      </a:lnTo>
                      <a:lnTo>
                        <a:pt x="38" y="1"/>
                      </a:lnTo>
                      <a:lnTo>
                        <a:pt x="52" y="0"/>
                      </a:lnTo>
                      <a:lnTo>
                        <a:pt x="64" y="1"/>
                      </a:lnTo>
                      <a:lnTo>
                        <a:pt x="76" y="4"/>
                      </a:lnTo>
                      <a:lnTo>
                        <a:pt x="87" y="11"/>
                      </a:lnTo>
                      <a:lnTo>
                        <a:pt x="96" y="20"/>
                      </a:lnTo>
                      <a:lnTo>
                        <a:pt x="102" y="31"/>
                      </a:lnTo>
                      <a:lnTo>
                        <a:pt x="107" y="42"/>
                      </a:lnTo>
                      <a:lnTo>
                        <a:pt x="108" y="56"/>
                      </a:lnTo>
                      <a:lnTo>
                        <a:pt x="107" y="68"/>
                      </a:lnTo>
                      <a:lnTo>
                        <a:pt x="103" y="8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6" name="Freeform 553">
                  <a:extLst>
                    <a:ext uri="{FF2B5EF4-FFF2-40B4-BE49-F238E27FC236}">
                      <a16:creationId xmlns:a16="http://schemas.microsoft.com/office/drawing/2014/main" id="{64F36081-B4FF-5753-2AB5-6828FBD611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8" y="3398"/>
                  <a:ext cx="14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w 108"/>
                    <a:gd name="T31" fmla="*/ 0 h 81"/>
                    <a:gd name="T32" fmla="*/ 0 w 108"/>
                    <a:gd name="T33" fmla="*/ 0 h 8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1"/>
                    <a:gd name="T53" fmla="*/ 108 w 108"/>
                    <a:gd name="T54" fmla="*/ 81 h 8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1">
                      <a:moveTo>
                        <a:pt x="52" y="24"/>
                      </a:moveTo>
                      <a:lnTo>
                        <a:pt x="104" y="0"/>
                      </a:lnTo>
                      <a:lnTo>
                        <a:pt x="107" y="12"/>
                      </a:lnTo>
                      <a:lnTo>
                        <a:pt x="108" y="24"/>
                      </a:lnTo>
                      <a:lnTo>
                        <a:pt x="107" y="38"/>
                      </a:lnTo>
                      <a:lnTo>
                        <a:pt x="102" y="49"/>
                      </a:lnTo>
                      <a:lnTo>
                        <a:pt x="96" y="60"/>
                      </a:lnTo>
                      <a:lnTo>
                        <a:pt x="87" y="69"/>
                      </a:lnTo>
                      <a:lnTo>
                        <a:pt x="77" y="76"/>
                      </a:lnTo>
                      <a:lnTo>
                        <a:pt x="64" y="79"/>
                      </a:lnTo>
                      <a:lnTo>
                        <a:pt x="52" y="81"/>
                      </a:lnTo>
                      <a:lnTo>
                        <a:pt x="39" y="79"/>
                      </a:lnTo>
                      <a:lnTo>
                        <a:pt x="27" y="75"/>
                      </a:lnTo>
                      <a:lnTo>
                        <a:pt x="16" y="68"/>
                      </a:lnTo>
                      <a:lnTo>
                        <a:pt x="7" y="59"/>
                      </a:lnTo>
                      <a:lnTo>
                        <a:pt x="0" y="49"/>
                      </a:lnTo>
                      <a:lnTo>
                        <a:pt x="52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7" name="Freeform 554">
                  <a:extLst>
                    <a:ext uri="{FF2B5EF4-FFF2-40B4-BE49-F238E27FC236}">
                      <a16:creationId xmlns:a16="http://schemas.microsoft.com/office/drawing/2014/main" id="{5496E566-F113-F122-DBAE-842D02F22E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8" y="3398"/>
                  <a:ext cx="14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1"/>
                    <a:gd name="T47" fmla="*/ 108 w 108"/>
                    <a:gd name="T48" fmla="*/ 81 h 8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1">
                      <a:moveTo>
                        <a:pt x="104" y="0"/>
                      </a:moveTo>
                      <a:lnTo>
                        <a:pt x="107" y="12"/>
                      </a:lnTo>
                      <a:lnTo>
                        <a:pt x="108" y="24"/>
                      </a:lnTo>
                      <a:lnTo>
                        <a:pt x="107" y="38"/>
                      </a:lnTo>
                      <a:lnTo>
                        <a:pt x="102" y="49"/>
                      </a:lnTo>
                      <a:lnTo>
                        <a:pt x="96" y="60"/>
                      </a:lnTo>
                      <a:lnTo>
                        <a:pt x="87" y="69"/>
                      </a:lnTo>
                      <a:lnTo>
                        <a:pt x="77" y="76"/>
                      </a:lnTo>
                      <a:lnTo>
                        <a:pt x="64" y="79"/>
                      </a:lnTo>
                      <a:lnTo>
                        <a:pt x="52" y="81"/>
                      </a:lnTo>
                      <a:lnTo>
                        <a:pt x="39" y="79"/>
                      </a:lnTo>
                      <a:lnTo>
                        <a:pt x="27" y="75"/>
                      </a:lnTo>
                      <a:lnTo>
                        <a:pt x="16" y="68"/>
                      </a:lnTo>
                      <a:lnTo>
                        <a:pt x="7" y="59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8" name="Freeform 555">
                  <a:extLst>
                    <a:ext uri="{FF2B5EF4-FFF2-40B4-BE49-F238E27FC236}">
                      <a16:creationId xmlns:a16="http://schemas.microsoft.com/office/drawing/2014/main" id="{E71D48EB-94D8-C2DE-9119-C04BA593D0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7"/>
                  <a:ext cx="185" cy="368"/>
                </a:xfrm>
                <a:custGeom>
                  <a:avLst/>
                  <a:gdLst>
                    <a:gd name="T0" fmla="*/ 0 w 1299"/>
                    <a:gd name="T1" fmla="*/ 0 h 2573"/>
                    <a:gd name="T2" fmla="*/ 0 w 1299"/>
                    <a:gd name="T3" fmla="*/ 0 h 2573"/>
                    <a:gd name="T4" fmla="*/ 0 w 1299"/>
                    <a:gd name="T5" fmla="*/ 0 h 2573"/>
                    <a:gd name="T6" fmla="*/ 0 w 1299"/>
                    <a:gd name="T7" fmla="*/ 0 h 2573"/>
                    <a:gd name="T8" fmla="*/ 0 w 1299"/>
                    <a:gd name="T9" fmla="*/ 0 h 2573"/>
                    <a:gd name="T10" fmla="*/ 0 w 1299"/>
                    <a:gd name="T11" fmla="*/ 0 h 2573"/>
                    <a:gd name="T12" fmla="*/ 0 w 1299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9"/>
                    <a:gd name="T22" fmla="*/ 0 h 2573"/>
                    <a:gd name="T23" fmla="*/ 1299 w 1299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9" h="2573">
                      <a:moveTo>
                        <a:pt x="1195" y="2573"/>
                      </a:moveTo>
                      <a:lnTo>
                        <a:pt x="1247" y="2548"/>
                      </a:lnTo>
                      <a:lnTo>
                        <a:pt x="1299" y="2524"/>
                      </a:lnTo>
                      <a:lnTo>
                        <a:pt x="103" y="0"/>
                      </a:lnTo>
                      <a:lnTo>
                        <a:pt x="52" y="25"/>
                      </a:lnTo>
                      <a:lnTo>
                        <a:pt x="0" y="49"/>
                      </a:lnTo>
                      <a:lnTo>
                        <a:pt x="1195" y="25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9" name="Freeform 556">
                  <a:extLst>
                    <a:ext uri="{FF2B5EF4-FFF2-40B4-BE49-F238E27FC236}">
                      <a16:creationId xmlns:a16="http://schemas.microsoft.com/office/drawing/2014/main" id="{A735F878-C5C1-9ACA-A241-10D2D46F0D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7"/>
                  <a:ext cx="185" cy="368"/>
                </a:xfrm>
                <a:custGeom>
                  <a:avLst/>
                  <a:gdLst>
                    <a:gd name="T0" fmla="*/ 0 w 1299"/>
                    <a:gd name="T1" fmla="*/ 0 h 2573"/>
                    <a:gd name="T2" fmla="*/ 0 w 1299"/>
                    <a:gd name="T3" fmla="*/ 0 h 2573"/>
                    <a:gd name="T4" fmla="*/ 0 w 1299"/>
                    <a:gd name="T5" fmla="*/ 0 h 2573"/>
                    <a:gd name="T6" fmla="*/ 0 w 1299"/>
                    <a:gd name="T7" fmla="*/ 0 h 2573"/>
                    <a:gd name="T8" fmla="*/ 0 w 1299"/>
                    <a:gd name="T9" fmla="*/ 0 h 2573"/>
                    <a:gd name="T10" fmla="*/ 0 w 1299"/>
                    <a:gd name="T11" fmla="*/ 0 h 2573"/>
                    <a:gd name="T12" fmla="*/ 0 w 1299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9"/>
                    <a:gd name="T22" fmla="*/ 0 h 2573"/>
                    <a:gd name="T23" fmla="*/ 1299 w 1299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9" h="2573">
                      <a:moveTo>
                        <a:pt x="1195" y="2573"/>
                      </a:moveTo>
                      <a:lnTo>
                        <a:pt x="1247" y="2548"/>
                      </a:lnTo>
                      <a:lnTo>
                        <a:pt x="1299" y="2524"/>
                      </a:lnTo>
                      <a:lnTo>
                        <a:pt x="103" y="0"/>
                      </a:lnTo>
                      <a:lnTo>
                        <a:pt x="52" y="25"/>
                      </a:lnTo>
                      <a:lnTo>
                        <a:pt x="0" y="49"/>
                      </a:lnTo>
                      <a:lnTo>
                        <a:pt x="1195" y="257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0" name="Freeform 557">
                  <a:extLst>
                    <a:ext uri="{FF2B5EF4-FFF2-40B4-BE49-F238E27FC236}">
                      <a16:creationId xmlns:a16="http://schemas.microsoft.com/office/drawing/2014/main" id="{58E7638A-956F-239F-BC1F-898DF7A9BD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3"/>
                  <a:ext cx="14" cy="11"/>
                </a:xfrm>
                <a:custGeom>
                  <a:avLst/>
                  <a:gdLst>
                    <a:gd name="T0" fmla="*/ 0 w 107"/>
                    <a:gd name="T1" fmla="*/ 0 h 80"/>
                    <a:gd name="T2" fmla="*/ 0 w 107"/>
                    <a:gd name="T3" fmla="*/ 0 h 80"/>
                    <a:gd name="T4" fmla="*/ 0 w 107"/>
                    <a:gd name="T5" fmla="*/ 0 h 80"/>
                    <a:gd name="T6" fmla="*/ 0 w 107"/>
                    <a:gd name="T7" fmla="*/ 0 h 80"/>
                    <a:gd name="T8" fmla="*/ 0 w 107"/>
                    <a:gd name="T9" fmla="*/ 0 h 80"/>
                    <a:gd name="T10" fmla="*/ 0 w 107"/>
                    <a:gd name="T11" fmla="*/ 0 h 80"/>
                    <a:gd name="T12" fmla="*/ 0 w 107"/>
                    <a:gd name="T13" fmla="*/ 0 h 80"/>
                    <a:gd name="T14" fmla="*/ 0 w 107"/>
                    <a:gd name="T15" fmla="*/ 0 h 80"/>
                    <a:gd name="T16" fmla="*/ 0 w 107"/>
                    <a:gd name="T17" fmla="*/ 0 h 80"/>
                    <a:gd name="T18" fmla="*/ 0 w 107"/>
                    <a:gd name="T19" fmla="*/ 0 h 80"/>
                    <a:gd name="T20" fmla="*/ 0 w 107"/>
                    <a:gd name="T21" fmla="*/ 0 h 80"/>
                    <a:gd name="T22" fmla="*/ 0 w 107"/>
                    <a:gd name="T23" fmla="*/ 0 h 80"/>
                    <a:gd name="T24" fmla="*/ 0 w 107"/>
                    <a:gd name="T25" fmla="*/ 0 h 80"/>
                    <a:gd name="T26" fmla="*/ 0 w 107"/>
                    <a:gd name="T27" fmla="*/ 0 h 80"/>
                    <a:gd name="T28" fmla="*/ 0 w 107"/>
                    <a:gd name="T29" fmla="*/ 0 h 80"/>
                    <a:gd name="T30" fmla="*/ 0 w 107"/>
                    <a:gd name="T31" fmla="*/ 0 h 80"/>
                    <a:gd name="T32" fmla="*/ 0 w 107"/>
                    <a:gd name="T33" fmla="*/ 0 h 8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80"/>
                    <a:gd name="T53" fmla="*/ 107 w 107"/>
                    <a:gd name="T54" fmla="*/ 80 h 8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80">
                      <a:moveTo>
                        <a:pt x="56" y="56"/>
                      </a:moveTo>
                      <a:lnTo>
                        <a:pt x="4" y="80"/>
                      </a:lnTo>
                      <a:lnTo>
                        <a:pt x="1" y="68"/>
                      </a:lnTo>
                      <a:lnTo>
                        <a:pt x="0" y="56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2" y="20"/>
                      </a:lnTo>
                      <a:lnTo>
                        <a:pt x="21" y="11"/>
                      </a:lnTo>
                      <a:lnTo>
                        <a:pt x="31" y="4"/>
                      </a:lnTo>
                      <a:lnTo>
                        <a:pt x="43" y="1"/>
                      </a:lnTo>
                      <a:lnTo>
                        <a:pt x="56" y="0"/>
                      </a:lnTo>
                      <a:lnTo>
                        <a:pt x="69" y="1"/>
                      </a:lnTo>
                      <a:lnTo>
                        <a:pt x="80" y="5"/>
                      </a:lnTo>
                      <a:lnTo>
                        <a:pt x="92" y="12"/>
                      </a:lnTo>
                      <a:lnTo>
                        <a:pt x="101" y="21"/>
                      </a:lnTo>
                      <a:lnTo>
                        <a:pt x="107" y="31"/>
                      </a:lnTo>
                      <a:lnTo>
                        <a:pt x="56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1" name="Freeform 558">
                  <a:extLst>
                    <a:ext uri="{FF2B5EF4-FFF2-40B4-BE49-F238E27FC236}">
                      <a16:creationId xmlns:a16="http://schemas.microsoft.com/office/drawing/2014/main" id="{630D0669-D7A9-276B-476D-C79D53466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3"/>
                  <a:ext cx="14" cy="11"/>
                </a:xfrm>
                <a:custGeom>
                  <a:avLst/>
                  <a:gdLst>
                    <a:gd name="T0" fmla="*/ 0 w 107"/>
                    <a:gd name="T1" fmla="*/ 0 h 80"/>
                    <a:gd name="T2" fmla="*/ 0 w 107"/>
                    <a:gd name="T3" fmla="*/ 0 h 80"/>
                    <a:gd name="T4" fmla="*/ 0 w 107"/>
                    <a:gd name="T5" fmla="*/ 0 h 80"/>
                    <a:gd name="T6" fmla="*/ 0 w 107"/>
                    <a:gd name="T7" fmla="*/ 0 h 80"/>
                    <a:gd name="T8" fmla="*/ 0 w 107"/>
                    <a:gd name="T9" fmla="*/ 0 h 80"/>
                    <a:gd name="T10" fmla="*/ 0 w 107"/>
                    <a:gd name="T11" fmla="*/ 0 h 80"/>
                    <a:gd name="T12" fmla="*/ 0 w 107"/>
                    <a:gd name="T13" fmla="*/ 0 h 80"/>
                    <a:gd name="T14" fmla="*/ 0 w 107"/>
                    <a:gd name="T15" fmla="*/ 0 h 80"/>
                    <a:gd name="T16" fmla="*/ 0 w 107"/>
                    <a:gd name="T17" fmla="*/ 0 h 80"/>
                    <a:gd name="T18" fmla="*/ 0 w 107"/>
                    <a:gd name="T19" fmla="*/ 0 h 80"/>
                    <a:gd name="T20" fmla="*/ 0 w 107"/>
                    <a:gd name="T21" fmla="*/ 0 h 80"/>
                    <a:gd name="T22" fmla="*/ 0 w 107"/>
                    <a:gd name="T23" fmla="*/ 0 h 80"/>
                    <a:gd name="T24" fmla="*/ 0 w 107"/>
                    <a:gd name="T25" fmla="*/ 0 h 80"/>
                    <a:gd name="T26" fmla="*/ 0 w 107"/>
                    <a:gd name="T27" fmla="*/ 0 h 80"/>
                    <a:gd name="T28" fmla="*/ 0 w 107"/>
                    <a:gd name="T29" fmla="*/ 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80"/>
                    <a:gd name="T47" fmla="*/ 107 w 107"/>
                    <a:gd name="T48" fmla="*/ 80 h 8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80">
                      <a:moveTo>
                        <a:pt x="4" y="80"/>
                      </a:moveTo>
                      <a:lnTo>
                        <a:pt x="1" y="68"/>
                      </a:lnTo>
                      <a:lnTo>
                        <a:pt x="0" y="56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2" y="20"/>
                      </a:lnTo>
                      <a:lnTo>
                        <a:pt x="21" y="11"/>
                      </a:lnTo>
                      <a:lnTo>
                        <a:pt x="31" y="4"/>
                      </a:lnTo>
                      <a:lnTo>
                        <a:pt x="43" y="1"/>
                      </a:lnTo>
                      <a:lnTo>
                        <a:pt x="56" y="0"/>
                      </a:lnTo>
                      <a:lnTo>
                        <a:pt x="69" y="1"/>
                      </a:lnTo>
                      <a:lnTo>
                        <a:pt x="80" y="5"/>
                      </a:lnTo>
                      <a:lnTo>
                        <a:pt x="92" y="12"/>
                      </a:lnTo>
                      <a:lnTo>
                        <a:pt x="101" y="21"/>
                      </a:lnTo>
                      <a:lnTo>
                        <a:pt x="107" y="3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2" name="Freeform 559">
                  <a:extLst>
                    <a:ext uri="{FF2B5EF4-FFF2-40B4-BE49-F238E27FC236}">
                      <a16:creationId xmlns:a16="http://schemas.microsoft.com/office/drawing/2014/main" id="{FE6BAA23-ACAB-31FF-98FA-08D1A2EEF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1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3" name="Freeform 560">
                  <a:extLst>
                    <a:ext uri="{FF2B5EF4-FFF2-40B4-BE49-F238E27FC236}">
                      <a16:creationId xmlns:a16="http://schemas.microsoft.com/office/drawing/2014/main" id="{3DC52EA5-C6F4-43E3-6D91-896889BF5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1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4" name="Freeform 561">
                  <a:extLst>
                    <a:ext uri="{FF2B5EF4-FFF2-40B4-BE49-F238E27FC236}">
                      <a16:creationId xmlns:a16="http://schemas.microsoft.com/office/drawing/2014/main" id="{CD78A336-31EF-037B-0300-935A0D8016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41"/>
                  <a:ext cx="16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5" name="Freeform 562">
                  <a:extLst>
                    <a:ext uri="{FF2B5EF4-FFF2-40B4-BE49-F238E27FC236}">
                      <a16:creationId xmlns:a16="http://schemas.microsoft.com/office/drawing/2014/main" id="{92BCA255-3B91-A19B-285A-93F4F70937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41"/>
                  <a:ext cx="16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6" name="Freeform 563">
                  <a:extLst>
                    <a:ext uri="{FF2B5EF4-FFF2-40B4-BE49-F238E27FC236}">
                      <a16:creationId xmlns:a16="http://schemas.microsoft.com/office/drawing/2014/main" id="{74CDEDD9-DD29-24FF-BD05-26E5C7C95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33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7" name="Freeform 564">
                  <a:extLst>
                    <a:ext uri="{FF2B5EF4-FFF2-40B4-BE49-F238E27FC236}">
                      <a16:creationId xmlns:a16="http://schemas.microsoft.com/office/drawing/2014/main" id="{B66DF072-345E-9AC1-0EED-9472138E91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33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8" name="Freeform 565">
                  <a:extLst>
                    <a:ext uri="{FF2B5EF4-FFF2-40B4-BE49-F238E27FC236}">
                      <a16:creationId xmlns:a16="http://schemas.microsoft.com/office/drawing/2014/main" id="{F1509317-CE95-FFE3-2617-A9CEE0F89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41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9" name="Freeform 566">
                  <a:extLst>
                    <a:ext uri="{FF2B5EF4-FFF2-40B4-BE49-F238E27FC236}">
                      <a16:creationId xmlns:a16="http://schemas.microsoft.com/office/drawing/2014/main" id="{88A4389A-C00F-5D08-9177-EC79E5879C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41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0" name="Freeform 567">
                  <a:extLst>
                    <a:ext uri="{FF2B5EF4-FFF2-40B4-BE49-F238E27FC236}">
                      <a16:creationId xmlns:a16="http://schemas.microsoft.com/office/drawing/2014/main" id="{B751D1F3-25D0-7B70-7B44-8CC493921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507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1" name="Freeform 568">
                  <a:extLst>
                    <a:ext uri="{FF2B5EF4-FFF2-40B4-BE49-F238E27FC236}">
                      <a16:creationId xmlns:a16="http://schemas.microsoft.com/office/drawing/2014/main" id="{95EFF708-D4B7-23C6-DB3F-90F335309C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507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2" name="Freeform 569">
                  <a:extLst>
                    <a:ext uri="{FF2B5EF4-FFF2-40B4-BE49-F238E27FC236}">
                      <a16:creationId xmlns:a16="http://schemas.microsoft.com/office/drawing/2014/main" id="{C40111BF-70B2-555B-473E-139AD2C867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3" name="Freeform 570">
                  <a:extLst>
                    <a:ext uri="{FF2B5EF4-FFF2-40B4-BE49-F238E27FC236}">
                      <a16:creationId xmlns:a16="http://schemas.microsoft.com/office/drawing/2014/main" id="{E524B7D3-D3DF-2A04-4FD6-A26FB89AE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4" name="Freeform 571">
                  <a:extLst>
                    <a:ext uri="{FF2B5EF4-FFF2-40B4-BE49-F238E27FC236}">
                      <a16:creationId xmlns:a16="http://schemas.microsoft.com/office/drawing/2014/main" id="{10F22449-D5EB-D737-872C-E5A932AEAA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515"/>
                  <a:ext cx="14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0" y="44"/>
                      </a:lnTo>
                      <a:lnTo>
                        <a:pt x="80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5" name="Freeform 572">
                  <a:extLst>
                    <a:ext uri="{FF2B5EF4-FFF2-40B4-BE49-F238E27FC236}">
                      <a16:creationId xmlns:a16="http://schemas.microsoft.com/office/drawing/2014/main" id="{8DE0CCDE-095E-DE96-639D-2E1B1BE83F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515"/>
                  <a:ext cx="14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0" y="44"/>
                      </a:lnTo>
                      <a:lnTo>
                        <a:pt x="80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6" name="Freeform 573">
                  <a:extLst>
                    <a:ext uri="{FF2B5EF4-FFF2-40B4-BE49-F238E27FC236}">
                      <a16:creationId xmlns:a16="http://schemas.microsoft.com/office/drawing/2014/main" id="{DFB31768-F410-ED7B-7F6A-4EC8AB4CD6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41"/>
                  <a:ext cx="14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7" name="Freeform 574">
                  <a:extLst>
                    <a:ext uri="{FF2B5EF4-FFF2-40B4-BE49-F238E27FC236}">
                      <a16:creationId xmlns:a16="http://schemas.microsoft.com/office/drawing/2014/main" id="{348C8BC5-46A2-6B64-0FEE-4CCBE4B927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41"/>
                  <a:ext cx="14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8" name="Freeform 575">
                  <a:extLst>
                    <a:ext uri="{FF2B5EF4-FFF2-40B4-BE49-F238E27FC236}">
                      <a16:creationId xmlns:a16="http://schemas.microsoft.com/office/drawing/2014/main" id="{E4374B47-4E30-B29F-A43F-C9D9BCD5D9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33"/>
                  <a:ext cx="14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6"/>
                      </a:lnTo>
                      <a:lnTo>
                        <a:pt x="90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9" name="Freeform 576">
                  <a:extLst>
                    <a:ext uri="{FF2B5EF4-FFF2-40B4-BE49-F238E27FC236}">
                      <a16:creationId xmlns:a16="http://schemas.microsoft.com/office/drawing/2014/main" id="{5017D781-953C-E00E-41D9-1524E2B55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33"/>
                  <a:ext cx="14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6"/>
                      </a:lnTo>
                      <a:lnTo>
                        <a:pt x="90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0" name="Freeform 577">
                  <a:extLst>
                    <a:ext uri="{FF2B5EF4-FFF2-40B4-BE49-F238E27FC236}">
                      <a16:creationId xmlns:a16="http://schemas.microsoft.com/office/drawing/2014/main" id="{CC916773-0EB2-931C-0726-FE2023007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8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1" name="Freeform 578">
                  <a:extLst>
                    <a:ext uri="{FF2B5EF4-FFF2-40B4-BE49-F238E27FC236}">
                      <a16:creationId xmlns:a16="http://schemas.microsoft.com/office/drawing/2014/main" id="{A2BD20EA-EF50-9B65-3076-A9F0456ACA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8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2" name="Freeform 579">
                  <a:extLst>
                    <a:ext uri="{FF2B5EF4-FFF2-40B4-BE49-F238E27FC236}">
                      <a16:creationId xmlns:a16="http://schemas.microsoft.com/office/drawing/2014/main" id="{B2957124-EA8E-D035-39E3-DD42859B82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507"/>
                  <a:ext cx="133" cy="16"/>
                </a:xfrm>
                <a:custGeom>
                  <a:avLst/>
                  <a:gdLst>
                    <a:gd name="T0" fmla="*/ 0 w 930"/>
                    <a:gd name="T1" fmla="*/ 0 h 113"/>
                    <a:gd name="T2" fmla="*/ 0 w 930"/>
                    <a:gd name="T3" fmla="*/ 0 h 113"/>
                    <a:gd name="T4" fmla="*/ 0 w 930"/>
                    <a:gd name="T5" fmla="*/ 0 h 113"/>
                    <a:gd name="T6" fmla="*/ 0 w 930"/>
                    <a:gd name="T7" fmla="*/ 0 h 113"/>
                    <a:gd name="T8" fmla="*/ 0 w 930"/>
                    <a:gd name="T9" fmla="*/ 0 h 113"/>
                    <a:gd name="T10" fmla="*/ 0 w 930"/>
                    <a:gd name="T11" fmla="*/ 0 h 113"/>
                    <a:gd name="T12" fmla="*/ 0 w 93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0"/>
                    <a:gd name="T22" fmla="*/ 0 h 113"/>
                    <a:gd name="T23" fmla="*/ 930 w 93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30" y="113"/>
                      </a:lnTo>
                      <a:lnTo>
                        <a:pt x="930" y="57"/>
                      </a:lnTo>
                      <a:lnTo>
                        <a:pt x="9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3" name="Freeform 580">
                  <a:extLst>
                    <a:ext uri="{FF2B5EF4-FFF2-40B4-BE49-F238E27FC236}">
                      <a16:creationId xmlns:a16="http://schemas.microsoft.com/office/drawing/2014/main" id="{8C4683B4-7C8D-F5FB-CDD1-91C01473A2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507"/>
                  <a:ext cx="133" cy="16"/>
                </a:xfrm>
                <a:custGeom>
                  <a:avLst/>
                  <a:gdLst>
                    <a:gd name="T0" fmla="*/ 0 w 930"/>
                    <a:gd name="T1" fmla="*/ 0 h 113"/>
                    <a:gd name="T2" fmla="*/ 0 w 930"/>
                    <a:gd name="T3" fmla="*/ 0 h 113"/>
                    <a:gd name="T4" fmla="*/ 0 w 930"/>
                    <a:gd name="T5" fmla="*/ 0 h 113"/>
                    <a:gd name="T6" fmla="*/ 0 w 930"/>
                    <a:gd name="T7" fmla="*/ 0 h 113"/>
                    <a:gd name="T8" fmla="*/ 0 w 930"/>
                    <a:gd name="T9" fmla="*/ 0 h 113"/>
                    <a:gd name="T10" fmla="*/ 0 w 930"/>
                    <a:gd name="T11" fmla="*/ 0 h 113"/>
                    <a:gd name="T12" fmla="*/ 0 w 93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0"/>
                    <a:gd name="T22" fmla="*/ 0 h 113"/>
                    <a:gd name="T23" fmla="*/ 930 w 93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30" y="113"/>
                      </a:lnTo>
                      <a:lnTo>
                        <a:pt x="930" y="57"/>
                      </a:lnTo>
                      <a:lnTo>
                        <a:pt x="9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4" name="Freeform 581">
                  <a:extLst>
                    <a:ext uri="{FF2B5EF4-FFF2-40B4-BE49-F238E27FC236}">
                      <a16:creationId xmlns:a16="http://schemas.microsoft.com/office/drawing/2014/main" id="{3A20517C-3E98-6E0D-B246-765FEA1F2E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2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5" name="Freeform 582">
                  <a:extLst>
                    <a:ext uri="{FF2B5EF4-FFF2-40B4-BE49-F238E27FC236}">
                      <a16:creationId xmlns:a16="http://schemas.microsoft.com/office/drawing/2014/main" id="{7387ED55-49DA-0025-1CC5-ED17FBC1C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2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6" name="Freeform 583">
                  <a:extLst>
                    <a:ext uri="{FF2B5EF4-FFF2-40B4-BE49-F238E27FC236}">
                      <a16:creationId xmlns:a16="http://schemas.microsoft.com/office/drawing/2014/main" id="{EEC59264-BB21-7193-BAC0-B3D260A37E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7" name="Freeform 584">
                  <a:extLst>
                    <a:ext uri="{FF2B5EF4-FFF2-40B4-BE49-F238E27FC236}">
                      <a16:creationId xmlns:a16="http://schemas.microsoft.com/office/drawing/2014/main" id="{975BB89B-23E1-33EE-88D9-F80C71217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8" name="Freeform 585">
                  <a:extLst>
                    <a:ext uri="{FF2B5EF4-FFF2-40B4-BE49-F238E27FC236}">
                      <a16:creationId xmlns:a16="http://schemas.microsoft.com/office/drawing/2014/main" id="{C0B18DAF-B690-A25B-F346-3AA9C08983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4" y="3033"/>
                  <a:ext cx="228" cy="16"/>
                </a:xfrm>
                <a:custGeom>
                  <a:avLst/>
                  <a:gdLst>
                    <a:gd name="T0" fmla="*/ 0 w 1592"/>
                    <a:gd name="T1" fmla="*/ 0 h 113"/>
                    <a:gd name="T2" fmla="*/ 0 w 1592"/>
                    <a:gd name="T3" fmla="*/ 0 h 113"/>
                    <a:gd name="T4" fmla="*/ 0 w 1592"/>
                    <a:gd name="T5" fmla="*/ 0 h 113"/>
                    <a:gd name="T6" fmla="*/ 0 w 1592"/>
                    <a:gd name="T7" fmla="*/ 0 h 113"/>
                    <a:gd name="T8" fmla="*/ 0 w 1592"/>
                    <a:gd name="T9" fmla="*/ 0 h 113"/>
                    <a:gd name="T10" fmla="*/ 0 w 1592"/>
                    <a:gd name="T11" fmla="*/ 0 h 113"/>
                    <a:gd name="T12" fmla="*/ 0 w 159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2"/>
                    <a:gd name="T22" fmla="*/ 0 h 113"/>
                    <a:gd name="T23" fmla="*/ 1592 w 159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2" h="113">
                      <a:moveTo>
                        <a:pt x="1592" y="113"/>
                      </a:moveTo>
                      <a:lnTo>
                        <a:pt x="1592" y="57"/>
                      </a:lnTo>
                      <a:lnTo>
                        <a:pt x="1592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592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99" name="Freeform 586">
                  <a:extLst>
                    <a:ext uri="{FF2B5EF4-FFF2-40B4-BE49-F238E27FC236}">
                      <a16:creationId xmlns:a16="http://schemas.microsoft.com/office/drawing/2014/main" id="{A4D8D5A4-57F3-6E09-F6E1-71756692D2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4" y="3033"/>
                  <a:ext cx="228" cy="16"/>
                </a:xfrm>
                <a:custGeom>
                  <a:avLst/>
                  <a:gdLst>
                    <a:gd name="T0" fmla="*/ 0 w 1592"/>
                    <a:gd name="T1" fmla="*/ 0 h 113"/>
                    <a:gd name="T2" fmla="*/ 0 w 1592"/>
                    <a:gd name="T3" fmla="*/ 0 h 113"/>
                    <a:gd name="T4" fmla="*/ 0 w 1592"/>
                    <a:gd name="T5" fmla="*/ 0 h 113"/>
                    <a:gd name="T6" fmla="*/ 0 w 1592"/>
                    <a:gd name="T7" fmla="*/ 0 h 113"/>
                    <a:gd name="T8" fmla="*/ 0 w 1592"/>
                    <a:gd name="T9" fmla="*/ 0 h 113"/>
                    <a:gd name="T10" fmla="*/ 0 w 1592"/>
                    <a:gd name="T11" fmla="*/ 0 h 113"/>
                    <a:gd name="T12" fmla="*/ 0 w 159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2"/>
                    <a:gd name="T22" fmla="*/ 0 h 113"/>
                    <a:gd name="T23" fmla="*/ 1592 w 159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2" h="113">
                      <a:moveTo>
                        <a:pt x="1592" y="113"/>
                      </a:moveTo>
                      <a:lnTo>
                        <a:pt x="1592" y="57"/>
                      </a:lnTo>
                      <a:lnTo>
                        <a:pt x="1592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592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0" name="Freeform 587">
                  <a:extLst>
                    <a:ext uri="{FF2B5EF4-FFF2-40B4-BE49-F238E27FC236}">
                      <a16:creationId xmlns:a16="http://schemas.microsoft.com/office/drawing/2014/main" id="{A17355D7-FC42-D166-4716-AFBA97EAF8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57" y="57"/>
                      </a:moveTo>
                      <a:lnTo>
                        <a:pt x="57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2" y="69"/>
                      </a:lnTo>
                      <a:lnTo>
                        <a:pt x="0" y="57"/>
                      </a:lnTo>
                      <a:lnTo>
                        <a:pt x="2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7" y="0"/>
                      </a:lnTo>
                      <a:lnTo>
                        <a:pt x="57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1" name="Freeform 588">
                  <a:extLst>
                    <a:ext uri="{FF2B5EF4-FFF2-40B4-BE49-F238E27FC236}">
                      <a16:creationId xmlns:a16="http://schemas.microsoft.com/office/drawing/2014/main" id="{B5C48C30-1A45-8AEA-C8D6-F126A416F6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57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2" y="69"/>
                      </a:lnTo>
                      <a:lnTo>
                        <a:pt x="0" y="57"/>
                      </a:lnTo>
                      <a:lnTo>
                        <a:pt x="2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2" name="Freeform 589">
                  <a:extLst>
                    <a:ext uri="{FF2B5EF4-FFF2-40B4-BE49-F238E27FC236}">
                      <a16:creationId xmlns:a16="http://schemas.microsoft.com/office/drawing/2014/main" id="{B3D6A747-04E5-DBA0-27BB-B7EF2A51BD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69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3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3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3" name="Freeform 590">
                  <a:extLst>
                    <a:ext uri="{FF2B5EF4-FFF2-40B4-BE49-F238E27FC236}">
                      <a16:creationId xmlns:a16="http://schemas.microsoft.com/office/drawing/2014/main" id="{E11697F1-8EF0-F51C-50A3-2F2A4B7AC7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69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3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3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4" name="Freeform 591">
                  <a:extLst>
                    <a:ext uri="{FF2B5EF4-FFF2-40B4-BE49-F238E27FC236}">
                      <a16:creationId xmlns:a16="http://schemas.microsoft.com/office/drawing/2014/main" id="{626670DC-CCA7-03C6-7877-B1BDE539C1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3" y="3697"/>
                  <a:ext cx="530" cy="16"/>
                </a:xfrm>
                <a:custGeom>
                  <a:avLst/>
                  <a:gdLst>
                    <a:gd name="T0" fmla="*/ 0 w 3716"/>
                    <a:gd name="T1" fmla="*/ 0 h 114"/>
                    <a:gd name="T2" fmla="*/ 0 w 3716"/>
                    <a:gd name="T3" fmla="*/ 0 h 114"/>
                    <a:gd name="T4" fmla="*/ 0 w 3716"/>
                    <a:gd name="T5" fmla="*/ 0 h 114"/>
                    <a:gd name="T6" fmla="*/ 0 w 3716"/>
                    <a:gd name="T7" fmla="*/ 0 h 114"/>
                    <a:gd name="T8" fmla="*/ 0 w 3716"/>
                    <a:gd name="T9" fmla="*/ 0 h 114"/>
                    <a:gd name="T10" fmla="*/ 0 w 3716"/>
                    <a:gd name="T11" fmla="*/ 0 h 114"/>
                    <a:gd name="T12" fmla="*/ 0 w 3716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716"/>
                    <a:gd name="T22" fmla="*/ 0 h 114"/>
                    <a:gd name="T23" fmla="*/ 3716 w 3716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716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3716" y="114"/>
                      </a:lnTo>
                      <a:lnTo>
                        <a:pt x="3716" y="58"/>
                      </a:lnTo>
                      <a:lnTo>
                        <a:pt x="37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5" name="Freeform 592">
                  <a:extLst>
                    <a:ext uri="{FF2B5EF4-FFF2-40B4-BE49-F238E27FC236}">
                      <a16:creationId xmlns:a16="http://schemas.microsoft.com/office/drawing/2014/main" id="{25E68B7E-72A0-58D2-703D-B6CD0742B4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3" y="3697"/>
                  <a:ext cx="530" cy="16"/>
                </a:xfrm>
                <a:custGeom>
                  <a:avLst/>
                  <a:gdLst>
                    <a:gd name="T0" fmla="*/ 0 w 3716"/>
                    <a:gd name="T1" fmla="*/ 0 h 114"/>
                    <a:gd name="T2" fmla="*/ 0 w 3716"/>
                    <a:gd name="T3" fmla="*/ 0 h 114"/>
                    <a:gd name="T4" fmla="*/ 0 w 3716"/>
                    <a:gd name="T5" fmla="*/ 0 h 114"/>
                    <a:gd name="T6" fmla="*/ 0 w 3716"/>
                    <a:gd name="T7" fmla="*/ 0 h 114"/>
                    <a:gd name="T8" fmla="*/ 0 w 3716"/>
                    <a:gd name="T9" fmla="*/ 0 h 114"/>
                    <a:gd name="T10" fmla="*/ 0 w 3716"/>
                    <a:gd name="T11" fmla="*/ 0 h 114"/>
                    <a:gd name="T12" fmla="*/ 0 w 3716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716"/>
                    <a:gd name="T22" fmla="*/ 0 h 114"/>
                    <a:gd name="T23" fmla="*/ 3716 w 3716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716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3716" y="114"/>
                      </a:lnTo>
                      <a:lnTo>
                        <a:pt x="3716" y="58"/>
                      </a:lnTo>
                      <a:lnTo>
                        <a:pt x="37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6" name="Freeform 593">
                  <a:extLst>
                    <a:ext uri="{FF2B5EF4-FFF2-40B4-BE49-F238E27FC236}">
                      <a16:creationId xmlns:a16="http://schemas.microsoft.com/office/drawing/2014/main" id="{83BD0D26-6F77-CE34-39B7-90C3646E8E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3" y="3697"/>
                  <a:ext cx="9" cy="16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w 57"/>
                    <a:gd name="T31" fmla="*/ 0 h 114"/>
                    <a:gd name="T32" fmla="*/ 0 w 57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4"/>
                    <a:gd name="T53" fmla="*/ 57 w 57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2" y="3"/>
                      </a:lnTo>
                      <a:lnTo>
                        <a:pt x="24" y="7"/>
                      </a:lnTo>
                      <a:lnTo>
                        <a:pt x="35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8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7" name="Freeform 594">
                  <a:extLst>
                    <a:ext uri="{FF2B5EF4-FFF2-40B4-BE49-F238E27FC236}">
                      <a16:creationId xmlns:a16="http://schemas.microsoft.com/office/drawing/2014/main" id="{FB3D2C0F-15B9-ADBC-2ADF-58AD59E8B0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3" y="3697"/>
                  <a:ext cx="9" cy="16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4"/>
                    <a:gd name="T47" fmla="*/ 57 w 57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4">
                      <a:moveTo>
                        <a:pt x="0" y="0"/>
                      </a:moveTo>
                      <a:lnTo>
                        <a:pt x="12" y="3"/>
                      </a:lnTo>
                      <a:lnTo>
                        <a:pt x="24" y="7"/>
                      </a:lnTo>
                      <a:lnTo>
                        <a:pt x="35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8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8" name="Line 595">
                  <a:extLst>
                    <a:ext uri="{FF2B5EF4-FFF2-40B4-BE49-F238E27FC236}">
                      <a16:creationId xmlns:a16="http://schemas.microsoft.com/office/drawing/2014/main" id="{C1EEBF15-B3B5-6AC3-48E0-079E497C8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015"/>
                  <a:ext cx="1" cy="19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9" name="Line 596">
                  <a:extLst>
                    <a:ext uri="{FF2B5EF4-FFF2-40B4-BE49-F238E27FC236}">
                      <a16:creationId xmlns:a16="http://schemas.microsoft.com/office/drawing/2014/main" id="{8A0BE8FC-6C1C-1181-D813-F896E8C0D2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228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0" name="Line 597">
                  <a:extLst>
                    <a:ext uri="{FF2B5EF4-FFF2-40B4-BE49-F238E27FC236}">
                      <a16:creationId xmlns:a16="http://schemas.microsoft.com/office/drawing/2014/main" id="{72ECEB2C-F121-8079-BD35-E0830C38A4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268"/>
                  <a:ext cx="1" cy="21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1" name="Line 598">
                  <a:extLst>
                    <a:ext uri="{FF2B5EF4-FFF2-40B4-BE49-F238E27FC236}">
                      <a16:creationId xmlns:a16="http://schemas.microsoft.com/office/drawing/2014/main" id="{000FC0CA-B4BC-2B9E-8BD4-4B6875E65F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498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2" name="Line 599">
                  <a:extLst>
                    <a:ext uri="{FF2B5EF4-FFF2-40B4-BE49-F238E27FC236}">
                      <a16:creationId xmlns:a16="http://schemas.microsoft.com/office/drawing/2014/main" id="{21C29838-03D5-8B97-1B8F-192FA7B001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538"/>
                  <a:ext cx="1" cy="19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3" name="Freeform 600">
                  <a:extLst>
                    <a:ext uri="{FF2B5EF4-FFF2-40B4-BE49-F238E27FC236}">
                      <a16:creationId xmlns:a16="http://schemas.microsoft.com/office/drawing/2014/main" id="{E561EEBC-AECD-0FE1-40CF-2BC2A3A95E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7" y="3393"/>
                  <a:ext cx="8" cy="17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7"/>
                      </a:moveTo>
                      <a:lnTo>
                        <a:pt x="56" y="114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4" name="Freeform 601">
                  <a:extLst>
                    <a:ext uri="{FF2B5EF4-FFF2-40B4-BE49-F238E27FC236}">
                      <a16:creationId xmlns:a16="http://schemas.microsoft.com/office/drawing/2014/main" id="{F9C1A32D-FB74-FA81-AAC2-AA703618AA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7" y="3393"/>
                  <a:ext cx="8" cy="17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5" name="Freeform 602">
                  <a:extLst>
                    <a:ext uri="{FF2B5EF4-FFF2-40B4-BE49-F238E27FC236}">
                      <a16:creationId xmlns:a16="http://schemas.microsoft.com/office/drawing/2014/main" id="{D372651A-FF7C-88A9-9692-1EC1B3CA8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5" y="3393"/>
                  <a:ext cx="190" cy="17"/>
                </a:xfrm>
                <a:custGeom>
                  <a:avLst/>
                  <a:gdLst>
                    <a:gd name="T0" fmla="*/ 0 w 1327"/>
                    <a:gd name="T1" fmla="*/ 0 h 114"/>
                    <a:gd name="T2" fmla="*/ 0 w 1327"/>
                    <a:gd name="T3" fmla="*/ 0 h 114"/>
                    <a:gd name="T4" fmla="*/ 0 w 1327"/>
                    <a:gd name="T5" fmla="*/ 0 h 114"/>
                    <a:gd name="T6" fmla="*/ 0 w 1327"/>
                    <a:gd name="T7" fmla="*/ 0 h 114"/>
                    <a:gd name="T8" fmla="*/ 0 w 1327"/>
                    <a:gd name="T9" fmla="*/ 0 h 114"/>
                    <a:gd name="T10" fmla="*/ 0 w 1327"/>
                    <a:gd name="T11" fmla="*/ 0 h 114"/>
                    <a:gd name="T12" fmla="*/ 0 w 1327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7"/>
                    <a:gd name="T22" fmla="*/ 0 h 114"/>
                    <a:gd name="T23" fmla="*/ 1327 w 1327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7" h="114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4"/>
                      </a:lnTo>
                      <a:lnTo>
                        <a:pt x="1327" y="114"/>
                      </a:lnTo>
                      <a:lnTo>
                        <a:pt x="1327" y="57"/>
                      </a:lnTo>
                      <a:lnTo>
                        <a:pt x="13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6" name="Freeform 603">
                  <a:extLst>
                    <a:ext uri="{FF2B5EF4-FFF2-40B4-BE49-F238E27FC236}">
                      <a16:creationId xmlns:a16="http://schemas.microsoft.com/office/drawing/2014/main" id="{5F55ABD4-A46B-3463-0856-D5762C0680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5" y="3393"/>
                  <a:ext cx="190" cy="17"/>
                </a:xfrm>
                <a:custGeom>
                  <a:avLst/>
                  <a:gdLst>
                    <a:gd name="T0" fmla="*/ 0 w 1327"/>
                    <a:gd name="T1" fmla="*/ 0 h 114"/>
                    <a:gd name="T2" fmla="*/ 0 w 1327"/>
                    <a:gd name="T3" fmla="*/ 0 h 114"/>
                    <a:gd name="T4" fmla="*/ 0 w 1327"/>
                    <a:gd name="T5" fmla="*/ 0 h 114"/>
                    <a:gd name="T6" fmla="*/ 0 w 1327"/>
                    <a:gd name="T7" fmla="*/ 0 h 114"/>
                    <a:gd name="T8" fmla="*/ 0 w 1327"/>
                    <a:gd name="T9" fmla="*/ 0 h 114"/>
                    <a:gd name="T10" fmla="*/ 0 w 1327"/>
                    <a:gd name="T11" fmla="*/ 0 h 114"/>
                    <a:gd name="T12" fmla="*/ 0 w 1327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7"/>
                    <a:gd name="T22" fmla="*/ 0 h 114"/>
                    <a:gd name="T23" fmla="*/ 1327 w 1327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7" h="114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4"/>
                      </a:lnTo>
                      <a:lnTo>
                        <a:pt x="1327" y="114"/>
                      </a:lnTo>
                      <a:lnTo>
                        <a:pt x="1327" y="57"/>
                      </a:lnTo>
                      <a:lnTo>
                        <a:pt x="13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7" name="Freeform 604">
                  <a:extLst>
                    <a:ext uri="{FF2B5EF4-FFF2-40B4-BE49-F238E27FC236}">
                      <a16:creationId xmlns:a16="http://schemas.microsoft.com/office/drawing/2014/main" id="{3A2C9DF1-8650-CA83-E4CF-EA1026D341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5" y="3393"/>
                  <a:ext cx="8" cy="17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w 57"/>
                    <a:gd name="T31" fmla="*/ 0 h 114"/>
                    <a:gd name="T32" fmla="*/ 0 w 57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4"/>
                    <a:gd name="T53" fmla="*/ 57 w 57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4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4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8" name="Freeform 605">
                  <a:extLst>
                    <a:ext uri="{FF2B5EF4-FFF2-40B4-BE49-F238E27FC236}">
                      <a16:creationId xmlns:a16="http://schemas.microsoft.com/office/drawing/2014/main" id="{5ADB5707-7A71-FBC0-D320-7BBECFDAE4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5" y="3393"/>
                  <a:ext cx="8" cy="17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4"/>
                    <a:gd name="T47" fmla="*/ 57 w 57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4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19" name="Freeform 606">
                  <a:extLst>
                    <a:ext uri="{FF2B5EF4-FFF2-40B4-BE49-F238E27FC236}">
                      <a16:creationId xmlns:a16="http://schemas.microsoft.com/office/drawing/2014/main" id="{0BD96277-8DC6-70C3-2214-7ACCDF4213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07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0" name="Freeform 607">
                  <a:extLst>
                    <a:ext uri="{FF2B5EF4-FFF2-40B4-BE49-F238E27FC236}">
                      <a16:creationId xmlns:a16="http://schemas.microsoft.com/office/drawing/2014/main" id="{5BAC1E3A-089C-CE47-431A-0C9493CA09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07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1" name="Freeform 608">
                  <a:extLst>
                    <a:ext uri="{FF2B5EF4-FFF2-40B4-BE49-F238E27FC236}">
                      <a16:creationId xmlns:a16="http://schemas.microsoft.com/office/drawing/2014/main" id="{33AC8362-931D-69C6-D51E-F20F578FA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15"/>
                  <a:ext cx="16" cy="190"/>
                </a:xfrm>
                <a:custGeom>
                  <a:avLst/>
                  <a:gdLst>
                    <a:gd name="T0" fmla="*/ 0 w 113"/>
                    <a:gd name="T1" fmla="*/ 0 h 1328"/>
                    <a:gd name="T2" fmla="*/ 0 w 113"/>
                    <a:gd name="T3" fmla="*/ 0 h 1328"/>
                    <a:gd name="T4" fmla="*/ 0 w 113"/>
                    <a:gd name="T5" fmla="*/ 0 h 1328"/>
                    <a:gd name="T6" fmla="*/ 0 w 113"/>
                    <a:gd name="T7" fmla="*/ 0 h 1328"/>
                    <a:gd name="T8" fmla="*/ 0 w 113"/>
                    <a:gd name="T9" fmla="*/ 0 h 1328"/>
                    <a:gd name="T10" fmla="*/ 0 w 113"/>
                    <a:gd name="T11" fmla="*/ 0 h 1328"/>
                    <a:gd name="T12" fmla="*/ 0 w 113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28"/>
                    <a:gd name="T23" fmla="*/ 113 w 113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28">
                      <a:moveTo>
                        <a:pt x="113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lnTo>
                        <a:pt x="56" y="1328"/>
                      </a:lnTo>
                      <a:lnTo>
                        <a:pt x="113" y="1328"/>
                      </a:lnTo>
                      <a:lnTo>
                        <a:pt x="11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2" name="Freeform 609">
                  <a:extLst>
                    <a:ext uri="{FF2B5EF4-FFF2-40B4-BE49-F238E27FC236}">
                      <a16:creationId xmlns:a16="http://schemas.microsoft.com/office/drawing/2014/main" id="{89CCA84D-8736-D480-0E56-A81802C867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15"/>
                  <a:ext cx="16" cy="190"/>
                </a:xfrm>
                <a:custGeom>
                  <a:avLst/>
                  <a:gdLst>
                    <a:gd name="T0" fmla="*/ 0 w 113"/>
                    <a:gd name="T1" fmla="*/ 0 h 1328"/>
                    <a:gd name="T2" fmla="*/ 0 w 113"/>
                    <a:gd name="T3" fmla="*/ 0 h 1328"/>
                    <a:gd name="T4" fmla="*/ 0 w 113"/>
                    <a:gd name="T5" fmla="*/ 0 h 1328"/>
                    <a:gd name="T6" fmla="*/ 0 w 113"/>
                    <a:gd name="T7" fmla="*/ 0 h 1328"/>
                    <a:gd name="T8" fmla="*/ 0 w 113"/>
                    <a:gd name="T9" fmla="*/ 0 h 1328"/>
                    <a:gd name="T10" fmla="*/ 0 w 113"/>
                    <a:gd name="T11" fmla="*/ 0 h 1328"/>
                    <a:gd name="T12" fmla="*/ 0 w 113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28"/>
                    <a:gd name="T23" fmla="*/ 113 w 113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28">
                      <a:moveTo>
                        <a:pt x="113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lnTo>
                        <a:pt x="56" y="1328"/>
                      </a:lnTo>
                      <a:lnTo>
                        <a:pt x="113" y="1328"/>
                      </a:lnTo>
                      <a:lnTo>
                        <a:pt x="11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3" name="Freeform 610">
                  <a:extLst>
                    <a:ext uri="{FF2B5EF4-FFF2-40B4-BE49-F238E27FC236}">
                      <a16:creationId xmlns:a16="http://schemas.microsoft.com/office/drawing/2014/main" id="{D60E72A0-3313-8A36-C96F-F1BE0C2C65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7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0"/>
                      </a:lnTo>
                      <a:lnTo>
                        <a:pt x="21" y="43"/>
                      </a:lnTo>
                      <a:lnTo>
                        <a:pt x="12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4" name="Freeform 611">
                  <a:extLst>
                    <a:ext uri="{FF2B5EF4-FFF2-40B4-BE49-F238E27FC236}">
                      <a16:creationId xmlns:a16="http://schemas.microsoft.com/office/drawing/2014/main" id="{2F0618D0-787A-3480-8C80-9C04B8493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7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0"/>
                      </a:lnTo>
                      <a:lnTo>
                        <a:pt x="21" y="43"/>
                      </a:lnTo>
                      <a:lnTo>
                        <a:pt x="12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5" name="Freeform 612">
                  <a:extLst>
                    <a:ext uri="{FF2B5EF4-FFF2-40B4-BE49-F238E27FC236}">
                      <a16:creationId xmlns:a16="http://schemas.microsoft.com/office/drawing/2014/main" id="{C8BF4537-7E66-EBE0-3C63-C09CBB9970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45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2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1" y="44"/>
                      </a:lnTo>
                      <a:lnTo>
                        <a:pt x="80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0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6" name="Freeform 613">
                  <a:extLst>
                    <a:ext uri="{FF2B5EF4-FFF2-40B4-BE49-F238E27FC236}">
                      <a16:creationId xmlns:a16="http://schemas.microsoft.com/office/drawing/2014/main" id="{A216D096-26D6-AC7F-7DB0-0AF3E308D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45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2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1" y="44"/>
                      </a:lnTo>
                      <a:lnTo>
                        <a:pt x="80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0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7" name="Freeform 614">
                  <a:extLst>
                    <a:ext uri="{FF2B5EF4-FFF2-40B4-BE49-F238E27FC236}">
                      <a16:creationId xmlns:a16="http://schemas.microsoft.com/office/drawing/2014/main" id="{C1A16FAA-F5A6-E399-5F2A-6709BDAF68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73"/>
                  <a:ext cx="16" cy="532"/>
                </a:xfrm>
                <a:custGeom>
                  <a:avLst/>
                  <a:gdLst>
                    <a:gd name="T0" fmla="*/ 0 w 113"/>
                    <a:gd name="T1" fmla="*/ 0 h 3719"/>
                    <a:gd name="T2" fmla="*/ 0 w 113"/>
                    <a:gd name="T3" fmla="*/ 0 h 3719"/>
                    <a:gd name="T4" fmla="*/ 0 w 113"/>
                    <a:gd name="T5" fmla="*/ 0 h 3719"/>
                    <a:gd name="T6" fmla="*/ 0 w 113"/>
                    <a:gd name="T7" fmla="*/ 0 h 3719"/>
                    <a:gd name="T8" fmla="*/ 0 w 113"/>
                    <a:gd name="T9" fmla="*/ 0 h 3719"/>
                    <a:gd name="T10" fmla="*/ 0 w 113"/>
                    <a:gd name="T11" fmla="*/ 0 h 3719"/>
                    <a:gd name="T12" fmla="*/ 0 w 113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719"/>
                    <a:gd name="T23" fmla="*/ 113 w 113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719">
                      <a:moveTo>
                        <a:pt x="0" y="3719"/>
                      </a:moveTo>
                      <a:lnTo>
                        <a:pt x="56" y="3719"/>
                      </a:lnTo>
                      <a:lnTo>
                        <a:pt x="113" y="3719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8" name="Freeform 615">
                  <a:extLst>
                    <a:ext uri="{FF2B5EF4-FFF2-40B4-BE49-F238E27FC236}">
                      <a16:creationId xmlns:a16="http://schemas.microsoft.com/office/drawing/2014/main" id="{74139AF2-24F5-8767-C6CD-7125EC7DF3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73"/>
                  <a:ext cx="16" cy="532"/>
                </a:xfrm>
                <a:custGeom>
                  <a:avLst/>
                  <a:gdLst>
                    <a:gd name="T0" fmla="*/ 0 w 113"/>
                    <a:gd name="T1" fmla="*/ 0 h 3719"/>
                    <a:gd name="T2" fmla="*/ 0 w 113"/>
                    <a:gd name="T3" fmla="*/ 0 h 3719"/>
                    <a:gd name="T4" fmla="*/ 0 w 113"/>
                    <a:gd name="T5" fmla="*/ 0 h 3719"/>
                    <a:gd name="T6" fmla="*/ 0 w 113"/>
                    <a:gd name="T7" fmla="*/ 0 h 3719"/>
                    <a:gd name="T8" fmla="*/ 0 w 113"/>
                    <a:gd name="T9" fmla="*/ 0 h 3719"/>
                    <a:gd name="T10" fmla="*/ 0 w 113"/>
                    <a:gd name="T11" fmla="*/ 0 h 3719"/>
                    <a:gd name="T12" fmla="*/ 0 w 113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719"/>
                    <a:gd name="T23" fmla="*/ 113 w 113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719">
                      <a:moveTo>
                        <a:pt x="0" y="3719"/>
                      </a:moveTo>
                      <a:lnTo>
                        <a:pt x="56" y="3719"/>
                      </a:lnTo>
                      <a:lnTo>
                        <a:pt x="113" y="3719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9" name="Freeform 616">
                  <a:extLst>
                    <a:ext uri="{FF2B5EF4-FFF2-40B4-BE49-F238E27FC236}">
                      <a16:creationId xmlns:a16="http://schemas.microsoft.com/office/drawing/2014/main" id="{5813AF30-AB4F-5D43-6AAE-A052E021DF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65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7"/>
                      </a:lnTo>
                      <a:lnTo>
                        <a:pt x="91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0" name="Freeform 617">
                  <a:extLst>
                    <a:ext uri="{FF2B5EF4-FFF2-40B4-BE49-F238E27FC236}">
                      <a16:creationId xmlns:a16="http://schemas.microsoft.com/office/drawing/2014/main" id="{D9F74A54-7DFC-AEA3-63F0-5221D2CFA5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65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7"/>
                      </a:lnTo>
                      <a:lnTo>
                        <a:pt x="91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1" name="Line 618">
                  <a:extLst>
                    <a:ext uri="{FF2B5EF4-FFF2-40B4-BE49-F238E27FC236}">
                      <a16:creationId xmlns:a16="http://schemas.microsoft.com/office/drawing/2014/main" id="{EC00B461-FB3A-C4CB-1B4B-42AA561C7E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947"/>
                  <a:ext cx="1" cy="12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2" name="Line 619">
                  <a:extLst>
                    <a:ext uri="{FF2B5EF4-FFF2-40B4-BE49-F238E27FC236}">
                      <a16:creationId xmlns:a16="http://schemas.microsoft.com/office/drawing/2014/main" id="{40B5CAD6-16BE-1423-3AF8-82BC143CCB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094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3" name="Line 620">
                  <a:extLst>
                    <a:ext uri="{FF2B5EF4-FFF2-40B4-BE49-F238E27FC236}">
                      <a16:creationId xmlns:a16="http://schemas.microsoft.com/office/drawing/2014/main" id="{5350340A-E6B9-8194-B076-A65968884A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133"/>
                  <a:ext cx="1" cy="21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4" name="Line 621">
                  <a:extLst>
                    <a:ext uri="{FF2B5EF4-FFF2-40B4-BE49-F238E27FC236}">
                      <a16:creationId xmlns:a16="http://schemas.microsoft.com/office/drawing/2014/main" id="{AC37445D-333D-2D4F-9703-6FFE68A67C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364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5" name="Line 622">
                  <a:extLst>
                    <a:ext uri="{FF2B5EF4-FFF2-40B4-BE49-F238E27FC236}">
                      <a16:creationId xmlns:a16="http://schemas.microsoft.com/office/drawing/2014/main" id="{F57180F8-8A90-26B2-CE15-11F3AC6A6B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404"/>
                  <a:ext cx="1" cy="12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6" name="Freeform 623">
                  <a:extLst>
                    <a:ext uri="{FF2B5EF4-FFF2-40B4-BE49-F238E27FC236}">
                      <a16:creationId xmlns:a16="http://schemas.microsoft.com/office/drawing/2014/main" id="{6F799F34-0645-B010-AF9A-42CD175D21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7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3"/>
                      </a:lnTo>
                      <a:lnTo>
                        <a:pt x="13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7" name="Freeform 624">
                  <a:extLst>
                    <a:ext uri="{FF2B5EF4-FFF2-40B4-BE49-F238E27FC236}">
                      <a16:creationId xmlns:a16="http://schemas.microsoft.com/office/drawing/2014/main" id="{22459654-945D-6F82-2FD4-227FB915FB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7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3"/>
                      </a:lnTo>
                      <a:lnTo>
                        <a:pt x="13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8" name="Freeform 625">
                  <a:extLst>
                    <a:ext uri="{FF2B5EF4-FFF2-40B4-BE49-F238E27FC236}">
                      <a16:creationId xmlns:a16="http://schemas.microsoft.com/office/drawing/2014/main" id="{166C1E31-6520-AF5A-50EE-88164597D7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15"/>
                  <a:ext cx="16" cy="190"/>
                </a:xfrm>
                <a:custGeom>
                  <a:avLst/>
                  <a:gdLst>
                    <a:gd name="T0" fmla="*/ 0 w 114"/>
                    <a:gd name="T1" fmla="*/ 0 h 1328"/>
                    <a:gd name="T2" fmla="*/ 0 w 114"/>
                    <a:gd name="T3" fmla="*/ 0 h 1328"/>
                    <a:gd name="T4" fmla="*/ 0 w 114"/>
                    <a:gd name="T5" fmla="*/ 0 h 1328"/>
                    <a:gd name="T6" fmla="*/ 0 w 114"/>
                    <a:gd name="T7" fmla="*/ 0 h 1328"/>
                    <a:gd name="T8" fmla="*/ 0 w 114"/>
                    <a:gd name="T9" fmla="*/ 0 h 1328"/>
                    <a:gd name="T10" fmla="*/ 0 w 114"/>
                    <a:gd name="T11" fmla="*/ 0 h 1328"/>
                    <a:gd name="T12" fmla="*/ 0 w 114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1328"/>
                    <a:gd name="T23" fmla="*/ 114 w 114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1328">
                      <a:moveTo>
                        <a:pt x="0" y="1328"/>
                      </a:moveTo>
                      <a:lnTo>
                        <a:pt x="56" y="1328"/>
                      </a:lnTo>
                      <a:lnTo>
                        <a:pt x="114" y="1328"/>
                      </a:lnTo>
                      <a:lnTo>
                        <a:pt x="114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9" name="Freeform 626">
                  <a:extLst>
                    <a:ext uri="{FF2B5EF4-FFF2-40B4-BE49-F238E27FC236}">
                      <a16:creationId xmlns:a16="http://schemas.microsoft.com/office/drawing/2014/main" id="{2C8A79EC-742D-E6F1-A0DB-99750E7471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15"/>
                  <a:ext cx="16" cy="190"/>
                </a:xfrm>
                <a:custGeom>
                  <a:avLst/>
                  <a:gdLst>
                    <a:gd name="T0" fmla="*/ 0 w 114"/>
                    <a:gd name="T1" fmla="*/ 0 h 1328"/>
                    <a:gd name="T2" fmla="*/ 0 w 114"/>
                    <a:gd name="T3" fmla="*/ 0 h 1328"/>
                    <a:gd name="T4" fmla="*/ 0 w 114"/>
                    <a:gd name="T5" fmla="*/ 0 h 1328"/>
                    <a:gd name="T6" fmla="*/ 0 w 114"/>
                    <a:gd name="T7" fmla="*/ 0 h 1328"/>
                    <a:gd name="T8" fmla="*/ 0 w 114"/>
                    <a:gd name="T9" fmla="*/ 0 h 1328"/>
                    <a:gd name="T10" fmla="*/ 0 w 114"/>
                    <a:gd name="T11" fmla="*/ 0 h 1328"/>
                    <a:gd name="T12" fmla="*/ 0 w 114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1328"/>
                    <a:gd name="T23" fmla="*/ 114 w 114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1328">
                      <a:moveTo>
                        <a:pt x="0" y="1328"/>
                      </a:moveTo>
                      <a:lnTo>
                        <a:pt x="56" y="1328"/>
                      </a:lnTo>
                      <a:lnTo>
                        <a:pt x="114" y="1328"/>
                      </a:lnTo>
                      <a:lnTo>
                        <a:pt x="114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0" name="Freeform 627">
                  <a:extLst>
                    <a:ext uri="{FF2B5EF4-FFF2-40B4-BE49-F238E27FC236}">
                      <a16:creationId xmlns:a16="http://schemas.microsoft.com/office/drawing/2014/main" id="{0B3CAD05-3553-693B-C59B-42CB167A28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w 114"/>
                    <a:gd name="T31" fmla="*/ 0 h 57"/>
                    <a:gd name="T32" fmla="*/ 0 w 114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7"/>
                    <a:gd name="T53" fmla="*/ 114 w 114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1" name="Freeform 628">
                  <a:extLst>
                    <a:ext uri="{FF2B5EF4-FFF2-40B4-BE49-F238E27FC236}">
                      <a16:creationId xmlns:a16="http://schemas.microsoft.com/office/drawing/2014/main" id="{6E6880C6-85FA-82AB-0F95-671C9B86B2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7"/>
                    <a:gd name="T47" fmla="*/ 114 w 114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2" name="Freeform 629">
                  <a:extLst>
                    <a:ext uri="{FF2B5EF4-FFF2-40B4-BE49-F238E27FC236}">
                      <a16:creationId xmlns:a16="http://schemas.microsoft.com/office/drawing/2014/main" id="{8D2815EB-FB0F-924E-D752-50B782BB8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65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w 114"/>
                    <a:gd name="T31" fmla="*/ 0 h 57"/>
                    <a:gd name="T32" fmla="*/ 0 w 114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7"/>
                    <a:gd name="T53" fmla="*/ 114 w 114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3" name="Freeform 630">
                  <a:extLst>
                    <a:ext uri="{FF2B5EF4-FFF2-40B4-BE49-F238E27FC236}">
                      <a16:creationId xmlns:a16="http://schemas.microsoft.com/office/drawing/2014/main" id="{98A2D3C9-6B1A-18D0-3DFC-8CD9C1E96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65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7"/>
                    <a:gd name="T47" fmla="*/ 114 w 114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4" name="Freeform 631">
                  <a:extLst>
                    <a:ext uri="{FF2B5EF4-FFF2-40B4-BE49-F238E27FC236}">
                      <a16:creationId xmlns:a16="http://schemas.microsoft.com/office/drawing/2014/main" id="{4187F777-BE86-599B-2EDB-D157C8417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73"/>
                  <a:ext cx="16" cy="532"/>
                </a:xfrm>
                <a:custGeom>
                  <a:avLst/>
                  <a:gdLst>
                    <a:gd name="T0" fmla="*/ 0 w 114"/>
                    <a:gd name="T1" fmla="*/ 0 h 3719"/>
                    <a:gd name="T2" fmla="*/ 0 w 114"/>
                    <a:gd name="T3" fmla="*/ 0 h 3719"/>
                    <a:gd name="T4" fmla="*/ 0 w 114"/>
                    <a:gd name="T5" fmla="*/ 0 h 3719"/>
                    <a:gd name="T6" fmla="*/ 0 w 114"/>
                    <a:gd name="T7" fmla="*/ 0 h 3719"/>
                    <a:gd name="T8" fmla="*/ 0 w 114"/>
                    <a:gd name="T9" fmla="*/ 0 h 3719"/>
                    <a:gd name="T10" fmla="*/ 0 w 114"/>
                    <a:gd name="T11" fmla="*/ 0 h 3719"/>
                    <a:gd name="T12" fmla="*/ 0 w 114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719"/>
                    <a:gd name="T23" fmla="*/ 114 w 114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719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lnTo>
                        <a:pt x="56" y="3719"/>
                      </a:lnTo>
                      <a:lnTo>
                        <a:pt x="114" y="3719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5" name="Freeform 632">
                  <a:extLst>
                    <a:ext uri="{FF2B5EF4-FFF2-40B4-BE49-F238E27FC236}">
                      <a16:creationId xmlns:a16="http://schemas.microsoft.com/office/drawing/2014/main" id="{0BB73167-876C-F72F-2C77-33A1F2BB7B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73"/>
                  <a:ext cx="16" cy="532"/>
                </a:xfrm>
                <a:custGeom>
                  <a:avLst/>
                  <a:gdLst>
                    <a:gd name="T0" fmla="*/ 0 w 114"/>
                    <a:gd name="T1" fmla="*/ 0 h 3719"/>
                    <a:gd name="T2" fmla="*/ 0 w 114"/>
                    <a:gd name="T3" fmla="*/ 0 h 3719"/>
                    <a:gd name="T4" fmla="*/ 0 w 114"/>
                    <a:gd name="T5" fmla="*/ 0 h 3719"/>
                    <a:gd name="T6" fmla="*/ 0 w 114"/>
                    <a:gd name="T7" fmla="*/ 0 h 3719"/>
                    <a:gd name="T8" fmla="*/ 0 w 114"/>
                    <a:gd name="T9" fmla="*/ 0 h 3719"/>
                    <a:gd name="T10" fmla="*/ 0 w 114"/>
                    <a:gd name="T11" fmla="*/ 0 h 3719"/>
                    <a:gd name="T12" fmla="*/ 0 w 114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719"/>
                    <a:gd name="T23" fmla="*/ 114 w 114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719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lnTo>
                        <a:pt x="56" y="3719"/>
                      </a:lnTo>
                      <a:lnTo>
                        <a:pt x="114" y="3719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6" name="Freeform 633">
                  <a:extLst>
                    <a:ext uri="{FF2B5EF4-FFF2-40B4-BE49-F238E27FC236}">
                      <a16:creationId xmlns:a16="http://schemas.microsoft.com/office/drawing/2014/main" id="{6D015BDD-C8CD-F364-973E-DD1C5C01C1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45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5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7" name="Freeform 634">
                  <a:extLst>
                    <a:ext uri="{FF2B5EF4-FFF2-40B4-BE49-F238E27FC236}">
                      <a16:creationId xmlns:a16="http://schemas.microsoft.com/office/drawing/2014/main" id="{4DA6308C-3421-29F1-8E4C-2EBCC4B749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45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5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8" name="Freeform 635">
                  <a:extLst>
                    <a:ext uri="{FF2B5EF4-FFF2-40B4-BE49-F238E27FC236}">
                      <a16:creationId xmlns:a16="http://schemas.microsoft.com/office/drawing/2014/main" id="{94A1692F-A7BC-D7FC-526C-99F022F38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22" y="3965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9" name="Freeform 636">
                  <a:extLst>
                    <a:ext uri="{FF2B5EF4-FFF2-40B4-BE49-F238E27FC236}">
                      <a16:creationId xmlns:a16="http://schemas.microsoft.com/office/drawing/2014/main" id="{61866B82-C525-5F35-5DDE-FC07F00FFC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22" y="3965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50" name="Freeform 637">
                  <a:extLst>
                    <a:ext uri="{FF2B5EF4-FFF2-40B4-BE49-F238E27FC236}">
                      <a16:creationId xmlns:a16="http://schemas.microsoft.com/office/drawing/2014/main" id="{A848E1A6-47E3-BA29-6A25-39558D9B41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965"/>
                  <a:ext cx="1043" cy="16"/>
                </a:xfrm>
                <a:custGeom>
                  <a:avLst/>
                  <a:gdLst>
                    <a:gd name="T0" fmla="*/ 0 w 7300"/>
                    <a:gd name="T1" fmla="*/ 0 h 113"/>
                    <a:gd name="T2" fmla="*/ 0 w 7300"/>
                    <a:gd name="T3" fmla="*/ 0 h 113"/>
                    <a:gd name="T4" fmla="*/ 0 w 7300"/>
                    <a:gd name="T5" fmla="*/ 0 h 113"/>
                    <a:gd name="T6" fmla="*/ 0 w 7300"/>
                    <a:gd name="T7" fmla="*/ 0 h 113"/>
                    <a:gd name="T8" fmla="*/ 0 w 7300"/>
                    <a:gd name="T9" fmla="*/ 0 h 113"/>
                    <a:gd name="T10" fmla="*/ 0 w 7300"/>
                    <a:gd name="T11" fmla="*/ 0 h 113"/>
                    <a:gd name="T12" fmla="*/ 0 w 730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00"/>
                    <a:gd name="T22" fmla="*/ 0 h 113"/>
                    <a:gd name="T23" fmla="*/ 7300 w 730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00" h="113">
                      <a:moveTo>
                        <a:pt x="7300" y="113"/>
                      </a:moveTo>
                      <a:lnTo>
                        <a:pt x="7300" y="57"/>
                      </a:lnTo>
                      <a:lnTo>
                        <a:pt x="7300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300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01" name="Freeform 638">
                <a:extLst>
                  <a:ext uri="{FF2B5EF4-FFF2-40B4-BE49-F238E27FC236}">
                    <a16:creationId xmlns:a16="http://schemas.microsoft.com/office/drawing/2014/main" id="{3C033942-42F1-E8EC-7261-F18F1D5DBE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217"/>
                <a:ext cx="1232" cy="19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7300" y="113"/>
                    </a:move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2" name="Freeform 639">
                <a:extLst>
                  <a:ext uri="{FF2B5EF4-FFF2-40B4-BE49-F238E27FC236}">
                    <a16:creationId xmlns:a16="http://schemas.microsoft.com/office/drawing/2014/main" id="{598EB53E-8571-54BF-82E3-05568DDE3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3" name="Freeform 640">
                <a:extLst>
                  <a:ext uri="{FF2B5EF4-FFF2-40B4-BE49-F238E27FC236}">
                    <a16:creationId xmlns:a16="http://schemas.microsoft.com/office/drawing/2014/main" id="{0E23B384-E7E0-B229-18ED-F0D64FB3D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4" name="Freeform 641">
                <a:extLst>
                  <a:ext uri="{FF2B5EF4-FFF2-40B4-BE49-F238E27FC236}">
                    <a16:creationId xmlns:a16="http://schemas.microsoft.com/office/drawing/2014/main" id="{84037405-CA9E-167F-E3E7-8C68DB59C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5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5" name="Freeform 642">
                <a:extLst>
                  <a:ext uri="{FF2B5EF4-FFF2-40B4-BE49-F238E27FC236}">
                    <a16:creationId xmlns:a16="http://schemas.microsoft.com/office/drawing/2014/main" id="{3800FC3D-A26D-6857-03A6-030C58599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5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6" name="Freeform 643">
                <a:extLst>
                  <a:ext uri="{FF2B5EF4-FFF2-40B4-BE49-F238E27FC236}">
                    <a16:creationId xmlns:a16="http://schemas.microsoft.com/office/drawing/2014/main" id="{DF25EF8B-45D5-45E1-0A8C-62C662E12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845"/>
                <a:ext cx="1232" cy="20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7" name="Freeform 644">
                <a:extLst>
                  <a:ext uri="{FF2B5EF4-FFF2-40B4-BE49-F238E27FC236}">
                    <a16:creationId xmlns:a16="http://schemas.microsoft.com/office/drawing/2014/main" id="{49923313-173F-6684-DFE2-CAFA3FF1B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845"/>
                <a:ext cx="1232" cy="20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8" name="Freeform 645">
                <a:extLst>
                  <a:ext uri="{FF2B5EF4-FFF2-40B4-BE49-F238E27FC236}">
                    <a16:creationId xmlns:a16="http://schemas.microsoft.com/office/drawing/2014/main" id="{5B18D687-7707-B78D-BBC8-CF250512E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845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9" name="Freeform 646">
                <a:extLst>
                  <a:ext uri="{FF2B5EF4-FFF2-40B4-BE49-F238E27FC236}">
                    <a16:creationId xmlns:a16="http://schemas.microsoft.com/office/drawing/2014/main" id="{86997075-4C5F-F35B-D9C8-4F7BE7131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845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0" name="Freeform 647">
                <a:extLst>
                  <a:ext uri="{FF2B5EF4-FFF2-40B4-BE49-F238E27FC236}">
                    <a16:creationId xmlns:a16="http://schemas.microsoft.com/office/drawing/2014/main" id="{885FBE6A-8B74-7E6E-E105-8F94171B44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5" y="2901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1" name="Freeform 648">
                <a:extLst>
                  <a:ext uri="{FF2B5EF4-FFF2-40B4-BE49-F238E27FC236}">
                    <a16:creationId xmlns:a16="http://schemas.microsoft.com/office/drawing/2014/main" id="{69A09ECC-C5C4-2847-9217-9BB65D9E9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5" y="2901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2" name="Freeform 649">
                <a:extLst>
                  <a:ext uri="{FF2B5EF4-FFF2-40B4-BE49-F238E27FC236}">
                    <a16:creationId xmlns:a16="http://schemas.microsoft.com/office/drawing/2014/main" id="{E4856300-943D-D562-2599-55991F622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2901"/>
                <a:ext cx="1255" cy="19"/>
              </a:xfrm>
              <a:custGeom>
                <a:avLst/>
                <a:gdLst>
                  <a:gd name="T0" fmla="*/ 0 w 7432"/>
                  <a:gd name="T1" fmla="*/ 0 h 114"/>
                  <a:gd name="T2" fmla="*/ 0 w 7432"/>
                  <a:gd name="T3" fmla="*/ 0 h 114"/>
                  <a:gd name="T4" fmla="*/ 0 w 7432"/>
                  <a:gd name="T5" fmla="*/ 0 h 114"/>
                  <a:gd name="T6" fmla="*/ 0 w 7432"/>
                  <a:gd name="T7" fmla="*/ 0 h 114"/>
                  <a:gd name="T8" fmla="*/ 0 w 7432"/>
                  <a:gd name="T9" fmla="*/ 0 h 114"/>
                  <a:gd name="T10" fmla="*/ 0 w 7432"/>
                  <a:gd name="T11" fmla="*/ 0 h 114"/>
                  <a:gd name="T12" fmla="*/ 0 w 7432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2"/>
                  <a:gd name="T22" fmla="*/ 0 h 114"/>
                  <a:gd name="T23" fmla="*/ 7432 w 7432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2" h="114">
                    <a:moveTo>
                      <a:pt x="7432" y="114"/>
                    </a:moveTo>
                    <a:lnTo>
                      <a:pt x="7432" y="58"/>
                    </a:lnTo>
                    <a:lnTo>
                      <a:pt x="7432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2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3" name="Freeform 650">
                <a:extLst>
                  <a:ext uri="{FF2B5EF4-FFF2-40B4-BE49-F238E27FC236}">
                    <a16:creationId xmlns:a16="http://schemas.microsoft.com/office/drawing/2014/main" id="{38B14789-F213-26FE-44E4-34008C7CA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2901"/>
                <a:ext cx="1255" cy="19"/>
              </a:xfrm>
              <a:custGeom>
                <a:avLst/>
                <a:gdLst>
                  <a:gd name="T0" fmla="*/ 0 w 7432"/>
                  <a:gd name="T1" fmla="*/ 0 h 114"/>
                  <a:gd name="T2" fmla="*/ 0 w 7432"/>
                  <a:gd name="T3" fmla="*/ 0 h 114"/>
                  <a:gd name="T4" fmla="*/ 0 w 7432"/>
                  <a:gd name="T5" fmla="*/ 0 h 114"/>
                  <a:gd name="T6" fmla="*/ 0 w 7432"/>
                  <a:gd name="T7" fmla="*/ 0 h 114"/>
                  <a:gd name="T8" fmla="*/ 0 w 7432"/>
                  <a:gd name="T9" fmla="*/ 0 h 114"/>
                  <a:gd name="T10" fmla="*/ 0 w 7432"/>
                  <a:gd name="T11" fmla="*/ 0 h 114"/>
                  <a:gd name="T12" fmla="*/ 0 w 7432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2"/>
                  <a:gd name="T22" fmla="*/ 0 h 114"/>
                  <a:gd name="T23" fmla="*/ 7432 w 7432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2" h="114">
                    <a:moveTo>
                      <a:pt x="7432" y="114"/>
                    </a:moveTo>
                    <a:lnTo>
                      <a:pt x="7432" y="58"/>
                    </a:lnTo>
                    <a:lnTo>
                      <a:pt x="7432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2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4" name="Freeform 651">
                <a:extLst>
                  <a:ext uri="{FF2B5EF4-FFF2-40B4-BE49-F238E27FC236}">
                    <a16:creationId xmlns:a16="http://schemas.microsoft.com/office/drawing/2014/main" id="{A593E378-B19D-CFFE-2D58-A6EF0FA37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2901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5" name="Freeform 652">
                <a:extLst>
                  <a:ext uri="{FF2B5EF4-FFF2-40B4-BE49-F238E27FC236}">
                    <a16:creationId xmlns:a16="http://schemas.microsoft.com/office/drawing/2014/main" id="{B250F84F-5C6A-9A33-84F9-76547CCCF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2901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6" name="Freeform 653">
                <a:extLst>
                  <a:ext uri="{FF2B5EF4-FFF2-40B4-BE49-F238E27FC236}">
                    <a16:creationId xmlns:a16="http://schemas.microsoft.com/office/drawing/2014/main" id="{310C7610-90E7-5B38-B153-20926AD996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7" name="Freeform 654">
                <a:extLst>
                  <a:ext uri="{FF2B5EF4-FFF2-40B4-BE49-F238E27FC236}">
                    <a16:creationId xmlns:a16="http://schemas.microsoft.com/office/drawing/2014/main" id="{FE91F629-CE6F-9325-A216-69CB30B6D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8" name="Freeform 655">
                <a:extLst>
                  <a:ext uri="{FF2B5EF4-FFF2-40B4-BE49-F238E27FC236}">
                    <a16:creationId xmlns:a16="http://schemas.microsoft.com/office/drawing/2014/main" id="{954F8A86-AA72-DA78-1F24-A249D66D5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1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9" name="Freeform 656">
                <a:extLst>
                  <a:ext uri="{FF2B5EF4-FFF2-40B4-BE49-F238E27FC236}">
                    <a16:creationId xmlns:a16="http://schemas.microsoft.com/office/drawing/2014/main" id="{3E4E917F-A94A-91E6-7B32-0E1E0E9DB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1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0" name="Freeform 657">
                <a:extLst>
                  <a:ext uri="{FF2B5EF4-FFF2-40B4-BE49-F238E27FC236}">
                    <a16:creationId xmlns:a16="http://schemas.microsoft.com/office/drawing/2014/main" id="{4057DA19-9A8D-2627-9BCF-905A530C3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11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1" name="Freeform 658">
                <a:extLst>
                  <a:ext uri="{FF2B5EF4-FFF2-40B4-BE49-F238E27FC236}">
                    <a16:creationId xmlns:a16="http://schemas.microsoft.com/office/drawing/2014/main" id="{25090165-F6FB-D6EA-E387-8802C90F9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11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2" name="Line 659">
                <a:extLst>
                  <a:ext uri="{FF2B5EF4-FFF2-40B4-BE49-F238E27FC236}">
                    <a16:creationId xmlns:a16="http://schemas.microsoft.com/office/drawing/2014/main" id="{6E14644F-8BF0-CD6C-6EDC-A9A80A4C8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3" name="Line 660">
                <a:extLst>
                  <a:ext uri="{FF2B5EF4-FFF2-40B4-BE49-F238E27FC236}">
                    <a16:creationId xmlns:a16="http://schemas.microsoft.com/office/drawing/2014/main" id="{B5EF468A-131D-E293-1C92-8BE6BD21E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6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4" name="Line 661">
                <a:extLst>
                  <a:ext uri="{FF2B5EF4-FFF2-40B4-BE49-F238E27FC236}">
                    <a16:creationId xmlns:a16="http://schemas.microsoft.com/office/drawing/2014/main" id="{E535CCEA-48E0-F92E-7404-C9DE76A5E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5" name="Line 662">
                <a:extLst>
                  <a:ext uri="{FF2B5EF4-FFF2-40B4-BE49-F238E27FC236}">
                    <a16:creationId xmlns:a16="http://schemas.microsoft.com/office/drawing/2014/main" id="{9A0E88A3-5F6E-3DEE-80D4-20DDE7BCE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6" name="Line 663">
                <a:extLst>
                  <a:ext uri="{FF2B5EF4-FFF2-40B4-BE49-F238E27FC236}">
                    <a16:creationId xmlns:a16="http://schemas.microsoft.com/office/drawing/2014/main" id="{797EAF44-615E-0746-3AAF-E3A1F3AC6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1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7" name="Line 664">
                <a:extLst>
                  <a:ext uri="{FF2B5EF4-FFF2-40B4-BE49-F238E27FC236}">
                    <a16:creationId xmlns:a16="http://schemas.microsoft.com/office/drawing/2014/main" id="{9CCFF132-C68A-E5B3-D6BA-69A820F7A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4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8" name="Line 665">
                <a:extLst>
                  <a:ext uri="{FF2B5EF4-FFF2-40B4-BE49-F238E27FC236}">
                    <a16:creationId xmlns:a16="http://schemas.microsoft.com/office/drawing/2014/main" id="{57796EDD-2E7E-284C-F6AC-7CDA863DB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0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9" name="Line 666">
                <a:extLst>
                  <a:ext uri="{FF2B5EF4-FFF2-40B4-BE49-F238E27FC236}">
                    <a16:creationId xmlns:a16="http://schemas.microsoft.com/office/drawing/2014/main" id="{9F48E933-5941-A635-D40F-648C927D6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2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0" name="Line 667">
                <a:extLst>
                  <a:ext uri="{FF2B5EF4-FFF2-40B4-BE49-F238E27FC236}">
                    <a16:creationId xmlns:a16="http://schemas.microsoft.com/office/drawing/2014/main" id="{38EC4579-651C-6348-9AB1-3B91DDE66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9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1" name="Freeform 668">
                <a:extLst>
                  <a:ext uri="{FF2B5EF4-FFF2-40B4-BE49-F238E27FC236}">
                    <a16:creationId xmlns:a16="http://schemas.microsoft.com/office/drawing/2014/main" id="{0A8AB7C6-A872-3710-894D-DD8D26063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217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20" y="56"/>
                    </a:moveTo>
                    <a:lnTo>
                      <a:pt x="0" y="3"/>
                    </a:lnTo>
                    <a:lnTo>
                      <a:pt x="12" y="0"/>
                    </a:lnTo>
                    <a:lnTo>
                      <a:pt x="24" y="0"/>
                    </a:lnTo>
                    <a:lnTo>
                      <a:pt x="37" y="2"/>
                    </a:lnTo>
                    <a:lnTo>
                      <a:pt x="49" y="8"/>
                    </a:lnTo>
                    <a:lnTo>
                      <a:pt x="59" y="15"/>
                    </a:lnTo>
                    <a:lnTo>
                      <a:pt x="67" y="25"/>
                    </a:lnTo>
                    <a:lnTo>
                      <a:pt x="72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4" y="73"/>
                    </a:lnTo>
                    <a:lnTo>
                      <a:pt x="68" y="85"/>
                    </a:lnTo>
                    <a:lnTo>
                      <a:pt x="61" y="95"/>
                    </a:lnTo>
                    <a:lnTo>
                      <a:pt x="51" y="103"/>
                    </a:lnTo>
                    <a:lnTo>
                      <a:pt x="40" y="109"/>
                    </a:ln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2" name="Freeform 669">
                <a:extLst>
                  <a:ext uri="{FF2B5EF4-FFF2-40B4-BE49-F238E27FC236}">
                    <a16:creationId xmlns:a16="http://schemas.microsoft.com/office/drawing/2014/main" id="{9283E9A9-CFCD-2500-8913-C266F67E3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217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0" y="3"/>
                    </a:moveTo>
                    <a:lnTo>
                      <a:pt x="12" y="0"/>
                    </a:lnTo>
                    <a:lnTo>
                      <a:pt x="24" y="0"/>
                    </a:lnTo>
                    <a:lnTo>
                      <a:pt x="37" y="2"/>
                    </a:lnTo>
                    <a:lnTo>
                      <a:pt x="49" y="8"/>
                    </a:lnTo>
                    <a:lnTo>
                      <a:pt x="59" y="15"/>
                    </a:lnTo>
                    <a:lnTo>
                      <a:pt x="67" y="25"/>
                    </a:lnTo>
                    <a:lnTo>
                      <a:pt x="72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4" y="73"/>
                    </a:lnTo>
                    <a:lnTo>
                      <a:pt x="68" y="85"/>
                    </a:lnTo>
                    <a:lnTo>
                      <a:pt x="61" y="95"/>
                    </a:lnTo>
                    <a:lnTo>
                      <a:pt x="51" y="103"/>
                    </a:lnTo>
                    <a:lnTo>
                      <a:pt x="40" y="10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3" name="Freeform 670">
                <a:extLst>
                  <a:ext uri="{FF2B5EF4-FFF2-40B4-BE49-F238E27FC236}">
                    <a16:creationId xmlns:a16="http://schemas.microsoft.com/office/drawing/2014/main" id="{A385C958-090F-B46D-898B-0498848DB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219"/>
                <a:ext cx="142" cy="68"/>
              </a:xfrm>
              <a:custGeom>
                <a:avLst/>
                <a:gdLst>
                  <a:gd name="T0" fmla="*/ 0 w 837"/>
                  <a:gd name="T1" fmla="*/ 0 h 409"/>
                  <a:gd name="T2" fmla="*/ 0 w 837"/>
                  <a:gd name="T3" fmla="*/ 0 h 409"/>
                  <a:gd name="T4" fmla="*/ 0 w 837"/>
                  <a:gd name="T5" fmla="*/ 0 h 409"/>
                  <a:gd name="T6" fmla="*/ 0 w 837"/>
                  <a:gd name="T7" fmla="*/ 0 h 409"/>
                  <a:gd name="T8" fmla="*/ 0 w 837"/>
                  <a:gd name="T9" fmla="*/ 0 h 409"/>
                  <a:gd name="T10" fmla="*/ 0 w 837"/>
                  <a:gd name="T11" fmla="*/ 0 h 409"/>
                  <a:gd name="T12" fmla="*/ 0 w 837"/>
                  <a:gd name="T13" fmla="*/ 0 h 4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09"/>
                  <a:gd name="T23" fmla="*/ 837 w 837"/>
                  <a:gd name="T24" fmla="*/ 409 h 4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09">
                    <a:moveTo>
                      <a:pt x="837" y="106"/>
                    </a:moveTo>
                    <a:lnTo>
                      <a:pt x="817" y="53"/>
                    </a:lnTo>
                    <a:lnTo>
                      <a:pt x="797" y="0"/>
                    </a:lnTo>
                    <a:lnTo>
                      <a:pt x="0" y="303"/>
                    </a:lnTo>
                    <a:lnTo>
                      <a:pt x="20" y="356"/>
                    </a:lnTo>
                    <a:lnTo>
                      <a:pt x="40" y="409"/>
                    </a:lnTo>
                    <a:lnTo>
                      <a:pt x="837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4" name="Freeform 671">
                <a:extLst>
                  <a:ext uri="{FF2B5EF4-FFF2-40B4-BE49-F238E27FC236}">
                    <a16:creationId xmlns:a16="http://schemas.microsoft.com/office/drawing/2014/main" id="{8E86CA44-31DE-83F1-FE10-386006E5F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219"/>
                <a:ext cx="142" cy="68"/>
              </a:xfrm>
              <a:custGeom>
                <a:avLst/>
                <a:gdLst>
                  <a:gd name="T0" fmla="*/ 0 w 837"/>
                  <a:gd name="T1" fmla="*/ 0 h 409"/>
                  <a:gd name="T2" fmla="*/ 0 w 837"/>
                  <a:gd name="T3" fmla="*/ 0 h 409"/>
                  <a:gd name="T4" fmla="*/ 0 w 837"/>
                  <a:gd name="T5" fmla="*/ 0 h 409"/>
                  <a:gd name="T6" fmla="*/ 0 w 837"/>
                  <a:gd name="T7" fmla="*/ 0 h 409"/>
                  <a:gd name="T8" fmla="*/ 0 w 837"/>
                  <a:gd name="T9" fmla="*/ 0 h 409"/>
                  <a:gd name="T10" fmla="*/ 0 w 837"/>
                  <a:gd name="T11" fmla="*/ 0 h 409"/>
                  <a:gd name="T12" fmla="*/ 0 w 837"/>
                  <a:gd name="T13" fmla="*/ 0 h 4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09"/>
                  <a:gd name="T23" fmla="*/ 837 w 837"/>
                  <a:gd name="T24" fmla="*/ 409 h 4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09">
                    <a:moveTo>
                      <a:pt x="837" y="106"/>
                    </a:moveTo>
                    <a:lnTo>
                      <a:pt x="817" y="53"/>
                    </a:lnTo>
                    <a:lnTo>
                      <a:pt x="797" y="0"/>
                    </a:lnTo>
                    <a:lnTo>
                      <a:pt x="0" y="303"/>
                    </a:lnTo>
                    <a:lnTo>
                      <a:pt x="20" y="356"/>
                    </a:lnTo>
                    <a:lnTo>
                      <a:pt x="40" y="409"/>
                    </a:lnTo>
                    <a:lnTo>
                      <a:pt x="837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Freeform 672">
                <a:extLst>
                  <a:ext uri="{FF2B5EF4-FFF2-40B4-BE49-F238E27FC236}">
                    <a16:creationId xmlns:a16="http://schemas.microsoft.com/office/drawing/2014/main" id="{556091EC-67EF-EC82-5CB4-DA3BC00E5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9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56" y="53"/>
                    </a:moveTo>
                    <a:lnTo>
                      <a:pt x="76" y="106"/>
                    </a:lnTo>
                    <a:lnTo>
                      <a:pt x="64" y="109"/>
                    </a:lnTo>
                    <a:lnTo>
                      <a:pt x="51" y="109"/>
                    </a:lnTo>
                    <a:lnTo>
                      <a:pt x="39" y="107"/>
                    </a:lnTo>
                    <a:lnTo>
                      <a:pt x="27" y="101"/>
                    </a:lnTo>
                    <a:lnTo>
                      <a:pt x="17" y="95"/>
                    </a:lnTo>
                    <a:lnTo>
                      <a:pt x="9" y="85"/>
                    </a:lnTo>
                    <a:lnTo>
                      <a:pt x="3" y="73"/>
                    </a:lnTo>
                    <a:lnTo>
                      <a:pt x="0" y="61"/>
                    </a:lnTo>
                    <a:lnTo>
                      <a:pt x="0" y="49"/>
                    </a:lnTo>
                    <a:lnTo>
                      <a:pt x="2" y="36"/>
                    </a:lnTo>
                    <a:lnTo>
                      <a:pt x="8" y="24"/>
                    </a:lnTo>
                    <a:lnTo>
                      <a:pt x="14" y="14"/>
                    </a:lnTo>
                    <a:lnTo>
                      <a:pt x="24" y="6"/>
                    </a:lnTo>
                    <a:lnTo>
                      <a:pt x="36" y="0"/>
                    </a:lnTo>
                    <a:lnTo>
                      <a:pt x="56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Freeform 673">
                <a:extLst>
                  <a:ext uri="{FF2B5EF4-FFF2-40B4-BE49-F238E27FC236}">
                    <a16:creationId xmlns:a16="http://schemas.microsoft.com/office/drawing/2014/main" id="{48CED691-5D92-7153-6F77-6E645C89E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9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76" y="106"/>
                    </a:moveTo>
                    <a:lnTo>
                      <a:pt x="64" y="109"/>
                    </a:lnTo>
                    <a:lnTo>
                      <a:pt x="51" y="109"/>
                    </a:lnTo>
                    <a:lnTo>
                      <a:pt x="39" y="107"/>
                    </a:lnTo>
                    <a:lnTo>
                      <a:pt x="27" y="101"/>
                    </a:lnTo>
                    <a:lnTo>
                      <a:pt x="17" y="95"/>
                    </a:lnTo>
                    <a:lnTo>
                      <a:pt x="9" y="85"/>
                    </a:lnTo>
                    <a:lnTo>
                      <a:pt x="3" y="73"/>
                    </a:lnTo>
                    <a:lnTo>
                      <a:pt x="0" y="61"/>
                    </a:lnTo>
                    <a:lnTo>
                      <a:pt x="0" y="49"/>
                    </a:lnTo>
                    <a:lnTo>
                      <a:pt x="2" y="36"/>
                    </a:lnTo>
                    <a:lnTo>
                      <a:pt x="8" y="24"/>
                    </a:lnTo>
                    <a:lnTo>
                      <a:pt x="14" y="14"/>
                    </a:lnTo>
                    <a:lnTo>
                      <a:pt x="24" y="6"/>
                    </a:lnTo>
                    <a:lnTo>
                      <a:pt x="3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Freeform 674">
                <a:extLst>
                  <a:ext uri="{FF2B5EF4-FFF2-40B4-BE49-F238E27FC236}">
                    <a16:creationId xmlns:a16="http://schemas.microsoft.com/office/drawing/2014/main" id="{02D4211D-8979-BA7C-A42D-07397CB8C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299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Freeform 675">
                <a:extLst>
                  <a:ext uri="{FF2B5EF4-FFF2-40B4-BE49-F238E27FC236}">
                    <a16:creationId xmlns:a16="http://schemas.microsoft.com/office/drawing/2014/main" id="{400B0FC7-AA11-6439-9583-3EDA6CFAC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299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Freeform 676">
                <a:extLst>
                  <a:ext uri="{FF2B5EF4-FFF2-40B4-BE49-F238E27FC236}">
                    <a16:creationId xmlns:a16="http://schemas.microsoft.com/office/drawing/2014/main" id="{39719C48-3173-AE97-194D-0DA5288D1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299"/>
                <a:ext cx="225" cy="20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Freeform 677">
                <a:extLst>
                  <a:ext uri="{FF2B5EF4-FFF2-40B4-BE49-F238E27FC236}">
                    <a16:creationId xmlns:a16="http://schemas.microsoft.com/office/drawing/2014/main" id="{5A27BCC4-1F68-4459-C914-D99A526E4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299"/>
                <a:ext cx="225" cy="20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Freeform 678">
                <a:extLst>
                  <a:ext uri="{FF2B5EF4-FFF2-40B4-BE49-F238E27FC236}">
                    <a16:creationId xmlns:a16="http://schemas.microsoft.com/office/drawing/2014/main" id="{66CACF50-577C-9456-2343-B3EF3F0D0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Freeform 679">
                <a:extLst>
                  <a:ext uri="{FF2B5EF4-FFF2-40B4-BE49-F238E27FC236}">
                    <a16:creationId xmlns:a16="http://schemas.microsoft.com/office/drawing/2014/main" id="{26AA9A3B-76C3-9088-A0E2-823277E21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Freeform 680">
                <a:extLst>
                  <a:ext uri="{FF2B5EF4-FFF2-40B4-BE49-F238E27FC236}">
                    <a16:creationId xmlns:a16="http://schemas.microsoft.com/office/drawing/2014/main" id="{781A1456-2981-3AB1-74D5-7F1FE0F4D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Freeform 681">
                <a:extLst>
                  <a:ext uri="{FF2B5EF4-FFF2-40B4-BE49-F238E27FC236}">
                    <a16:creationId xmlns:a16="http://schemas.microsoft.com/office/drawing/2014/main" id="{DA2DE1F8-9511-13BA-D479-EE5FF3F2E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Freeform 682">
                <a:extLst>
                  <a:ext uri="{FF2B5EF4-FFF2-40B4-BE49-F238E27FC236}">
                    <a16:creationId xmlns:a16="http://schemas.microsoft.com/office/drawing/2014/main" id="{36D86532-E299-E149-9493-EC9E490B1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Freeform 683">
                <a:extLst>
                  <a:ext uri="{FF2B5EF4-FFF2-40B4-BE49-F238E27FC236}">
                    <a16:creationId xmlns:a16="http://schemas.microsoft.com/office/drawing/2014/main" id="{E64244D4-9503-52BF-74AE-8F36C6E4E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Freeform 684">
                <a:extLst>
                  <a:ext uri="{FF2B5EF4-FFF2-40B4-BE49-F238E27FC236}">
                    <a16:creationId xmlns:a16="http://schemas.microsoft.com/office/drawing/2014/main" id="{98474F4C-F20D-F27C-6506-EB22CC585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5"/>
                    </a:lnTo>
                    <a:lnTo>
                      <a:pt x="90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Freeform 685">
                <a:extLst>
                  <a:ext uri="{FF2B5EF4-FFF2-40B4-BE49-F238E27FC236}">
                    <a16:creationId xmlns:a16="http://schemas.microsoft.com/office/drawing/2014/main" id="{9B7492AC-A913-0DED-94FB-9FF1B3047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5"/>
                    </a:lnTo>
                    <a:lnTo>
                      <a:pt x="90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Freeform 686">
                <a:extLst>
                  <a:ext uri="{FF2B5EF4-FFF2-40B4-BE49-F238E27FC236}">
                    <a16:creationId xmlns:a16="http://schemas.microsoft.com/office/drawing/2014/main" id="{67083603-62C2-989A-3968-3162E587A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Freeform 687">
                <a:extLst>
                  <a:ext uri="{FF2B5EF4-FFF2-40B4-BE49-F238E27FC236}">
                    <a16:creationId xmlns:a16="http://schemas.microsoft.com/office/drawing/2014/main" id="{8AE0678F-F286-7A9E-D11B-3F093B9E8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Freeform 688">
                <a:extLst>
                  <a:ext uri="{FF2B5EF4-FFF2-40B4-BE49-F238E27FC236}">
                    <a16:creationId xmlns:a16="http://schemas.microsoft.com/office/drawing/2014/main" id="{40DED82D-98FE-3BB4-19AA-A91279E98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Freeform 689">
                <a:extLst>
                  <a:ext uri="{FF2B5EF4-FFF2-40B4-BE49-F238E27FC236}">
                    <a16:creationId xmlns:a16="http://schemas.microsoft.com/office/drawing/2014/main" id="{03C1595D-28BB-CF41-EC56-BF025EAA0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Freeform 690">
                <a:extLst>
                  <a:ext uri="{FF2B5EF4-FFF2-40B4-BE49-F238E27FC236}">
                    <a16:creationId xmlns:a16="http://schemas.microsoft.com/office/drawing/2014/main" id="{161EAEFE-1A11-4CC2-0C98-02C851A0E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Freeform 691">
                <a:extLst>
                  <a:ext uri="{FF2B5EF4-FFF2-40B4-BE49-F238E27FC236}">
                    <a16:creationId xmlns:a16="http://schemas.microsoft.com/office/drawing/2014/main" id="{571BE63E-6D8B-D593-29FA-CDF0A3F4B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Freeform 692">
                <a:extLst>
                  <a:ext uri="{FF2B5EF4-FFF2-40B4-BE49-F238E27FC236}">
                    <a16:creationId xmlns:a16="http://schemas.microsoft.com/office/drawing/2014/main" id="{7242B210-DD84-2B7A-4DE7-4BB2AD88A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Freeform 693">
                <a:extLst>
                  <a:ext uri="{FF2B5EF4-FFF2-40B4-BE49-F238E27FC236}">
                    <a16:creationId xmlns:a16="http://schemas.microsoft.com/office/drawing/2014/main" id="{CF1F4D86-1DC2-F9E1-BFAF-8B7FE9E22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Freeform 694">
                <a:extLst>
                  <a:ext uri="{FF2B5EF4-FFF2-40B4-BE49-F238E27FC236}">
                    <a16:creationId xmlns:a16="http://schemas.microsoft.com/office/drawing/2014/main" id="{CA1A3FBC-82A3-D454-EDC3-EEADE2B60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Freeform 695">
                <a:extLst>
                  <a:ext uri="{FF2B5EF4-FFF2-40B4-BE49-F238E27FC236}">
                    <a16:creationId xmlns:a16="http://schemas.microsoft.com/office/drawing/2014/main" id="{FEFBFA6B-4174-BEDB-85E6-06C936328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9" name="Freeform 696">
                <a:extLst>
                  <a:ext uri="{FF2B5EF4-FFF2-40B4-BE49-F238E27FC236}">
                    <a16:creationId xmlns:a16="http://schemas.microsoft.com/office/drawing/2014/main" id="{B34A7489-DCB0-5E1F-8222-1F9C3EFE5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0" name="Freeform 697">
                <a:extLst>
                  <a:ext uri="{FF2B5EF4-FFF2-40B4-BE49-F238E27FC236}">
                    <a16:creationId xmlns:a16="http://schemas.microsoft.com/office/drawing/2014/main" id="{B43342B3-F76E-E5D2-6D68-B187C3769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1" name="Freeform 698">
                <a:extLst>
                  <a:ext uri="{FF2B5EF4-FFF2-40B4-BE49-F238E27FC236}">
                    <a16:creationId xmlns:a16="http://schemas.microsoft.com/office/drawing/2014/main" id="{50423E9F-092D-79FC-5103-BDFE42615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5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2" name="Freeform 699">
                <a:extLst>
                  <a:ext uri="{FF2B5EF4-FFF2-40B4-BE49-F238E27FC236}">
                    <a16:creationId xmlns:a16="http://schemas.microsoft.com/office/drawing/2014/main" id="{34FAF859-2D9B-FF77-48B6-84990435B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3" name="Freeform 700">
                <a:extLst>
                  <a:ext uri="{FF2B5EF4-FFF2-40B4-BE49-F238E27FC236}">
                    <a16:creationId xmlns:a16="http://schemas.microsoft.com/office/drawing/2014/main" id="{1B159429-7547-2774-9CE9-06926AE3D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7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7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4" name="Freeform 701">
                <a:extLst>
                  <a:ext uri="{FF2B5EF4-FFF2-40B4-BE49-F238E27FC236}">
                    <a16:creationId xmlns:a16="http://schemas.microsoft.com/office/drawing/2014/main" id="{5D489D99-CE60-3D23-687F-BBD669855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7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7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5" name="Freeform 702">
                <a:extLst>
                  <a:ext uri="{FF2B5EF4-FFF2-40B4-BE49-F238E27FC236}">
                    <a16:creationId xmlns:a16="http://schemas.microsoft.com/office/drawing/2014/main" id="{9901040E-D9BC-759A-15F6-0EDB2BC425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2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6" name="Freeform 703">
                <a:extLst>
                  <a:ext uri="{FF2B5EF4-FFF2-40B4-BE49-F238E27FC236}">
                    <a16:creationId xmlns:a16="http://schemas.microsoft.com/office/drawing/2014/main" id="{796DBD71-7712-F2A6-92FB-C68A2821E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7" name="Freeform 704">
                <a:extLst>
                  <a:ext uri="{FF2B5EF4-FFF2-40B4-BE49-F238E27FC236}">
                    <a16:creationId xmlns:a16="http://schemas.microsoft.com/office/drawing/2014/main" id="{CFCACC84-5CED-38F5-E8DD-8A317C2F2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8" name="Freeform 705">
                <a:extLst>
                  <a:ext uri="{FF2B5EF4-FFF2-40B4-BE49-F238E27FC236}">
                    <a16:creationId xmlns:a16="http://schemas.microsoft.com/office/drawing/2014/main" id="{E6F29E26-766F-7E92-53D1-0E0CCCAC44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9" name="Freeform 706">
                <a:extLst>
                  <a:ext uri="{FF2B5EF4-FFF2-40B4-BE49-F238E27FC236}">
                    <a16:creationId xmlns:a16="http://schemas.microsoft.com/office/drawing/2014/main" id="{864FFE5E-3A10-5EA6-BC1E-F0C7B982E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0" name="Freeform 707">
                <a:extLst>
                  <a:ext uri="{FF2B5EF4-FFF2-40B4-BE49-F238E27FC236}">
                    <a16:creationId xmlns:a16="http://schemas.microsoft.com/office/drawing/2014/main" id="{E0AEED94-12A6-316E-608F-72CED1566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1" name="Freeform 708">
                <a:extLst>
                  <a:ext uri="{FF2B5EF4-FFF2-40B4-BE49-F238E27FC236}">
                    <a16:creationId xmlns:a16="http://schemas.microsoft.com/office/drawing/2014/main" id="{CA0F55A6-9B6C-B73F-BAF1-4C0426C0DB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2" name="Freeform 709">
                <a:extLst>
                  <a:ext uri="{FF2B5EF4-FFF2-40B4-BE49-F238E27FC236}">
                    <a16:creationId xmlns:a16="http://schemas.microsoft.com/office/drawing/2014/main" id="{4CC55051-2992-A8A3-078E-2425F8EA7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3" name="Freeform 710">
                <a:extLst>
                  <a:ext uri="{FF2B5EF4-FFF2-40B4-BE49-F238E27FC236}">
                    <a16:creationId xmlns:a16="http://schemas.microsoft.com/office/drawing/2014/main" id="{8AC46A50-F583-E3A6-4E82-D5F6A587B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4" name="Freeform 711">
                <a:extLst>
                  <a:ext uri="{FF2B5EF4-FFF2-40B4-BE49-F238E27FC236}">
                    <a16:creationId xmlns:a16="http://schemas.microsoft.com/office/drawing/2014/main" id="{0B914396-0CC0-AB4A-378F-7D4562118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5" name="Freeform 712">
                <a:extLst>
                  <a:ext uri="{FF2B5EF4-FFF2-40B4-BE49-F238E27FC236}">
                    <a16:creationId xmlns:a16="http://schemas.microsoft.com/office/drawing/2014/main" id="{BE396F3B-159C-31C3-853C-EA66807C1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6" name="Freeform 713">
                <a:extLst>
                  <a:ext uri="{FF2B5EF4-FFF2-40B4-BE49-F238E27FC236}">
                    <a16:creationId xmlns:a16="http://schemas.microsoft.com/office/drawing/2014/main" id="{2A703A5C-E704-05A0-A294-762FB3AC3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7" name="Freeform 714">
                <a:extLst>
                  <a:ext uri="{FF2B5EF4-FFF2-40B4-BE49-F238E27FC236}">
                    <a16:creationId xmlns:a16="http://schemas.microsoft.com/office/drawing/2014/main" id="{D459E5EF-B5C3-BF4E-BEAF-33EFBC7B5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8" name="Freeform 715">
                <a:extLst>
                  <a:ext uri="{FF2B5EF4-FFF2-40B4-BE49-F238E27FC236}">
                    <a16:creationId xmlns:a16="http://schemas.microsoft.com/office/drawing/2014/main" id="{36E2F838-63CE-8B56-53B3-32B614662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9" name="Freeform 716">
                <a:extLst>
                  <a:ext uri="{FF2B5EF4-FFF2-40B4-BE49-F238E27FC236}">
                    <a16:creationId xmlns:a16="http://schemas.microsoft.com/office/drawing/2014/main" id="{ABF3BD8F-7DAB-674D-F567-AF3F9B779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846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20" y="53"/>
                    </a:moveTo>
                    <a:lnTo>
                      <a:pt x="40" y="0"/>
                    </a:lnTo>
                    <a:lnTo>
                      <a:pt x="51" y="6"/>
                    </a:lnTo>
                    <a:lnTo>
                      <a:pt x="61" y="14"/>
                    </a:lnTo>
                    <a:lnTo>
                      <a:pt x="68" y="24"/>
                    </a:lnTo>
                    <a:lnTo>
                      <a:pt x="74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2" y="73"/>
                    </a:lnTo>
                    <a:lnTo>
                      <a:pt x="67" y="84"/>
                    </a:lnTo>
                    <a:lnTo>
                      <a:pt x="59" y="94"/>
                    </a:lnTo>
                    <a:lnTo>
                      <a:pt x="49" y="101"/>
                    </a:lnTo>
                    <a:lnTo>
                      <a:pt x="37" y="107"/>
                    </a:lnTo>
                    <a:lnTo>
                      <a:pt x="24" y="109"/>
                    </a:lnTo>
                    <a:lnTo>
                      <a:pt x="12" y="109"/>
                    </a:lnTo>
                    <a:lnTo>
                      <a:pt x="0" y="106"/>
                    </a:lnTo>
                    <a:lnTo>
                      <a:pt x="20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0" name="Freeform 717">
                <a:extLst>
                  <a:ext uri="{FF2B5EF4-FFF2-40B4-BE49-F238E27FC236}">
                    <a16:creationId xmlns:a16="http://schemas.microsoft.com/office/drawing/2014/main" id="{92E51C86-5D1A-8AC7-E305-C0B40D315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846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40" y="0"/>
                    </a:moveTo>
                    <a:lnTo>
                      <a:pt x="51" y="6"/>
                    </a:lnTo>
                    <a:lnTo>
                      <a:pt x="61" y="14"/>
                    </a:lnTo>
                    <a:lnTo>
                      <a:pt x="68" y="24"/>
                    </a:lnTo>
                    <a:lnTo>
                      <a:pt x="74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2" y="73"/>
                    </a:lnTo>
                    <a:lnTo>
                      <a:pt x="67" y="84"/>
                    </a:lnTo>
                    <a:lnTo>
                      <a:pt x="59" y="94"/>
                    </a:lnTo>
                    <a:lnTo>
                      <a:pt x="49" y="101"/>
                    </a:lnTo>
                    <a:lnTo>
                      <a:pt x="37" y="107"/>
                    </a:lnTo>
                    <a:lnTo>
                      <a:pt x="24" y="109"/>
                    </a:lnTo>
                    <a:lnTo>
                      <a:pt x="12" y="109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1" name="Freeform 718">
                <a:extLst>
                  <a:ext uri="{FF2B5EF4-FFF2-40B4-BE49-F238E27FC236}">
                    <a16:creationId xmlns:a16="http://schemas.microsoft.com/office/drawing/2014/main" id="{BA463615-ECE2-4609-C117-4904D6746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795"/>
                <a:ext cx="142" cy="69"/>
              </a:xfrm>
              <a:custGeom>
                <a:avLst/>
                <a:gdLst>
                  <a:gd name="T0" fmla="*/ 0 w 837"/>
                  <a:gd name="T1" fmla="*/ 0 h 410"/>
                  <a:gd name="T2" fmla="*/ 0 w 837"/>
                  <a:gd name="T3" fmla="*/ 0 h 410"/>
                  <a:gd name="T4" fmla="*/ 0 w 837"/>
                  <a:gd name="T5" fmla="*/ 0 h 410"/>
                  <a:gd name="T6" fmla="*/ 0 w 837"/>
                  <a:gd name="T7" fmla="*/ 0 h 410"/>
                  <a:gd name="T8" fmla="*/ 0 w 837"/>
                  <a:gd name="T9" fmla="*/ 0 h 410"/>
                  <a:gd name="T10" fmla="*/ 0 w 837"/>
                  <a:gd name="T11" fmla="*/ 0 h 410"/>
                  <a:gd name="T12" fmla="*/ 0 w 837"/>
                  <a:gd name="T13" fmla="*/ 0 h 4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10"/>
                  <a:gd name="T23" fmla="*/ 837 w 837"/>
                  <a:gd name="T24" fmla="*/ 410 h 4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10">
                    <a:moveTo>
                      <a:pt x="797" y="410"/>
                    </a:moveTo>
                    <a:lnTo>
                      <a:pt x="817" y="357"/>
                    </a:lnTo>
                    <a:lnTo>
                      <a:pt x="837" y="304"/>
                    </a:lnTo>
                    <a:lnTo>
                      <a:pt x="40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797" y="4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2" name="Freeform 719">
                <a:extLst>
                  <a:ext uri="{FF2B5EF4-FFF2-40B4-BE49-F238E27FC236}">
                    <a16:creationId xmlns:a16="http://schemas.microsoft.com/office/drawing/2014/main" id="{CD022B0F-5356-70FE-DA06-141C8E812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795"/>
                <a:ext cx="142" cy="69"/>
              </a:xfrm>
              <a:custGeom>
                <a:avLst/>
                <a:gdLst>
                  <a:gd name="T0" fmla="*/ 0 w 837"/>
                  <a:gd name="T1" fmla="*/ 0 h 410"/>
                  <a:gd name="T2" fmla="*/ 0 w 837"/>
                  <a:gd name="T3" fmla="*/ 0 h 410"/>
                  <a:gd name="T4" fmla="*/ 0 w 837"/>
                  <a:gd name="T5" fmla="*/ 0 h 410"/>
                  <a:gd name="T6" fmla="*/ 0 w 837"/>
                  <a:gd name="T7" fmla="*/ 0 h 410"/>
                  <a:gd name="T8" fmla="*/ 0 w 837"/>
                  <a:gd name="T9" fmla="*/ 0 h 410"/>
                  <a:gd name="T10" fmla="*/ 0 w 837"/>
                  <a:gd name="T11" fmla="*/ 0 h 410"/>
                  <a:gd name="T12" fmla="*/ 0 w 837"/>
                  <a:gd name="T13" fmla="*/ 0 h 4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10"/>
                  <a:gd name="T23" fmla="*/ 837 w 837"/>
                  <a:gd name="T24" fmla="*/ 410 h 4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10">
                    <a:moveTo>
                      <a:pt x="797" y="410"/>
                    </a:moveTo>
                    <a:lnTo>
                      <a:pt x="817" y="357"/>
                    </a:lnTo>
                    <a:lnTo>
                      <a:pt x="837" y="304"/>
                    </a:lnTo>
                    <a:lnTo>
                      <a:pt x="40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797" y="4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3" name="Freeform 720">
                <a:extLst>
                  <a:ext uri="{FF2B5EF4-FFF2-40B4-BE49-F238E27FC236}">
                    <a16:creationId xmlns:a16="http://schemas.microsoft.com/office/drawing/2014/main" id="{A2365A53-ABE7-7B3F-9274-2B52639A0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794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56" y="56"/>
                    </a:moveTo>
                    <a:lnTo>
                      <a:pt x="36" y="109"/>
                    </a:lnTo>
                    <a:lnTo>
                      <a:pt x="24" y="103"/>
                    </a:lnTo>
                    <a:lnTo>
                      <a:pt x="14" y="95"/>
                    </a:lnTo>
                    <a:lnTo>
                      <a:pt x="8" y="85"/>
                    </a:lnTo>
                    <a:lnTo>
                      <a:pt x="2" y="73"/>
                    </a:lnTo>
                    <a:lnTo>
                      <a:pt x="0" y="60"/>
                    </a:lnTo>
                    <a:lnTo>
                      <a:pt x="0" y="48"/>
                    </a:lnTo>
                    <a:lnTo>
                      <a:pt x="3" y="36"/>
                    </a:lnTo>
                    <a:lnTo>
                      <a:pt x="9" y="24"/>
                    </a:lnTo>
                    <a:lnTo>
                      <a:pt x="17" y="14"/>
                    </a:lnTo>
                    <a:lnTo>
                      <a:pt x="27" y="8"/>
                    </a:lnTo>
                    <a:lnTo>
                      <a:pt x="39" y="2"/>
                    </a:lnTo>
                    <a:lnTo>
                      <a:pt x="51" y="0"/>
                    </a:lnTo>
                    <a:lnTo>
                      <a:pt x="64" y="0"/>
                    </a:lnTo>
                    <a:lnTo>
                      <a:pt x="76" y="3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4" name="Freeform 721">
                <a:extLst>
                  <a:ext uri="{FF2B5EF4-FFF2-40B4-BE49-F238E27FC236}">
                    <a16:creationId xmlns:a16="http://schemas.microsoft.com/office/drawing/2014/main" id="{FA7CE234-5BF3-BF16-23BD-7314B92949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794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36" y="109"/>
                    </a:moveTo>
                    <a:lnTo>
                      <a:pt x="24" y="103"/>
                    </a:lnTo>
                    <a:lnTo>
                      <a:pt x="14" y="95"/>
                    </a:lnTo>
                    <a:lnTo>
                      <a:pt x="8" y="85"/>
                    </a:lnTo>
                    <a:lnTo>
                      <a:pt x="2" y="73"/>
                    </a:lnTo>
                    <a:lnTo>
                      <a:pt x="0" y="60"/>
                    </a:lnTo>
                    <a:lnTo>
                      <a:pt x="0" y="48"/>
                    </a:lnTo>
                    <a:lnTo>
                      <a:pt x="3" y="36"/>
                    </a:lnTo>
                    <a:lnTo>
                      <a:pt x="9" y="24"/>
                    </a:lnTo>
                    <a:lnTo>
                      <a:pt x="17" y="14"/>
                    </a:lnTo>
                    <a:lnTo>
                      <a:pt x="27" y="8"/>
                    </a:lnTo>
                    <a:lnTo>
                      <a:pt x="39" y="2"/>
                    </a:lnTo>
                    <a:lnTo>
                      <a:pt x="51" y="0"/>
                    </a:lnTo>
                    <a:lnTo>
                      <a:pt x="64" y="0"/>
                    </a:lnTo>
                    <a:lnTo>
                      <a:pt x="76" y="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5" name="Freeform 722">
                <a:extLst>
                  <a:ext uri="{FF2B5EF4-FFF2-40B4-BE49-F238E27FC236}">
                    <a16:creationId xmlns:a16="http://schemas.microsoft.com/office/drawing/2014/main" id="{9FDC77F1-BD2A-B275-0F78-1917CC487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763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6" name="Freeform 723">
                <a:extLst>
                  <a:ext uri="{FF2B5EF4-FFF2-40B4-BE49-F238E27FC236}">
                    <a16:creationId xmlns:a16="http://schemas.microsoft.com/office/drawing/2014/main" id="{47032C4F-8EF4-DF07-FEC8-330D2A0CB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763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7" name="Freeform 724">
                <a:extLst>
                  <a:ext uri="{FF2B5EF4-FFF2-40B4-BE49-F238E27FC236}">
                    <a16:creationId xmlns:a16="http://schemas.microsoft.com/office/drawing/2014/main" id="{08CB5CC7-C320-298B-6737-BAB7F9406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763"/>
                <a:ext cx="225" cy="19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8" name="Freeform 725">
                <a:extLst>
                  <a:ext uri="{FF2B5EF4-FFF2-40B4-BE49-F238E27FC236}">
                    <a16:creationId xmlns:a16="http://schemas.microsoft.com/office/drawing/2014/main" id="{28585D73-E303-9AB8-95AC-5CFAE77B3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763"/>
                <a:ext cx="225" cy="19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9" name="Freeform 726">
                <a:extLst>
                  <a:ext uri="{FF2B5EF4-FFF2-40B4-BE49-F238E27FC236}">
                    <a16:creationId xmlns:a16="http://schemas.microsoft.com/office/drawing/2014/main" id="{204F4DAC-90C7-4BDD-D9D3-B15F07635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63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0" name="Freeform 727">
                <a:extLst>
                  <a:ext uri="{FF2B5EF4-FFF2-40B4-BE49-F238E27FC236}">
                    <a16:creationId xmlns:a16="http://schemas.microsoft.com/office/drawing/2014/main" id="{7B1D319C-3F72-9577-F859-50A274277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63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1" name="Freeform 728">
                <a:extLst>
                  <a:ext uri="{FF2B5EF4-FFF2-40B4-BE49-F238E27FC236}">
                    <a16:creationId xmlns:a16="http://schemas.microsoft.com/office/drawing/2014/main" id="{63B75A38-2914-5601-7495-D948FFBF1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66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2" name="Freeform 729">
                <a:extLst>
                  <a:ext uri="{FF2B5EF4-FFF2-40B4-BE49-F238E27FC236}">
                    <a16:creationId xmlns:a16="http://schemas.microsoft.com/office/drawing/2014/main" id="{B9C32B10-4D30-2D84-FA35-B71C00F98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66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3" name="Freeform 730">
                <a:extLst>
                  <a:ext uri="{FF2B5EF4-FFF2-40B4-BE49-F238E27FC236}">
                    <a16:creationId xmlns:a16="http://schemas.microsoft.com/office/drawing/2014/main" id="{EC651F0F-F374-9CA2-44E7-C809DFBAA4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66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4" name="Freeform 731">
                <a:extLst>
                  <a:ext uri="{FF2B5EF4-FFF2-40B4-BE49-F238E27FC236}">
                    <a16:creationId xmlns:a16="http://schemas.microsoft.com/office/drawing/2014/main" id="{60CCADD8-2668-0799-5E19-02D920436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66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5" name="Freeform 732">
                <a:extLst>
                  <a:ext uri="{FF2B5EF4-FFF2-40B4-BE49-F238E27FC236}">
                    <a16:creationId xmlns:a16="http://schemas.microsoft.com/office/drawing/2014/main" id="{9452204B-8519-8E40-A105-A5942FB83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66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6" name="Freeform 733">
                <a:extLst>
                  <a:ext uri="{FF2B5EF4-FFF2-40B4-BE49-F238E27FC236}">
                    <a16:creationId xmlns:a16="http://schemas.microsoft.com/office/drawing/2014/main" id="{A46FBD58-EF81-FBA8-EE5F-3026780E6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66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7" name="Freeform 734">
                <a:extLst>
                  <a:ext uri="{FF2B5EF4-FFF2-40B4-BE49-F238E27FC236}">
                    <a16:creationId xmlns:a16="http://schemas.microsoft.com/office/drawing/2014/main" id="{D15E3DAE-C712-4F1F-550D-6ED673F34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397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8" name="Freeform 735">
                <a:extLst>
                  <a:ext uri="{FF2B5EF4-FFF2-40B4-BE49-F238E27FC236}">
                    <a16:creationId xmlns:a16="http://schemas.microsoft.com/office/drawing/2014/main" id="{DDB8C09E-757B-A674-27DC-F914B694D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397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9" name="Freeform 736">
                <a:extLst>
                  <a:ext uri="{FF2B5EF4-FFF2-40B4-BE49-F238E27FC236}">
                    <a16:creationId xmlns:a16="http://schemas.microsoft.com/office/drawing/2014/main" id="{17B9771E-A388-8530-F871-8E26D7E76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397"/>
                <a:ext cx="157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0" name="Freeform 737">
                <a:extLst>
                  <a:ext uri="{FF2B5EF4-FFF2-40B4-BE49-F238E27FC236}">
                    <a16:creationId xmlns:a16="http://schemas.microsoft.com/office/drawing/2014/main" id="{6A0E3026-943F-B786-6A6F-A302F9535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397"/>
                <a:ext cx="157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1" name="Freeform 738">
                <a:extLst>
                  <a:ext uri="{FF2B5EF4-FFF2-40B4-BE49-F238E27FC236}">
                    <a16:creationId xmlns:a16="http://schemas.microsoft.com/office/drawing/2014/main" id="{0A1D852E-DF55-9E11-AD6C-6E1DE0451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397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4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2" name="Freeform 739">
                <a:extLst>
                  <a:ext uri="{FF2B5EF4-FFF2-40B4-BE49-F238E27FC236}">
                    <a16:creationId xmlns:a16="http://schemas.microsoft.com/office/drawing/2014/main" id="{8B1CF5CF-EE68-CF29-3EA0-CC874651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397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4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3" name="Freeform 740">
                <a:extLst>
                  <a:ext uri="{FF2B5EF4-FFF2-40B4-BE49-F238E27FC236}">
                    <a16:creationId xmlns:a16="http://schemas.microsoft.com/office/drawing/2014/main" id="{12512FCC-F4DC-2019-EF2B-4E5C0C3F5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794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18" y="56"/>
                    </a:moveTo>
                    <a:lnTo>
                      <a:pt x="0" y="2"/>
                    </a:lnTo>
                    <a:lnTo>
                      <a:pt x="12" y="0"/>
                    </a:lnTo>
                    <a:lnTo>
                      <a:pt x="25" y="0"/>
                    </a:lnTo>
                    <a:lnTo>
                      <a:pt x="38" y="3"/>
                    </a:lnTo>
                    <a:lnTo>
                      <a:pt x="49" y="9"/>
                    </a:lnTo>
                    <a:lnTo>
                      <a:pt x="58" y="17"/>
                    </a:lnTo>
                    <a:lnTo>
                      <a:pt x="66" y="27"/>
                    </a:lnTo>
                    <a:lnTo>
                      <a:pt x="71" y="38"/>
                    </a:lnTo>
                    <a:lnTo>
                      <a:pt x="74" y="50"/>
                    </a:lnTo>
                    <a:lnTo>
                      <a:pt x="74" y="64"/>
                    </a:lnTo>
                    <a:lnTo>
                      <a:pt x="70" y="76"/>
                    </a:lnTo>
                    <a:lnTo>
                      <a:pt x="65" y="87"/>
                    </a:lnTo>
                    <a:lnTo>
                      <a:pt x="57" y="96"/>
                    </a:lnTo>
                    <a:lnTo>
                      <a:pt x="47" y="104"/>
                    </a:lnTo>
                    <a:lnTo>
                      <a:pt x="36" y="110"/>
                    </a:lnTo>
                    <a:lnTo>
                      <a:pt x="18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4" name="Freeform 741">
                <a:extLst>
                  <a:ext uri="{FF2B5EF4-FFF2-40B4-BE49-F238E27FC236}">
                    <a16:creationId xmlns:a16="http://schemas.microsoft.com/office/drawing/2014/main" id="{EA63D84A-7ABF-2FDA-64CC-C21668D1D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794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0" y="2"/>
                    </a:moveTo>
                    <a:lnTo>
                      <a:pt x="12" y="0"/>
                    </a:lnTo>
                    <a:lnTo>
                      <a:pt x="25" y="0"/>
                    </a:lnTo>
                    <a:lnTo>
                      <a:pt x="38" y="3"/>
                    </a:lnTo>
                    <a:lnTo>
                      <a:pt x="49" y="9"/>
                    </a:lnTo>
                    <a:lnTo>
                      <a:pt x="58" y="17"/>
                    </a:lnTo>
                    <a:lnTo>
                      <a:pt x="66" y="27"/>
                    </a:lnTo>
                    <a:lnTo>
                      <a:pt x="71" y="38"/>
                    </a:lnTo>
                    <a:lnTo>
                      <a:pt x="74" y="50"/>
                    </a:lnTo>
                    <a:lnTo>
                      <a:pt x="74" y="64"/>
                    </a:lnTo>
                    <a:lnTo>
                      <a:pt x="70" y="76"/>
                    </a:lnTo>
                    <a:lnTo>
                      <a:pt x="65" y="87"/>
                    </a:lnTo>
                    <a:lnTo>
                      <a:pt x="57" y="96"/>
                    </a:lnTo>
                    <a:lnTo>
                      <a:pt x="47" y="104"/>
                    </a:lnTo>
                    <a:lnTo>
                      <a:pt x="36" y="11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5" name="Freeform 742">
                <a:extLst>
                  <a:ext uri="{FF2B5EF4-FFF2-40B4-BE49-F238E27FC236}">
                    <a16:creationId xmlns:a16="http://schemas.microsoft.com/office/drawing/2014/main" id="{5DFA88AD-50E2-580B-151B-5F80A546C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794"/>
                <a:ext cx="163" cy="70"/>
              </a:xfrm>
              <a:custGeom>
                <a:avLst/>
                <a:gdLst>
                  <a:gd name="T0" fmla="*/ 0 w 966"/>
                  <a:gd name="T1" fmla="*/ 0 h 412"/>
                  <a:gd name="T2" fmla="*/ 0 w 966"/>
                  <a:gd name="T3" fmla="*/ 0 h 412"/>
                  <a:gd name="T4" fmla="*/ 0 w 966"/>
                  <a:gd name="T5" fmla="*/ 0 h 412"/>
                  <a:gd name="T6" fmla="*/ 0 w 966"/>
                  <a:gd name="T7" fmla="*/ 0 h 412"/>
                  <a:gd name="T8" fmla="*/ 0 w 966"/>
                  <a:gd name="T9" fmla="*/ 0 h 412"/>
                  <a:gd name="T10" fmla="*/ 0 w 966"/>
                  <a:gd name="T11" fmla="*/ 0 h 412"/>
                  <a:gd name="T12" fmla="*/ 0 w 966"/>
                  <a:gd name="T13" fmla="*/ 0 h 4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2"/>
                  <a:gd name="T23" fmla="*/ 966 w 966"/>
                  <a:gd name="T24" fmla="*/ 412 h 4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2">
                    <a:moveTo>
                      <a:pt x="966" y="108"/>
                    </a:moveTo>
                    <a:lnTo>
                      <a:pt x="948" y="54"/>
                    </a:lnTo>
                    <a:lnTo>
                      <a:pt x="930" y="0"/>
                    </a:lnTo>
                    <a:lnTo>
                      <a:pt x="0" y="304"/>
                    </a:lnTo>
                    <a:lnTo>
                      <a:pt x="18" y="358"/>
                    </a:lnTo>
                    <a:lnTo>
                      <a:pt x="36" y="412"/>
                    </a:lnTo>
                    <a:lnTo>
                      <a:pt x="966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6" name="Freeform 743">
                <a:extLst>
                  <a:ext uri="{FF2B5EF4-FFF2-40B4-BE49-F238E27FC236}">
                    <a16:creationId xmlns:a16="http://schemas.microsoft.com/office/drawing/2014/main" id="{EDDEDE77-0CB6-EF4B-D7E2-1C08FA4B5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794"/>
                <a:ext cx="163" cy="70"/>
              </a:xfrm>
              <a:custGeom>
                <a:avLst/>
                <a:gdLst>
                  <a:gd name="T0" fmla="*/ 0 w 966"/>
                  <a:gd name="T1" fmla="*/ 0 h 412"/>
                  <a:gd name="T2" fmla="*/ 0 w 966"/>
                  <a:gd name="T3" fmla="*/ 0 h 412"/>
                  <a:gd name="T4" fmla="*/ 0 w 966"/>
                  <a:gd name="T5" fmla="*/ 0 h 412"/>
                  <a:gd name="T6" fmla="*/ 0 w 966"/>
                  <a:gd name="T7" fmla="*/ 0 h 412"/>
                  <a:gd name="T8" fmla="*/ 0 w 966"/>
                  <a:gd name="T9" fmla="*/ 0 h 412"/>
                  <a:gd name="T10" fmla="*/ 0 w 966"/>
                  <a:gd name="T11" fmla="*/ 0 h 412"/>
                  <a:gd name="T12" fmla="*/ 0 w 966"/>
                  <a:gd name="T13" fmla="*/ 0 h 4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2"/>
                  <a:gd name="T23" fmla="*/ 966 w 966"/>
                  <a:gd name="T24" fmla="*/ 412 h 4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2">
                    <a:moveTo>
                      <a:pt x="966" y="108"/>
                    </a:moveTo>
                    <a:lnTo>
                      <a:pt x="948" y="54"/>
                    </a:lnTo>
                    <a:lnTo>
                      <a:pt x="930" y="0"/>
                    </a:lnTo>
                    <a:lnTo>
                      <a:pt x="0" y="304"/>
                    </a:lnTo>
                    <a:lnTo>
                      <a:pt x="18" y="358"/>
                    </a:lnTo>
                    <a:lnTo>
                      <a:pt x="36" y="412"/>
                    </a:lnTo>
                    <a:lnTo>
                      <a:pt x="966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7" name="Freeform 744">
                <a:extLst>
                  <a:ext uri="{FF2B5EF4-FFF2-40B4-BE49-F238E27FC236}">
                    <a16:creationId xmlns:a16="http://schemas.microsoft.com/office/drawing/2014/main" id="{DF6914CF-0AA2-CDB7-50BD-F6440BF75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6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56" y="54"/>
                    </a:moveTo>
                    <a:lnTo>
                      <a:pt x="74" y="108"/>
                    </a:lnTo>
                    <a:lnTo>
                      <a:pt x="62" y="110"/>
                    </a:lnTo>
                    <a:lnTo>
                      <a:pt x="49" y="110"/>
                    </a:lnTo>
                    <a:lnTo>
                      <a:pt x="36" y="107"/>
                    </a:lnTo>
                    <a:lnTo>
                      <a:pt x="25" y="101"/>
                    </a:lnTo>
                    <a:lnTo>
                      <a:pt x="16" y="93"/>
                    </a:lnTo>
                    <a:lnTo>
                      <a:pt x="8" y="83"/>
                    </a:lnTo>
                    <a:lnTo>
                      <a:pt x="3" y="72"/>
                    </a:lnTo>
                    <a:lnTo>
                      <a:pt x="0" y="59"/>
                    </a:lnTo>
                    <a:lnTo>
                      <a:pt x="0" y="46"/>
                    </a:lnTo>
                    <a:lnTo>
                      <a:pt x="4" y="34"/>
                    </a:lnTo>
                    <a:lnTo>
                      <a:pt x="9" y="22"/>
                    </a:lnTo>
                    <a:lnTo>
                      <a:pt x="17" y="13"/>
                    </a:lnTo>
                    <a:lnTo>
                      <a:pt x="27" y="6"/>
                    </a:lnTo>
                    <a:lnTo>
                      <a:pt x="38" y="0"/>
                    </a:lnTo>
                    <a:lnTo>
                      <a:pt x="56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8" name="Freeform 745">
                <a:extLst>
                  <a:ext uri="{FF2B5EF4-FFF2-40B4-BE49-F238E27FC236}">
                    <a16:creationId xmlns:a16="http://schemas.microsoft.com/office/drawing/2014/main" id="{7CFF35EE-68B1-CA46-3D18-5559856D40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6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74" y="108"/>
                    </a:moveTo>
                    <a:lnTo>
                      <a:pt x="62" y="110"/>
                    </a:lnTo>
                    <a:lnTo>
                      <a:pt x="49" y="110"/>
                    </a:lnTo>
                    <a:lnTo>
                      <a:pt x="36" y="107"/>
                    </a:lnTo>
                    <a:lnTo>
                      <a:pt x="25" y="101"/>
                    </a:lnTo>
                    <a:lnTo>
                      <a:pt x="16" y="93"/>
                    </a:lnTo>
                    <a:lnTo>
                      <a:pt x="8" y="83"/>
                    </a:lnTo>
                    <a:lnTo>
                      <a:pt x="3" y="72"/>
                    </a:lnTo>
                    <a:lnTo>
                      <a:pt x="0" y="59"/>
                    </a:lnTo>
                    <a:lnTo>
                      <a:pt x="0" y="46"/>
                    </a:lnTo>
                    <a:lnTo>
                      <a:pt x="4" y="34"/>
                    </a:lnTo>
                    <a:lnTo>
                      <a:pt x="9" y="22"/>
                    </a:lnTo>
                    <a:lnTo>
                      <a:pt x="17" y="13"/>
                    </a:lnTo>
                    <a:lnTo>
                      <a:pt x="27" y="6"/>
                    </a:lnTo>
                    <a:lnTo>
                      <a:pt x="38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9" name="Freeform 746">
                <a:extLst>
                  <a:ext uri="{FF2B5EF4-FFF2-40B4-BE49-F238E27FC236}">
                    <a16:creationId xmlns:a16="http://schemas.microsoft.com/office/drawing/2014/main" id="{E746CC02-89A2-B355-9E85-E1928AC47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269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18" y="54"/>
                    </a:moveTo>
                    <a:lnTo>
                      <a:pt x="36" y="0"/>
                    </a:lnTo>
                    <a:lnTo>
                      <a:pt x="47" y="6"/>
                    </a:lnTo>
                    <a:lnTo>
                      <a:pt x="57" y="14"/>
                    </a:lnTo>
                    <a:lnTo>
                      <a:pt x="65" y="23"/>
                    </a:lnTo>
                    <a:lnTo>
                      <a:pt x="70" y="34"/>
                    </a:lnTo>
                    <a:lnTo>
                      <a:pt x="74" y="46"/>
                    </a:lnTo>
                    <a:lnTo>
                      <a:pt x="74" y="60"/>
                    </a:lnTo>
                    <a:lnTo>
                      <a:pt x="71" y="72"/>
                    </a:lnTo>
                    <a:lnTo>
                      <a:pt x="66" y="83"/>
                    </a:lnTo>
                    <a:lnTo>
                      <a:pt x="58" y="93"/>
                    </a:lnTo>
                    <a:lnTo>
                      <a:pt x="49" y="101"/>
                    </a:lnTo>
                    <a:lnTo>
                      <a:pt x="38" y="107"/>
                    </a:lnTo>
                    <a:lnTo>
                      <a:pt x="25" y="110"/>
                    </a:lnTo>
                    <a:lnTo>
                      <a:pt x="12" y="110"/>
                    </a:lnTo>
                    <a:lnTo>
                      <a:pt x="0" y="108"/>
                    </a:lnTo>
                    <a:lnTo>
                      <a:pt x="18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0" name="Freeform 747">
                <a:extLst>
                  <a:ext uri="{FF2B5EF4-FFF2-40B4-BE49-F238E27FC236}">
                    <a16:creationId xmlns:a16="http://schemas.microsoft.com/office/drawing/2014/main" id="{FEFEDCE5-DDB4-BB74-7ABB-6E67072E5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269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36" y="0"/>
                    </a:moveTo>
                    <a:lnTo>
                      <a:pt x="47" y="6"/>
                    </a:lnTo>
                    <a:lnTo>
                      <a:pt x="57" y="14"/>
                    </a:lnTo>
                    <a:lnTo>
                      <a:pt x="65" y="23"/>
                    </a:lnTo>
                    <a:lnTo>
                      <a:pt x="70" y="34"/>
                    </a:lnTo>
                    <a:lnTo>
                      <a:pt x="74" y="46"/>
                    </a:lnTo>
                    <a:lnTo>
                      <a:pt x="74" y="60"/>
                    </a:lnTo>
                    <a:lnTo>
                      <a:pt x="71" y="72"/>
                    </a:lnTo>
                    <a:lnTo>
                      <a:pt x="66" y="83"/>
                    </a:lnTo>
                    <a:lnTo>
                      <a:pt x="58" y="93"/>
                    </a:lnTo>
                    <a:lnTo>
                      <a:pt x="49" y="101"/>
                    </a:lnTo>
                    <a:lnTo>
                      <a:pt x="38" y="107"/>
                    </a:lnTo>
                    <a:lnTo>
                      <a:pt x="25" y="110"/>
                    </a:lnTo>
                    <a:lnTo>
                      <a:pt x="12" y="110"/>
                    </a:lnTo>
                    <a:lnTo>
                      <a:pt x="0" y="10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1" name="Freeform 748">
                <a:extLst>
                  <a:ext uri="{FF2B5EF4-FFF2-40B4-BE49-F238E27FC236}">
                    <a16:creationId xmlns:a16="http://schemas.microsoft.com/office/drawing/2014/main" id="{0D8CDDE9-1800-DDDD-3B07-2B8675263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219"/>
                <a:ext cx="163" cy="68"/>
              </a:xfrm>
              <a:custGeom>
                <a:avLst/>
                <a:gdLst>
                  <a:gd name="T0" fmla="*/ 0 w 966"/>
                  <a:gd name="T1" fmla="*/ 0 h 411"/>
                  <a:gd name="T2" fmla="*/ 0 w 966"/>
                  <a:gd name="T3" fmla="*/ 0 h 411"/>
                  <a:gd name="T4" fmla="*/ 0 w 966"/>
                  <a:gd name="T5" fmla="*/ 0 h 411"/>
                  <a:gd name="T6" fmla="*/ 0 w 966"/>
                  <a:gd name="T7" fmla="*/ 0 h 411"/>
                  <a:gd name="T8" fmla="*/ 0 w 966"/>
                  <a:gd name="T9" fmla="*/ 0 h 411"/>
                  <a:gd name="T10" fmla="*/ 0 w 966"/>
                  <a:gd name="T11" fmla="*/ 0 h 411"/>
                  <a:gd name="T12" fmla="*/ 0 w 966"/>
                  <a:gd name="T13" fmla="*/ 0 h 4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1"/>
                  <a:gd name="T23" fmla="*/ 966 w 966"/>
                  <a:gd name="T24" fmla="*/ 411 h 4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1">
                    <a:moveTo>
                      <a:pt x="930" y="411"/>
                    </a:moveTo>
                    <a:lnTo>
                      <a:pt x="948" y="357"/>
                    </a:lnTo>
                    <a:lnTo>
                      <a:pt x="966" y="303"/>
                    </a:lnTo>
                    <a:lnTo>
                      <a:pt x="36" y="0"/>
                    </a:lnTo>
                    <a:lnTo>
                      <a:pt x="18" y="54"/>
                    </a:lnTo>
                    <a:lnTo>
                      <a:pt x="0" y="108"/>
                    </a:lnTo>
                    <a:lnTo>
                      <a:pt x="930" y="4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2" name="Freeform 749">
                <a:extLst>
                  <a:ext uri="{FF2B5EF4-FFF2-40B4-BE49-F238E27FC236}">
                    <a16:creationId xmlns:a16="http://schemas.microsoft.com/office/drawing/2014/main" id="{E6AD51CF-E522-A842-EA64-2F2E3CA51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219"/>
                <a:ext cx="163" cy="68"/>
              </a:xfrm>
              <a:custGeom>
                <a:avLst/>
                <a:gdLst>
                  <a:gd name="T0" fmla="*/ 0 w 966"/>
                  <a:gd name="T1" fmla="*/ 0 h 411"/>
                  <a:gd name="T2" fmla="*/ 0 w 966"/>
                  <a:gd name="T3" fmla="*/ 0 h 411"/>
                  <a:gd name="T4" fmla="*/ 0 w 966"/>
                  <a:gd name="T5" fmla="*/ 0 h 411"/>
                  <a:gd name="T6" fmla="*/ 0 w 966"/>
                  <a:gd name="T7" fmla="*/ 0 h 411"/>
                  <a:gd name="T8" fmla="*/ 0 w 966"/>
                  <a:gd name="T9" fmla="*/ 0 h 411"/>
                  <a:gd name="T10" fmla="*/ 0 w 966"/>
                  <a:gd name="T11" fmla="*/ 0 h 411"/>
                  <a:gd name="T12" fmla="*/ 0 w 966"/>
                  <a:gd name="T13" fmla="*/ 0 h 4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1"/>
                  <a:gd name="T23" fmla="*/ 966 w 966"/>
                  <a:gd name="T24" fmla="*/ 411 h 4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1">
                    <a:moveTo>
                      <a:pt x="930" y="411"/>
                    </a:moveTo>
                    <a:lnTo>
                      <a:pt x="948" y="357"/>
                    </a:lnTo>
                    <a:lnTo>
                      <a:pt x="966" y="303"/>
                    </a:lnTo>
                    <a:lnTo>
                      <a:pt x="36" y="0"/>
                    </a:lnTo>
                    <a:lnTo>
                      <a:pt x="18" y="54"/>
                    </a:lnTo>
                    <a:lnTo>
                      <a:pt x="0" y="108"/>
                    </a:lnTo>
                    <a:lnTo>
                      <a:pt x="930" y="411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3" name="Freeform 750">
                <a:extLst>
                  <a:ext uri="{FF2B5EF4-FFF2-40B4-BE49-F238E27FC236}">
                    <a16:creationId xmlns:a16="http://schemas.microsoft.com/office/drawing/2014/main" id="{4A5E56FB-974E-24BD-413D-16760CE57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56" y="56"/>
                    </a:moveTo>
                    <a:lnTo>
                      <a:pt x="38" y="110"/>
                    </a:lnTo>
                    <a:lnTo>
                      <a:pt x="27" y="104"/>
                    </a:lnTo>
                    <a:lnTo>
                      <a:pt x="17" y="97"/>
                    </a:lnTo>
                    <a:lnTo>
                      <a:pt x="9" y="88"/>
                    </a:lnTo>
                    <a:lnTo>
                      <a:pt x="4" y="76"/>
                    </a:lnTo>
                    <a:lnTo>
                      <a:pt x="0" y="64"/>
                    </a:lnTo>
                    <a:lnTo>
                      <a:pt x="0" y="51"/>
                    </a:lnTo>
                    <a:lnTo>
                      <a:pt x="3" y="38"/>
                    </a:lnTo>
                    <a:lnTo>
                      <a:pt x="8" y="27"/>
                    </a:lnTo>
                    <a:lnTo>
                      <a:pt x="16" y="17"/>
                    </a:lnTo>
                    <a:lnTo>
                      <a:pt x="25" y="9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2" y="0"/>
                    </a:lnTo>
                    <a:lnTo>
                      <a:pt x="74" y="2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4" name="Freeform 751">
                <a:extLst>
                  <a:ext uri="{FF2B5EF4-FFF2-40B4-BE49-F238E27FC236}">
                    <a16:creationId xmlns:a16="http://schemas.microsoft.com/office/drawing/2014/main" id="{2F34E894-BE97-DAFA-D585-5DB8EB708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38" y="110"/>
                    </a:moveTo>
                    <a:lnTo>
                      <a:pt x="27" y="104"/>
                    </a:lnTo>
                    <a:lnTo>
                      <a:pt x="17" y="97"/>
                    </a:lnTo>
                    <a:lnTo>
                      <a:pt x="9" y="88"/>
                    </a:lnTo>
                    <a:lnTo>
                      <a:pt x="4" y="76"/>
                    </a:lnTo>
                    <a:lnTo>
                      <a:pt x="0" y="64"/>
                    </a:lnTo>
                    <a:lnTo>
                      <a:pt x="0" y="51"/>
                    </a:lnTo>
                    <a:lnTo>
                      <a:pt x="3" y="38"/>
                    </a:lnTo>
                    <a:lnTo>
                      <a:pt x="8" y="27"/>
                    </a:lnTo>
                    <a:lnTo>
                      <a:pt x="16" y="17"/>
                    </a:lnTo>
                    <a:lnTo>
                      <a:pt x="25" y="9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2" y="0"/>
                    </a:lnTo>
                    <a:lnTo>
                      <a:pt x="74" y="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5" name="Freeform 752">
                <a:extLst>
                  <a:ext uri="{FF2B5EF4-FFF2-40B4-BE49-F238E27FC236}">
                    <a16:creationId xmlns:a16="http://schemas.microsoft.com/office/drawing/2014/main" id="{7AC56FC2-47F6-5DD1-F45E-02F405632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6" name="Freeform 753">
                <a:extLst>
                  <a:ext uri="{FF2B5EF4-FFF2-40B4-BE49-F238E27FC236}">
                    <a16:creationId xmlns:a16="http://schemas.microsoft.com/office/drawing/2014/main" id="{227EFBF4-D452-F759-2575-598ABF85B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7" name="Freeform 754">
                <a:extLst>
                  <a:ext uri="{FF2B5EF4-FFF2-40B4-BE49-F238E27FC236}">
                    <a16:creationId xmlns:a16="http://schemas.microsoft.com/office/drawing/2014/main" id="{5F2D25A8-104A-D75D-8844-B244D355A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397"/>
                <a:ext cx="156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8" name="Freeform 755">
                <a:extLst>
                  <a:ext uri="{FF2B5EF4-FFF2-40B4-BE49-F238E27FC236}">
                    <a16:creationId xmlns:a16="http://schemas.microsoft.com/office/drawing/2014/main" id="{371A5BE1-6BBD-FB6D-00BD-A0B0A20E6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397"/>
                <a:ext cx="156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9" name="Freeform 756">
                <a:extLst>
                  <a:ext uri="{FF2B5EF4-FFF2-40B4-BE49-F238E27FC236}">
                    <a16:creationId xmlns:a16="http://schemas.microsoft.com/office/drawing/2014/main" id="{EEA89928-52F0-EF2B-1EC5-322565F1B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397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0" name="Freeform 757">
                <a:extLst>
                  <a:ext uri="{FF2B5EF4-FFF2-40B4-BE49-F238E27FC236}">
                    <a16:creationId xmlns:a16="http://schemas.microsoft.com/office/drawing/2014/main" id="{8FE9517D-4A4E-C722-9054-9004B7CAC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397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1" name="Freeform 758">
                <a:extLst>
                  <a:ext uri="{FF2B5EF4-FFF2-40B4-BE49-F238E27FC236}">
                    <a16:creationId xmlns:a16="http://schemas.microsoft.com/office/drawing/2014/main" id="{3514C106-0BBE-DD4D-17FE-5357C904D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6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2" name="Freeform 759">
                <a:extLst>
                  <a:ext uri="{FF2B5EF4-FFF2-40B4-BE49-F238E27FC236}">
                    <a16:creationId xmlns:a16="http://schemas.microsoft.com/office/drawing/2014/main" id="{3AB26151-EDE9-2EAC-E172-7106343A1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6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3" name="Freeform 760">
                <a:extLst>
                  <a:ext uri="{FF2B5EF4-FFF2-40B4-BE49-F238E27FC236}">
                    <a16:creationId xmlns:a16="http://schemas.microsoft.com/office/drawing/2014/main" id="{01787764-A874-26C3-9C18-9CBDD5363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666"/>
                <a:ext cx="156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4" name="Freeform 761">
                <a:extLst>
                  <a:ext uri="{FF2B5EF4-FFF2-40B4-BE49-F238E27FC236}">
                    <a16:creationId xmlns:a16="http://schemas.microsoft.com/office/drawing/2014/main" id="{D2BB142D-0783-76EC-E623-A05042232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666"/>
                <a:ext cx="156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5" name="Freeform 762">
                <a:extLst>
                  <a:ext uri="{FF2B5EF4-FFF2-40B4-BE49-F238E27FC236}">
                    <a16:creationId xmlns:a16="http://schemas.microsoft.com/office/drawing/2014/main" id="{F345DAD0-C374-B8D8-BA55-675296779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66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6" name="Freeform 763">
                <a:extLst>
                  <a:ext uri="{FF2B5EF4-FFF2-40B4-BE49-F238E27FC236}">
                    <a16:creationId xmlns:a16="http://schemas.microsoft.com/office/drawing/2014/main" id="{BC69BAC2-771B-86E5-BE0A-CD3DECD37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66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7" name="Freeform 764">
                <a:extLst>
                  <a:ext uri="{FF2B5EF4-FFF2-40B4-BE49-F238E27FC236}">
                    <a16:creationId xmlns:a16="http://schemas.microsoft.com/office/drawing/2014/main" id="{F944252F-1A55-B0F5-941F-CA3248AD2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8"/>
                <a:ext cx="13" cy="18"/>
              </a:xfrm>
              <a:custGeom>
                <a:avLst/>
                <a:gdLst>
                  <a:gd name="T0" fmla="*/ 0 w 80"/>
                  <a:gd name="T1" fmla="*/ 0 h 107"/>
                  <a:gd name="T2" fmla="*/ 0 w 80"/>
                  <a:gd name="T3" fmla="*/ 0 h 107"/>
                  <a:gd name="T4" fmla="*/ 0 w 80"/>
                  <a:gd name="T5" fmla="*/ 0 h 107"/>
                  <a:gd name="T6" fmla="*/ 0 w 80"/>
                  <a:gd name="T7" fmla="*/ 0 h 107"/>
                  <a:gd name="T8" fmla="*/ 0 w 80"/>
                  <a:gd name="T9" fmla="*/ 0 h 107"/>
                  <a:gd name="T10" fmla="*/ 0 w 80"/>
                  <a:gd name="T11" fmla="*/ 0 h 107"/>
                  <a:gd name="T12" fmla="*/ 0 w 80"/>
                  <a:gd name="T13" fmla="*/ 0 h 107"/>
                  <a:gd name="T14" fmla="*/ 0 w 80"/>
                  <a:gd name="T15" fmla="*/ 0 h 107"/>
                  <a:gd name="T16" fmla="*/ 0 w 80"/>
                  <a:gd name="T17" fmla="*/ 0 h 107"/>
                  <a:gd name="T18" fmla="*/ 0 w 80"/>
                  <a:gd name="T19" fmla="*/ 0 h 107"/>
                  <a:gd name="T20" fmla="*/ 0 w 80"/>
                  <a:gd name="T21" fmla="*/ 0 h 107"/>
                  <a:gd name="T22" fmla="*/ 0 w 80"/>
                  <a:gd name="T23" fmla="*/ 0 h 107"/>
                  <a:gd name="T24" fmla="*/ 0 w 80"/>
                  <a:gd name="T25" fmla="*/ 0 h 107"/>
                  <a:gd name="T26" fmla="*/ 0 w 80"/>
                  <a:gd name="T27" fmla="*/ 0 h 107"/>
                  <a:gd name="T28" fmla="*/ 0 w 80"/>
                  <a:gd name="T29" fmla="*/ 0 h 107"/>
                  <a:gd name="T30" fmla="*/ 0 w 80"/>
                  <a:gd name="T31" fmla="*/ 0 h 107"/>
                  <a:gd name="T32" fmla="*/ 0 w 80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0"/>
                  <a:gd name="T52" fmla="*/ 0 h 107"/>
                  <a:gd name="T53" fmla="*/ 80 w 80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0" h="107">
                    <a:moveTo>
                      <a:pt x="56" y="51"/>
                    </a:moveTo>
                    <a:lnTo>
                      <a:pt x="80" y="101"/>
                    </a:lnTo>
                    <a:lnTo>
                      <a:pt x="68" y="106"/>
                    </a:lnTo>
                    <a:lnTo>
                      <a:pt x="56" y="107"/>
                    </a:lnTo>
                    <a:lnTo>
                      <a:pt x="43" y="106"/>
                    </a:lnTo>
                    <a:lnTo>
                      <a:pt x="31" y="102"/>
                    </a:lnTo>
                    <a:lnTo>
                      <a:pt x="21" y="96"/>
                    </a:lnTo>
                    <a:lnTo>
                      <a:pt x="12" y="87"/>
                    </a:lnTo>
                    <a:lnTo>
                      <a:pt x="5" y="75"/>
                    </a:lnTo>
                    <a:lnTo>
                      <a:pt x="1" y="63"/>
                    </a:lnTo>
                    <a:lnTo>
                      <a:pt x="0" y="51"/>
                    </a:lnTo>
                    <a:lnTo>
                      <a:pt x="1" y="38"/>
                    </a:lnTo>
                    <a:lnTo>
                      <a:pt x="4" y="26"/>
                    </a:lnTo>
                    <a:lnTo>
                      <a:pt x="11" y="16"/>
                    </a:lnTo>
                    <a:lnTo>
                      <a:pt x="20" y="7"/>
                    </a:lnTo>
                    <a:lnTo>
                      <a:pt x="31" y="0"/>
                    </a:lnTo>
                    <a:lnTo>
                      <a:pt x="56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8" name="Freeform 765">
                <a:extLst>
                  <a:ext uri="{FF2B5EF4-FFF2-40B4-BE49-F238E27FC236}">
                    <a16:creationId xmlns:a16="http://schemas.microsoft.com/office/drawing/2014/main" id="{A903722E-A8BF-8B6F-9EA7-A76F6C3F1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8"/>
                <a:ext cx="13" cy="18"/>
              </a:xfrm>
              <a:custGeom>
                <a:avLst/>
                <a:gdLst>
                  <a:gd name="T0" fmla="*/ 0 w 80"/>
                  <a:gd name="T1" fmla="*/ 0 h 107"/>
                  <a:gd name="T2" fmla="*/ 0 w 80"/>
                  <a:gd name="T3" fmla="*/ 0 h 107"/>
                  <a:gd name="T4" fmla="*/ 0 w 80"/>
                  <a:gd name="T5" fmla="*/ 0 h 107"/>
                  <a:gd name="T6" fmla="*/ 0 w 80"/>
                  <a:gd name="T7" fmla="*/ 0 h 107"/>
                  <a:gd name="T8" fmla="*/ 0 w 80"/>
                  <a:gd name="T9" fmla="*/ 0 h 107"/>
                  <a:gd name="T10" fmla="*/ 0 w 80"/>
                  <a:gd name="T11" fmla="*/ 0 h 107"/>
                  <a:gd name="T12" fmla="*/ 0 w 80"/>
                  <a:gd name="T13" fmla="*/ 0 h 107"/>
                  <a:gd name="T14" fmla="*/ 0 w 80"/>
                  <a:gd name="T15" fmla="*/ 0 h 107"/>
                  <a:gd name="T16" fmla="*/ 0 w 80"/>
                  <a:gd name="T17" fmla="*/ 0 h 107"/>
                  <a:gd name="T18" fmla="*/ 0 w 80"/>
                  <a:gd name="T19" fmla="*/ 0 h 107"/>
                  <a:gd name="T20" fmla="*/ 0 w 80"/>
                  <a:gd name="T21" fmla="*/ 0 h 107"/>
                  <a:gd name="T22" fmla="*/ 0 w 80"/>
                  <a:gd name="T23" fmla="*/ 0 h 107"/>
                  <a:gd name="T24" fmla="*/ 0 w 80"/>
                  <a:gd name="T25" fmla="*/ 0 h 107"/>
                  <a:gd name="T26" fmla="*/ 0 w 80"/>
                  <a:gd name="T27" fmla="*/ 0 h 107"/>
                  <a:gd name="T28" fmla="*/ 0 w 80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0"/>
                  <a:gd name="T46" fmla="*/ 0 h 107"/>
                  <a:gd name="T47" fmla="*/ 80 w 80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0" h="107">
                    <a:moveTo>
                      <a:pt x="80" y="101"/>
                    </a:moveTo>
                    <a:lnTo>
                      <a:pt x="68" y="106"/>
                    </a:lnTo>
                    <a:lnTo>
                      <a:pt x="56" y="107"/>
                    </a:lnTo>
                    <a:lnTo>
                      <a:pt x="43" y="106"/>
                    </a:lnTo>
                    <a:lnTo>
                      <a:pt x="31" y="102"/>
                    </a:lnTo>
                    <a:lnTo>
                      <a:pt x="21" y="96"/>
                    </a:lnTo>
                    <a:lnTo>
                      <a:pt x="12" y="87"/>
                    </a:lnTo>
                    <a:lnTo>
                      <a:pt x="5" y="75"/>
                    </a:lnTo>
                    <a:lnTo>
                      <a:pt x="1" y="63"/>
                    </a:lnTo>
                    <a:lnTo>
                      <a:pt x="0" y="51"/>
                    </a:lnTo>
                    <a:lnTo>
                      <a:pt x="1" y="38"/>
                    </a:lnTo>
                    <a:lnTo>
                      <a:pt x="4" y="26"/>
                    </a:lnTo>
                    <a:lnTo>
                      <a:pt x="11" y="16"/>
                    </a:lnTo>
                    <a:lnTo>
                      <a:pt x="20" y="7"/>
                    </a:lnTo>
                    <a:lnTo>
                      <a:pt x="31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9" name="Freeform 766">
                <a:extLst>
                  <a:ext uri="{FF2B5EF4-FFF2-40B4-BE49-F238E27FC236}">
                    <a16:creationId xmlns:a16="http://schemas.microsoft.com/office/drawing/2014/main" id="{A33043C4-5DC3-22B1-F2E1-A2BD88A22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300"/>
                <a:ext cx="211" cy="115"/>
              </a:xfrm>
              <a:custGeom>
                <a:avLst/>
                <a:gdLst>
                  <a:gd name="T0" fmla="*/ 0 w 1245"/>
                  <a:gd name="T1" fmla="*/ 0 h 678"/>
                  <a:gd name="T2" fmla="*/ 0 w 1245"/>
                  <a:gd name="T3" fmla="*/ 0 h 678"/>
                  <a:gd name="T4" fmla="*/ 0 w 1245"/>
                  <a:gd name="T5" fmla="*/ 0 h 678"/>
                  <a:gd name="T6" fmla="*/ 0 w 1245"/>
                  <a:gd name="T7" fmla="*/ 0 h 678"/>
                  <a:gd name="T8" fmla="*/ 0 w 1245"/>
                  <a:gd name="T9" fmla="*/ 0 h 678"/>
                  <a:gd name="T10" fmla="*/ 0 w 1245"/>
                  <a:gd name="T11" fmla="*/ 0 h 678"/>
                  <a:gd name="T12" fmla="*/ 0 w 1245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8"/>
                  <a:gd name="T23" fmla="*/ 1245 w 1245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8">
                    <a:moveTo>
                      <a:pt x="0" y="577"/>
                    </a:moveTo>
                    <a:lnTo>
                      <a:pt x="25" y="628"/>
                    </a:lnTo>
                    <a:lnTo>
                      <a:pt x="49" y="678"/>
                    </a:lnTo>
                    <a:lnTo>
                      <a:pt x="1245" y="101"/>
                    </a:lnTo>
                    <a:lnTo>
                      <a:pt x="1220" y="51"/>
                    </a:lnTo>
                    <a:lnTo>
                      <a:pt x="1195" y="0"/>
                    </a:lnTo>
                    <a:lnTo>
                      <a:pt x="0" y="5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0" name="Freeform 767">
                <a:extLst>
                  <a:ext uri="{FF2B5EF4-FFF2-40B4-BE49-F238E27FC236}">
                    <a16:creationId xmlns:a16="http://schemas.microsoft.com/office/drawing/2014/main" id="{6B92335A-9AA9-1F8D-8072-704157F96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300"/>
                <a:ext cx="211" cy="115"/>
              </a:xfrm>
              <a:custGeom>
                <a:avLst/>
                <a:gdLst>
                  <a:gd name="T0" fmla="*/ 0 w 1245"/>
                  <a:gd name="T1" fmla="*/ 0 h 678"/>
                  <a:gd name="T2" fmla="*/ 0 w 1245"/>
                  <a:gd name="T3" fmla="*/ 0 h 678"/>
                  <a:gd name="T4" fmla="*/ 0 w 1245"/>
                  <a:gd name="T5" fmla="*/ 0 h 678"/>
                  <a:gd name="T6" fmla="*/ 0 w 1245"/>
                  <a:gd name="T7" fmla="*/ 0 h 678"/>
                  <a:gd name="T8" fmla="*/ 0 w 1245"/>
                  <a:gd name="T9" fmla="*/ 0 h 678"/>
                  <a:gd name="T10" fmla="*/ 0 w 1245"/>
                  <a:gd name="T11" fmla="*/ 0 h 678"/>
                  <a:gd name="T12" fmla="*/ 0 w 1245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8"/>
                  <a:gd name="T23" fmla="*/ 1245 w 1245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8">
                    <a:moveTo>
                      <a:pt x="0" y="577"/>
                    </a:moveTo>
                    <a:lnTo>
                      <a:pt x="25" y="628"/>
                    </a:lnTo>
                    <a:lnTo>
                      <a:pt x="49" y="678"/>
                    </a:lnTo>
                    <a:lnTo>
                      <a:pt x="1245" y="101"/>
                    </a:lnTo>
                    <a:lnTo>
                      <a:pt x="1220" y="51"/>
                    </a:lnTo>
                    <a:lnTo>
                      <a:pt x="1195" y="0"/>
                    </a:lnTo>
                    <a:lnTo>
                      <a:pt x="0" y="5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1" name="Freeform 768">
                <a:extLst>
                  <a:ext uri="{FF2B5EF4-FFF2-40B4-BE49-F238E27FC236}">
                    <a16:creationId xmlns:a16="http://schemas.microsoft.com/office/drawing/2014/main" id="{C8F3EA3C-A9DC-5EBC-326E-5B5EF3479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299"/>
                <a:ext cx="13" cy="19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w 82"/>
                  <a:gd name="T31" fmla="*/ 0 h 107"/>
                  <a:gd name="T32" fmla="*/ 0 w 82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7"/>
                  <a:gd name="T53" fmla="*/ 82 w 82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7">
                    <a:moveTo>
                      <a:pt x="25" y="57"/>
                    </a:moveTo>
                    <a:lnTo>
                      <a:pt x="0" y="6"/>
                    </a:lnTo>
                    <a:lnTo>
                      <a:pt x="13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50" y="5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2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69"/>
                    </a:lnTo>
                    <a:lnTo>
                      <a:pt x="77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50" y="107"/>
                    </a:lnTo>
                    <a:lnTo>
                      <a:pt x="2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2" name="Freeform 769">
                <a:extLst>
                  <a:ext uri="{FF2B5EF4-FFF2-40B4-BE49-F238E27FC236}">
                    <a16:creationId xmlns:a16="http://schemas.microsoft.com/office/drawing/2014/main" id="{70A8DC72-1256-9852-081E-A7F0023DC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299"/>
                <a:ext cx="13" cy="19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7"/>
                  <a:gd name="T47" fmla="*/ 82 w 82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7">
                    <a:moveTo>
                      <a:pt x="0" y="6"/>
                    </a:moveTo>
                    <a:lnTo>
                      <a:pt x="13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50" y="5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2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69"/>
                    </a:lnTo>
                    <a:lnTo>
                      <a:pt x="77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50" y="10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3" name="Freeform 770">
                <a:extLst>
                  <a:ext uri="{FF2B5EF4-FFF2-40B4-BE49-F238E27FC236}">
                    <a16:creationId xmlns:a16="http://schemas.microsoft.com/office/drawing/2014/main" id="{343C82AC-FE30-0671-A672-47A8328DF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3" cy="19"/>
              </a:xfrm>
              <a:custGeom>
                <a:avLst/>
                <a:gdLst>
                  <a:gd name="T0" fmla="*/ 0 w 81"/>
                  <a:gd name="T1" fmla="*/ 0 h 107"/>
                  <a:gd name="T2" fmla="*/ 0 w 81"/>
                  <a:gd name="T3" fmla="*/ 0 h 107"/>
                  <a:gd name="T4" fmla="*/ 0 w 81"/>
                  <a:gd name="T5" fmla="*/ 0 h 107"/>
                  <a:gd name="T6" fmla="*/ 0 w 81"/>
                  <a:gd name="T7" fmla="*/ 0 h 107"/>
                  <a:gd name="T8" fmla="*/ 0 w 81"/>
                  <a:gd name="T9" fmla="*/ 0 h 107"/>
                  <a:gd name="T10" fmla="*/ 0 w 81"/>
                  <a:gd name="T11" fmla="*/ 0 h 107"/>
                  <a:gd name="T12" fmla="*/ 0 w 81"/>
                  <a:gd name="T13" fmla="*/ 0 h 107"/>
                  <a:gd name="T14" fmla="*/ 0 w 81"/>
                  <a:gd name="T15" fmla="*/ 0 h 107"/>
                  <a:gd name="T16" fmla="*/ 0 w 81"/>
                  <a:gd name="T17" fmla="*/ 0 h 107"/>
                  <a:gd name="T18" fmla="*/ 0 w 81"/>
                  <a:gd name="T19" fmla="*/ 0 h 107"/>
                  <a:gd name="T20" fmla="*/ 0 w 81"/>
                  <a:gd name="T21" fmla="*/ 0 h 107"/>
                  <a:gd name="T22" fmla="*/ 0 w 81"/>
                  <a:gd name="T23" fmla="*/ 0 h 107"/>
                  <a:gd name="T24" fmla="*/ 0 w 81"/>
                  <a:gd name="T25" fmla="*/ 0 h 107"/>
                  <a:gd name="T26" fmla="*/ 0 w 81"/>
                  <a:gd name="T27" fmla="*/ 0 h 107"/>
                  <a:gd name="T28" fmla="*/ 0 w 81"/>
                  <a:gd name="T29" fmla="*/ 0 h 107"/>
                  <a:gd name="T30" fmla="*/ 0 w 81"/>
                  <a:gd name="T31" fmla="*/ 0 h 107"/>
                  <a:gd name="T32" fmla="*/ 0 w 81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107"/>
                  <a:gd name="T53" fmla="*/ 81 w 81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107">
                    <a:moveTo>
                      <a:pt x="57" y="57"/>
                    </a:moveTo>
                    <a:lnTo>
                      <a:pt x="32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2" y="69"/>
                    </a:ln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1"/>
                    </a:lnTo>
                    <a:lnTo>
                      <a:pt x="22" y="12"/>
                    </a:lnTo>
                    <a:lnTo>
                      <a:pt x="32" y="5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4" name="Freeform 771">
                <a:extLst>
                  <a:ext uri="{FF2B5EF4-FFF2-40B4-BE49-F238E27FC236}">
                    <a16:creationId xmlns:a16="http://schemas.microsoft.com/office/drawing/2014/main" id="{6FD39A13-1A78-2CC6-13F4-134CE4017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3" cy="19"/>
              </a:xfrm>
              <a:custGeom>
                <a:avLst/>
                <a:gdLst>
                  <a:gd name="T0" fmla="*/ 0 w 81"/>
                  <a:gd name="T1" fmla="*/ 0 h 107"/>
                  <a:gd name="T2" fmla="*/ 0 w 81"/>
                  <a:gd name="T3" fmla="*/ 0 h 107"/>
                  <a:gd name="T4" fmla="*/ 0 w 81"/>
                  <a:gd name="T5" fmla="*/ 0 h 107"/>
                  <a:gd name="T6" fmla="*/ 0 w 81"/>
                  <a:gd name="T7" fmla="*/ 0 h 107"/>
                  <a:gd name="T8" fmla="*/ 0 w 81"/>
                  <a:gd name="T9" fmla="*/ 0 h 107"/>
                  <a:gd name="T10" fmla="*/ 0 w 81"/>
                  <a:gd name="T11" fmla="*/ 0 h 107"/>
                  <a:gd name="T12" fmla="*/ 0 w 81"/>
                  <a:gd name="T13" fmla="*/ 0 h 107"/>
                  <a:gd name="T14" fmla="*/ 0 w 81"/>
                  <a:gd name="T15" fmla="*/ 0 h 107"/>
                  <a:gd name="T16" fmla="*/ 0 w 81"/>
                  <a:gd name="T17" fmla="*/ 0 h 107"/>
                  <a:gd name="T18" fmla="*/ 0 w 81"/>
                  <a:gd name="T19" fmla="*/ 0 h 107"/>
                  <a:gd name="T20" fmla="*/ 0 w 81"/>
                  <a:gd name="T21" fmla="*/ 0 h 107"/>
                  <a:gd name="T22" fmla="*/ 0 w 81"/>
                  <a:gd name="T23" fmla="*/ 0 h 107"/>
                  <a:gd name="T24" fmla="*/ 0 w 81"/>
                  <a:gd name="T25" fmla="*/ 0 h 107"/>
                  <a:gd name="T26" fmla="*/ 0 w 81"/>
                  <a:gd name="T27" fmla="*/ 0 h 107"/>
                  <a:gd name="T28" fmla="*/ 0 w 81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1"/>
                  <a:gd name="T46" fmla="*/ 0 h 107"/>
                  <a:gd name="T47" fmla="*/ 81 w 81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1" h="107">
                    <a:moveTo>
                      <a:pt x="32" y="107"/>
                    </a:move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2" y="69"/>
                    </a:ln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1"/>
                    </a:lnTo>
                    <a:lnTo>
                      <a:pt x="22" y="12"/>
                    </a:lnTo>
                    <a:lnTo>
                      <a:pt x="32" y="5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5" name="Freeform 772">
                <a:extLst>
                  <a:ext uri="{FF2B5EF4-FFF2-40B4-BE49-F238E27FC236}">
                    <a16:creationId xmlns:a16="http://schemas.microsoft.com/office/drawing/2014/main" id="{615E57D1-2B58-250A-8D6A-326769AD1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300"/>
                <a:ext cx="210" cy="115"/>
              </a:xfrm>
              <a:custGeom>
                <a:avLst/>
                <a:gdLst>
                  <a:gd name="T0" fmla="*/ 0 w 1244"/>
                  <a:gd name="T1" fmla="*/ 0 h 678"/>
                  <a:gd name="T2" fmla="*/ 0 w 1244"/>
                  <a:gd name="T3" fmla="*/ 0 h 678"/>
                  <a:gd name="T4" fmla="*/ 0 w 1244"/>
                  <a:gd name="T5" fmla="*/ 0 h 678"/>
                  <a:gd name="T6" fmla="*/ 0 w 1244"/>
                  <a:gd name="T7" fmla="*/ 0 h 678"/>
                  <a:gd name="T8" fmla="*/ 0 w 1244"/>
                  <a:gd name="T9" fmla="*/ 0 h 678"/>
                  <a:gd name="T10" fmla="*/ 0 w 1244"/>
                  <a:gd name="T11" fmla="*/ 0 h 678"/>
                  <a:gd name="T12" fmla="*/ 0 w 1244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8"/>
                  <a:gd name="T23" fmla="*/ 1244 w 1244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8">
                    <a:moveTo>
                      <a:pt x="49" y="0"/>
                    </a:moveTo>
                    <a:lnTo>
                      <a:pt x="25" y="51"/>
                    </a:lnTo>
                    <a:lnTo>
                      <a:pt x="0" y="101"/>
                    </a:lnTo>
                    <a:lnTo>
                      <a:pt x="1195" y="678"/>
                    </a:lnTo>
                    <a:lnTo>
                      <a:pt x="1220" y="628"/>
                    </a:lnTo>
                    <a:lnTo>
                      <a:pt x="1244" y="577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6" name="Freeform 773">
                <a:extLst>
                  <a:ext uri="{FF2B5EF4-FFF2-40B4-BE49-F238E27FC236}">
                    <a16:creationId xmlns:a16="http://schemas.microsoft.com/office/drawing/2014/main" id="{7221DC32-14C3-0D99-B6AA-0B9BC5C97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300"/>
                <a:ext cx="210" cy="115"/>
              </a:xfrm>
              <a:custGeom>
                <a:avLst/>
                <a:gdLst>
                  <a:gd name="T0" fmla="*/ 0 w 1244"/>
                  <a:gd name="T1" fmla="*/ 0 h 678"/>
                  <a:gd name="T2" fmla="*/ 0 w 1244"/>
                  <a:gd name="T3" fmla="*/ 0 h 678"/>
                  <a:gd name="T4" fmla="*/ 0 w 1244"/>
                  <a:gd name="T5" fmla="*/ 0 h 678"/>
                  <a:gd name="T6" fmla="*/ 0 w 1244"/>
                  <a:gd name="T7" fmla="*/ 0 h 678"/>
                  <a:gd name="T8" fmla="*/ 0 w 1244"/>
                  <a:gd name="T9" fmla="*/ 0 h 678"/>
                  <a:gd name="T10" fmla="*/ 0 w 1244"/>
                  <a:gd name="T11" fmla="*/ 0 h 678"/>
                  <a:gd name="T12" fmla="*/ 0 w 1244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8"/>
                  <a:gd name="T23" fmla="*/ 1244 w 1244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8">
                    <a:moveTo>
                      <a:pt x="49" y="0"/>
                    </a:moveTo>
                    <a:lnTo>
                      <a:pt x="25" y="51"/>
                    </a:lnTo>
                    <a:lnTo>
                      <a:pt x="0" y="101"/>
                    </a:lnTo>
                    <a:lnTo>
                      <a:pt x="1195" y="678"/>
                    </a:lnTo>
                    <a:lnTo>
                      <a:pt x="1220" y="628"/>
                    </a:lnTo>
                    <a:lnTo>
                      <a:pt x="1244" y="577"/>
                    </a:lnTo>
                    <a:lnTo>
                      <a:pt x="4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7" name="Freeform 774">
                <a:extLst>
                  <a:ext uri="{FF2B5EF4-FFF2-40B4-BE49-F238E27FC236}">
                    <a16:creationId xmlns:a16="http://schemas.microsoft.com/office/drawing/2014/main" id="{F4744714-0A6A-78DE-4D74-E9BA01754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398"/>
                <a:ext cx="14" cy="18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w 82"/>
                  <a:gd name="T31" fmla="*/ 0 h 107"/>
                  <a:gd name="T32" fmla="*/ 0 w 82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7"/>
                  <a:gd name="T53" fmla="*/ 82 w 82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7">
                    <a:moveTo>
                      <a:pt x="25" y="51"/>
                    </a:moveTo>
                    <a:lnTo>
                      <a:pt x="49" y="0"/>
                    </a:lnTo>
                    <a:lnTo>
                      <a:pt x="61" y="7"/>
                    </a:lnTo>
                    <a:lnTo>
                      <a:pt x="70" y="16"/>
                    </a:lnTo>
                    <a:lnTo>
                      <a:pt x="76" y="26"/>
                    </a:lnTo>
                    <a:lnTo>
                      <a:pt x="80" y="38"/>
                    </a:lnTo>
                    <a:lnTo>
                      <a:pt x="82" y="51"/>
                    </a:lnTo>
                    <a:lnTo>
                      <a:pt x="80" y="63"/>
                    </a:lnTo>
                    <a:lnTo>
                      <a:pt x="75" y="75"/>
                    </a:lnTo>
                    <a:lnTo>
                      <a:pt x="69" y="87"/>
                    </a:lnTo>
                    <a:lnTo>
                      <a:pt x="60" y="96"/>
                    </a:lnTo>
                    <a:lnTo>
                      <a:pt x="49" y="102"/>
                    </a:lnTo>
                    <a:lnTo>
                      <a:pt x="37" y="106"/>
                    </a:lnTo>
                    <a:lnTo>
                      <a:pt x="25" y="107"/>
                    </a:lnTo>
                    <a:lnTo>
                      <a:pt x="12" y="106"/>
                    </a:lnTo>
                    <a:lnTo>
                      <a:pt x="0" y="101"/>
                    </a:lnTo>
                    <a:lnTo>
                      <a:pt x="25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8" name="Freeform 775">
                <a:extLst>
                  <a:ext uri="{FF2B5EF4-FFF2-40B4-BE49-F238E27FC236}">
                    <a16:creationId xmlns:a16="http://schemas.microsoft.com/office/drawing/2014/main" id="{4BF4A039-8278-3B7D-2F66-152FDB472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398"/>
                <a:ext cx="14" cy="18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7"/>
                  <a:gd name="T47" fmla="*/ 82 w 82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7">
                    <a:moveTo>
                      <a:pt x="49" y="0"/>
                    </a:moveTo>
                    <a:lnTo>
                      <a:pt x="61" y="7"/>
                    </a:lnTo>
                    <a:lnTo>
                      <a:pt x="70" y="16"/>
                    </a:lnTo>
                    <a:lnTo>
                      <a:pt x="76" y="26"/>
                    </a:lnTo>
                    <a:lnTo>
                      <a:pt x="80" y="38"/>
                    </a:lnTo>
                    <a:lnTo>
                      <a:pt x="82" y="51"/>
                    </a:lnTo>
                    <a:lnTo>
                      <a:pt x="80" y="63"/>
                    </a:lnTo>
                    <a:lnTo>
                      <a:pt x="75" y="75"/>
                    </a:lnTo>
                    <a:lnTo>
                      <a:pt x="69" y="87"/>
                    </a:lnTo>
                    <a:lnTo>
                      <a:pt x="60" y="96"/>
                    </a:lnTo>
                    <a:lnTo>
                      <a:pt x="49" y="102"/>
                    </a:lnTo>
                    <a:lnTo>
                      <a:pt x="37" y="106"/>
                    </a:lnTo>
                    <a:lnTo>
                      <a:pt x="25" y="107"/>
                    </a:lnTo>
                    <a:lnTo>
                      <a:pt x="12" y="106"/>
                    </a:lnTo>
                    <a:lnTo>
                      <a:pt x="0" y="10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9" name="Freeform 776">
                <a:extLst>
                  <a:ext uri="{FF2B5EF4-FFF2-40B4-BE49-F238E27FC236}">
                    <a16:creationId xmlns:a16="http://schemas.microsoft.com/office/drawing/2014/main" id="{A61D97B7-8EDC-C3A8-2AAD-2532F24CE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666"/>
                <a:ext cx="14" cy="18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w 82"/>
                  <a:gd name="T25" fmla="*/ 0 h 108"/>
                  <a:gd name="T26" fmla="*/ 0 w 82"/>
                  <a:gd name="T27" fmla="*/ 0 h 108"/>
                  <a:gd name="T28" fmla="*/ 0 w 82"/>
                  <a:gd name="T29" fmla="*/ 0 h 108"/>
                  <a:gd name="T30" fmla="*/ 0 w 82"/>
                  <a:gd name="T31" fmla="*/ 0 h 108"/>
                  <a:gd name="T32" fmla="*/ 0 w 82"/>
                  <a:gd name="T33" fmla="*/ 0 h 10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8"/>
                  <a:gd name="T53" fmla="*/ 82 w 82"/>
                  <a:gd name="T54" fmla="*/ 108 h 10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8">
                    <a:moveTo>
                      <a:pt x="25" y="57"/>
                    </a:moveTo>
                    <a:lnTo>
                      <a:pt x="0" y="7"/>
                    </a:lnTo>
                    <a:lnTo>
                      <a:pt x="12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49" y="6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3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70"/>
                    </a:lnTo>
                    <a:lnTo>
                      <a:pt x="76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49" y="108"/>
                    </a:lnTo>
                    <a:lnTo>
                      <a:pt x="2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0" name="Freeform 777">
                <a:extLst>
                  <a:ext uri="{FF2B5EF4-FFF2-40B4-BE49-F238E27FC236}">
                    <a16:creationId xmlns:a16="http://schemas.microsoft.com/office/drawing/2014/main" id="{D3804A81-1026-A545-790F-1C82E0E2A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666"/>
                <a:ext cx="14" cy="18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w 82"/>
                  <a:gd name="T25" fmla="*/ 0 h 108"/>
                  <a:gd name="T26" fmla="*/ 0 w 82"/>
                  <a:gd name="T27" fmla="*/ 0 h 108"/>
                  <a:gd name="T28" fmla="*/ 0 w 82"/>
                  <a:gd name="T29" fmla="*/ 0 h 1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8"/>
                  <a:gd name="T47" fmla="*/ 82 w 82"/>
                  <a:gd name="T48" fmla="*/ 108 h 1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8">
                    <a:moveTo>
                      <a:pt x="0" y="7"/>
                    </a:moveTo>
                    <a:lnTo>
                      <a:pt x="12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49" y="6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3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70"/>
                    </a:lnTo>
                    <a:lnTo>
                      <a:pt x="76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49" y="10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1" name="Freeform 778">
                <a:extLst>
                  <a:ext uri="{FF2B5EF4-FFF2-40B4-BE49-F238E27FC236}">
                    <a16:creationId xmlns:a16="http://schemas.microsoft.com/office/drawing/2014/main" id="{D1EA32D8-4AF0-5795-016C-AEA4032AB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667"/>
                <a:ext cx="210" cy="114"/>
              </a:xfrm>
              <a:custGeom>
                <a:avLst/>
                <a:gdLst>
                  <a:gd name="T0" fmla="*/ 0 w 1244"/>
                  <a:gd name="T1" fmla="*/ 0 h 677"/>
                  <a:gd name="T2" fmla="*/ 0 w 1244"/>
                  <a:gd name="T3" fmla="*/ 0 h 677"/>
                  <a:gd name="T4" fmla="*/ 0 w 1244"/>
                  <a:gd name="T5" fmla="*/ 0 h 677"/>
                  <a:gd name="T6" fmla="*/ 0 w 1244"/>
                  <a:gd name="T7" fmla="*/ 0 h 677"/>
                  <a:gd name="T8" fmla="*/ 0 w 1244"/>
                  <a:gd name="T9" fmla="*/ 0 h 677"/>
                  <a:gd name="T10" fmla="*/ 0 w 1244"/>
                  <a:gd name="T11" fmla="*/ 0 h 677"/>
                  <a:gd name="T12" fmla="*/ 0 w 1244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7"/>
                  <a:gd name="T23" fmla="*/ 1244 w 1244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7">
                    <a:moveTo>
                      <a:pt x="1244" y="101"/>
                    </a:moveTo>
                    <a:lnTo>
                      <a:pt x="1220" y="50"/>
                    </a:lnTo>
                    <a:lnTo>
                      <a:pt x="1195" y="0"/>
                    </a:lnTo>
                    <a:lnTo>
                      <a:pt x="0" y="577"/>
                    </a:lnTo>
                    <a:lnTo>
                      <a:pt x="25" y="627"/>
                    </a:lnTo>
                    <a:lnTo>
                      <a:pt x="49" y="677"/>
                    </a:lnTo>
                    <a:lnTo>
                      <a:pt x="1244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2" name="Freeform 779">
                <a:extLst>
                  <a:ext uri="{FF2B5EF4-FFF2-40B4-BE49-F238E27FC236}">
                    <a16:creationId xmlns:a16="http://schemas.microsoft.com/office/drawing/2014/main" id="{BEE260FB-AB53-5984-AF74-7F8479816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667"/>
                <a:ext cx="210" cy="114"/>
              </a:xfrm>
              <a:custGeom>
                <a:avLst/>
                <a:gdLst>
                  <a:gd name="T0" fmla="*/ 0 w 1244"/>
                  <a:gd name="T1" fmla="*/ 0 h 677"/>
                  <a:gd name="T2" fmla="*/ 0 w 1244"/>
                  <a:gd name="T3" fmla="*/ 0 h 677"/>
                  <a:gd name="T4" fmla="*/ 0 w 1244"/>
                  <a:gd name="T5" fmla="*/ 0 h 677"/>
                  <a:gd name="T6" fmla="*/ 0 w 1244"/>
                  <a:gd name="T7" fmla="*/ 0 h 677"/>
                  <a:gd name="T8" fmla="*/ 0 w 1244"/>
                  <a:gd name="T9" fmla="*/ 0 h 677"/>
                  <a:gd name="T10" fmla="*/ 0 w 1244"/>
                  <a:gd name="T11" fmla="*/ 0 h 677"/>
                  <a:gd name="T12" fmla="*/ 0 w 1244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7"/>
                  <a:gd name="T23" fmla="*/ 1244 w 1244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7">
                    <a:moveTo>
                      <a:pt x="1244" y="101"/>
                    </a:moveTo>
                    <a:lnTo>
                      <a:pt x="1220" y="50"/>
                    </a:lnTo>
                    <a:lnTo>
                      <a:pt x="1195" y="0"/>
                    </a:lnTo>
                    <a:lnTo>
                      <a:pt x="0" y="577"/>
                    </a:lnTo>
                    <a:lnTo>
                      <a:pt x="25" y="627"/>
                    </a:lnTo>
                    <a:lnTo>
                      <a:pt x="49" y="677"/>
                    </a:lnTo>
                    <a:lnTo>
                      <a:pt x="1244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3" name="Freeform 780">
                <a:extLst>
                  <a:ext uri="{FF2B5EF4-FFF2-40B4-BE49-F238E27FC236}">
                    <a16:creationId xmlns:a16="http://schemas.microsoft.com/office/drawing/2014/main" id="{DBCB33B9-84C1-6D6E-8520-A02C37683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64"/>
                <a:ext cx="13" cy="18"/>
              </a:xfrm>
              <a:custGeom>
                <a:avLst/>
                <a:gdLst>
                  <a:gd name="T0" fmla="*/ 0 w 81"/>
                  <a:gd name="T1" fmla="*/ 0 h 106"/>
                  <a:gd name="T2" fmla="*/ 0 w 81"/>
                  <a:gd name="T3" fmla="*/ 0 h 106"/>
                  <a:gd name="T4" fmla="*/ 0 w 81"/>
                  <a:gd name="T5" fmla="*/ 0 h 106"/>
                  <a:gd name="T6" fmla="*/ 0 w 81"/>
                  <a:gd name="T7" fmla="*/ 0 h 106"/>
                  <a:gd name="T8" fmla="*/ 0 w 81"/>
                  <a:gd name="T9" fmla="*/ 0 h 106"/>
                  <a:gd name="T10" fmla="*/ 0 w 81"/>
                  <a:gd name="T11" fmla="*/ 0 h 106"/>
                  <a:gd name="T12" fmla="*/ 0 w 81"/>
                  <a:gd name="T13" fmla="*/ 0 h 106"/>
                  <a:gd name="T14" fmla="*/ 0 w 81"/>
                  <a:gd name="T15" fmla="*/ 0 h 106"/>
                  <a:gd name="T16" fmla="*/ 0 w 81"/>
                  <a:gd name="T17" fmla="*/ 0 h 106"/>
                  <a:gd name="T18" fmla="*/ 0 w 81"/>
                  <a:gd name="T19" fmla="*/ 0 h 106"/>
                  <a:gd name="T20" fmla="*/ 0 w 81"/>
                  <a:gd name="T21" fmla="*/ 0 h 106"/>
                  <a:gd name="T22" fmla="*/ 0 w 81"/>
                  <a:gd name="T23" fmla="*/ 0 h 106"/>
                  <a:gd name="T24" fmla="*/ 0 w 81"/>
                  <a:gd name="T25" fmla="*/ 0 h 106"/>
                  <a:gd name="T26" fmla="*/ 0 w 81"/>
                  <a:gd name="T27" fmla="*/ 0 h 106"/>
                  <a:gd name="T28" fmla="*/ 0 w 81"/>
                  <a:gd name="T29" fmla="*/ 0 h 106"/>
                  <a:gd name="T30" fmla="*/ 0 w 81"/>
                  <a:gd name="T31" fmla="*/ 0 h 106"/>
                  <a:gd name="T32" fmla="*/ 0 w 81"/>
                  <a:gd name="T33" fmla="*/ 0 h 1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106"/>
                  <a:gd name="T53" fmla="*/ 81 w 81"/>
                  <a:gd name="T54" fmla="*/ 106 h 1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106">
                    <a:moveTo>
                      <a:pt x="57" y="50"/>
                    </a:moveTo>
                    <a:lnTo>
                      <a:pt x="81" y="100"/>
                    </a:lnTo>
                    <a:lnTo>
                      <a:pt x="69" y="105"/>
                    </a:lnTo>
                    <a:lnTo>
                      <a:pt x="57" y="106"/>
                    </a:lnTo>
                    <a:lnTo>
                      <a:pt x="44" y="105"/>
                    </a:lnTo>
                    <a:lnTo>
                      <a:pt x="32" y="102"/>
                    </a:lnTo>
                    <a:lnTo>
                      <a:pt x="22" y="95"/>
                    </a:lnTo>
                    <a:lnTo>
                      <a:pt x="13" y="86"/>
                    </a:lnTo>
                    <a:lnTo>
                      <a:pt x="6" y="75"/>
                    </a:lnTo>
                    <a:lnTo>
                      <a:pt x="2" y="62"/>
                    </a:lnTo>
                    <a:lnTo>
                      <a:pt x="0" y="50"/>
                    </a:lnTo>
                    <a:lnTo>
                      <a:pt x="2" y="38"/>
                    </a:lnTo>
                    <a:lnTo>
                      <a:pt x="5" y="25"/>
                    </a:lnTo>
                    <a:lnTo>
                      <a:pt x="12" y="15"/>
                    </a:lnTo>
                    <a:lnTo>
                      <a:pt x="21" y="6"/>
                    </a:lnTo>
                    <a:lnTo>
                      <a:pt x="32" y="0"/>
                    </a:lnTo>
                    <a:lnTo>
                      <a:pt x="57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4" name="Freeform 781">
                <a:extLst>
                  <a:ext uri="{FF2B5EF4-FFF2-40B4-BE49-F238E27FC236}">
                    <a16:creationId xmlns:a16="http://schemas.microsoft.com/office/drawing/2014/main" id="{43F98995-4E2C-1891-5554-52706F8BF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64"/>
                <a:ext cx="13" cy="18"/>
              </a:xfrm>
              <a:custGeom>
                <a:avLst/>
                <a:gdLst>
                  <a:gd name="T0" fmla="*/ 0 w 81"/>
                  <a:gd name="T1" fmla="*/ 0 h 106"/>
                  <a:gd name="T2" fmla="*/ 0 w 81"/>
                  <a:gd name="T3" fmla="*/ 0 h 106"/>
                  <a:gd name="T4" fmla="*/ 0 w 81"/>
                  <a:gd name="T5" fmla="*/ 0 h 106"/>
                  <a:gd name="T6" fmla="*/ 0 w 81"/>
                  <a:gd name="T7" fmla="*/ 0 h 106"/>
                  <a:gd name="T8" fmla="*/ 0 w 81"/>
                  <a:gd name="T9" fmla="*/ 0 h 106"/>
                  <a:gd name="T10" fmla="*/ 0 w 81"/>
                  <a:gd name="T11" fmla="*/ 0 h 106"/>
                  <a:gd name="T12" fmla="*/ 0 w 81"/>
                  <a:gd name="T13" fmla="*/ 0 h 106"/>
                  <a:gd name="T14" fmla="*/ 0 w 81"/>
                  <a:gd name="T15" fmla="*/ 0 h 106"/>
                  <a:gd name="T16" fmla="*/ 0 w 81"/>
                  <a:gd name="T17" fmla="*/ 0 h 106"/>
                  <a:gd name="T18" fmla="*/ 0 w 81"/>
                  <a:gd name="T19" fmla="*/ 0 h 106"/>
                  <a:gd name="T20" fmla="*/ 0 w 81"/>
                  <a:gd name="T21" fmla="*/ 0 h 106"/>
                  <a:gd name="T22" fmla="*/ 0 w 81"/>
                  <a:gd name="T23" fmla="*/ 0 h 106"/>
                  <a:gd name="T24" fmla="*/ 0 w 81"/>
                  <a:gd name="T25" fmla="*/ 0 h 106"/>
                  <a:gd name="T26" fmla="*/ 0 w 81"/>
                  <a:gd name="T27" fmla="*/ 0 h 106"/>
                  <a:gd name="T28" fmla="*/ 0 w 81"/>
                  <a:gd name="T29" fmla="*/ 0 h 10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1"/>
                  <a:gd name="T46" fmla="*/ 0 h 106"/>
                  <a:gd name="T47" fmla="*/ 81 w 81"/>
                  <a:gd name="T48" fmla="*/ 106 h 10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1" h="106">
                    <a:moveTo>
                      <a:pt x="81" y="100"/>
                    </a:moveTo>
                    <a:lnTo>
                      <a:pt x="69" y="105"/>
                    </a:lnTo>
                    <a:lnTo>
                      <a:pt x="57" y="106"/>
                    </a:lnTo>
                    <a:lnTo>
                      <a:pt x="44" y="105"/>
                    </a:lnTo>
                    <a:lnTo>
                      <a:pt x="32" y="102"/>
                    </a:lnTo>
                    <a:lnTo>
                      <a:pt x="22" y="95"/>
                    </a:lnTo>
                    <a:lnTo>
                      <a:pt x="13" y="86"/>
                    </a:lnTo>
                    <a:lnTo>
                      <a:pt x="6" y="75"/>
                    </a:lnTo>
                    <a:lnTo>
                      <a:pt x="2" y="62"/>
                    </a:lnTo>
                    <a:lnTo>
                      <a:pt x="0" y="50"/>
                    </a:lnTo>
                    <a:lnTo>
                      <a:pt x="2" y="38"/>
                    </a:lnTo>
                    <a:lnTo>
                      <a:pt x="5" y="25"/>
                    </a:lnTo>
                    <a:lnTo>
                      <a:pt x="12" y="15"/>
                    </a:lnTo>
                    <a:lnTo>
                      <a:pt x="21" y="6"/>
                    </a:lnTo>
                    <a:lnTo>
                      <a:pt x="3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5" name="Freeform 782">
                <a:extLst>
                  <a:ext uri="{FF2B5EF4-FFF2-40B4-BE49-F238E27FC236}">
                    <a16:creationId xmlns:a16="http://schemas.microsoft.com/office/drawing/2014/main" id="{DD434002-7142-3B3D-467A-9ACCD378C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764"/>
                <a:ext cx="13" cy="18"/>
              </a:xfrm>
              <a:custGeom>
                <a:avLst/>
                <a:gdLst>
                  <a:gd name="T0" fmla="*/ 0 w 82"/>
                  <a:gd name="T1" fmla="*/ 0 h 106"/>
                  <a:gd name="T2" fmla="*/ 0 w 82"/>
                  <a:gd name="T3" fmla="*/ 0 h 106"/>
                  <a:gd name="T4" fmla="*/ 0 w 82"/>
                  <a:gd name="T5" fmla="*/ 0 h 106"/>
                  <a:gd name="T6" fmla="*/ 0 w 82"/>
                  <a:gd name="T7" fmla="*/ 0 h 106"/>
                  <a:gd name="T8" fmla="*/ 0 w 82"/>
                  <a:gd name="T9" fmla="*/ 0 h 106"/>
                  <a:gd name="T10" fmla="*/ 0 w 82"/>
                  <a:gd name="T11" fmla="*/ 0 h 106"/>
                  <a:gd name="T12" fmla="*/ 0 w 82"/>
                  <a:gd name="T13" fmla="*/ 0 h 106"/>
                  <a:gd name="T14" fmla="*/ 0 w 82"/>
                  <a:gd name="T15" fmla="*/ 0 h 106"/>
                  <a:gd name="T16" fmla="*/ 0 w 82"/>
                  <a:gd name="T17" fmla="*/ 0 h 106"/>
                  <a:gd name="T18" fmla="*/ 0 w 82"/>
                  <a:gd name="T19" fmla="*/ 0 h 106"/>
                  <a:gd name="T20" fmla="*/ 0 w 82"/>
                  <a:gd name="T21" fmla="*/ 0 h 106"/>
                  <a:gd name="T22" fmla="*/ 0 w 82"/>
                  <a:gd name="T23" fmla="*/ 0 h 106"/>
                  <a:gd name="T24" fmla="*/ 0 w 82"/>
                  <a:gd name="T25" fmla="*/ 0 h 106"/>
                  <a:gd name="T26" fmla="*/ 0 w 82"/>
                  <a:gd name="T27" fmla="*/ 0 h 106"/>
                  <a:gd name="T28" fmla="*/ 0 w 82"/>
                  <a:gd name="T29" fmla="*/ 0 h 106"/>
                  <a:gd name="T30" fmla="*/ 0 w 82"/>
                  <a:gd name="T31" fmla="*/ 0 h 106"/>
                  <a:gd name="T32" fmla="*/ 0 w 82"/>
                  <a:gd name="T33" fmla="*/ 0 h 1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6"/>
                  <a:gd name="T53" fmla="*/ 82 w 82"/>
                  <a:gd name="T54" fmla="*/ 106 h 1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6">
                    <a:moveTo>
                      <a:pt x="25" y="50"/>
                    </a:moveTo>
                    <a:lnTo>
                      <a:pt x="50" y="0"/>
                    </a:lnTo>
                    <a:lnTo>
                      <a:pt x="61" y="6"/>
                    </a:lnTo>
                    <a:lnTo>
                      <a:pt x="70" y="15"/>
                    </a:lnTo>
                    <a:lnTo>
                      <a:pt x="77" y="25"/>
                    </a:lnTo>
                    <a:lnTo>
                      <a:pt x="80" y="38"/>
                    </a:lnTo>
                    <a:lnTo>
                      <a:pt x="82" y="50"/>
                    </a:lnTo>
                    <a:lnTo>
                      <a:pt x="80" y="62"/>
                    </a:lnTo>
                    <a:lnTo>
                      <a:pt x="75" y="75"/>
                    </a:lnTo>
                    <a:lnTo>
                      <a:pt x="69" y="86"/>
                    </a:lnTo>
                    <a:lnTo>
                      <a:pt x="60" y="95"/>
                    </a:lnTo>
                    <a:lnTo>
                      <a:pt x="50" y="102"/>
                    </a:lnTo>
                    <a:lnTo>
                      <a:pt x="37" y="105"/>
                    </a:lnTo>
                    <a:lnTo>
                      <a:pt x="25" y="106"/>
                    </a:lnTo>
                    <a:lnTo>
                      <a:pt x="13" y="105"/>
                    </a:lnTo>
                    <a:lnTo>
                      <a:pt x="0" y="100"/>
                    </a:lnTo>
                    <a:lnTo>
                      <a:pt x="25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6" name="Freeform 783">
                <a:extLst>
                  <a:ext uri="{FF2B5EF4-FFF2-40B4-BE49-F238E27FC236}">
                    <a16:creationId xmlns:a16="http://schemas.microsoft.com/office/drawing/2014/main" id="{A08A682F-FDC1-8705-3664-FAE4D6E5D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764"/>
                <a:ext cx="13" cy="18"/>
              </a:xfrm>
              <a:custGeom>
                <a:avLst/>
                <a:gdLst>
                  <a:gd name="T0" fmla="*/ 0 w 82"/>
                  <a:gd name="T1" fmla="*/ 0 h 106"/>
                  <a:gd name="T2" fmla="*/ 0 w 82"/>
                  <a:gd name="T3" fmla="*/ 0 h 106"/>
                  <a:gd name="T4" fmla="*/ 0 w 82"/>
                  <a:gd name="T5" fmla="*/ 0 h 106"/>
                  <a:gd name="T6" fmla="*/ 0 w 82"/>
                  <a:gd name="T7" fmla="*/ 0 h 106"/>
                  <a:gd name="T8" fmla="*/ 0 w 82"/>
                  <a:gd name="T9" fmla="*/ 0 h 106"/>
                  <a:gd name="T10" fmla="*/ 0 w 82"/>
                  <a:gd name="T11" fmla="*/ 0 h 106"/>
                  <a:gd name="T12" fmla="*/ 0 w 82"/>
                  <a:gd name="T13" fmla="*/ 0 h 106"/>
                  <a:gd name="T14" fmla="*/ 0 w 82"/>
                  <a:gd name="T15" fmla="*/ 0 h 106"/>
                  <a:gd name="T16" fmla="*/ 0 w 82"/>
                  <a:gd name="T17" fmla="*/ 0 h 106"/>
                  <a:gd name="T18" fmla="*/ 0 w 82"/>
                  <a:gd name="T19" fmla="*/ 0 h 106"/>
                  <a:gd name="T20" fmla="*/ 0 w 82"/>
                  <a:gd name="T21" fmla="*/ 0 h 106"/>
                  <a:gd name="T22" fmla="*/ 0 w 82"/>
                  <a:gd name="T23" fmla="*/ 0 h 106"/>
                  <a:gd name="T24" fmla="*/ 0 w 82"/>
                  <a:gd name="T25" fmla="*/ 0 h 106"/>
                  <a:gd name="T26" fmla="*/ 0 w 82"/>
                  <a:gd name="T27" fmla="*/ 0 h 106"/>
                  <a:gd name="T28" fmla="*/ 0 w 82"/>
                  <a:gd name="T29" fmla="*/ 0 h 10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6"/>
                  <a:gd name="T47" fmla="*/ 82 w 82"/>
                  <a:gd name="T48" fmla="*/ 106 h 10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6">
                    <a:moveTo>
                      <a:pt x="50" y="0"/>
                    </a:moveTo>
                    <a:lnTo>
                      <a:pt x="61" y="6"/>
                    </a:lnTo>
                    <a:lnTo>
                      <a:pt x="70" y="15"/>
                    </a:lnTo>
                    <a:lnTo>
                      <a:pt x="77" y="25"/>
                    </a:lnTo>
                    <a:lnTo>
                      <a:pt x="80" y="38"/>
                    </a:lnTo>
                    <a:lnTo>
                      <a:pt x="82" y="50"/>
                    </a:lnTo>
                    <a:lnTo>
                      <a:pt x="80" y="62"/>
                    </a:lnTo>
                    <a:lnTo>
                      <a:pt x="75" y="75"/>
                    </a:lnTo>
                    <a:lnTo>
                      <a:pt x="69" y="86"/>
                    </a:lnTo>
                    <a:lnTo>
                      <a:pt x="60" y="95"/>
                    </a:lnTo>
                    <a:lnTo>
                      <a:pt x="50" y="102"/>
                    </a:lnTo>
                    <a:lnTo>
                      <a:pt x="37" y="105"/>
                    </a:lnTo>
                    <a:lnTo>
                      <a:pt x="25" y="106"/>
                    </a:lnTo>
                    <a:lnTo>
                      <a:pt x="13" y="105"/>
                    </a:lnTo>
                    <a:lnTo>
                      <a:pt x="0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7" name="Freeform 784">
                <a:extLst>
                  <a:ext uri="{FF2B5EF4-FFF2-40B4-BE49-F238E27FC236}">
                    <a16:creationId xmlns:a16="http://schemas.microsoft.com/office/drawing/2014/main" id="{C4831DBA-0F1F-A961-AB7A-EC5825FCB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667"/>
                <a:ext cx="211" cy="114"/>
              </a:xfrm>
              <a:custGeom>
                <a:avLst/>
                <a:gdLst>
                  <a:gd name="T0" fmla="*/ 0 w 1245"/>
                  <a:gd name="T1" fmla="*/ 0 h 677"/>
                  <a:gd name="T2" fmla="*/ 0 w 1245"/>
                  <a:gd name="T3" fmla="*/ 0 h 677"/>
                  <a:gd name="T4" fmla="*/ 0 w 1245"/>
                  <a:gd name="T5" fmla="*/ 0 h 677"/>
                  <a:gd name="T6" fmla="*/ 0 w 1245"/>
                  <a:gd name="T7" fmla="*/ 0 h 677"/>
                  <a:gd name="T8" fmla="*/ 0 w 1245"/>
                  <a:gd name="T9" fmla="*/ 0 h 677"/>
                  <a:gd name="T10" fmla="*/ 0 w 1245"/>
                  <a:gd name="T11" fmla="*/ 0 h 677"/>
                  <a:gd name="T12" fmla="*/ 0 w 1245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7"/>
                  <a:gd name="T23" fmla="*/ 1245 w 1245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7">
                    <a:moveTo>
                      <a:pt x="1195" y="677"/>
                    </a:moveTo>
                    <a:lnTo>
                      <a:pt x="1220" y="627"/>
                    </a:lnTo>
                    <a:lnTo>
                      <a:pt x="1245" y="577"/>
                    </a:lnTo>
                    <a:lnTo>
                      <a:pt x="49" y="0"/>
                    </a:lnTo>
                    <a:lnTo>
                      <a:pt x="25" y="50"/>
                    </a:lnTo>
                    <a:lnTo>
                      <a:pt x="0" y="101"/>
                    </a:lnTo>
                    <a:lnTo>
                      <a:pt x="1195" y="6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8" name="Freeform 785">
                <a:extLst>
                  <a:ext uri="{FF2B5EF4-FFF2-40B4-BE49-F238E27FC236}">
                    <a16:creationId xmlns:a16="http://schemas.microsoft.com/office/drawing/2014/main" id="{1FD3AFDA-3ABD-87B6-DC5D-1DB7D9CD3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667"/>
                <a:ext cx="211" cy="114"/>
              </a:xfrm>
              <a:custGeom>
                <a:avLst/>
                <a:gdLst>
                  <a:gd name="T0" fmla="*/ 0 w 1245"/>
                  <a:gd name="T1" fmla="*/ 0 h 677"/>
                  <a:gd name="T2" fmla="*/ 0 w 1245"/>
                  <a:gd name="T3" fmla="*/ 0 h 677"/>
                  <a:gd name="T4" fmla="*/ 0 w 1245"/>
                  <a:gd name="T5" fmla="*/ 0 h 677"/>
                  <a:gd name="T6" fmla="*/ 0 w 1245"/>
                  <a:gd name="T7" fmla="*/ 0 h 677"/>
                  <a:gd name="T8" fmla="*/ 0 w 1245"/>
                  <a:gd name="T9" fmla="*/ 0 h 677"/>
                  <a:gd name="T10" fmla="*/ 0 w 1245"/>
                  <a:gd name="T11" fmla="*/ 0 h 677"/>
                  <a:gd name="T12" fmla="*/ 0 w 1245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7"/>
                  <a:gd name="T23" fmla="*/ 1245 w 1245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7">
                    <a:moveTo>
                      <a:pt x="1195" y="677"/>
                    </a:moveTo>
                    <a:lnTo>
                      <a:pt x="1220" y="627"/>
                    </a:lnTo>
                    <a:lnTo>
                      <a:pt x="1245" y="577"/>
                    </a:lnTo>
                    <a:lnTo>
                      <a:pt x="49" y="0"/>
                    </a:lnTo>
                    <a:lnTo>
                      <a:pt x="25" y="50"/>
                    </a:lnTo>
                    <a:lnTo>
                      <a:pt x="0" y="101"/>
                    </a:lnTo>
                    <a:lnTo>
                      <a:pt x="1195" y="6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9" name="Freeform 786">
                <a:extLst>
                  <a:ext uri="{FF2B5EF4-FFF2-40B4-BE49-F238E27FC236}">
                    <a16:creationId xmlns:a16="http://schemas.microsoft.com/office/drawing/2014/main" id="{A53CA30D-E419-CF46-E757-851E38507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66"/>
                <a:ext cx="13" cy="18"/>
              </a:xfrm>
              <a:custGeom>
                <a:avLst/>
                <a:gdLst>
                  <a:gd name="T0" fmla="*/ 0 w 80"/>
                  <a:gd name="T1" fmla="*/ 0 h 108"/>
                  <a:gd name="T2" fmla="*/ 0 w 80"/>
                  <a:gd name="T3" fmla="*/ 0 h 108"/>
                  <a:gd name="T4" fmla="*/ 0 w 80"/>
                  <a:gd name="T5" fmla="*/ 0 h 108"/>
                  <a:gd name="T6" fmla="*/ 0 w 80"/>
                  <a:gd name="T7" fmla="*/ 0 h 108"/>
                  <a:gd name="T8" fmla="*/ 0 w 80"/>
                  <a:gd name="T9" fmla="*/ 0 h 108"/>
                  <a:gd name="T10" fmla="*/ 0 w 80"/>
                  <a:gd name="T11" fmla="*/ 0 h 108"/>
                  <a:gd name="T12" fmla="*/ 0 w 80"/>
                  <a:gd name="T13" fmla="*/ 0 h 108"/>
                  <a:gd name="T14" fmla="*/ 0 w 80"/>
                  <a:gd name="T15" fmla="*/ 0 h 108"/>
                  <a:gd name="T16" fmla="*/ 0 w 80"/>
                  <a:gd name="T17" fmla="*/ 0 h 108"/>
                  <a:gd name="T18" fmla="*/ 0 w 80"/>
                  <a:gd name="T19" fmla="*/ 0 h 108"/>
                  <a:gd name="T20" fmla="*/ 0 w 80"/>
                  <a:gd name="T21" fmla="*/ 0 h 108"/>
                  <a:gd name="T22" fmla="*/ 0 w 80"/>
                  <a:gd name="T23" fmla="*/ 0 h 108"/>
                  <a:gd name="T24" fmla="*/ 0 w 80"/>
                  <a:gd name="T25" fmla="*/ 0 h 108"/>
                  <a:gd name="T26" fmla="*/ 0 w 80"/>
                  <a:gd name="T27" fmla="*/ 0 h 108"/>
                  <a:gd name="T28" fmla="*/ 0 w 80"/>
                  <a:gd name="T29" fmla="*/ 0 h 108"/>
                  <a:gd name="T30" fmla="*/ 0 w 80"/>
                  <a:gd name="T31" fmla="*/ 0 h 108"/>
                  <a:gd name="T32" fmla="*/ 0 w 80"/>
                  <a:gd name="T33" fmla="*/ 0 h 10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0"/>
                  <a:gd name="T52" fmla="*/ 0 h 108"/>
                  <a:gd name="T53" fmla="*/ 80 w 80"/>
                  <a:gd name="T54" fmla="*/ 108 h 10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0" h="108">
                    <a:moveTo>
                      <a:pt x="56" y="57"/>
                    </a:moveTo>
                    <a:lnTo>
                      <a:pt x="31" y="108"/>
                    </a:lnTo>
                    <a:lnTo>
                      <a:pt x="20" y="101"/>
                    </a:lnTo>
                    <a:lnTo>
                      <a:pt x="11" y="92"/>
                    </a:lnTo>
                    <a:lnTo>
                      <a:pt x="4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1"/>
                    </a:lnTo>
                    <a:lnTo>
                      <a:pt x="21" y="12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0" name="Freeform 787">
                <a:extLst>
                  <a:ext uri="{FF2B5EF4-FFF2-40B4-BE49-F238E27FC236}">
                    <a16:creationId xmlns:a16="http://schemas.microsoft.com/office/drawing/2014/main" id="{6C850E50-D40D-5A00-0E34-8629E6B09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66"/>
                <a:ext cx="13" cy="18"/>
              </a:xfrm>
              <a:custGeom>
                <a:avLst/>
                <a:gdLst>
                  <a:gd name="T0" fmla="*/ 0 w 80"/>
                  <a:gd name="T1" fmla="*/ 0 h 108"/>
                  <a:gd name="T2" fmla="*/ 0 w 80"/>
                  <a:gd name="T3" fmla="*/ 0 h 108"/>
                  <a:gd name="T4" fmla="*/ 0 w 80"/>
                  <a:gd name="T5" fmla="*/ 0 h 108"/>
                  <a:gd name="T6" fmla="*/ 0 w 80"/>
                  <a:gd name="T7" fmla="*/ 0 h 108"/>
                  <a:gd name="T8" fmla="*/ 0 w 80"/>
                  <a:gd name="T9" fmla="*/ 0 h 108"/>
                  <a:gd name="T10" fmla="*/ 0 w 80"/>
                  <a:gd name="T11" fmla="*/ 0 h 108"/>
                  <a:gd name="T12" fmla="*/ 0 w 80"/>
                  <a:gd name="T13" fmla="*/ 0 h 108"/>
                  <a:gd name="T14" fmla="*/ 0 w 80"/>
                  <a:gd name="T15" fmla="*/ 0 h 108"/>
                  <a:gd name="T16" fmla="*/ 0 w 80"/>
                  <a:gd name="T17" fmla="*/ 0 h 108"/>
                  <a:gd name="T18" fmla="*/ 0 w 80"/>
                  <a:gd name="T19" fmla="*/ 0 h 108"/>
                  <a:gd name="T20" fmla="*/ 0 w 80"/>
                  <a:gd name="T21" fmla="*/ 0 h 108"/>
                  <a:gd name="T22" fmla="*/ 0 w 80"/>
                  <a:gd name="T23" fmla="*/ 0 h 108"/>
                  <a:gd name="T24" fmla="*/ 0 w 80"/>
                  <a:gd name="T25" fmla="*/ 0 h 108"/>
                  <a:gd name="T26" fmla="*/ 0 w 80"/>
                  <a:gd name="T27" fmla="*/ 0 h 108"/>
                  <a:gd name="T28" fmla="*/ 0 w 80"/>
                  <a:gd name="T29" fmla="*/ 0 h 1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0"/>
                  <a:gd name="T46" fmla="*/ 0 h 108"/>
                  <a:gd name="T47" fmla="*/ 80 w 80"/>
                  <a:gd name="T48" fmla="*/ 108 h 1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0" h="108">
                    <a:moveTo>
                      <a:pt x="31" y="108"/>
                    </a:moveTo>
                    <a:lnTo>
                      <a:pt x="20" y="101"/>
                    </a:lnTo>
                    <a:lnTo>
                      <a:pt x="11" y="92"/>
                    </a:lnTo>
                    <a:lnTo>
                      <a:pt x="4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1"/>
                    </a:lnTo>
                    <a:lnTo>
                      <a:pt x="21" y="12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94" name="Line 788">
              <a:extLst>
                <a:ext uri="{FF2B5EF4-FFF2-40B4-BE49-F238E27FC236}">
                  <a16:creationId xmlns:a16="http://schemas.microsoft.com/office/drawing/2014/main" id="{E971B438-D015-645E-9793-0E0879D2B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100"/>
              <a:ext cx="1" cy="2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5" name="Line 789">
              <a:extLst>
                <a:ext uri="{FF2B5EF4-FFF2-40B4-BE49-F238E27FC236}">
                  <a16:creationId xmlns:a16="http://schemas.microsoft.com/office/drawing/2014/main" id="{31A81D9D-80C2-CD68-00BF-8685B7AF4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352"/>
              <a:ext cx="1" cy="2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6" name="Line 790">
              <a:extLst>
                <a:ext uri="{FF2B5EF4-FFF2-40B4-BE49-F238E27FC236}">
                  <a16:creationId xmlns:a16="http://schemas.microsoft.com/office/drawing/2014/main" id="{4B2780F9-26E0-8FA5-21E6-77E1C0A9F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399"/>
              <a:ext cx="1" cy="15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7" name="Line 791">
              <a:extLst>
                <a:ext uri="{FF2B5EF4-FFF2-40B4-BE49-F238E27FC236}">
                  <a16:creationId xmlns:a16="http://schemas.microsoft.com/office/drawing/2014/main" id="{36DA3DD0-42FD-2045-A6AB-DC610104B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092"/>
              <a:ext cx="1" cy="2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8" name="Line 792">
              <a:extLst>
                <a:ext uri="{FF2B5EF4-FFF2-40B4-BE49-F238E27FC236}">
                  <a16:creationId xmlns:a16="http://schemas.microsoft.com/office/drawing/2014/main" id="{81532A23-CA17-9249-0EBE-B41E69245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344"/>
              <a:ext cx="1" cy="2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9" name="Line 793">
              <a:extLst>
                <a:ext uri="{FF2B5EF4-FFF2-40B4-BE49-F238E27FC236}">
                  <a16:creationId xmlns:a16="http://schemas.microsoft.com/office/drawing/2014/main" id="{C7879583-DD42-D921-5199-DAA601CCD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391"/>
              <a:ext cx="1" cy="16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351" name="Group 794">
            <a:extLst>
              <a:ext uri="{FF2B5EF4-FFF2-40B4-BE49-F238E27FC236}">
                <a16:creationId xmlns:a16="http://schemas.microsoft.com/office/drawing/2014/main" id="{7A4CAA76-8A60-B094-E292-D1A2269C5241}"/>
              </a:ext>
            </a:extLst>
          </p:cNvPr>
          <p:cNvGrpSpPr>
            <a:grpSpLocks/>
          </p:cNvGrpSpPr>
          <p:nvPr/>
        </p:nvGrpSpPr>
        <p:grpSpPr bwMode="auto">
          <a:xfrm>
            <a:off x="12261851" y="8566671"/>
            <a:ext cx="1177926" cy="942974"/>
            <a:chOff x="3286" y="2967"/>
            <a:chExt cx="371" cy="297"/>
          </a:xfrm>
        </p:grpSpPr>
        <p:sp>
          <p:nvSpPr>
            <p:cNvPr id="1352" name="Freeform 795">
              <a:extLst>
                <a:ext uri="{FF2B5EF4-FFF2-40B4-BE49-F238E27FC236}">
                  <a16:creationId xmlns:a16="http://schemas.microsoft.com/office/drawing/2014/main" id="{3DC46C29-D6A4-B11E-D0FB-6400D4F86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2971"/>
              <a:ext cx="71" cy="8"/>
            </a:xfrm>
            <a:custGeom>
              <a:avLst/>
              <a:gdLst>
                <a:gd name="T0" fmla="*/ 0 w 419"/>
                <a:gd name="T1" fmla="*/ 0 h 46"/>
                <a:gd name="T2" fmla="*/ 0 w 419"/>
                <a:gd name="T3" fmla="*/ 0 h 46"/>
                <a:gd name="T4" fmla="*/ 0 w 419"/>
                <a:gd name="T5" fmla="*/ 0 h 46"/>
                <a:gd name="T6" fmla="*/ 0 w 419"/>
                <a:gd name="T7" fmla="*/ 0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9"/>
                <a:gd name="T13" fmla="*/ 0 h 46"/>
                <a:gd name="T14" fmla="*/ 419 w 419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9" h="46">
                  <a:moveTo>
                    <a:pt x="0" y="46"/>
                  </a:moveTo>
                  <a:lnTo>
                    <a:pt x="419" y="4"/>
                  </a:lnTo>
                  <a:lnTo>
                    <a:pt x="402" y="0"/>
                  </a:lnTo>
                  <a:lnTo>
                    <a:pt x="357" y="1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3" name="Freeform 796">
              <a:extLst>
                <a:ext uri="{FF2B5EF4-FFF2-40B4-BE49-F238E27FC236}">
                  <a16:creationId xmlns:a16="http://schemas.microsoft.com/office/drawing/2014/main" id="{4DF61A4F-0A65-70AE-5E83-5207CA5D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978"/>
              <a:ext cx="48" cy="59"/>
            </a:xfrm>
            <a:custGeom>
              <a:avLst/>
              <a:gdLst>
                <a:gd name="T0" fmla="*/ 0 w 289"/>
                <a:gd name="T1" fmla="*/ 0 h 351"/>
                <a:gd name="T2" fmla="*/ 0 w 289"/>
                <a:gd name="T3" fmla="*/ 0 h 351"/>
                <a:gd name="T4" fmla="*/ 0 w 289"/>
                <a:gd name="T5" fmla="*/ 0 h 351"/>
                <a:gd name="T6" fmla="*/ 0 w 289"/>
                <a:gd name="T7" fmla="*/ 0 h 351"/>
                <a:gd name="T8" fmla="*/ 0 w 289"/>
                <a:gd name="T9" fmla="*/ 0 h 351"/>
                <a:gd name="T10" fmla="*/ 0 w 289"/>
                <a:gd name="T11" fmla="*/ 0 h 351"/>
                <a:gd name="T12" fmla="*/ 0 w 289"/>
                <a:gd name="T13" fmla="*/ 0 h 351"/>
                <a:gd name="T14" fmla="*/ 0 w 289"/>
                <a:gd name="T15" fmla="*/ 0 h 3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89"/>
                <a:gd name="T25" fmla="*/ 0 h 351"/>
                <a:gd name="T26" fmla="*/ 289 w 289"/>
                <a:gd name="T27" fmla="*/ 351 h 3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89" h="351">
                  <a:moveTo>
                    <a:pt x="289" y="0"/>
                  </a:moveTo>
                  <a:lnTo>
                    <a:pt x="264" y="66"/>
                  </a:lnTo>
                  <a:lnTo>
                    <a:pt x="220" y="133"/>
                  </a:lnTo>
                  <a:lnTo>
                    <a:pt x="167" y="203"/>
                  </a:lnTo>
                  <a:lnTo>
                    <a:pt x="126" y="245"/>
                  </a:lnTo>
                  <a:lnTo>
                    <a:pt x="78" y="290"/>
                  </a:lnTo>
                  <a:lnTo>
                    <a:pt x="40" y="321"/>
                  </a:lnTo>
                  <a:lnTo>
                    <a:pt x="0" y="35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4" name="Freeform 797">
              <a:extLst>
                <a:ext uri="{FF2B5EF4-FFF2-40B4-BE49-F238E27FC236}">
                  <a16:creationId xmlns:a16="http://schemas.microsoft.com/office/drawing/2014/main" id="{152AD9A7-1884-C752-779E-42A9FBA4A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2998"/>
              <a:ext cx="2" cy="69"/>
            </a:xfrm>
            <a:custGeom>
              <a:avLst/>
              <a:gdLst>
                <a:gd name="T0" fmla="*/ 0 w 13"/>
                <a:gd name="T1" fmla="*/ 0 h 417"/>
                <a:gd name="T2" fmla="*/ 0 w 13"/>
                <a:gd name="T3" fmla="*/ 0 h 417"/>
                <a:gd name="T4" fmla="*/ 0 w 13"/>
                <a:gd name="T5" fmla="*/ 0 h 417"/>
                <a:gd name="T6" fmla="*/ 0 w 13"/>
                <a:gd name="T7" fmla="*/ 0 h 417"/>
                <a:gd name="T8" fmla="*/ 0 w 13"/>
                <a:gd name="T9" fmla="*/ 0 h 417"/>
                <a:gd name="T10" fmla="*/ 0 w 13"/>
                <a:gd name="T11" fmla="*/ 0 h 4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417"/>
                <a:gd name="T20" fmla="*/ 13 w 13"/>
                <a:gd name="T21" fmla="*/ 417 h 4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417">
                  <a:moveTo>
                    <a:pt x="8" y="0"/>
                  </a:moveTo>
                  <a:lnTo>
                    <a:pt x="13" y="31"/>
                  </a:lnTo>
                  <a:lnTo>
                    <a:pt x="8" y="397"/>
                  </a:lnTo>
                  <a:lnTo>
                    <a:pt x="4" y="417"/>
                  </a:lnTo>
                  <a:lnTo>
                    <a:pt x="0" y="381"/>
                  </a:lnTo>
                  <a:lnTo>
                    <a:pt x="8" y="34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5" name="Freeform 798">
              <a:extLst>
                <a:ext uri="{FF2B5EF4-FFF2-40B4-BE49-F238E27FC236}">
                  <a16:creationId xmlns:a16="http://schemas.microsoft.com/office/drawing/2014/main" id="{F56776C2-489A-B6C7-D7BF-FF7B27356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3010"/>
              <a:ext cx="21" cy="25"/>
            </a:xfrm>
            <a:custGeom>
              <a:avLst/>
              <a:gdLst>
                <a:gd name="T0" fmla="*/ 0 w 131"/>
                <a:gd name="T1" fmla="*/ 0 h 152"/>
                <a:gd name="T2" fmla="*/ 0 w 131"/>
                <a:gd name="T3" fmla="*/ 0 h 152"/>
                <a:gd name="T4" fmla="*/ 0 w 131"/>
                <a:gd name="T5" fmla="*/ 0 h 152"/>
                <a:gd name="T6" fmla="*/ 0 w 131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"/>
                <a:gd name="T13" fmla="*/ 0 h 152"/>
                <a:gd name="T14" fmla="*/ 131 w 131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" h="152">
                  <a:moveTo>
                    <a:pt x="131" y="152"/>
                  </a:moveTo>
                  <a:lnTo>
                    <a:pt x="118" y="121"/>
                  </a:lnTo>
                  <a:lnTo>
                    <a:pt x="58" y="5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6" name="Freeform 799">
              <a:extLst>
                <a:ext uri="{FF2B5EF4-FFF2-40B4-BE49-F238E27FC236}">
                  <a16:creationId xmlns:a16="http://schemas.microsoft.com/office/drawing/2014/main" id="{36A0565B-48A6-BCB3-8861-7A95F39E5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967"/>
              <a:ext cx="52" cy="9"/>
            </a:xfrm>
            <a:custGeom>
              <a:avLst/>
              <a:gdLst>
                <a:gd name="T0" fmla="*/ 0 w 305"/>
                <a:gd name="T1" fmla="*/ 0 h 50"/>
                <a:gd name="T2" fmla="*/ 0 w 305"/>
                <a:gd name="T3" fmla="*/ 0 h 50"/>
                <a:gd name="T4" fmla="*/ 0 w 305"/>
                <a:gd name="T5" fmla="*/ 0 h 50"/>
                <a:gd name="T6" fmla="*/ 0 w 305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5"/>
                <a:gd name="T13" fmla="*/ 0 h 50"/>
                <a:gd name="T14" fmla="*/ 305 w 305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5" h="50">
                  <a:moveTo>
                    <a:pt x="0" y="50"/>
                  </a:moveTo>
                  <a:lnTo>
                    <a:pt x="305" y="4"/>
                  </a:lnTo>
                  <a:lnTo>
                    <a:pt x="293" y="0"/>
                  </a:lnTo>
                  <a:lnTo>
                    <a:pt x="263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7" name="Freeform 800">
              <a:extLst>
                <a:ext uri="{FF2B5EF4-FFF2-40B4-BE49-F238E27FC236}">
                  <a16:creationId xmlns:a16="http://schemas.microsoft.com/office/drawing/2014/main" id="{3311AE0F-8412-13F0-33DA-FD62DC583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973"/>
              <a:ext cx="2" cy="97"/>
            </a:xfrm>
            <a:custGeom>
              <a:avLst/>
              <a:gdLst>
                <a:gd name="T0" fmla="*/ 0 w 8"/>
                <a:gd name="T1" fmla="*/ 0 h 579"/>
                <a:gd name="T2" fmla="*/ 0 w 8"/>
                <a:gd name="T3" fmla="*/ 0 h 579"/>
                <a:gd name="T4" fmla="*/ 0 w 8"/>
                <a:gd name="T5" fmla="*/ 0 h 579"/>
                <a:gd name="T6" fmla="*/ 0 w 8"/>
                <a:gd name="T7" fmla="*/ 0 h 579"/>
                <a:gd name="T8" fmla="*/ 0 w 8"/>
                <a:gd name="T9" fmla="*/ 0 h 5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579"/>
                <a:gd name="T17" fmla="*/ 8 w 8"/>
                <a:gd name="T18" fmla="*/ 579 h 5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579">
                  <a:moveTo>
                    <a:pt x="4" y="0"/>
                  </a:moveTo>
                  <a:lnTo>
                    <a:pt x="8" y="498"/>
                  </a:lnTo>
                  <a:lnTo>
                    <a:pt x="4" y="579"/>
                  </a:lnTo>
                  <a:lnTo>
                    <a:pt x="0" y="544"/>
                  </a:lnTo>
                  <a:lnTo>
                    <a:pt x="4" y="5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8" name="Freeform 801">
              <a:extLst>
                <a:ext uri="{FF2B5EF4-FFF2-40B4-BE49-F238E27FC236}">
                  <a16:creationId xmlns:a16="http://schemas.microsoft.com/office/drawing/2014/main" id="{01C73AF9-E015-7BBA-7DF9-718B0E3B3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3011"/>
              <a:ext cx="72" cy="11"/>
            </a:xfrm>
            <a:custGeom>
              <a:avLst/>
              <a:gdLst>
                <a:gd name="T0" fmla="*/ 0 w 426"/>
                <a:gd name="T1" fmla="*/ 0 h 72"/>
                <a:gd name="T2" fmla="*/ 0 w 426"/>
                <a:gd name="T3" fmla="*/ 0 h 72"/>
                <a:gd name="T4" fmla="*/ 0 w 426"/>
                <a:gd name="T5" fmla="*/ 0 h 72"/>
                <a:gd name="T6" fmla="*/ 0 w 426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6"/>
                <a:gd name="T13" fmla="*/ 0 h 72"/>
                <a:gd name="T14" fmla="*/ 426 w 426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6" h="72">
                  <a:moveTo>
                    <a:pt x="0" y="72"/>
                  </a:moveTo>
                  <a:lnTo>
                    <a:pt x="426" y="6"/>
                  </a:lnTo>
                  <a:lnTo>
                    <a:pt x="406" y="0"/>
                  </a:lnTo>
                  <a:lnTo>
                    <a:pt x="377" y="1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9" name="Freeform 802">
              <a:extLst>
                <a:ext uri="{FF2B5EF4-FFF2-40B4-BE49-F238E27FC236}">
                  <a16:creationId xmlns:a16="http://schemas.microsoft.com/office/drawing/2014/main" id="{3D1CC72E-9E74-D258-A0C6-44E125EB7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2981"/>
              <a:ext cx="10" cy="27"/>
            </a:xfrm>
            <a:custGeom>
              <a:avLst/>
              <a:gdLst>
                <a:gd name="T0" fmla="*/ 0 w 60"/>
                <a:gd name="T1" fmla="*/ 0 h 163"/>
                <a:gd name="T2" fmla="*/ 0 w 60"/>
                <a:gd name="T3" fmla="*/ 0 h 163"/>
                <a:gd name="T4" fmla="*/ 0 w 60"/>
                <a:gd name="T5" fmla="*/ 0 h 163"/>
                <a:gd name="T6" fmla="*/ 0 60000 65536"/>
                <a:gd name="T7" fmla="*/ 0 60000 65536"/>
                <a:gd name="T8" fmla="*/ 0 60000 65536"/>
                <a:gd name="T9" fmla="*/ 0 w 60"/>
                <a:gd name="T10" fmla="*/ 0 h 163"/>
                <a:gd name="T11" fmla="*/ 60 w 60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63">
                  <a:moveTo>
                    <a:pt x="60" y="0"/>
                  </a:moveTo>
                  <a:lnTo>
                    <a:pt x="60" y="36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0" name="Freeform 803">
              <a:extLst>
                <a:ext uri="{FF2B5EF4-FFF2-40B4-BE49-F238E27FC236}">
                  <a16:creationId xmlns:a16="http://schemas.microsoft.com/office/drawing/2014/main" id="{7E6CFD6B-0575-819E-90A5-D8284593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987"/>
              <a:ext cx="7" cy="20"/>
            </a:xfrm>
            <a:custGeom>
              <a:avLst/>
              <a:gdLst>
                <a:gd name="T0" fmla="*/ 0 w 41"/>
                <a:gd name="T1" fmla="*/ 0 h 117"/>
                <a:gd name="T2" fmla="*/ 0 w 41"/>
                <a:gd name="T3" fmla="*/ 0 h 117"/>
                <a:gd name="T4" fmla="*/ 0 w 41"/>
                <a:gd name="T5" fmla="*/ 0 h 117"/>
                <a:gd name="T6" fmla="*/ 0 60000 65536"/>
                <a:gd name="T7" fmla="*/ 0 60000 65536"/>
                <a:gd name="T8" fmla="*/ 0 60000 65536"/>
                <a:gd name="T9" fmla="*/ 0 w 41"/>
                <a:gd name="T10" fmla="*/ 0 h 117"/>
                <a:gd name="T11" fmla="*/ 41 w 41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17">
                  <a:moveTo>
                    <a:pt x="0" y="0"/>
                  </a:moveTo>
                  <a:lnTo>
                    <a:pt x="37" y="81"/>
                  </a:lnTo>
                  <a:lnTo>
                    <a:pt x="41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1" name="Freeform 804">
              <a:extLst>
                <a:ext uri="{FF2B5EF4-FFF2-40B4-BE49-F238E27FC236}">
                  <a16:creationId xmlns:a16="http://schemas.microsoft.com/office/drawing/2014/main" id="{B8F31048-AC9B-8A69-FA51-F6EBC1784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967"/>
              <a:ext cx="25" cy="34"/>
            </a:xfrm>
            <a:custGeom>
              <a:avLst/>
              <a:gdLst>
                <a:gd name="T0" fmla="*/ 0 w 150"/>
                <a:gd name="T1" fmla="*/ 0 h 203"/>
                <a:gd name="T2" fmla="*/ 0 w 150"/>
                <a:gd name="T3" fmla="*/ 0 h 203"/>
                <a:gd name="T4" fmla="*/ 0 w 150"/>
                <a:gd name="T5" fmla="*/ 0 h 203"/>
                <a:gd name="T6" fmla="*/ 0 w 150"/>
                <a:gd name="T7" fmla="*/ 0 h 203"/>
                <a:gd name="T8" fmla="*/ 0 w 150"/>
                <a:gd name="T9" fmla="*/ 0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03"/>
                <a:gd name="T17" fmla="*/ 150 w 150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03">
                  <a:moveTo>
                    <a:pt x="150" y="0"/>
                  </a:moveTo>
                  <a:lnTo>
                    <a:pt x="105" y="66"/>
                  </a:lnTo>
                  <a:lnTo>
                    <a:pt x="69" y="121"/>
                  </a:lnTo>
                  <a:lnTo>
                    <a:pt x="24" y="177"/>
                  </a:lnTo>
                  <a:lnTo>
                    <a:pt x="0" y="2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2" name="Freeform 805">
              <a:extLst>
                <a:ext uri="{FF2B5EF4-FFF2-40B4-BE49-F238E27FC236}">
                  <a16:creationId xmlns:a16="http://schemas.microsoft.com/office/drawing/2014/main" id="{A7AD751B-7548-8E12-3AB1-D049CB5B4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992"/>
              <a:ext cx="37" cy="41"/>
            </a:xfrm>
            <a:custGeom>
              <a:avLst/>
              <a:gdLst>
                <a:gd name="T0" fmla="*/ 0 w 216"/>
                <a:gd name="T1" fmla="*/ 0 h 244"/>
                <a:gd name="T2" fmla="*/ 0 w 216"/>
                <a:gd name="T3" fmla="*/ 0 h 244"/>
                <a:gd name="T4" fmla="*/ 0 w 216"/>
                <a:gd name="T5" fmla="*/ 0 h 244"/>
                <a:gd name="T6" fmla="*/ 0 w 216"/>
                <a:gd name="T7" fmla="*/ 0 h 244"/>
                <a:gd name="T8" fmla="*/ 0 w 216"/>
                <a:gd name="T9" fmla="*/ 0 h 244"/>
                <a:gd name="T10" fmla="*/ 0 w 216"/>
                <a:gd name="T11" fmla="*/ 0 h 2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"/>
                <a:gd name="T19" fmla="*/ 0 h 244"/>
                <a:gd name="T20" fmla="*/ 216 w 216"/>
                <a:gd name="T21" fmla="*/ 244 h 2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" h="244">
                  <a:moveTo>
                    <a:pt x="216" y="0"/>
                  </a:moveTo>
                  <a:lnTo>
                    <a:pt x="183" y="50"/>
                  </a:lnTo>
                  <a:lnTo>
                    <a:pt x="143" y="106"/>
                  </a:lnTo>
                  <a:lnTo>
                    <a:pt x="86" y="162"/>
                  </a:lnTo>
                  <a:lnTo>
                    <a:pt x="45" y="203"/>
                  </a:lnTo>
                  <a:lnTo>
                    <a:pt x="0" y="24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3" name="Freeform 806">
              <a:extLst>
                <a:ext uri="{FF2B5EF4-FFF2-40B4-BE49-F238E27FC236}">
                  <a16:creationId xmlns:a16="http://schemas.microsoft.com/office/drawing/2014/main" id="{AF7BEE08-A95B-3034-0D48-EF6E88404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3010"/>
              <a:ext cx="1" cy="62"/>
            </a:xfrm>
            <a:custGeom>
              <a:avLst/>
              <a:gdLst>
                <a:gd name="T0" fmla="*/ 0 w 8"/>
                <a:gd name="T1" fmla="*/ 0 h 370"/>
                <a:gd name="T2" fmla="*/ 0 w 8"/>
                <a:gd name="T3" fmla="*/ 0 h 370"/>
                <a:gd name="T4" fmla="*/ 0 w 8"/>
                <a:gd name="T5" fmla="*/ 0 h 370"/>
                <a:gd name="T6" fmla="*/ 0 w 8"/>
                <a:gd name="T7" fmla="*/ 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370"/>
                <a:gd name="T14" fmla="*/ 8 w 8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370">
                  <a:moveTo>
                    <a:pt x="8" y="0"/>
                  </a:moveTo>
                  <a:lnTo>
                    <a:pt x="8" y="370"/>
                  </a:lnTo>
                  <a:lnTo>
                    <a:pt x="0" y="335"/>
                  </a:lnTo>
                  <a:lnTo>
                    <a:pt x="8" y="26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4" name="Freeform 807">
              <a:extLst>
                <a:ext uri="{FF2B5EF4-FFF2-40B4-BE49-F238E27FC236}">
                  <a16:creationId xmlns:a16="http://schemas.microsoft.com/office/drawing/2014/main" id="{3BC06C06-E6CF-C232-5D82-17AC7832D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2974"/>
              <a:ext cx="31" cy="6"/>
            </a:xfrm>
            <a:custGeom>
              <a:avLst/>
              <a:gdLst>
                <a:gd name="T0" fmla="*/ 0 w 183"/>
                <a:gd name="T1" fmla="*/ 0 h 36"/>
                <a:gd name="T2" fmla="*/ 0 w 183"/>
                <a:gd name="T3" fmla="*/ 0 h 36"/>
                <a:gd name="T4" fmla="*/ 0 w 183"/>
                <a:gd name="T5" fmla="*/ 0 h 36"/>
                <a:gd name="T6" fmla="*/ 0 w 183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"/>
                <a:gd name="T13" fmla="*/ 0 h 36"/>
                <a:gd name="T14" fmla="*/ 183 w 183"/>
                <a:gd name="T15" fmla="*/ 36 h 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" h="36">
                  <a:moveTo>
                    <a:pt x="0" y="36"/>
                  </a:moveTo>
                  <a:lnTo>
                    <a:pt x="183" y="6"/>
                  </a:lnTo>
                  <a:lnTo>
                    <a:pt x="163" y="0"/>
                  </a:lnTo>
                  <a:lnTo>
                    <a:pt x="139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5" name="Freeform 808">
              <a:extLst>
                <a:ext uri="{FF2B5EF4-FFF2-40B4-BE49-F238E27FC236}">
                  <a16:creationId xmlns:a16="http://schemas.microsoft.com/office/drawing/2014/main" id="{C7A101AB-58C2-6119-30C5-CF47E3F2F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999"/>
              <a:ext cx="49" cy="9"/>
            </a:xfrm>
            <a:custGeom>
              <a:avLst/>
              <a:gdLst>
                <a:gd name="T0" fmla="*/ 0 w 293"/>
                <a:gd name="T1" fmla="*/ 0 h 56"/>
                <a:gd name="T2" fmla="*/ 0 w 293"/>
                <a:gd name="T3" fmla="*/ 0 h 56"/>
                <a:gd name="T4" fmla="*/ 0 w 293"/>
                <a:gd name="T5" fmla="*/ 0 h 56"/>
                <a:gd name="T6" fmla="*/ 0 w 293"/>
                <a:gd name="T7" fmla="*/ 0 h 56"/>
                <a:gd name="T8" fmla="*/ 0 w 293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"/>
                <a:gd name="T16" fmla="*/ 0 h 56"/>
                <a:gd name="T17" fmla="*/ 293 w 293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" h="56">
                  <a:moveTo>
                    <a:pt x="0" y="56"/>
                  </a:moveTo>
                  <a:lnTo>
                    <a:pt x="293" y="10"/>
                  </a:lnTo>
                  <a:lnTo>
                    <a:pt x="272" y="6"/>
                  </a:lnTo>
                  <a:lnTo>
                    <a:pt x="276" y="0"/>
                  </a:lnTo>
                  <a:lnTo>
                    <a:pt x="256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6" name="Freeform 809">
              <a:extLst>
                <a:ext uri="{FF2B5EF4-FFF2-40B4-BE49-F238E27FC236}">
                  <a16:creationId xmlns:a16="http://schemas.microsoft.com/office/drawing/2014/main" id="{5D7526F7-6B48-F5D6-0F4A-DE4FD5FAA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3005"/>
              <a:ext cx="14" cy="68"/>
            </a:xfrm>
            <a:custGeom>
              <a:avLst/>
              <a:gdLst>
                <a:gd name="T0" fmla="*/ 0 w 82"/>
                <a:gd name="T1" fmla="*/ 0 h 407"/>
                <a:gd name="T2" fmla="*/ 0 w 82"/>
                <a:gd name="T3" fmla="*/ 0 h 407"/>
                <a:gd name="T4" fmla="*/ 0 w 82"/>
                <a:gd name="T5" fmla="*/ 0 h 407"/>
                <a:gd name="T6" fmla="*/ 0 w 82"/>
                <a:gd name="T7" fmla="*/ 0 h 407"/>
                <a:gd name="T8" fmla="*/ 0 w 82"/>
                <a:gd name="T9" fmla="*/ 0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407"/>
                <a:gd name="T17" fmla="*/ 82 w 82"/>
                <a:gd name="T18" fmla="*/ 407 h 4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407">
                  <a:moveTo>
                    <a:pt x="82" y="0"/>
                  </a:moveTo>
                  <a:lnTo>
                    <a:pt x="82" y="204"/>
                  </a:lnTo>
                  <a:lnTo>
                    <a:pt x="82" y="376"/>
                  </a:lnTo>
                  <a:lnTo>
                    <a:pt x="82" y="407"/>
                  </a:lnTo>
                  <a:lnTo>
                    <a:pt x="0" y="315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7" name="Line 810">
              <a:extLst>
                <a:ext uri="{FF2B5EF4-FFF2-40B4-BE49-F238E27FC236}">
                  <a16:creationId xmlns:a16="http://schemas.microsoft.com/office/drawing/2014/main" id="{D3498906-8DBA-B442-168F-F5040CA5B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6" y="3105"/>
              <a:ext cx="7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8" name="Line 811">
              <a:extLst>
                <a:ext uri="{FF2B5EF4-FFF2-40B4-BE49-F238E27FC236}">
                  <a16:creationId xmlns:a16="http://schemas.microsoft.com/office/drawing/2014/main" id="{99C52ACE-33D9-9215-9494-DEC17B645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3105"/>
              <a:ext cx="30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9" name="Line 812">
              <a:extLst>
                <a:ext uri="{FF2B5EF4-FFF2-40B4-BE49-F238E27FC236}">
                  <a16:creationId xmlns:a16="http://schemas.microsoft.com/office/drawing/2014/main" id="{79832738-81D4-25EE-1429-F941CB3FD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3105"/>
              <a:ext cx="82" cy="11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370" name="Group 813">
            <a:extLst>
              <a:ext uri="{FF2B5EF4-FFF2-40B4-BE49-F238E27FC236}">
                <a16:creationId xmlns:a16="http://schemas.microsoft.com/office/drawing/2014/main" id="{E0F20A5F-AA2C-EAD7-D588-768A97C89F42}"/>
              </a:ext>
            </a:extLst>
          </p:cNvPr>
          <p:cNvGrpSpPr>
            <a:grpSpLocks/>
          </p:cNvGrpSpPr>
          <p:nvPr/>
        </p:nvGrpSpPr>
        <p:grpSpPr bwMode="auto">
          <a:xfrm>
            <a:off x="4711701" y="8538094"/>
            <a:ext cx="1571626" cy="1371600"/>
            <a:chOff x="1882" y="3229"/>
            <a:chExt cx="419" cy="366"/>
          </a:xfrm>
        </p:grpSpPr>
        <p:sp>
          <p:nvSpPr>
            <p:cNvPr id="1371" name="Freeform 814">
              <a:extLst>
                <a:ext uri="{FF2B5EF4-FFF2-40B4-BE49-F238E27FC236}">
                  <a16:creationId xmlns:a16="http://schemas.microsoft.com/office/drawing/2014/main" id="{BC2DD350-18D3-E48B-57FB-F4293C58C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3236"/>
              <a:ext cx="1" cy="82"/>
            </a:xfrm>
            <a:custGeom>
              <a:avLst/>
              <a:gdLst>
                <a:gd name="T0" fmla="*/ 0 w 7"/>
                <a:gd name="T1" fmla="*/ 0 h 579"/>
                <a:gd name="T2" fmla="*/ 0 w 7"/>
                <a:gd name="T3" fmla="*/ 0 h 579"/>
                <a:gd name="T4" fmla="*/ 0 w 7"/>
                <a:gd name="T5" fmla="*/ 0 h 579"/>
                <a:gd name="T6" fmla="*/ 0 w 7"/>
                <a:gd name="T7" fmla="*/ 0 h 579"/>
                <a:gd name="T8" fmla="*/ 0 w 7"/>
                <a:gd name="T9" fmla="*/ 0 h 5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"/>
                <a:gd name="T16" fmla="*/ 0 h 579"/>
                <a:gd name="T17" fmla="*/ 7 w 7"/>
                <a:gd name="T18" fmla="*/ 579 h 5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" h="579">
                  <a:moveTo>
                    <a:pt x="3" y="0"/>
                  </a:moveTo>
                  <a:lnTo>
                    <a:pt x="7" y="498"/>
                  </a:lnTo>
                  <a:lnTo>
                    <a:pt x="3" y="579"/>
                  </a:lnTo>
                  <a:lnTo>
                    <a:pt x="0" y="544"/>
                  </a:lnTo>
                  <a:lnTo>
                    <a:pt x="3" y="5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2" name="Freeform 815">
              <a:extLst>
                <a:ext uri="{FF2B5EF4-FFF2-40B4-BE49-F238E27FC236}">
                  <a16:creationId xmlns:a16="http://schemas.microsoft.com/office/drawing/2014/main" id="{E8F5DEAC-8809-A6CF-3563-DF0258CF6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268"/>
              <a:ext cx="61" cy="10"/>
            </a:xfrm>
            <a:custGeom>
              <a:avLst/>
              <a:gdLst>
                <a:gd name="T0" fmla="*/ 0 w 427"/>
                <a:gd name="T1" fmla="*/ 0 h 72"/>
                <a:gd name="T2" fmla="*/ 0 w 427"/>
                <a:gd name="T3" fmla="*/ 0 h 72"/>
                <a:gd name="T4" fmla="*/ 0 w 427"/>
                <a:gd name="T5" fmla="*/ 0 h 72"/>
                <a:gd name="T6" fmla="*/ 0 w 427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7"/>
                <a:gd name="T13" fmla="*/ 0 h 72"/>
                <a:gd name="T14" fmla="*/ 427 w 427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7" h="72">
                  <a:moveTo>
                    <a:pt x="0" y="72"/>
                  </a:moveTo>
                  <a:lnTo>
                    <a:pt x="427" y="6"/>
                  </a:lnTo>
                  <a:lnTo>
                    <a:pt x="407" y="0"/>
                  </a:lnTo>
                  <a:lnTo>
                    <a:pt x="379" y="1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3" name="Freeform 816">
              <a:extLst>
                <a:ext uri="{FF2B5EF4-FFF2-40B4-BE49-F238E27FC236}">
                  <a16:creationId xmlns:a16="http://schemas.microsoft.com/office/drawing/2014/main" id="{7F5C379A-E8E1-EAA3-178D-48CEA93E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3229"/>
              <a:ext cx="6" cy="17"/>
            </a:xfrm>
            <a:custGeom>
              <a:avLst/>
              <a:gdLst>
                <a:gd name="T0" fmla="*/ 0 w 40"/>
                <a:gd name="T1" fmla="*/ 0 h 117"/>
                <a:gd name="T2" fmla="*/ 0 w 40"/>
                <a:gd name="T3" fmla="*/ 0 h 117"/>
                <a:gd name="T4" fmla="*/ 0 w 40"/>
                <a:gd name="T5" fmla="*/ 0 h 117"/>
                <a:gd name="T6" fmla="*/ 0 60000 65536"/>
                <a:gd name="T7" fmla="*/ 0 60000 65536"/>
                <a:gd name="T8" fmla="*/ 0 60000 65536"/>
                <a:gd name="T9" fmla="*/ 0 w 40"/>
                <a:gd name="T10" fmla="*/ 0 h 117"/>
                <a:gd name="T11" fmla="*/ 40 w 40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" h="117">
                  <a:moveTo>
                    <a:pt x="0" y="0"/>
                  </a:moveTo>
                  <a:lnTo>
                    <a:pt x="36" y="76"/>
                  </a:lnTo>
                  <a:lnTo>
                    <a:pt x="40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4" name="Freeform 817">
              <a:extLst>
                <a:ext uri="{FF2B5EF4-FFF2-40B4-BE49-F238E27FC236}">
                  <a16:creationId xmlns:a16="http://schemas.microsoft.com/office/drawing/2014/main" id="{AE6A8C83-50A2-73DE-5480-49CD5DF7F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3242"/>
              <a:ext cx="56" cy="80"/>
            </a:xfrm>
            <a:custGeom>
              <a:avLst/>
              <a:gdLst>
                <a:gd name="T0" fmla="*/ 0 w 394"/>
                <a:gd name="T1" fmla="*/ 0 h 554"/>
                <a:gd name="T2" fmla="*/ 0 w 394"/>
                <a:gd name="T3" fmla="*/ 0 h 554"/>
                <a:gd name="T4" fmla="*/ 0 w 394"/>
                <a:gd name="T5" fmla="*/ 0 h 554"/>
                <a:gd name="T6" fmla="*/ 0 w 394"/>
                <a:gd name="T7" fmla="*/ 0 h 554"/>
                <a:gd name="T8" fmla="*/ 0 w 394"/>
                <a:gd name="T9" fmla="*/ 0 h 554"/>
                <a:gd name="T10" fmla="*/ 0 w 394"/>
                <a:gd name="T11" fmla="*/ 0 h 554"/>
                <a:gd name="T12" fmla="*/ 0 w 394"/>
                <a:gd name="T13" fmla="*/ 0 h 554"/>
                <a:gd name="T14" fmla="*/ 0 w 394"/>
                <a:gd name="T15" fmla="*/ 0 h 554"/>
                <a:gd name="T16" fmla="*/ 0 w 394"/>
                <a:gd name="T17" fmla="*/ 0 h 554"/>
                <a:gd name="T18" fmla="*/ 0 w 394"/>
                <a:gd name="T19" fmla="*/ 0 h 554"/>
                <a:gd name="T20" fmla="*/ 0 w 394"/>
                <a:gd name="T21" fmla="*/ 0 h 554"/>
                <a:gd name="T22" fmla="*/ 0 w 394"/>
                <a:gd name="T23" fmla="*/ 0 h 554"/>
                <a:gd name="T24" fmla="*/ 0 w 394"/>
                <a:gd name="T25" fmla="*/ 0 h 554"/>
                <a:gd name="T26" fmla="*/ 0 w 394"/>
                <a:gd name="T27" fmla="*/ 0 h 5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4"/>
                <a:gd name="T43" fmla="*/ 0 h 554"/>
                <a:gd name="T44" fmla="*/ 394 w 394"/>
                <a:gd name="T45" fmla="*/ 554 h 55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4" h="554">
                  <a:moveTo>
                    <a:pt x="324" y="45"/>
                  </a:moveTo>
                  <a:lnTo>
                    <a:pt x="377" y="30"/>
                  </a:lnTo>
                  <a:lnTo>
                    <a:pt x="394" y="40"/>
                  </a:lnTo>
                  <a:lnTo>
                    <a:pt x="386" y="40"/>
                  </a:lnTo>
                  <a:lnTo>
                    <a:pt x="93" y="81"/>
                  </a:lnTo>
                  <a:lnTo>
                    <a:pt x="77" y="0"/>
                  </a:lnTo>
                  <a:lnTo>
                    <a:pt x="93" y="101"/>
                  </a:lnTo>
                  <a:lnTo>
                    <a:pt x="93" y="183"/>
                  </a:lnTo>
                  <a:lnTo>
                    <a:pt x="85" y="274"/>
                  </a:lnTo>
                  <a:lnTo>
                    <a:pt x="73" y="350"/>
                  </a:lnTo>
                  <a:lnTo>
                    <a:pt x="60" y="416"/>
                  </a:lnTo>
                  <a:lnTo>
                    <a:pt x="40" y="478"/>
                  </a:lnTo>
                  <a:lnTo>
                    <a:pt x="20" y="523"/>
                  </a:lnTo>
                  <a:lnTo>
                    <a:pt x="0" y="55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5" name="Freeform 818">
              <a:extLst>
                <a:ext uri="{FF2B5EF4-FFF2-40B4-BE49-F238E27FC236}">
                  <a16:creationId xmlns:a16="http://schemas.microsoft.com/office/drawing/2014/main" id="{9FC58CE3-3731-1392-C6C0-211D6EA07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272"/>
              <a:ext cx="7" cy="25"/>
            </a:xfrm>
            <a:custGeom>
              <a:avLst/>
              <a:gdLst>
                <a:gd name="T0" fmla="*/ 0 w 45"/>
                <a:gd name="T1" fmla="*/ 0 h 178"/>
                <a:gd name="T2" fmla="*/ 0 w 45"/>
                <a:gd name="T3" fmla="*/ 0 h 178"/>
                <a:gd name="T4" fmla="*/ 0 w 45"/>
                <a:gd name="T5" fmla="*/ 0 h 178"/>
                <a:gd name="T6" fmla="*/ 0 w 45"/>
                <a:gd name="T7" fmla="*/ 0 h 1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"/>
                <a:gd name="T13" fmla="*/ 0 h 178"/>
                <a:gd name="T14" fmla="*/ 45 w 45"/>
                <a:gd name="T15" fmla="*/ 178 h 1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" h="178">
                  <a:moveTo>
                    <a:pt x="0" y="0"/>
                  </a:moveTo>
                  <a:lnTo>
                    <a:pt x="45" y="122"/>
                  </a:lnTo>
                  <a:lnTo>
                    <a:pt x="42" y="178"/>
                  </a:lnTo>
                  <a:lnTo>
                    <a:pt x="37" y="10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6" name="Freeform 819">
              <a:extLst>
                <a:ext uri="{FF2B5EF4-FFF2-40B4-BE49-F238E27FC236}">
                  <a16:creationId xmlns:a16="http://schemas.microsoft.com/office/drawing/2014/main" id="{98232A7E-B68D-E835-2FBC-AB44A11BF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3264"/>
              <a:ext cx="6" cy="26"/>
            </a:xfrm>
            <a:custGeom>
              <a:avLst/>
              <a:gdLst>
                <a:gd name="T0" fmla="*/ 0 w 40"/>
                <a:gd name="T1" fmla="*/ 0 h 182"/>
                <a:gd name="T2" fmla="*/ 0 w 40"/>
                <a:gd name="T3" fmla="*/ 0 h 182"/>
                <a:gd name="T4" fmla="*/ 0 w 40"/>
                <a:gd name="T5" fmla="*/ 0 h 182"/>
                <a:gd name="T6" fmla="*/ 0 w 40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182"/>
                <a:gd name="T14" fmla="*/ 40 w 40"/>
                <a:gd name="T15" fmla="*/ 182 h 1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182">
                  <a:moveTo>
                    <a:pt x="0" y="0"/>
                  </a:moveTo>
                  <a:lnTo>
                    <a:pt x="40" y="141"/>
                  </a:lnTo>
                  <a:lnTo>
                    <a:pt x="37" y="182"/>
                  </a:lnTo>
                  <a:lnTo>
                    <a:pt x="32" y="11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7" name="Freeform 820">
              <a:extLst>
                <a:ext uri="{FF2B5EF4-FFF2-40B4-BE49-F238E27FC236}">
                  <a16:creationId xmlns:a16="http://schemas.microsoft.com/office/drawing/2014/main" id="{DDF431DB-969D-A55F-3475-2D14A14B4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260"/>
              <a:ext cx="7" cy="47"/>
            </a:xfrm>
            <a:custGeom>
              <a:avLst/>
              <a:gdLst>
                <a:gd name="T0" fmla="*/ 0 w 52"/>
                <a:gd name="T1" fmla="*/ 0 h 347"/>
                <a:gd name="T2" fmla="*/ 0 w 52"/>
                <a:gd name="T3" fmla="*/ 0 h 347"/>
                <a:gd name="T4" fmla="*/ 0 w 52"/>
                <a:gd name="T5" fmla="*/ 0 h 347"/>
                <a:gd name="T6" fmla="*/ 0 w 52"/>
                <a:gd name="T7" fmla="*/ 0 h 3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347"/>
                <a:gd name="T14" fmla="*/ 52 w 52"/>
                <a:gd name="T15" fmla="*/ 347 h 3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347">
                  <a:moveTo>
                    <a:pt x="52" y="0"/>
                  </a:moveTo>
                  <a:lnTo>
                    <a:pt x="52" y="52"/>
                  </a:lnTo>
                  <a:lnTo>
                    <a:pt x="23" y="225"/>
                  </a:lnTo>
                  <a:lnTo>
                    <a:pt x="0" y="34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8" name="Freeform 821">
              <a:extLst>
                <a:ext uri="{FF2B5EF4-FFF2-40B4-BE49-F238E27FC236}">
                  <a16:creationId xmlns:a16="http://schemas.microsoft.com/office/drawing/2014/main" id="{F1477EAB-510F-4EA0-52F2-9FD7E860C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3308"/>
              <a:ext cx="49" cy="4"/>
            </a:xfrm>
            <a:custGeom>
              <a:avLst/>
              <a:gdLst>
                <a:gd name="T0" fmla="*/ 0 w 346"/>
                <a:gd name="T1" fmla="*/ 0 h 31"/>
                <a:gd name="T2" fmla="*/ 0 w 346"/>
                <a:gd name="T3" fmla="*/ 0 h 31"/>
                <a:gd name="T4" fmla="*/ 0 w 346"/>
                <a:gd name="T5" fmla="*/ 0 h 31"/>
                <a:gd name="T6" fmla="*/ 0 w 346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6"/>
                <a:gd name="T13" fmla="*/ 0 h 31"/>
                <a:gd name="T14" fmla="*/ 346 w 346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6" h="31">
                  <a:moveTo>
                    <a:pt x="0" y="31"/>
                  </a:moveTo>
                  <a:lnTo>
                    <a:pt x="346" y="5"/>
                  </a:lnTo>
                  <a:lnTo>
                    <a:pt x="326" y="0"/>
                  </a:lnTo>
                  <a:lnTo>
                    <a:pt x="278" y="1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9" name="Freeform 822">
              <a:extLst>
                <a:ext uri="{FF2B5EF4-FFF2-40B4-BE49-F238E27FC236}">
                  <a16:creationId xmlns:a16="http://schemas.microsoft.com/office/drawing/2014/main" id="{26A0BFE6-26C1-BAF3-97E0-29EC115BF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3231"/>
              <a:ext cx="43" cy="8"/>
            </a:xfrm>
            <a:custGeom>
              <a:avLst/>
              <a:gdLst>
                <a:gd name="T0" fmla="*/ 0 w 304"/>
                <a:gd name="T1" fmla="*/ 0 h 50"/>
                <a:gd name="T2" fmla="*/ 0 w 304"/>
                <a:gd name="T3" fmla="*/ 0 h 50"/>
                <a:gd name="T4" fmla="*/ 0 w 304"/>
                <a:gd name="T5" fmla="*/ 0 h 50"/>
                <a:gd name="T6" fmla="*/ 0 w 304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50"/>
                <a:gd name="T14" fmla="*/ 304 w 304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50">
                  <a:moveTo>
                    <a:pt x="0" y="50"/>
                  </a:moveTo>
                  <a:lnTo>
                    <a:pt x="304" y="4"/>
                  </a:lnTo>
                  <a:lnTo>
                    <a:pt x="292" y="0"/>
                  </a:lnTo>
                  <a:lnTo>
                    <a:pt x="264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0" name="Freeform 823">
              <a:extLst>
                <a:ext uri="{FF2B5EF4-FFF2-40B4-BE49-F238E27FC236}">
                  <a16:creationId xmlns:a16="http://schemas.microsoft.com/office/drawing/2014/main" id="{ACF1D09C-2F39-FEE6-9FD5-FAD110270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3243"/>
              <a:ext cx="8" cy="23"/>
            </a:xfrm>
            <a:custGeom>
              <a:avLst/>
              <a:gdLst>
                <a:gd name="T0" fmla="*/ 0 w 61"/>
                <a:gd name="T1" fmla="*/ 0 h 163"/>
                <a:gd name="T2" fmla="*/ 0 w 61"/>
                <a:gd name="T3" fmla="*/ 0 h 163"/>
                <a:gd name="T4" fmla="*/ 0 w 61"/>
                <a:gd name="T5" fmla="*/ 0 h 163"/>
                <a:gd name="T6" fmla="*/ 0 60000 65536"/>
                <a:gd name="T7" fmla="*/ 0 60000 65536"/>
                <a:gd name="T8" fmla="*/ 0 60000 65536"/>
                <a:gd name="T9" fmla="*/ 0 w 61"/>
                <a:gd name="T10" fmla="*/ 0 h 163"/>
                <a:gd name="T11" fmla="*/ 61 w 61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1" h="163">
                  <a:moveTo>
                    <a:pt x="61" y="0"/>
                  </a:moveTo>
                  <a:lnTo>
                    <a:pt x="61" y="36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1" name="Freeform 824">
              <a:extLst>
                <a:ext uri="{FF2B5EF4-FFF2-40B4-BE49-F238E27FC236}">
                  <a16:creationId xmlns:a16="http://schemas.microsoft.com/office/drawing/2014/main" id="{D510B04A-1B10-E05D-45D9-14AD5CC91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3248"/>
              <a:ext cx="6" cy="17"/>
            </a:xfrm>
            <a:custGeom>
              <a:avLst/>
              <a:gdLst>
                <a:gd name="T0" fmla="*/ 0 w 41"/>
                <a:gd name="T1" fmla="*/ 0 h 117"/>
                <a:gd name="T2" fmla="*/ 0 w 41"/>
                <a:gd name="T3" fmla="*/ 0 h 117"/>
                <a:gd name="T4" fmla="*/ 0 w 41"/>
                <a:gd name="T5" fmla="*/ 0 h 117"/>
                <a:gd name="T6" fmla="*/ 0 60000 65536"/>
                <a:gd name="T7" fmla="*/ 0 60000 65536"/>
                <a:gd name="T8" fmla="*/ 0 60000 65536"/>
                <a:gd name="T9" fmla="*/ 0 w 41"/>
                <a:gd name="T10" fmla="*/ 0 h 117"/>
                <a:gd name="T11" fmla="*/ 41 w 41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17">
                  <a:moveTo>
                    <a:pt x="0" y="0"/>
                  </a:moveTo>
                  <a:lnTo>
                    <a:pt x="36" y="81"/>
                  </a:lnTo>
                  <a:lnTo>
                    <a:pt x="41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2" name="Freeform 825">
              <a:extLst>
                <a:ext uri="{FF2B5EF4-FFF2-40B4-BE49-F238E27FC236}">
                  <a16:creationId xmlns:a16="http://schemas.microsoft.com/office/drawing/2014/main" id="{D4A9F5AD-8293-F47F-65A5-09F3EDE0B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31"/>
              <a:ext cx="22" cy="30"/>
            </a:xfrm>
            <a:custGeom>
              <a:avLst/>
              <a:gdLst>
                <a:gd name="T0" fmla="*/ 0 w 151"/>
                <a:gd name="T1" fmla="*/ 0 h 203"/>
                <a:gd name="T2" fmla="*/ 0 w 151"/>
                <a:gd name="T3" fmla="*/ 0 h 203"/>
                <a:gd name="T4" fmla="*/ 0 w 151"/>
                <a:gd name="T5" fmla="*/ 0 h 203"/>
                <a:gd name="T6" fmla="*/ 0 w 151"/>
                <a:gd name="T7" fmla="*/ 0 h 203"/>
                <a:gd name="T8" fmla="*/ 0 w 151"/>
                <a:gd name="T9" fmla="*/ 0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1"/>
                <a:gd name="T16" fmla="*/ 0 h 203"/>
                <a:gd name="T17" fmla="*/ 151 w 151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1" h="203">
                  <a:moveTo>
                    <a:pt x="151" y="0"/>
                  </a:moveTo>
                  <a:lnTo>
                    <a:pt x="107" y="66"/>
                  </a:lnTo>
                  <a:lnTo>
                    <a:pt x="70" y="121"/>
                  </a:lnTo>
                  <a:lnTo>
                    <a:pt x="25" y="177"/>
                  </a:lnTo>
                  <a:lnTo>
                    <a:pt x="0" y="2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3" name="Freeform 826">
              <a:extLst>
                <a:ext uri="{FF2B5EF4-FFF2-40B4-BE49-F238E27FC236}">
                  <a16:creationId xmlns:a16="http://schemas.microsoft.com/office/drawing/2014/main" id="{4CF1CCA3-0058-F4E7-505E-D526F3C21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3252"/>
              <a:ext cx="30" cy="35"/>
            </a:xfrm>
            <a:custGeom>
              <a:avLst/>
              <a:gdLst>
                <a:gd name="T0" fmla="*/ 0 w 215"/>
                <a:gd name="T1" fmla="*/ 0 h 244"/>
                <a:gd name="T2" fmla="*/ 0 w 215"/>
                <a:gd name="T3" fmla="*/ 0 h 244"/>
                <a:gd name="T4" fmla="*/ 0 w 215"/>
                <a:gd name="T5" fmla="*/ 0 h 244"/>
                <a:gd name="T6" fmla="*/ 0 w 215"/>
                <a:gd name="T7" fmla="*/ 0 h 244"/>
                <a:gd name="T8" fmla="*/ 0 w 215"/>
                <a:gd name="T9" fmla="*/ 0 h 244"/>
                <a:gd name="T10" fmla="*/ 0 w 215"/>
                <a:gd name="T11" fmla="*/ 0 h 2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5"/>
                <a:gd name="T19" fmla="*/ 0 h 244"/>
                <a:gd name="T20" fmla="*/ 215 w 215"/>
                <a:gd name="T21" fmla="*/ 244 h 2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5" h="244">
                  <a:moveTo>
                    <a:pt x="215" y="0"/>
                  </a:moveTo>
                  <a:lnTo>
                    <a:pt x="183" y="50"/>
                  </a:lnTo>
                  <a:lnTo>
                    <a:pt x="142" y="106"/>
                  </a:lnTo>
                  <a:lnTo>
                    <a:pt x="85" y="162"/>
                  </a:lnTo>
                  <a:lnTo>
                    <a:pt x="45" y="203"/>
                  </a:lnTo>
                  <a:lnTo>
                    <a:pt x="0" y="24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4" name="Freeform 827">
              <a:extLst>
                <a:ext uri="{FF2B5EF4-FFF2-40B4-BE49-F238E27FC236}">
                  <a16:creationId xmlns:a16="http://schemas.microsoft.com/office/drawing/2014/main" id="{4FE1B32B-9188-73A7-428C-1D1A1F7D9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3267"/>
              <a:ext cx="1" cy="53"/>
            </a:xfrm>
            <a:custGeom>
              <a:avLst/>
              <a:gdLst>
                <a:gd name="T0" fmla="*/ 0 w 8"/>
                <a:gd name="T1" fmla="*/ 0 h 370"/>
                <a:gd name="T2" fmla="*/ 0 w 8"/>
                <a:gd name="T3" fmla="*/ 0 h 370"/>
                <a:gd name="T4" fmla="*/ 0 w 8"/>
                <a:gd name="T5" fmla="*/ 0 h 370"/>
                <a:gd name="T6" fmla="*/ 0 w 8"/>
                <a:gd name="T7" fmla="*/ 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370"/>
                <a:gd name="T14" fmla="*/ 8 w 8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370">
                  <a:moveTo>
                    <a:pt x="8" y="0"/>
                  </a:moveTo>
                  <a:lnTo>
                    <a:pt x="8" y="370"/>
                  </a:lnTo>
                  <a:lnTo>
                    <a:pt x="0" y="335"/>
                  </a:lnTo>
                  <a:lnTo>
                    <a:pt x="8" y="26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5" name="Freeform 828">
              <a:extLst>
                <a:ext uri="{FF2B5EF4-FFF2-40B4-BE49-F238E27FC236}">
                  <a16:creationId xmlns:a16="http://schemas.microsoft.com/office/drawing/2014/main" id="{A5C0977F-920D-87A8-DA9E-93ECD0BC6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3237"/>
              <a:ext cx="25" cy="5"/>
            </a:xfrm>
            <a:custGeom>
              <a:avLst/>
              <a:gdLst>
                <a:gd name="T0" fmla="*/ 0 w 182"/>
                <a:gd name="T1" fmla="*/ 0 h 36"/>
                <a:gd name="T2" fmla="*/ 0 w 182"/>
                <a:gd name="T3" fmla="*/ 0 h 36"/>
                <a:gd name="T4" fmla="*/ 0 w 182"/>
                <a:gd name="T5" fmla="*/ 0 h 36"/>
                <a:gd name="T6" fmla="*/ 0 w 182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2"/>
                <a:gd name="T13" fmla="*/ 0 h 36"/>
                <a:gd name="T14" fmla="*/ 182 w 182"/>
                <a:gd name="T15" fmla="*/ 36 h 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2" h="36">
                  <a:moveTo>
                    <a:pt x="0" y="36"/>
                  </a:moveTo>
                  <a:lnTo>
                    <a:pt x="182" y="6"/>
                  </a:lnTo>
                  <a:lnTo>
                    <a:pt x="162" y="0"/>
                  </a:lnTo>
                  <a:lnTo>
                    <a:pt x="138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6" name="Freeform 829">
              <a:extLst>
                <a:ext uri="{FF2B5EF4-FFF2-40B4-BE49-F238E27FC236}">
                  <a16:creationId xmlns:a16="http://schemas.microsoft.com/office/drawing/2014/main" id="{2F230B09-6C61-FA1E-DF29-D25422E2A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3258"/>
              <a:ext cx="42" cy="8"/>
            </a:xfrm>
            <a:custGeom>
              <a:avLst/>
              <a:gdLst>
                <a:gd name="T0" fmla="*/ 0 w 293"/>
                <a:gd name="T1" fmla="*/ 0 h 56"/>
                <a:gd name="T2" fmla="*/ 0 w 293"/>
                <a:gd name="T3" fmla="*/ 0 h 56"/>
                <a:gd name="T4" fmla="*/ 0 w 293"/>
                <a:gd name="T5" fmla="*/ 0 h 56"/>
                <a:gd name="T6" fmla="*/ 0 w 293"/>
                <a:gd name="T7" fmla="*/ 0 h 56"/>
                <a:gd name="T8" fmla="*/ 0 w 293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"/>
                <a:gd name="T16" fmla="*/ 0 h 56"/>
                <a:gd name="T17" fmla="*/ 293 w 293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" h="56">
                  <a:moveTo>
                    <a:pt x="0" y="56"/>
                  </a:moveTo>
                  <a:lnTo>
                    <a:pt x="293" y="10"/>
                  </a:lnTo>
                  <a:lnTo>
                    <a:pt x="273" y="6"/>
                  </a:lnTo>
                  <a:lnTo>
                    <a:pt x="277" y="0"/>
                  </a:lnTo>
                  <a:lnTo>
                    <a:pt x="257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7" name="Freeform 830">
              <a:extLst>
                <a:ext uri="{FF2B5EF4-FFF2-40B4-BE49-F238E27FC236}">
                  <a16:creationId xmlns:a16="http://schemas.microsoft.com/office/drawing/2014/main" id="{93B49604-5F2A-FE95-B961-796F69DF2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263"/>
              <a:ext cx="11" cy="58"/>
            </a:xfrm>
            <a:custGeom>
              <a:avLst/>
              <a:gdLst>
                <a:gd name="T0" fmla="*/ 0 w 81"/>
                <a:gd name="T1" fmla="*/ 0 h 407"/>
                <a:gd name="T2" fmla="*/ 0 w 81"/>
                <a:gd name="T3" fmla="*/ 0 h 407"/>
                <a:gd name="T4" fmla="*/ 0 w 81"/>
                <a:gd name="T5" fmla="*/ 0 h 407"/>
                <a:gd name="T6" fmla="*/ 0 w 81"/>
                <a:gd name="T7" fmla="*/ 0 h 407"/>
                <a:gd name="T8" fmla="*/ 0 w 81"/>
                <a:gd name="T9" fmla="*/ 0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407"/>
                <a:gd name="T17" fmla="*/ 81 w 81"/>
                <a:gd name="T18" fmla="*/ 407 h 4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407">
                  <a:moveTo>
                    <a:pt x="81" y="0"/>
                  </a:moveTo>
                  <a:lnTo>
                    <a:pt x="81" y="204"/>
                  </a:lnTo>
                  <a:lnTo>
                    <a:pt x="81" y="376"/>
                  </a:lnTo>
                  <a:lnTo>
                    <a:pt x="81" y="407"/>
                  </a:lnTo>
                  <a:lnTo>
                    <a:pt x="0" y="315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8" name="Line 831">
              <a:extLst>
                <a:ext uri="{FF2B5EF4-FFF2-40B4-BE49-F238E27FC236}">
                  <a16:creationId xmlns:a16="http://schemas.microsoft.com/office/drawing/2014/main" id="{37D1CEB1-4282-3E45-CD6E-833B4A9D8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2" y="3348"/>
              <a:ext cx="107" cy="14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9" name="Line 832">
              <a:extLst>
                <a:ext uri="{FF2B5EF4-FFF2-40B4-BE49-F238E27FC236}">
                  <a16:creationId xmlns:a16="http://schemas.microsoft.com/office/drawing/2014/main" id="{02FCFB40-8FE2-1043-E236-F59E074A7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256" cy="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0" name="Line 833">
              <a:extLst>
                <a:ext uri="{FF2B5EF4-FFF2-40B4-BE49-F238E27FC236}">
                  <a16:creationId xmlns:a16="http://schemas.microsoft.com/office/drawing/2014/main" id="{A4A51405-ACAE-CA0B-7B97-B4ED28867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3" cy="24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1" name="Line 834">
              <a:extLst>
                <a:ext uri="{FF2B5EF4-FFF2-40B4-BE49-F238E27FC236}">
                  <a16:creationId xmlns:a16="http://schemas.microsoft.com/office/drawing/2014/main" id="{2B085643-8670-052F-7559-C5C30B767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312" cy="165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2" name="Line 835">
              <a:extLst>
                <a:ext uri="{FF2B5EF4-FFF2-40B4-BE49-F238E27FC236}">
                  <a16:creationId xmlns:a16="http://schemas.microsoft.com/office/drawing/2014/main" id="{1C9C4C87-9E66-21AA-1750-175CA8AA8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70" cy="9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841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" grpId="0" animBg="1"/>
      <p:bldP spid="564" grpId="0" animBg="1"/>
      <p:bldP spid="79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00B5F-2F79-D6DF-27E3-8A55B8AA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49371-9F00-8BF5-341F-CC965A844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线段有效交点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圆的象限点</a:t>
            </a: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511DAA4D-BEBD-C359-6844-4724CD75F256}"/>
              </a:ext>
            </a:extLst>
          </p:cNvPr>
          <p:cNvGrpSpPr>
            <a:grpSpLocks/>
          </p:cNvGrpSpPr>
          <p:nvPr/>
        </p:nvGrpSpPr>
        <p:grpSpPr bwMode="auto">
          <a:xfrm>
            <a:off x="20311641" y="1954638"/>
            <a:ext cx="2085974" cy="2536824"/>
            <a:chOff x="4783" y="891"/>
            <a:chExt cx="657" cy="799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4855FEA0-BFCA-B021-01F9-9445D5F78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5F45D3E9-C625-EF64-B347-9F65B8E40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1B1A325F-6BD9-2576-E1BD-A57055DC9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920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208C78B7-0986-9724-3DB2-C45FB466E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920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C1DBA14C-E940-84BB-6BFB-4CF9D4EB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B2AB412C-8780-1961-0A41-BFB7F3A69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8081377A-46A9-2391-DDC8-EBA9A997C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43"/>
              <a:ext cx="8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9DC927D-77CD-CCC5-EB50-018156D7B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43"/>
              <a:ext cx="8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26E85247-76D6-1780-49F5-421B3EFD9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643"/>
              <a:ext cx="640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1429005E-586C-7873-FF2C-D96F12B64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643"/>
              <a:ext cx="640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85CF2193-4814-83D4-ABFC-A7DEC527E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568F291F-2B2A-E59E-DD92-E8E6486BC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FD372DE2-90DA-2643-3B2D-911220975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276B0282-3E4B-E9B9-252C-9A160CF8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9FAC3A50-DD4F-873A-6D4C-D8E4A154F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4DA67DA9-32F0-C725-3BFE-26145D85D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C6762CF9-1468-ACA2-45BB-674C9B742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0A8AA66F-9890-2742-6572-2D25A5937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DA75A2B2-CAFC-A416-ACD0-286C83408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5F96ED24-ECEB-05A7-2FE6-5B551740A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D58AE8CF-C549-E139-509B-FF5A89BCD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9"/>
              <a:ext cx="17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26CE13FC-E673-5D16-46CB-914F60F1A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9"/>
              <a:ext cx="17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29E3B656-EEBA-0FCB-67FE-DCBC7FCB5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52"/>
              <a:ext cx="17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F882C37A-1178-962D-5955-F7842F1E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52"/>
              <a:ext cx="17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308A53B5-BB86-A07D-DDD7-E4C04264C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88F71713-3A10-F174-77DE-45245DA32A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1F39483A-D338-225B-AB06-104CA4DFC9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15E8698C-863F-0371-7D66-AA6A9FFD5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A7786217-BA8C-53DB-E959-9782D19D4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B1CF7357-C8BD-6B4A-1625-A052BD6AD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DB1976BA-BC01-2E3F-D03B-CE4456153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FAB28FE8-36EB-35C6-BF33-0627CD282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391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B63C0024-78B7-8F0F-DFC5-9DADA7FDE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391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C1A42703-763E-3AAB-AA4A-D26819E2C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2ED3334E-BA68-6FE1-8894-1ED09B7CC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Freeform 42">
              <a:extLst>
                <a:ext uri="{FF2B5EF4-FFF2-40B4-BE49-F238E27FC236}">
                  <a16:creationId xmlns:a16="http://schemas.microsoft.com/office/drawing/2014/main" id="{4F932F73-31D9-500E-ED0F-998AF97E2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2CD561B9-20D6-985B-22D8-83C449089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572514C3-BEE6-6135-D114-0C62BCFD0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1A4BADFB-9F8F-7D8D-5874-7E7C84C2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20C7FCC8-AC76-9B1A-374F-D7B87EEF8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349AE7FB-0A95-F54E-AF2C-E515047DB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442F8A9A-9FC6-6758-D1CE-4CC6EF122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Freeform 49">
              <a:extLst>
                <a:ext uri="{FF2B5EF4-FFF2-40B4-BE49-F238E27FC236}">
                  <a16:creationId xmlns:a16="http://schemas.microsoft.com/office/drawing/2014/main" id="{1EB8FDAC-22A0-DAD9-A8A4-36A595AED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Freeform 50">
              <a:extLst>
                <a:ext uri="{FF2B5EF4-FFF2-40B4-BE49-F238E27FC236}">
                  <a16:creationId xmlns:a16="http://schemas.microsoft.com/office/drawing/2014/main" id="{21BBA0ED-C2AE-E081-9FFF-E35AB542E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Freeform 51">
              <a:extLst>
                <a:ext uri="{FF2B5EF4-FFF2-40B4-BE49-F238E27FC236}">
                  <a16:creationId xmlns:a16="http://schemas.microsoft.com/office/drawing/2014/main" id="{BEABBCC8-5C3E-F869-C61C-67A064D8C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Freeform 52">
              <a:extLst>
                <a:ext uri="{FF2B5EF4-FFF2-40B4-BE49-F238E27FC236}">
                  <a16:creationId xmlns:a16="http://schemas.microsoft.com/office/drawing/2014/main" id="{32C61229-8C4A-3614-D95A-0236603AF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Freeform 53">
              <a:extLst>
                <a:ext uri="{FF2B5EF4-FFF2-40B4-BE49-F238E27FC236}">
                  <a16:creationId xmlns:a16="http://schemas.microsoft.com/office/drawing/2014/main" id="{05EDBDC0-48E4-2DE8-7B8E-DE0B6BB6C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Freeform 54">
              <a:extLst>
                <a:ext uri="{FF2B5EF4-FFF2-40B4-BE49-F238E27FC236}">
                  <a16:creationId xmlns:a16="http://schemas.microsoft.com/office/drawing/2014/main" id="{B71FF87F-9225-F7FA-A9BF-E09FB2C2D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2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Freeform 55">
              <a:extLst>
                <a:ext uri="{FF2B5EF4-FFF2-40B4-BE49-F238E27FC236}">
                  <a16:creationId xmlns:a16="http://schemas.microsoft.com/office/drawing/2014/main" id="{E44025BD-ECB6-1AAB-8D10-E4E530DED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2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Freeform 56">
              <a:extLst>
                <a:ext uri="{FF2B5EF4-FFF2-40B4-BE49-F238E27FC236}">
                  <a16:creationId xmlns:a16="http://schemas.microsoft.com/office/drawing/2014/main" id="{2DBD78EF-B72D-41CF-F7D0-0173C3711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Freeform 57">
              <a:extLst>
                <a:ext uri="{FF2B5EF4-FFF2-40B4-BE49-F238E27FC236}">
                  <a16:creationId xmlns:a16="http://schemas.microsoft.com/office/drawing/2014/main" id="{FEEBF2FC-5051-5E11-1E5B-B241A1DD8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Freeform 58">
              <a:extLst>
                <a:ext uri="{FF2B5EF4-FFF2-40B4-BE49-F238E27FC236}">
                  <a16:creationId xmlns:a16="http://schemas.microsoft.com/office/drawing/2014/main" id="{4C1EA1E1-2CCC-D671-FD9E-12A6DD4BB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5" y="33"/>
                  </a:lnTo>
                  <a:lnTo>
                    <a:pt x="86" y="42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1" y="42"/>
                  </a:lnTo>
                  <a:lnTo>
                    <a:pt x="12" y="33"/>
                  </a:lnTo>
                  <a:lnTo>
                    <a:pt x="6" y="24"/>
                  </a:lnTo>
                  <a:lnTo>
                    <a:pt x="2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Freeform 59">
              <a:extLst>
                <a:ext uri="{FF2B5EF4-FFF2-40B4-BE49-F238E27FC236}">
                  <a16:creationId xmlns:a16="http://schemas.microsoft.com/office/drawing/2014/main" id="{C071E5CC-9CF4-0727-6ECD-46F235C86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5" y="33"/>
                  </a:lnTo>
                  <a:lnTo>
                    <a:pt x="86" y="42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1" y="42"/>
                  </a:lnTo>
                  <a:lnTo>
                    <a:pt x="12" y="33"/>
                  </a:lnTo>
                  <a:lnTo>
                    <a:pt x="6" y="24"/>
                  </a:lnTo>
                  <a:lnTo>
                    <a:pt x="2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Freeform 60">
              <a:extLst>
                <a:ext uri="{FF2B5EF4-FFF2-40B4-BE49-F238E27FC236}">
                  <a16:creationId xmlns:a16="http://schemas.microsoft.com/office/drawing/2014/main" id="{8EF49DCE-8EBA-9A30-3307-345BE8FC3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Freeform 61">
              <a:extLst>
                <a:ext uri="{FF2B5EF4-FFF2-40B4-BE49-F238E27FC236}">
                  <a16:creationId xmlns:a16="http://schemas.microsoft.com/office/drawing/2014/main" id="{B0437D30-5C91-02BB-AF47-DA79EB3C9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Freeform 62">
              <a:extLst>
                <a:ext uri="{FF2B5EF4-FFF2-40B4-BE49-F238E27FC236}">
                  <a16:creationId xmlns:a16="http://schemas.microsoft.com/office/drawing/2014/main" id="{B237C1C9-24DB-E0FD-AC2C-B19030208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663FAE94-5594-0FFA-3023-B2BCC42B6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" name="Freeform 64">
              <a:extLst>
                <a:ext uri="{FF2B5EF4-FFF2-40B4-BE49-F238E27FC236}">
                  <a16:creationId xmlns:a16="http://schemas.microsoft.com/office/drawing/2014/main" id="{ACF438DE-41B7-D340-82BB-F6583D9BE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" name="Freeform 65">
              <a:extLst>
                <a:ext uri="{FF2B5EF4-FFF2-40B4-BE49-F238E27FC236}">
                  <a16:creationId xmlns:a16="http://schemas.microsoft.com/office/drawing/2014/main" id="{3559F949-74A6-238E-39B4-4711D89A0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4" name="Group 66">
            <a:extLst>
              <a:ext uri="{FF2B5EF4-FFF2-40B4-BE49-F238E27FC236}">
                <a16:creationId xmlns:a16="http://schemas.microsoft.com/office/drawing/2014/main" id="{DE8474AF-9ADF-8B6E-D0B3-64AB4921F594}"/>
              </a:ext>
            </a:extLst>
          </p:cNvPr>
          <p:cNvGrpSpPr>
            <a:grpSpLocks/>
          </p:cNvGrpSpPr>
          <p:nvPr/>
        </p:nvGrpSpPr>
        <p:grpSpPr bwMode="auto">
          <a:xfrm>
            <a:off x="11955041" y="3631038"/>
            <a:ext cx="4892674" cy="3425824"/>
            <a:chOff x="2151" y="1419"/>
            <a:chExt cx="1541" cy="1079"/>
          </a:xfrm>
        </p:grpSpPr>
        <p:sp>
          <p:nvSpPr>
            <p:cNvPr id="65" name="Line 67">
              <a:extLst>
                <a:ext uri="{FF2B5EF4-FFF2-40B4-BE49-F238E27FC236}">
                  <a16:creationId xmlns:a16="http://schemas.microsoft.com/office/drawing/2014/main" id="{B415DA0B-CB1D-EB1F-006D-244496A57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3" y="1858"/>
              <a:ext cx="639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66" name="Group 68">
              <a:extLst>
                <a:ext uri="{FF2B5EF4-FFF2-40B4-BE49-F238E27FC236}">
                  <a16:creationId xmlns:a16="http://schemas.microsoft.com/office/drawing/2014/main" id="{324FCA5B-187E-E7CE-F2DC-CA2333D23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1" y="1419"/>
              <a:ext cx="1338" cy="865"/>
              <a:chOff x="2151" y="1419"/>
              <a:chExt cx="1338" cy="865"/>
            </a:xfrm>
          </p:grpSpPr>
          <p:grpSp>
            <p:nvGrpSpPr>
              <p:cNvPr id="67" name="Group 69">
                <a:extLst>
                  <a:ext uri="{FF2B5EF4-FFF2-40B4-BE49-F238E27FC236}">
                    <a16:creationId xmlns:a16="http://schemas.microsoft.com/office/drawing/2014/main" id="{A569E6C6-6C0C-A7CE-6DCA-42812877A5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1" y="1858"/>
                <a:ext cx="1338" cy="426"/>
                <a:chOff x="2151" y="1858"/>
                <a:chExt cx="1338" cy="426"/>
              </a:xfrm>
            </p:grpSpPr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D92F209D-56F2-4D03-7759-E85584B7C3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1" y="2072"/>
                  <a:ext cx="1109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2" name="Line 71">
                  <a:extLst>
                    <a:ext uri="{FF2B5EF4-FFF2-40B4-BE49-F238E27FC236}">
                      <a16:creationId xmlns:a16="http://schemas.microsoft.com/office/drawing/2014/main" id="{3C87D7BA-9417-8D10-88EB-D9132A816F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1" y="2284"/>
                  <a:ext cx="1338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" name="Line 72">
                  <a:extLst>
                    <a:ext uri="{FF2B5EF4-FFF2-40B4-BE49-F238E27FC236}">
                      <a16:creationId xmlns:a16="http://schemas.microsoft.com/office/drawing/2014/main" id="{3A8F3225-E7E6-8E65-7CA9-51834B626D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3" y="1858"/>
                  <a:ext cx="223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8" name="Line 73">
                <a:extLst>
                  <a:ext uri="{FF2B5EF4-FFF2-40B4-BE49-F238E27FC236}">
                    <a16:creationId xmlns:a16="http://schemas.microsoft.com/office/drawing/2014/main" id="{7161BD1B-2D20-0D93-B328-FD3295C1D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3" y="1652"/>
                <a:ext cx="1" cy="206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74">
                <a:extLst>
                  <a:ext uri="{FF2B5EF4-FFF2-40B4-BE49-F238E27FC236}">
                    <a16:creationId xmlns:a16="http://schemas.microsoft.com/office/drawing/2014/main" id="{6404E5F1-1934-1815-34C4-2E9C87E79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8" y="1419"/>
                <a:ext cx="1" cy="865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Line 75">
                <a:extLst>
                  <a:ext uri="{FF2B5EF4-FFF2-40B4-BE49-F238E27FC236}">
                    <a16:creationId xmlns:a16="http://schemas.microsoft.com/office/drawing/2014/main" id="{A961A6EF-12D2-04AF-2870-FC3EF0EF0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6" y="1419"/>
                <a:ext cx="1" cy="653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74" name="Group 76">
            <a:extLst>
              <a:ext uri="{FF2B5EF4-FFF2-40B4-BE49-F238E27FC236}">
                <a16:creationId xmlns:a16="http://schemas.microsoft.com/office/drawing/2014/main" id="{3888F11A-D3C4-A99C-370A-B19D8683B69D}"/>
              </a:ext>
            </a:extLst>
          </p:cNvPr>
          <p:cNvGrpSpPr>
            <a:grpSpLocks/>
          </p:cNvGrpSpPr>
          <p:nvPr/>
        </p:nvGrpSpPr>
        <p:grpSpPr bwMode="auto">
          <a:xfrm>
            <a:off x="10446914" y="2046713"/>
            <a:ext cx="3762376" cy="5038726"/>
            <a:chOff x="1132" y="992"/>
            <a:chExt cx="1185" cy="1587"/>
          </a:xfrm>
        </p:grpSpPr>
        <p:sp>
          <p:nvSpPr>
            <p:cNvPr id="75" name="Freeform 77">
              <a:extLst>
                <a:ext uri="{FF2B5EF4-FFF2-40B4-BE49-F238E27FC236}">
                  <a16:creationId xmlns:a16="http://schemas.microsoft.com/office/drawing/2014/main" id="{972C63CE-3436-84D7-363D-6A079708E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Freeform 78">
              <a:extLst>
                <a:ext uri="{FF2B5EF4-FFF2-40B4-BE49-F238E27FC236}">
                  <a16:creationId xmlns:a16="http://schemas.microsoft.com/office/drawing/2014/main" id="{32611BD9-D5D7-601F-DCEE-B3F829DB4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7" name="Freeform 79">
              <a:extLst>
                <a:ext uri="{FF2B5EF4-FFF2-40B4-BE49-F238E27FC236}">
                  <a16:creationId xmlns:a16="http://schemas.microsoft.com/office/drawing/2014/main" id="{B12E0F86-E457-94B1-E1FB-048AFFFB0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Freeform 80">
              <a:extLst>
                <a:ext uri="{FF2B5EF4-FFF2-40B4-BE49-F238E27FC236}">
                  <a16:creationId xmlns:a16="http://schemas.microsoft.com/office/drawing/2014/main" id="{2E7CBCCF-EB87-470D-5FBB-C832888B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" name="Freeform 81">
              <a:extLst>
                <a:ext uri="{FF2B5EF4-FFF2-40B4-BE49-F238E27FC236}">
                  <a16:creationId xmlns:a16="http://schemas.microsoft.com/office/drawing/2014/main" id="{88DB4C1C-E7D0-51A1-EFA7-CA2364981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0" name="Freeform 82">
              <a:extLst>
                <a:ext uri="{FF2B5EF4-FFF2-40B4-BE49-F238E27FC236}">
                  <a16:creationId xmlns:a16="http://schemas.microsoft.com/office/drawing/2014/main" id="{AC58B13E-B57F-2BC1-E8B9-4712DBD4E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2418E4B2-DE30-07B7-F9EC-B19504C6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Freeform 84">
              <a:extLst>
                <a:ext uri="{FF2B5EF4-FFF2-40B4-BE49-F238E27FC236}">
                  <a16:creationId xmlns:a16="http://schemas.microsoft.com/office/drawing/2014/main" id="{68116C78-2A3F-0900-9E56-2425D779B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Freeform 85">
              <a:extLst>
                <a:ext uri="{FF2B5EF4-FFF2-40B4-BE49-F238E27FC236}">
                  <a16:creationId xmlns:a16="http://schemas.microsoft.com/office/drawing/2014/main" id="{6E617FCF-6FC5-B16E-6712-6B699C07C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001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4" name="Freeform 86">
              <a:extLst>
                <a:ext uri="{FF2B5EF4-FFF2-40B4-BE49-F238E27FC236}">
                  <a16:creationId xmlns:a16="http://schemas.microsoft.com/office/drawing/2014/main" id="{E98E663C-BA5D-F8FD-D6D2-6182C4593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001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5" name="Freeform 87">
              <a:extLst>
                <a:ext uri="{FF2B5EF4-FFF2-40B4-BE49-F238E27FC236}">
                  <a16:creationId xmlns:a16="http://schemas.microsoft.com/office/drawing/2014/main" id="{7DDB14DE-FA0C-8961-F7A6-8CCA5747F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99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6" name="Freeform 88">
              <a:extLst>
                <a:ext uri="{FF2B5EF4-FFF2-40B4-BE49-F238E27FC236}">
                  <a16:creationId xmlns:a16="http://schemas.microsoft.com/office/drawing/2014/main" id="{0DF963E3-9BB9-3075-F84C-4ACC714EC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99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7" name="Freeform 89">
              <a:extLst>
                <a:ext uri="{FF2B5EF4-FFF2-40B4-BE49-F238E27FC236}">
                  <a16:creationId xmlns:a16="http://schemas.microsoft.com/office/drawing/2014/main" id="{06AADCA7-1DD6-0E67-CA00-8E7C7442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99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Freeform 90">
              <a:extLst>
                <a:ext uri="{FF2B5EF4-FFF2-40B4-BE49-F238E27FC236}">
                  <a16:creationId xmlns:a16="http://schemas.microsoft.com/office/drawing/2014/main" id="{E1D6D4CF-14EA-5D5C-3C18-5F29A7F64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99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9" name="Freeform 91">
              <a:extLst>
                <a:ext uri="{FF2B5EF4-FFF2-40B4-BE49-F238E27FC236}">
                  <a16:creationId xmlns:a16="http://schemas.microsoft.com/office/drawing/2014/main" id="{6358475D-059D-B968-ABD1-2BADEC439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992"/>
              <a:ext cx="217" cy="18"/>
            </a:xfrm>
            <a:custGeom>
              <a:avLst/>
              <a:gdLst>
                <a:gd name="T0" fmla="*/ 0 w 1300"/>
                <a:gd name="T1" fmla="*/ 0 h 107"/>
                <a:gd name="T2" fmla="*/ 0 w 1300"/>
                <a:gd name="T3" fmla="*/ 0 h 107"/>
                <a:gd name="T4" fmla="*/ 0 w 1300"/>
                <a:gd name="T5" fmla="*/ 0 h 107"/>
                <a:gd name="T6" fmla="*/ 0 w 1300"/>
                <a:gd name="T7" fmla="*/ 0 h 107"/>
                <a:gd name="T8" fmla="*/ 0 w 1300"/>
                <a:gd name="T9" fmla="*/ 0 h 107"/>
                <a:gd name="T10" fmla="*/ 0 w 1300"/>
                <a:gd name="T11" fmla="*/ 0 h 107"/>
                <a:gd name="T12" fmla="*/ 0 w 130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0"/>
                <a:gd name="T22" fmla="*/ 0 h 107"/>
                <a:gd name="T23" fmla="*/ 1300 w 130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0" h="107">
                  <a:moveTo>
                    <a:pt x="1300" y="107"/>
                  </a:moveTo>
                  <a:lnTo>
                    <a:pt x="1300" y="54"/>
                  </a:lnTo>
                  <a:lnTo>
                    <a:pt x="130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300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0" name="Freeform 92">
              <a:extLst>
                <a:ext uri="{FF2B5EF4-FFF2-40B4-BE49-F238E27FC236}">
                  <a16:creationId xmlns:a16="http://schemas.microsoft.com/office/drawing/2014/main" id="{3805EEBD-FE7F-33B4-742B-537C26690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992"/>
              <a:ext cx="217" cy="18"/>
            </a:xfrm>
            <a:custGeom>
              <a:avLst/>
              <a:gdLst>
                <a:gd name="T0" fmla="*/ 0 w 1300"/>
                <a:gd name="T1" fmla="*/ 0 h 107"/>
                <a:gd name="T2" fmla="*/ 0 w 1300"/>
                <a:gd name="T3" fmla="*/ 0 h 107"/>
                <a:gd name="T4" fmla="*/ 0 w 1300"/>
                <a:gd name="T5" fmla="*/ 0 h 107"/>
                <a:gd name="T6" fmla="*/ 0 w 1300"/>
                <a:gd name="T7" fmla="*/ 0 h 107"/>
                <a:gd name="T8" fmla="*/ 0 w 1300"/>
                <a:gd name="T9" fmla="*/ 0 h 107"/>
                <a:gd name="T10" fmla="*/ 0 w 1300"/>
                <a:gd name="T11" fmla="*/ 0 h 107"/>
                <a:gd name="T12" fmla="*/ 0 w 130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0"/>
                <a:gd name="T22" fmla="*/ 0 h 107"/>
                <a:gd name="T23" fmla="*/ 1300 w 130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0" h="107">
                  <a:moveTo>
                    <a:pt x="1300" y="107"/>
                  </a:moveTo>
                  <a:lnTo>
                    <a:pt x="1300" y="54"/>
                  </a:lnTo>
                  <a:lnTo>
                    <a:pt x="130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30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1" name="Freeform 93">
              <a:extLst>
                <a:ext uri="{FF2B5EF4-FFF2-40B4-BE49-F238E27FC236}">
                  <a16:creationId xmlns:a16="http://schemas.microsoft.com/office/drawing/2014/main" id="{DD6098B0-AC27-F2F5-8467-21EDAB297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99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2" name="Freeform 94">
              <a:extLst>
                <a:ext uri="{FF2B5EF4-FFF2-40B4-BE49-F238E27FC236}">
                  <a16:creationId xmlns:a16="http://schemas.microsoft.com/office/drawing/2014/main" id="{2149056B-36EA-C3B1-60E7-4D4450525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99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Freeform 95">
              <a:extLst>
                <a:ext uri="{FF2B5EF4-FFF2-40B4-BE49-F238E27FC236}">
                  <a16:creationId xmlns:a16="http://schemas.microsoft.com/office/drawing/2014/main" id="{DC28D84D-89BE-5899-1017-FF14CAE3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4" name="Freeform 96">
              <a:extLst>
                <a:ext uri="{FF2B5EF4-FFF2-40B4-BE49-F238E27FC236}">
                  <a16:creationId xmlns:a16="http://schemas.microsoft.com/office/drawing/2014/main" id="{F884E9AA-465A-EECC-5A99-6BA68E748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5" name="Freeform 97">
              <a:extLst>
                <a:ext uri="{FF2B5EF4-FFF2-40B4-BE49-F238E27FC236}">
                  <a16:creationId xmlns:a16="http://schemas.microsoft.com/office/drawing/2014/main" id="{51C98F38-7E52-7BF4-9D2B-589EC1B15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33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Freeform 98">
              <a:extLst>
                <a:ext uri="{FF2B5EF4-FFF2-40B4-BE49-F238E27FC236}">
                  <a16:creationId xmlns:a16="http://schemas.microsoft.com/office/drawing/2014/main" id="{F69C2D84-98C8-579F-02FB-5681C2EBA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33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7" name="Freeform 99">
              <a:extLst>
                <a:ext uri="{FF2B5EF4-FFF2-40B4-BE49-F238E27FC236}">
                  <a16:creationId xmlns:a16="http://schemas.microsoft.com/office/drawing/2014/main" id="{56B05505-EECA-0D27-2260-DF4FD3F56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472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8" name="Freeform 100">
              <a:extLst>
                <a:ext uri="{FF2B5EF4-FFF2-40B4-BE49-F238E27FC236}">
                  <a16:creationId xmlns:a16="http://schemas.microsoft.com/office/drawing/2014/main" id="{54961947-0124-B9CB-4C65-A0B637524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472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9" name="Freeform 101">
              <a:extLst>
                <a:ext uri="{FF2B5EF4-FFF2-40B4-BE49-F238E27FC236}">
                  <a16:creationId xmlns:a16="http://schemas.microsoft.com/office/drawing/2014/main" id="{CAE3743D-1688-B900-C3D5-B9BA29442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0" name="Freeform 102">
              <a:extLst>
                <a:ext uri="{FF2B5EF4-FFF2-40B4-BE49-F238E27FC236}">
                  <a16:creationId xmlns:a16="http://schemas.microsoft.com/office/drawing/2014/main" id="{CA3C5E83-ECA2-A1E8-9CBD-24060264B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Freeform 103">
              <a:extLst>
                <a:ext uri="{FF2B5EF4-FFF2-40B4-BE49-F238E27FC236}">
                  <a16:creationId xmlns:a16="http://schemas.microsoft.com/office/drawing/2014/main" id="{59A8FF6A-0120-0093-636A-D94FE04FF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72"/>
              <a:ext cx="18" cy="252"/>
            </a:xfrm>
            <a:custGeom>
              <a:avLst/>
              <a:gdLst>
                <a:gd name="T0" fmla="*/ 0 w 107"/>
                <a:gd name="T1" fmla="*/ 0 h 1511"/>
                <a:gd name="T2" fmla="*/ 0 w 107"/>
                <a:gd name="T3" fmla="*/ 0 h 1511"/>
                <a:gd name="T4" fmla="*/ 0 w 107"/>
                <a:gd name="T5" fmla="*/ 0 h 1511"/>
                <a:gd name="T6" fmla="*/ 0 w 107"/>
                <a:gd name="T7" fmla="*/ 0 h 1511"/>
                <a:gd name="T8" fmla="*/ 0 w 107"/>
                <a:gd name="T9" fmla="*/ 0 h 1511"/>
                <a:gd name="T10" fmla="*/ 0 w 107"/>
                <a:gd name="T11" fmla="*/ 0 h 1511"/>
                <a:gd name="T12" fmla="*/ 0 w 107"/>
                <a:gd name="T13" fmla="*/ 0 h 15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11"/>
                <a:gd name="T23" fmla="*/ 107 w 107"/>
                <a:gd name="T24" fmla="*/ 1511 h 15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1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11"/>
                  </a:lnTo>
                  <a:lnTo>
                    <a:pt x="53" y="1511"/>
                  </a:lnTo>
                  <a:lnTo>
                    <a:pt x="107" y="151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2" name="Freeform 104">
              <a:extLst>
                <a:ext uri="{FF2B5EF4-FFF2-40B4-BE49-F238E27FC236}">
                  <a16:creationId xmlns:a16="http://schemas.microsoft.com/office/drawing/2014/main" id="{FD88B713-4338-5F55-49EE-327273BC6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72"/>
              <a:ext cx="18" cy="252"/>
            </a:xfrm>
            <a:custGeom>
              <a:avLst/>
              <a:gdLst>
                <a:gd name="T0" fmla="*/ 0 w 107"/>
                <a:gd name="T1" fmla="*/ 0 h 1511"/>
                <a:gd name="T2" fmla="*/ 0 w 107"/>
                <a:gd name="T3" fmla="*/ 0 h 1511"/>
                <a:gd name="T4" fmla="*/ 0 w 107"/>
                <a:gd name="T5" fmla="*/ 0 h 1511"/>
                <a:gd name="T6" fmla="*/ 0 w 107"/>
                <a:gd name="T7" fmla="*/ 0 h 1511"/>
                <a:gd name="T8" fmla="*/ 0 w 107"/>
                <a:gd name="T9" fmla="*/ 0 h 1511"/>
                <a:gd name="T10" fmla="*/ 0 w 107"/>
                <a:gd name="T11" fmla="*/ 0 h 1511"/>
                <a:gd name="T12" fmla="*/ 0 w 107"/>
                <a:gd name="T13" fmla="*/ 0 h 15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11"/>
                <a:gd name="T23" fmla="*/ 107 w 107"/>
                <a:gd name="T24" fmla="*/ 1511 h 15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1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11"/>
                  </a:lnTo>
                  <a:lnTo>
                    <a:pt x="53" y="1511"/>
                  </a:lnTo>
                  <a:lnTo>
                    <a:pt x="107" y="151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3" name="Freeform 105">
              <a:extLst>
                <a:ext uri="{FF2B5EF4-FFF2-40B4-BE49-F238E27FC236}">
                  <a16:creationId xmlns:a16="http://schemas.microsoft.com/office/drawing/2014/main" id="{B79B8756-E162-5C0F-7CF1-C09052BFB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4" name="Freeform 106">
              <a:extLst>
                <a:ext uri="{FF2B5EF4-FFF2-40B4-BE49-F238E27FC236}">
                  <a16:creationId xmlns:a16="http://schemas.microsoft.com/office/drawing/2014/main" id="{681BD9C1-5F84-2518-D169-2E1AC545D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Freeform 107">
              <a:extLst>
                <a:ext uri="{FF2B5EF4-FFF2-40B4-BE49-F238E27FC236}">
                  <a16:creationId xmlns:a16="http://schemas.microsoft.com/office/drawing/2014/main" id="{A784A363-451B-D7C0-815B-D1DE1ECA0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Freeform 108">
              <a:extLst>
                <a:ext uri="{FF2B5EF4-FFF2-40B4-BE49-F238E27FC236}">
                  <a16:creationId xmlns:a16="http://schemas.microsoft.com/office/drawing/2014/main" id="{EBA45477-53F4-23EE-AEE7-A1D0F0F57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Freeform 109">
              <a:extLst>
                <a:ext uri="{FF2B5EF4-FFF2-40B4-BE49-F238E27FC236}">
                  <a16:creationId xmlns:a16="http://schemas.microsoft.com/office/drawing/2014/main" id="{742F42CB-BCFA-843B-DA2C-D232E827D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Freeform 110">
              <a:extLst>
                <a:ext uri="{FF2B5EF4-FFF2-40B4-BE49-F238E27FC236}">
                  <a16:creationId xmlns:a16="http://schemas.microsoft.com/office/drawing/2014/main" id="{8AD80DCD-7F6A-6723-6ECF-5CC1474E3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Freeform 111">
              <a:extLst>
                <a:ext uri="{FF2B5EF4-FFF2-40B4-BE49-F238E27FC236}">
                  <a16:creationId xmlns:a16="http://schemas.microsoft.com/office/drawing/2014/main" id="{06681573-A71F-F678-0D15-D924F702D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Freeform 112">
              <a:extLst>
                <a:ext uri="{FF2B5EF4-FFF2-40B4-BE49-F238E27FC236}">
                  <a16:creationId xmlns:a16="http://schemas.microsoft.com/office/drawing/2014/main" id="{9DEE8C6E-47F8-8D4A-0562-B50CD8E01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Freeform 113">
              <a:extLst>
                <a:ext uri="{FF2B5EF4-FFF2-40B4-BE49-F238E27FC236}">
                  <a16:creationId xmlns:a16="http://schemas.microsoft.com/office/drawing/2014/main" id="{614381C9-613D-E9C3-1287-EE97ADE4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15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Freeform 114">
              <a:extLst>
                <a:ext uri="{FF2B5EF4-FFF2-40B4-BE49-F238E27FC236}">
                  <a16:creationId xmlns:a16="http://schemas.microsoft.com/office/drawing/2014/main" id="{531448F4-6605-B963-625C-0BFE93BF6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15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115">
              <a:extLst>
                <a:ext uri="{FF2B5EF4-FFF2-40B4-BE49-F238E27FC236}">
                  <a16:creationId xmlns:a16="http://schemas.microsoft.com/office/drawing/2014/main" id="{0217EE09-0734-06AC-A324-2EAED9B7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715"/>
              <a:ext cx="1108" cy="17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Freeform 116">
              <a:extLst>
                <a:ext uri="{FF2B5EF4-FFF2-40B4-BE49-F238E27FC236}">
                  <a16:creationId xmlns:a16="http://schemas.microsoft.com/office/drawing/2014/main" id="{89E09114-04DC-9D54-04CF-087C9A703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715"/>
              <a:ext cx="1108" cy="17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Freeform 117">
              <a:extLst>
                <a:ext uri="{FF2B5EF4-FFF2-40B4-BE49-F238E27FC236}">
                  <a16:creationId xmlns:a16="http://schemas.microsoft.com/office/drawing/2014/main" id="{558AC408-BF58-59C7-E0B1-1665C85DA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715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Freeform 118">
              <a:extLst>
                <a:ext uri="{FF2B5EF4-FFF2-40B4-BE49-F238E27FC236}">
                  <a16:creationId xmlns:a16="http://schemas.microsoft.com/office/drawing/2014/main" id="{DD0E5A2A-F197-4CF4-519B-10E1337C4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715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7" name="Freeform 119">
              <a:extLst>
                <a:ext uri="{FF2B5EF4-FFF2-40B4-BE49-F238E27FC236}">
                  <a16:creationId xmlns:a16="http://schemas.microsoft.com/office/drawing/2014/main" id="{113C4C30-6E7E-7D83-5058-7DF7E92FB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6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Freeform 120">
              <a:extLst>
                <a:ext uri="{FF2B5EF4-FFF2-40B4-BE49-F238E27FC236}">
                  <a16:creationId xmlns:a16="http://schemas.microsoft.com/office/drawing/2014/main" id="{DC562778-3729-C7B3-A416-922958A49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6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Freeform 121">
              <a:extLst>
                <a:ext uri="{FF2B5EF4-FFF2-40B4-BE49-F238E27FC236}">
                  <a16:creationId xmlns:a16="http://schemas.microsoft.com/office/drawing/2014/main" id="{A9ECDBFB-C902-F9FC-6EFF-9B7044EC9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256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Freeform 122">
              <a:extLst>
                <a:ext uri="{FF2B5EF4-FFF2-40B4-BE49-F238E27FC236}">
                  <a16:creationId xmlns:a16="http://schemas.microsoft.com/office/drawing/2014/main" id="{E63383F8-D49E-10F4-9F14-C720C5D62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256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1" name="Freeform 123">
              <a:extLst>
                <a:ext uri="{FF2B5EF4-FFF2-40B4-BE49-F238E27FC236}">
                  <a16:creationId xmlns:a16="http://schemas.microsoft.com/office/drawing/2014/main" id="{5A479BEF-2C63-C067-CE7A-E16DE9BB3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56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Freeform 124">
              <a:extLst>
                <a:ext uri="{FF2B5EF4-FFF2-40B4-BE49-F238E27FC236}">
                  <a16:creationId xmlns:a16="http://schemas.microsoft.com/office/drawing/2014/main" id="{D9231B6F-71DE-7C0E-C61F-20B87A32B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56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Freeform 125">
              <a:extLst>
                <a:ext uri="{FF2B5EF4-FFF2-40B4-BE49-F238E27FC236}">
                  <a16:creationId xmlns:a16="http://schemas.microsoft.com/office/drawing/2014/main" id="{B681E199-3737-B459-2DD6-EAF2012BD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92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Freeform 126">
              <a:extLst>
                <a:ext uri="{FF2B5EF4-FFF2-40B4-BE49-F238E27FC236}">
                  <a16:creationId xmlns:a16="http://schemas.microsoft.com/office/drawing/2014/main" id="{49C411BF-60E0-FEA6-8DB2-87B05C642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92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Freeform 127">
              <a:extLst>
                <a:ext uri="{FF2B5EF4-FFF2-40B4-BE49-F238E27FC236}">
                  <a16:creationId xmlns:a16="http://schemas.microsoft.com/office/drawing/2014/main" id="{C695433B-8D10-6C23-716E-27600993C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92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6646" y="107"/>
                  </a:move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6" name="Freeform 128">
              <a:extLst>
                <a:ext uri="{FF2B5EF4-FFF2-40B4-BE49-F238E27FC236}">
                  <a16:creationId xmlns:a16="http://schemas.microsoft.com/office/drawing/2014/main" id="{56780A8E-AC8D-A362-2EE4-58D0EF719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92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6646" y="107"/>
                  </a:move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7" name="Freeform 129">
              <a:extLst>
                <a:ext uri="{FF2B5EF4-FFF2-40B4-BE49-F238E27FC236}">
                  <a16:creationId xmlns:a16="http://schemas.microsoft.com/office/drawing/2014/main" id="{BA6D96C9-0D29-55E2-6656-0BA379F40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Freeform 130">
              <a:extLst>
                <a:ext uri="{FF2B5EF4-FFF2-40B4-BE49-F238E27FC236}">
                  <a16:creationId xmlns:a16="http://schemas.microsoft.com/office/drawing/2014/main" id="{58DEDA44-FDFE-2482-4556-67A14296A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Line 131">
              <a:extLst>
                <a:ext uri="{FF2B5EF4-FFF2-40B4-BE49-F238E27FC236}">
                  <a16:creationId xmlns:a16="http://schemas.microsoft.com/office/drawing/2014/main" id="{77C21CFE-9BEC-1957-D861-68226C992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" y="2250"/>
              <a:ext cx="155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Line 132">
              <a:extLst>
                <a:ext uri="{FF2B5EF4-FFF2-40B4-BE49-F238E27FC236}">
                  <a16:creationId xmlns:a16="http://schemas.microsoft.com/office/drawing/2014/main" id="{6B23BD18-65EC-7388-9D42-6994F8D9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250"/>
              <a:ext cx="2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Line 133">
              <a:extLst>
                <a:ext uri="{FF2B5EF4-FFF2-40B4-BE49-F238E27FC236}">
                  <a16:creationId xmlns:a16="http://schemas.microsoft.com/office/drawing/2014/main" id="{08881400-7846-CDC9-BF0A-050D467A9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" y="2250"/>
              <a:ext cx="30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2" name="Line 134">
              <a:extLst>
                <a:ext uri="{FF2B5EF4-FFF2-40B4-BE49-F238E27FC236}">
                  <a16:creationId xmlns:a16="http://schemas.microsoft.com/office/drawing/2014/main" id="{383FCA18-9690-1C92-292A-7B16B1667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250"/>
              <a:ext cx="2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3" name="Line 135">
              <a:extLst>
                <a:ext uri="{FF2B5EF4-FFF2-40B4-BE49-F238E27FC236}">
                  <a16:creationId xmlns:a16="http://schemas.microsoft.com/office/drawing/2014/main" id="{72D4B79E-442A-6090-12E1-7B850F75F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2250"/>
              <a:ext cx="30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4" name="Line 136">
              <a:extLst>
                <a:ext uri="{FF2B5EF4-FFF2-40B4-BE49-F238E27FC236}">
                  <a16:creationId xmlns:a16="http://schemas.microsoft.com/office/drawing/2014/main" id="{FEF560F9-B988-4E2D-E864-343BCBBB1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250"/>
              <a:ext cx="2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" name="Line 137">
              <a:extLst>
                <a:ext uri="{FF2B5EF4-FFF2-40B4-BE49-F238E27FC236}">
                  <a16:creationId xmlns:a16="http://schemas.microsoft.com/office/drawing/2014/main" id="{24BD0D45-575F-6256-0941-C8984B102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250"/>
              <a:ext cx="155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" name="Freeform 138">
              <a:extLst>
                <a:ext uri="{FF2B5EF4-FFF2-40B4-BE49-F238E27FC236}">
                  <a16:creationId xmlns:a16="http://schemas.microsoft.com/office/drawing/2014/main" id="{67F540E9-9321-243F-F73F-AFD32B62B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" name="Freeform 139">
              <a:extLst>
                <a:ext uri="{FF2B5EF4-FFF2-40B4-BE49-F238E27FC236}">
                  <a16:creationId xmlns:a16="http://schemas.microsoft.com/office/drawing/2014/main" id="{696BA46C-6EB3-8207-F1B0-FD6DFD953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" name="Freeform 140">
              <a:extLst>
                <a:ext uri="{FF2B5EF4-FFF2-40B4-BE49-F238E27FC236}">
                  <a16:creationId xmlns:a16="http://schemas.microsoft.com/office/drawing/2014/main" id="{C932F8C1-C6BF-A86B-D267-60C60921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124"/>
              <a:ext cx="571" cy="18"/>
            </a:xfrm>
            <a:custGeom>
              <a:avLst/>
              <a:gdLst>
                <a:gd name="T0" fmla="*/ 0 w 3426"/>
                <a:gd name="T1" fmla="*/ 0 h 107"/>
                <a:gd name="T2" fmla="*/ 0 w 3426"/>
                <a:gd name="T3" fmla="*/ 0 h 107"/>
                <a:gd name="T4" fmla="*/ 0 w 3426"/>
                <a:gd name="T5" fmla="*/ 0 h 107"/>
                <a:gd name="T6" fmla="*/ 0 w 3426"/>
                <a:gd name="T7" fmla="*/ 0 h 107"/>
                <a:gd name="T8" fmla="*/ 0 w 3426"/>
                <a:gd name="T9" fmla="*/ 0 h 107"/>
                <a:gd name="T10" fmla="*/ 0 w 3426"/>
                <a:gd name="T11" fmla="*/ 0 h 107"/>
                <a:gd name="T12" fmla="*/ 0 w 342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26"/>
                <a:gd name="T22" fmla="*/ 0 h 107"/>
                <a:gd name="T23" fmla="*/ 3426 w 342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2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426" y="107"/>
                  </a:lnTo>
                  <a:lnTo>
                    <a:pt x="3426" y="54"/>
                  </a:lnTo>
                  <a:lnTo>
                    <a:pt x="34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" name="Freeform 141">
              <a:extLst>
                <a:ext uri="{FF2B5EF4-FFF2-40B4-BE49-F238E27FC236}">
                  <a16:creationId xmlns:a16="http://schemas.microsoft.com/office/drawing/2014/main" id="{3D5EF807-FED9-0B10-93F2-1A22A0962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124"/>
              <a:ext cx="571" cy="18"/>
            </a:xfrm>
            <a:custGeom>
              <a:avLst/>
              <a:gdLst>
                <a:gd name="T0" fmla="*/ 0 w 3426"/>
                <a:gd name="T1" fmla="*/ 0 h 107"/>
                <a:gd name="T2" fmla="*/ 0 w 3426"/>
                <a:gd name="T3" fmla="*/ 0 h 107"/>
                <a:gd name="T4" fmla="*/ 0 w 3426"/>
                <a:gd name="T5" fmla="*/ 0 h 107"/>
                <a:gd name="T6" fmla="*/ 0 w 3426"/>
                <a:gd name="T7" fmla="*/ 0 h 107"/>
                <a:gd name="T8" fmla="*/ 0 w 3426"/>
                <a:gd name="T9" fmla="*/ 0 h 107"/>
                <a:gd name="T10" fmla="*/ 0 w 3426"/>
                <a:gd name="T11" fmla="*/ 0 h 107"/>
                <a:gd name="T12" fmla="*/ 0 w 342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26"/>
                <a:gd name="T22" fmla="*/ 0 h 107"/>
                <a:gd name="T23" fmla="*/ 3426 w 342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2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426" y="107"/>
                  </a:lnTo>
                  <a:lnTo>
                    <a:pt x="3426" y="54"/>
                  </a:lnTo>
                  <a:lnTo>
                    <a:pt x="342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0" name="Freeform 142">
              <a:extLst>
                <a:ext uri="{FF2B5EF4-FFF2-40B4-BE49-F238E27FC236}">
                  <a16:creationId xmlns:a16="http://schemas.microsoft.com/office/drawing/2014/main" id="{BE8F8DA0-D57A-8215-2365-5FBC02C28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124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1" name="Freeform 143">
              <a:extLst>
                <a:ext uri="{FF2B5EF4-FFF2-40B4-BE49-F238E27FC236}">
                  <a16:creationId xmlns:a16="http://schemas.microsoft.com/office/drawing/2014/main" id="{1445F26B-B0A6-9DCF-87D1-06D547302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124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2" name="Freeform 144">
              <a:extLst>
                <a:ext uri="{FF2B5EF4-FFF2-40B4-BE49-F238E27FC236}">
                  <a16:creationId xmlns:a16="http://schemas.microsoft.com/office/drawing/2014/main" id="{8E94DFDD-BF0A-6C8E-CBE1-33DEE9AED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992"/>
              <a:ext cx="15" cy="16"/>
            </a:xfrm>
            <a:custGeom>
              <a:avLst/>
              <a:gdLst>
                <a:gd name="T0" fmla="*/ 0 w 91"/>
                <a:gd name="T1" fmla="*/ 0 h 92"/>
                <a:gd name="T2" fmla="*/ 0 w 91"/>
                <a:gd name="T3" fmla="*/ 0 h 92"/>
                <a:gd name="T4" fmla="*/ 0 w 91"/>
                <a:gd name="T5" fmla="*/ 0 h 92"/>
                <a:gd name="T6" fmla="*/ 0 w 91"/>
                <a:gd name="T7" fmla="*/ 0 h 92"/>
                <a:gd name="T8" fmla="*/ 0 w 91"/>
                <a:gd name="T9" fmla="*/ 0 h 92"/>
                <a:gd name="T10" fmla="*/ 0 w 91"/>
                <a:gd name="T11" fmla="*/ 0 h 92"/>
                <a:gd name="T12" fmla="*/ 0 w 91"/>
                <a:gd name="T13" fmla="*/ 0 h 92"/>
                <a:gd name="T14" fmla="*/ 0 w 91"/>
                <a:gd name="T15" fmla="*/ 0 h 92"/>
                <a:gd name="T16" fmla="*/ 0 w 91"/>
                <a:gd name="T17" fmla="*/ 0 h 92"/>
                <a:gd name="T18" fmla="*/ 0 w 91"/>
                <a:gd name="T19" fmla="*/ 0 h 92"/>
                <a:gd name="T20" fmla="*/ 0 w 91"/>
                <a:gd name="T21" fmla="*/ 0 h 92"/>
                <a:gd name="T22" fmla="*/ 0 w 91"/>
                <a:gd name="T23" fmla="*/ 0 h 92"/>
                <a:gd name="T24" fmla="*/ 0 w 91"/>
                <a:gd name="T25" fmla="*/ 0 h 92"/>
                <a:gd name="T26" fmla="*/ 0 w 91"/>
                <a:gd name="T27" fmla="*/ 0 h 92"/>
                <a:gd name="T28" fmla="*/ 0 w 91"/>
                <a:gd name="T29" fmla="*/ 0 h 92"/>
                <a:gd name="T30" fmla="*/ 0 w 91"/>
                <a:gd name="T31" fmla="*/ 0 h 92"/>
                <a:gd name="T32" fmla="*/ 0 w 91"/>
                <a:gd name="T33" fmla="*/ 0 h 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1"/>
                <a:gd name="T52" fmla="*/ 0 h 92"/>
                <a:gd name="T53" fmla="*/ 91 w 91"/>
                <a:gd name="T54" fmla="*/ 92 h 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1" h="92">
                  <a:moveTo>
                    <a:pt x="38" y="53"/>
                  </a:moveTo>
                  <a:lnTo>
                    <a:pt x="0" y="15"/>
                  </a:lnTo>
                  <a:lnTo>
                    <a:pt x="9" y="8"/>
                  </a:lnTo>
                  <a:lnTo>
                    <a:pt x="20" y="3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56" y="3"/>
                  </a:lnTo>
                  <a:lnTo>
                    <a:pt x="66" y="8"/>
                  </a:lnTo>
                  <a:lnTo>
                    <a:pt x="76" y="15"/>
                  </a:lnTo>
                  <a:lnTo>
                    <a:pt x="83" y="25"/>
                  </a:lnTo>
                  <a:lnTo>
                    <a:pt x="88" y="35"/>
                  </a:lnTo>
                  <a:lnTo>
                    <a:pt x="91" y="48"/>
                  </a:lnTo>
                  <a:lnTo>
                    <a:pt x="91" y="60"/>
                  </a:lnTo>
                  <a:lnTo>
                    <a:pt x="88" y="71"/>
                  </a:lnTo>
                  <a:lnTo>
                    <a:pt x="83" y="82"/>
                  </a:lnTo>
                  <a:lnTo>
                    <a:pt x="76" y="92"/>
                  </a:lnTo>
                  <a:lnTo>
                    <a:pt x="38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3" name="Freeform 145">
              <a:extLst>
                <a:ext uri="{FF2B5EF4-FFF2-40B4-BE49-F238E27FC236}">
                  <a16:creationId xmlns:a16="http://schemas.microsoft.com/office/drawing/2014/main" id="{B92B1F48-9415-7992-1BBB-42EAB10EA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992"/>
              <a:ext cx="15" cy="16"/>
            </a:xfrm>
            <a:custGeom>
              <a:avLst/>
              <a:gdLst>
                <a:gd name="T0" fmla="*/ 0 w 91"/>
                <a:gd name="T1" fmla="*/ 0 h 92"/>
                <a:gd name="T2" fmla="*/ 0 w 91"/>
                <a:gd name="T3" fmla="*/ 0 h 92"/>
                <a:gd name="T4" fmla="*/ 0 w 91"/>
                <a:gd name="T5" fmla="*/ 0 h 92"/>
                <a:gd name="T6" fmla="*/ 0 w 91"/>
                <a:gd name="T7" fmla="*/ 0 h 92"/>
                <a:gd name="T8" fmla="*/ 0 w 91"/>
                <a:gd name="T9" fmla="*/ 0 h 92"/>
                <a:gd name="T10" fmla="*/ 0 w 91"/>
                <a:gd name="T11" fmla="*/ 0 h 92"/>
                <a:gd name="T12" fmla="*/ 0 w 91"/>
                <a:gd name="T13" fmla="*/ 0 h 92"/>
                <a:gd name="T14" fmla="*/ 0 w 91"/>
                <a:gd name="T15" fmla="*/ 0 h 92"/>
                <a:gd name="T16" fmla="*/ 0 w 91"/>
                <a:gd name="T17" fmla="*/ 0 h 92"/>
                <a:gd name="T18" fmla="*/ 0 w 91"/>
                <a:gd name="T19" fmla="*/ 0 h 92"/>
                <a:gd name="T20" fmla="*/ 0 w 91"/>
                <a:gd name="T21" fmla="*/ 0 h 92"/>
                <a:gd name="T22" fmla="*/ 0 w 91"/>
                <a:gd name="T23" fmla="*/ 0 h 92"/>
                <a:gd name="T24" fmla="*/ 0 w 91"/>
                <a:gd name="T25" fmla="*/ 0 h 92"/>
                <a:gd name="T26" fmla="*/ 0 w 91"/>
                <a:gd name="T27" fmla="*/ 0 h 92"/>
                <a:gd name="T28" fmla="*/ 0 w 91"/>
                <a:gd name="T29" fmla="*/ 0 h 9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1"/>
                <a:gd name="T46" fmla="*/ 0 h 92"/>
                <a:gd name="T47" fmla="*/ 91 w 91"/>
                <a:gd name="T48" fmla="*/ 92 h 9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1" h="92">
                  <a:moveTo>
                    <a:pt x="0" y="15"/>
                  </a:moveTo>
                  <a:lnTo>
                    <a:pt x="9" y="8"/>
                  </a:lnTo>
                  <a:lnTo>
                    <a:pt x="20" y="3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56" y="3"/>
                  </a:lnTo>
                  <a:lnTo>
                    <a:pt x="66" y="8"/>
                  </a:lnTo>
                  <a:lnTo>
                    <a:pt x="76" y="15"/>
                  </a:lnTo>
                  <a:lnTo>
                    <a:pt x="83" y="25"/>
                  </a:lnTo>
                  <a:lnTo>
                    <a:pt x="88" y="35"/>
                  </a:lnTo>
                  <a:lnTo>
                    <a:pt x="91" y="48"/>
                  </a:lnTo>
                  <a:lnTo>
                    <a:pt x="91" y="60"/>
                  </a:lnTo>
                  <a:lnTo>
                    <a:pt x="88" y="71"/>
                  </a:lnTo>
                  <a:lnTo>
                    <a:pt x="83" y="82"/>
                  </a:lnTo>
                  <a:lnTo>
                    <a:pt x="76" y="9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4" name="Freeform 146">
              <a:extLst>
                <a:ext uri="{FF2B5EF4-FFF2-40B4-BE49-F238E27FC236}">
                  <a16:creationId xmlns:a16="http://schemas.microsoft.com/office/drawing/2014/main" id="{E656602F-175D-954E-1BC4-0BADEC0A7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995"/>
              <a:ext cx="486" cy="483"/>
            </a:xfrm>
            <a:custGeom>
              <a:avLst/>
              <a:gdLst>
                <a:gd name="T0" fmla="*/ 0 w 2919"/>
                <a:gd name="T1" fmla="*/ 0 h 2899"/>
                <a:gd name="T2" fmla="*/ 0 w 2919"/>
                <a:gd name="T3" fmla="*/ 0 h 2899"/>
                <a:gd name="T4" fmla="*/ 0 w 2919"/>
                <a:gd name="T5" fmla="*/ 0 h 2899"/>
                <a:gd name="T6" fmla="*/ 0 w 2919"/>
                <a:gd name="T7" fmla="*/ 0 h 2899"/>
                <a:gd name="T8" fmla="*/ 0 w 2919"/>
                <a:gd name="T9" fmla="*/ 0 h 2899"/>
                <a:gd name="T10" fmla="*/ 0 w 2919"/>
                <a:gd name="T11" fmla="*/ 0 h 2899"/>
                <a:gd name="T12" fmla="*/ 0 w 2919"/>
                <a:gd name="T13" fmla="*/ 0 h 28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919"/>
                <a:gd name="T22" fmla="*/ 0 h 2899"/>
                <a:gd name="T23" fmla="*/ 2919 w 2919"/>
                <a:gd name="T24" fmla="*/ 2899 h 28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919" h="2899">
                  <a:moveTo>
                    <a:pt x="2919" y="77"/>
                  </a:moveTo>
                  <a:lnTo>
                    <a:pt x="2881" y="38"/>
                  </a:lnTo>
                  <a:lnTo>
                    <a:pt x="2843" y="0"/>
                  </a:lnTo>
                  <a:lnTo>
                    <a:pt x="0" y="2823"/>
                  </a:lnTo>
                  <a:lnTo>
                    <a:pt x="38" y="2861"/>
                  </a:lnTo>
                  <a:lnTo>
                    <a:pt x="76" y="2899"/>
                  </a:lnTo>
                  <a:lnTo>
                    <a:pt x="2919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5" name="Freeform 147">
              <a:extLst>
                <a:ext uri="{FF2B5EF4-FFF2-40B4-BE49-F238E27FC236}">
                  <a16:creationId xmlns:a16="http://schemas.microsoft.com/office/drawing/2014/main" id="{ABD24F76-4077-D955-E614-E4E1535A0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995"/>
              <a:ext cx="486" cy="483"/>
            </a:xfrm>
            <a:custGeom>
              <a:avLst/>
              <a:gdLst>
                <a:gd name="T0" fmla="*/ 0 w 2919"/>
                <a:gd name="T1" fmla="*/ 0 h 2899"/>
                <a:gd name="T2" fmla="*/ 0 w 2919"/>
                <a:gd name="T3" fmla="*/ 0 h 2899"/>
                <a:gd name="T4" fmla="*/ 0 w 2919"/>
                <a:gd name="T5" fmla="*/ 0 h 2899"/>
                <a:gd name="T6" fmla="*/ 0 w 2919"/>
                <a:gd name="T7" fmla="*/ 0 h 2899"/>
                <a:gd name="T8" fmla="*/ 0 w 2919"/>
                <a:gd name="T9" fmla="*/ 0 h 2899"/>
                <a:gd name="T10" fmla="*/ 0 w 2919"/>
                <a:gd name="T11" fmla="*/ 0 h 2899"/>
                <a:gd name="T12" fmla="*/ 0 w 2919"/>
                <a:gd name="T13" fmla="*/ 0 h 28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919"/>
                <a:gd name="T22" fmla="*/ 0 h 2899"/>
                <a:gd name="T23" fmla="*/ 2919 w 2919"/>
                <a:gd name="T24" fmla="*/ 2899 h 28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919" h="2899">
                  <a:moveTo>
                    <a:pt x="2919" y="77"/>
                  </a:moveTo>
                  <a:lnTo>
                    <a:pt x="2881" y="38"/>
                  </a:lnTo>
                  <a:lnTo>
                    <a:pt x="2843" y="0"/>
                  </a:lnTo>
                  <a:lnTo>
                    <a:pt x="0" y="2823"/>
                  </a:lnTo>
                  <a:lnTo>
                    <a:pt x="38" y="2861"/>
                  </a:lnTo>
                  <a:lnTo>
                    <a:pt x="76" y="2899"/>
                  </a:lnTo>
                  <a:lnTo>
                    <a:pt x="2919" y="7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" name="Freeform 148">
              <a:extLst>
                <a:ext uri="{FF2B5EF4-FFF2-40B4-BE49-F238E27FC236}">
                  <a16:creationId xmlns:a16="http://schemas.microsoft.com/office/drawing/2014/main" id="{E8791DE3-22C9-3D8C-59C5-C2478AFA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465"/>
              <a:ext cx="15" cy="16"/>
            </a:xfrm>
            <a:custGeom>
              <a:avLst/>
              <a:gdLst>
                <a:gd name="T0" fmla="*/ 0 w 91"/>
                <a:gd name="T1" fmla="*/ 0 h 91"/>
                <a:gd name="T2" fmla="*/ 0 w 91"/>
                <a:gd name="T3" fmla="*/ 0 h 91"/>
                <a:gd name="T4" fmla="*/ 0 w 91"/>
                <a:gd name="T5" fmla="*/ 0 h 91"/>
                <a:gd name="T6" fmla="*/ 0 w 91"/>
                <a:gd name="T7" fmla="*/ 0 h 91"/>
                <a:gd name="T8" fmla="*/ 0 w 91"/>
                <a:gd name="T9" fmla="*/ 0 h 91"/>
                <a:gd name="T10" fmla="*/ 0 w 91"/>
                <a:gd name="T11" fmla="*/ 0 h 91"/>
                <a:gd name="T12" fmla="*/ 0 w 91"/>
                <a:gd name="T13" fmla="*/ 0 h 91"/>
                <a:gd name="T14" fmla="*/ 0 w 91"/>
                <a:gd name="T15" fmla="*/ 0 h 91"/>
                <a:gd name="T16" fmla="*/ 0 w 91"/>
                <a:gd name="T17" fmla="*/ 0 h 91"/>
                <a:gd name="T18" fmla="*/ 0 w 91"/>
                <a:gd name="T19" fmla="*/ 0 h 91"/>
                <a:gd name="T20" fmla="*/ 0 w 91"/>
                <a:gd name="T21" fmla="*/ 0 h 91"/>
                <a:gd name="T22" fmla="*/ 0 w 91"/>
                <a:gd name="T23" fmla="*/ 0 h 91"/>
                <a:gd name="T24" fmla="*/ 0 w 91"/>
                <a:gd name="T25" fmla="*/ 0 h 91"/>
                <a:gd name="T26" fmla="*/ 0 w 91"/>
                <a:gd name="T27" fmla="*/ 0 h 91"/>
                <a:gd name="T28" fmla="*/ 0 w 91"/>
                <a:gd name="T29" fmla="*/ 0 h 91"/>
                <a:gd name="T30" fmla="*/ 0 w 91"/>
                <a:gd name="T31" fmla="*/ 0 h 91"/>
                <a:gd name="T32" fmla="*/ 0 w 91"/>
                <a:gd name="T33" fmla="*/ 0 h 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1"/>
                <a:gd name="T52" fmla="*/ 0 h 91"/>
                <a:gd name="T53" fmla="*/ 91 w 91"/>
                <a:gd name="T54" fmla="*/ 91 h 9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1" h="91">
                  <a:moveTo>
                    <a:pt x="53" y="38"/>
                  </a:moveTo>
                  <a:lnTo>
                    <a:pt x="91" y="76"/>
                  </a:lnTo>
                  <a:lnTo>
                    <a:pt x="81" y="84"/>
                  </a:lnTo>
                  <a:lnTo>
                    <a:pt x="71" y="89"/>
                  </a:lnTo>
                  <a:lnTo>
                    <a:pt x="58" y="91"/>
                  </a:lnTo>
                  <a:lnTo>
                    <a:pt x="46" y="91"/>
                  </a:lnTo>
                  <a:lnTo>
                    <a:pt x="35" y="89"/>
                  </a:lnTo>
                  <a:lnTo>
                    <a:pt x="24" y="84"/>
                  </a:lnTo>
                  <a:lnTo>
                    <a:pt x="15" y="76"/>
                  </a:lnTo>
                  <a:lnTo>
                    <a:pt x="7" y="67"/>
                  </a:lnTo>
                  <a:lnTo>
                    <a:pt x="2" y="56"/>
                  </a:lnTo>
                  <a:lnTo>
                    <a:pt x="0" y="44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7" y="10"/>
                  </a:lnTo>
                  <a:lnTo>
                    <a:pt x="15" y="0"/>
                  </a:lnTo>
                  <a:lnTo>
                    <a:pt x="53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" name="Freeform 149">
              <a:extLst>
                <a:ext uri="{FF2B5EF4-FFF2-40B4-BE49-F238E27FC236}">
                  <a16:creationId xmlns:a16="http://schemas.microsoft.com/office/drawing/2014/main" id="{547E773A-27D1-921C-BA54-7C7A267E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465"/>
              <a:ext cx="15" cy="16"/>
            </a:xfrm>
            <a:custGeom>
              <a:avLst/>
              <a:gdLst>
                <a:gd name="T0" fmla="*/ 0 w 91"/>
                <a:gd name="T1" fmla="*/ 0 h 91"/>
                <a:gd name="T2" fmla="*/ 0 w 91"/>
                <a:gd name="T3" fmla="*/ 0 h 91"/>
                <a:gd name="T4" fmla="*/ 0 w 91"/>
                <a:gd name="T5" fmla="*/ 0 h 91"/>
                <a:gd name="T6" fmla="*/ 0 w 91"/>
                <a:gd name="T7" fmla="*/ 0 h 91"/>
                <a:gd name="T8" fmla="*/ 0 w 91"/>
                <a:gd name="T9" fmla="*/ 0 h 91"/>
                <a:gd name="T10" fmla="*/ 0 w 91"/>
                <a:gd name="T11" fmla="*/ 0 h 91"/>
                <a:gd name="T12" fmla="*/ 0 w 91"/>
                <a:gd name="T13" fmla="*/ 0 h 91"/>
                <a:gd name="T14" fmla="*/ 0 w 91"/>
                <a:gd name="T15" fmla="*/ 0 h 91"/>
                <a:gd name="T16" fmla="*/ 0 w 91"/>
                <a:gd name="T17" fmla="*/ 0 h 91"/>
                <a:gd name="T18" fmla="*/ 0 w 91"/>
                <a:gd name="T19" fmla="*/ 0 h 91"/>
                <a:gd name="T20" fmla="*/ 0 w 91"/>
                <a:gd name="T21" fmla="*/ 0 h 91"/>
                <a:gd name="T22" fmla="*/ 0 w 91"/>
                <a:gd name="T23" fmla="*/ 0 h 91"/>
                <a:gd name="T24" fmla="*/ 0 w 91"/>
                <a:gd name="T25" fmla="*/ 0 h 91"/>
                <a:gd name="T26" fmla="*/ 0 w 91"/>
                <a:gd name="T27" fmla="*/ 0 h 91"/>
                <a:gd name="T28" fmla="*/ 0 w 91"/>
                <a:gd name="T29" fmla="*/ 0 h 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1"/>
                <a:gd name="T46" fmla="*/ 0 h 91"/>
                <a:gd name="T47" fmla="*/ 91 w 91"/>
                <a:gd name="T48" fmla="*/ 91 h 9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1" h="91">
                  <a:moveTo>
                    <a:pt x="91" y="76"/>
                  </a:moveTo>
                  <a:lnTo>
                    <a:pt x="81" y="84"/>
                  </a:lnTo>
                  <a:lnTo>
                    <a:pt x="71" y="89"/>
                  </a:lnTo>
                  <a:lnTo>
                    <a:pt x="58" y="91"/>
                  </a:lnTo>
                  <a:lnTo>
                    <a:pt x="46" y="91"/>
                  </a:lnTo>
                  <a:lnTo>
                    <a:pt x="35" y="89"/>
                  </a:lnTo>
                  <a:lnTo>
                    <a:pt x="24" y="84"/>
                  </a:lnTo>
                  <a:lnTo>
                    <a:pt x="15" y="76"/>
                  </a:lnTo>
                  <a:lnTo>
                    <a:pt x="7" y="67"/>
                  </a:lnTo>
                  <a:lnTo>
                    <a:pt x="2" y="56"/>
                  </a:lnTo>
                  <a:lnTo>
                    <a:pt x="0" y="44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7" y="10"/>
                  </a:lnTo>
                  <a:lnTo>
                    <a:pt x="1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" name="Freeform 150">
              <a:extLst>
                <a:ext uri="{FF2B5EF4-FFF2-40B4-BE49-F238E27FC236}">
                  <a16:creationId xmlns:a16="http://schemas.microsoft.com/office/drawing/2014/main" id="{8811C9A7-FE1B-5E30-8073-C581CD399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146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" name="Freeform 151">
              <a:extLst>
                <a:ext uri="{FF2B5EF4-FFF2-40B4-BE49-F238E27FC236}">
                  <a16:creationId xmlns:a16="http://schemas.microsoft.com/office/drawing/2014/main" id="{00C47724-4886-E1AB-AF77-771F8035F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146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" name="Freeform 152">
              <a:extLst>
                <a:ext uri="{FF2B5EF4-FFF2-40B4-BE49-F238E27FC236}">
                  <a16:creationId xmlns:a16="http://schemas.microsoft.com/office/drawing/2014/main" id="{8C73532F-82A4-F69D-0EDA-97735B562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463"/>
              <a:ext cx="417" cy="18"/>
            </a:xfrm>
            <a:custGeom>
              <a:avLst/>
              <a:gdLst>
                <a:gd name="T0" fmla="*/ 0 w 2503"/>
                <a:gd name="T1" fmla="*/ 0 h 107"/>
                <a:gd name="T2" fmla="*/ 0 w 2503"/>
                <a:gd name="T3" fmla="*/ 0 h 107"/>
                <a:gd name="T4" fmla="*/ 0 w 2503"/>
                <a:gd name="T5" fmla="*/ 0 h 107"/>
                <a:gd name="T6" fmla="*/ 0 w 2503"/>
                <a:gd name="T7" fmla="*/ 0 h 107"/>
                <a:gd name="T8" fmla="*/ 0 w 2503"/>
                <a:gd name="T9" fmla="*/ 0 h 107"/>
                <a:gd name="T10" fmla="*/ 0 w 2503"/>
                <a:gd name="T11" fmla="*/ 0 h 107"/>
                <a:gd name="T12" fmla="*/ 0 w 250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03"/>
                <a:gd name="T22" fmla="*/ 0 h 107"/>
                <a:gd name="T23" fmla="*/ 2503 w 250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03" h="107">
                  <a:moveTo>
                    <a:pt x="2503" y="107"/>
                  </a:moveTo>
                  <a:lnTo>
                    <a:pt x="2503" y="54"/>
                  </a:lnTo>
                  <a:lnTo>
                    <a:pt x="2503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503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" name="Freeform 153">
              <a:extLst>
                <a:ext uri="{FF2B5EF4-FFF2-40B4-BE49-F238E27FC236}">
                  <a16:creationId xmlns:a16="http://schemas.microsoft.com/office/drawing/2014/main" id="{D45247DB-56FA-E96E-2560-3340C636A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463"/>
              <a:ext cx="417" cy="18"/>
            </a:xfrm>
            <a:custGeom>
              <a:avLst/>
              <a:gdLst>
                <a:gd name="T0" fmla="*/ 0 w 2503"/>
                <a:gd name="T1" fmla="*/ 0 h 107"/>
                <a:gd name="T2" fmla="*/ 0 w 2503"/>
                <a:gd name="T3" fmla="*/ 0 h 107"/>
                <a:gd name="T4" fmla="*/ 0 w 2503"/>
                <a:gd name="T5" fmla="*/ 0 h 107"/>
                <a:gd name="T6" fmla="*/ 0 w 2503"/>
                <a:gd name="T7" fmla="*/ 0 h 107"/>
                <a:gd name="T8" fmla="*/ 0 w 2503"/>
                <a:gd name="T9" fmla="*/ 0 h 107"/>
                <a:gd name="T10" fmla="*/ 0 w 2503"/>
                <a:gd name="T11" fmla="*/ 0 h 107"/>
                <a:gd name="T12" fmla="*/ 0 w 250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03"/>
                <a:gd name="T22" fmla="*/ 0 h 107"/>
                <a:gd name="T23" fmla="*/ 2503 w 250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03" h="107">
                  <a:moveTo>
                    <a:pt x="2503" y="107"/>
                  </a:moveTo>
                  <a:lnTo>
                    <a:pt x="2503" y="54"/>
                  </a:lnTo>
                  <a:lnTo>
                    <a:pt x="2503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503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" name="Freeform 154">
              <a:extLst>
                <a:ext uri="{FF2B5EF4-FFF2-40B4-BE49-F238E27FC236}">
                  <a16:creationId xmlns:a16="http://schemas.microsoft.com/office/drawing/2014/main" id="{C716C861-4440-16FD-2602-34A8A6A61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" name="Freeform 155">
              <a:extLst>
                <a:ext uri="{FF2B5EF4-FFF2-40B4-BE49-F238E27FC236}">
                  <a16:creationId xmlns:a16="http://schemas.microsoft.com/office/drawing/2014/main" id="{E3485FA7-C1AF-CD44-6C22-E7BCFCBD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" name="Freeform 156">
              <a:extLst>
                <a:ext uri="{FF2B5EF4-FFF2-40B4-BE49-F238E27FC236}">
                  <a16:creationId xmlns:a16="http://schemas.microsoft.com/office/drawing/2014/main" id="{49B208F0-9231-EE91-D571-D3FD3AC4F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7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2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" name="Freeform 157">
              <a:extLst>
                <a:ext uri="{FF2B5EF4-FFF2-40B4-BE49-F238E27FC236}">
                  <a16:creationId xmlns:a16="http://schemas.microsoft.com/office/drawing/2014/main" id="{9188A2D1-8B9E-960D-BC5F-F81D96974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7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2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" name="Freeform 158">
              <a:extLst>
                <a:ext uri="{FF2B5EF4-FFF2-40B4-BE49-F238E27FC236}">
                  <a16:creationId xmlns:a16="http://schemas.microsoft.com/office/drawing/2014/main" id="{52CAAD1D-A47E-DB78-A01A-414604BF6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87"/>
              <a:ext cx="18" cy="527"/>
            </a:xfrm>
            <a:custGeom>
              <a:avLst/>
              <a:gdLst>
                <a:gd name="T0" fmla="*/ 0 w 107"/>
                <a:gd name="T1" fmla="*/ 0 h 3162"/>
                <a:gd name="T2" fmla="*/ 0 w 107"/>
                <a:gd name="T3" fmla="*/ 0 h 3162"/>
                <a:gd name="T4" fmla="*/ 0 w 107"/>
                <a:gd name="T5" fmla="*/ 0 h 3162"/>
                <a:gd name="T6" fmla="*/ 0 w 107"/>
                <a:gd name="T7" fmla="*/ 0 h 3162"/>
                <a:gd name="T8" fmla="*/ 0 w 107"/>
                <a:gd name="T9" fmla="*/ 0 h 3162"/>
                <a:gd name="T10" fmla="*/ 0 w 107"/>
                <a:gd name="T11" fmla="*/ 0 h 3162"/>
                <a:gd name="T12" fmla="*/ 0 w 107"/>
                <a:gd name="T13" fmla="*/ 0 h 3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162"/>
                <a:gd name="T23" fmla="*/ 107 w 107"/>
                <a:gd name="T24" fmla="*/ 3162 h 3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162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162"/>
                  </a:lnTo>
                  <a:lnTo>
                    <a:pt x="53" y="3162"/>
                  </a:lnTo>
                  <a:lnTo>
                    <a:pt x="107" y="3162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" name="Freeform 159">
              <a:extLst>
                <a:ext uri="{FF2B5EF4-FFF2-40B4-BE49-F238E27FC236}">
                  <a16:creationId xmlns:a16="http://schemas.microsoft.com/office/drawing/2014/main" id="{10390AB1-8C4D-1CC8-585D-C30E3CF0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87"/>
              <a:ext cx="18" cy="527"/>
            </a:xfrm>
            <a:custGeom>
              <a:avLst/>
              <a:gdLst>
                <a:gd name="T0" fmla="*/ 0 w 107"/>
                <a:gd name="T1" fmla="*/ 0 h 3162"/>
                <a:gd name="T2" fmla="*/ 0 w 107"/>
                <a:gd name="T3" fmla="*/ 0 h 3162"/>
                <a:gd name="T4" fmla="*/ 0 w 107"/>
                <a:gd name="T5" fmla="*/ 0 h 3162"/>
                <a:gd name="T6" fmla="*/ 0 w 107"/>
                <a:gd name="T7" fmla="*/ 0 h 3162"/>
                <a:gd name="T8" fmla="*/ 0 w 107"/>
                <a:gd name="T9" fmla="*/ 0 h 3162"/>
                <a:gd name="T10" fmla="*/ 0 w 107"/>
                <a:gd name="T11" fmla="*/ 0 h 3162"/>
                <a:gd name="T12" fmla="*/ 0 w 107"/>
                <a:gd name="T13" fmla="*/ 0 h 3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162"/>
                <a:gd name="T23" fmla="*/ 107 w 107"/>
                <a:gd name="T24" fmla="*/ 3162 h 3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162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162"/>
                  </a:lnTo>
                  <a:lnTo>
                    <a:pt x="53" y="3162"/>
                  </a:lnTo>
                  <a:lnTo>
                    <a:pt x="107" y="3162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" name="Freeform 160">
              <a:extLst>
                <a:ext uri="{FF2B5EF4-FFF2-40B4-BE49-F238E27FC236}">
                  <a16:creationId xmlns:a16="http://schemas.microsoft.com/office/drawing/2014/main" id="{DA53F07A-7464-3129-C593-3D5210732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5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1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2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" name="Freeform 161">
              <a:extLst>
                <a:ext uri="{FF2B5EF4-FFF2-40B4-BE49-F238E27FC236}">
                  <a16:creationId xmlns:a16="http://schemas.microsoft.com/office/drawing/2014/main" id="{29F2314A-C2AA-C03E-CBB0-D08128005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5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1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2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" name="Freeform 162">
              <a:extLst>
                <a:ext uri="{FF2B5EF4-FFF2-40B4-BE49-F238E27FC236}">
                  <a16:creationId xmlns:a16="http://schemas.microsoft.com/office/drawing/2014/main" id="{8EC657DE-84D4-BF35-617A-C3EBFE523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" name="Freeform 163">
              <a:extLst>
                <a:ext uri="{FF2B5EF4-FFF2-40B4-BE49-F238E27FC236}">
                  <a16:creationId xmlns:a16="http://schemas.microsoft.com/office/drawing/2014/main" id="{11B8661D-DF1C-8912-B31E-2AEE47995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" name="Freeform 164">
              <a:extLst>
                <a:ext uri="{FF2B5EF4-FFF2-40B4-BE49-F238E27FC236}">
                  <a16:creationId xmlns:a16="http://schemas.microsoft.com/office/drawing/2014/main" id="{8785A133-37D4-BE02-0EA3-CE36592CB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30"/>
              <a:ext cx="18" cy="195"/>
            </a:xfrm>
            <a:custGeom>
              <a:avLst/>
              <a:gdLst>
                <a:gd name="T0" fmla="*/ 0 w 107"/>
                <a:gd name="T1" fmla="*/ 0 h 1169"/>
                <a:gd name="T2" fmla="*/ 0 w 107"/>
                <a:gd name="T3" fmla="*/ 0 h 1169"/>
                <a:gd name="T4" fmla="*/ 0 w 107"/>
                <a:gd name="T5" fmla="*/ 0 h 1169"/>
                <a:gd name="T6" fmla="*/ 0 w 107"/>
                <a:gd name="T7" fmla="*/ 0 h 1169"/>
                <a:gd name="T8" fmla="*/ 0 w 107"/>
                <a:gd name="T9" fmla="*/ 0 h 1169"/>
                <a:gd name="T10" fmla="*/ 0 w 107"/>
                <a:gd name="T11" fmla="*/ 0 h 1169"/>
                <a:gd name="T12" fmla="*/ 0 w 107"/>
                <a:gd name="T13" fmla="*/ 0 h 1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9"/>
                <a:gd name="T23" fmla="*/ 107 w 107"/>
                <a:gd name="T24" fmla="*/ 1169 h 11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9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9"/>
                  </a:lnTo>
                  <a:lnTo>
                    <a:pt x="53" y="1169"/>
                  </a:lnTo>
                  <a:lnTo>
                    <a:pt x="107" y="1169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" name="Freeform 165">
              <a:extLst>
                <a:ext uri="{FF2B5EF4-FFF2-40B4-BE49-F238E27FC236}">
                  <a16:creationId xmlns:a16="http://schemas.microsoft.com/office/drawing/2014/main" id="{E31B8403-6A10-5C24-9F25-A56F85B36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30"/>
              <a:ext cx="18" cy="195"/>
            </a:xfrm>
            <a:custGeom>
              <a:avLst/>
              <a:gdLst>
                <a:gd name="T0" fmla="*/ 0 w 107"/>
                <a:gd name="T1" fmla="*/ 0 h 1169"/>
                <a:gd name="T2" fmla="*/ 0 w 107"/>
                <a:gd name="T3" fmla="*/ 0 h 1169"/>
                <a:gd name="T4" fmla="*/ 0 w 107"/>
                <a:gd name="T5" fmla="*/ 0 h 1169"/>
                <a:gd name="T6" fmla="*/ 0 w 107"/>
                <a:gd name="T7" fmla="*/ 0 h 1169"/>
                <a:gd name="T8" fmla="*/ 0 w 107"/>
                <a:gd name="T9" fmla="*/ 0 h 1169"/>
                <a:gd name="T10" fmla="*/ 0 w 107"/>
                <a:gd name="T11" fmla="*/ 0 h 1169"/>
                <a:gd name="T12" fmla="*/ 0 w 107"/>
                <a:gd name="T13" fmla="*/ 0 h 1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9"/>
                <a:gd name="T23" fmla="*/ 107 w 107"/>
                <a:gd name="T24" fmla="*/ 1169 h 11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9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9"/>
                  </a:lnTo>
                  <a:lnTo>
                    <a:pt x="53" y="1169"/>
                  </a:lnTo>
                  <a:lnTo>
                    <a:pt x="107" y="1169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" name="Freeform 166">
              <a:extLst>
                <a:ext uri="{FF2B5EF4-FFF2-40B4-BE49-F238E27FC236}">
                  <a16:creationId xmlns:a16="http://schemas.microsoft.com/office/drawing/2014/main" id="{E99DBA10-FA5A-C299-A0A6-7DA6A7CBE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12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" name="Freeform 167">
              <a:extLst>
                <a:ext uri="{FF2B5EF4-FFF2-40B4-BE49-F238E27FC236}">
                  <a16:creationId xmlns:a16="http://schemas.microsoft.com/office/drawing/2014/main" id="{8427EF51-627F-7B3D-7D7E-DF4B7F996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12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" name="Freeform 168">
              <a:extLst>
                <a:ext uri="{FF2B5EF4-FFF2-40B4-BE49-F238E27FC236}">
                  <a16:creationId xmlns:a16="http://schemas.microsoft.com/office/drawing/2014/main" id="{13503980-E734-823E-6EB9-D67BE9A4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" name="Freeform 169">
              <a:extLst>
                <a:ext uri="{FF2B5EF4-FFF2-40B4-BE49-F238E27FC236}">
                  <a16:creationId xmlns:a16="http://schemas.microsoft.com/office/drawing/2014/main" id="{7C7E9B56-ABCD-88E2-B3D6-423508766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" name="Freeform 170">
              <a:extLst>
                <a:ext uri="{FF2B5EF4-FFF2-40B4-BE49-F238E27FC236}">
                  <a16:creationId xmlns:a16="http://schemas.microsoft.com/office/drawing/2014/main" id="{7617C802-553C-B22E-FDCB-A97B5E6D4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" name="Freeform 171">
              <a:extLst>
                <a:ext uri="{FF2B5EF4-FFF2-40B4-BE49-F238E27FC236}">
                  <a16:creationId xmlns:a16="http://schemas.microsoft.com/office/drawing/2014/main" id="{1A93D7FD-34B3-0FED-5844-F6CD02FD9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" name="Freeform 172">
              <a:extLst>
                <a:ext uri="{FF2B5EF4-FFF2-40B4-BE49-F238E27FC236}">
                  <a16:creationId xmlns:a16="http://schemas.microsoft.com/office/drawing/2014/main" id="{C404D19E-BF5A-123E-EF5B-92C330D97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" name="Freeform 173">
              <a:extLst>
                <a:ext uri="{FF2B5EF4-FFF2-40B4-BE49-F238E27FC236}">
                  <a16:creationId xmlns:a16="http://schemas.microsoft.com/office/drawing/2014/main" id="{7FA7380B-C5F9-A824-5391-5D0B7A73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" name="Freeform 174">
              <a:extLst>
                <a:ext uri="{FF2B5EF4-FFF2-40B4-BE49-F238E27FC236}">
                  <a16:creationId xmlns:a16="http://schemas.microsoft.com/office/drawing/2014/main" id="{D039549E-0362-E0F9-81FD-4DF9B7DB2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2"/>
              <a:ext cx="13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53" y="49"/>
                  </a:moveTo>
                  <a:lnTo>
                    <a:pt x="75" y="97"/>
                  </a:lnTo>
                  <a:lnTo>
                    <a:pt x="64" y="101"/>
                  </a:lnTo>
                  <a:lnTo>
                    <a:pt x="52" y="102"/>
                  </a:lnTo>
                  <a:lnTo>
                    <a:pt x="40" y="101"/>
                  </a:lnTo>
                  <a:lnTo>
                    <a:pt x="29" y="96"/>
                  </a:lnTo>
                  <a:lnTo>
                    <a:pt x="19" y="90"/>
                  </a:lnTo>
                  <a:lnTo>
                    <a:pt x="11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2" y="15"/>
                  </a:lnTo>
                  <a:lnTo>
                    <a:pt x="20" y="6"/>
                  </a:lnTo>
                  <a:lnTo>
                    <a:pt x="31" y="0"/>
                  </a:lnTo>
                  <a:lnTo>
                    <a:pt x="53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" name="Freeform 175">
              <a:extLst>
                <a:ext uri="{FF2B5EF4-FFF2-40B4-BE49-F238E27FC236}">
                  <a16:creationId xmlns:a16="http://schemas.microsoft.com/office/drawing/2014/main" id="{F1C7B0CC-EDA9-3451-072B-C01757B3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2"/>
              <a:ext cx="13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75" y="97"/>
                  </a:moveTo>
                  <a:lnTo>
                    <a:pt x="64" y="101"/>
                  </a:lnTo>
                  <a:lnTo>
                    <a:pt x="52" y="102"/>
                  </a:lnTo>
                  <a:lnTo>
                    <a:pt x="40" y="101"/>
                  </a:lnTo>
                  <a:lnTo>
                    <a:pt x="29" y="96"/>
                  </a:lnTo>
                  <a:lnTo>
                    <a:pt x="19" y="90"/>
                  </a:lnTo>
                  <a:lnTo>
                    <a:pt x="11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2" y="15"/>
                  </a:lnTo>
                  <a:lnTo>
                    <a:pt x="20" y="6"/>
                  </a:lnTo>
                  <a:lnTo>
                    <a:pt x="3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" name="Freeform 176">
              <a:extLst>
                <a:ext uri="{FF2B5EF4-FFF2-40B4-BE49-F238E27FC236}">
                  <a16:creationId xmlns:a16="http://schemas.microsoft.com/office/drawing/2014/main" id="{07278D30-B958-F605-DCFA-AB197F94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144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0" y="588"/>
                  </a:moveTo>
                  <a:lnTo>
                    <a:pt x="22" y="637"/>
                  </a:lnTo>
                  <a:lnTo>
                    <a:pt x="44" y="685"/>
                  </a:lnTo>
                  <a:lnTo>
                    <a:pt x="1319" y="98"/>
                  </a:lnTo>
                  <a:lnTo>
                    <a:pt x="1297" y="49"/>
                  </a:lnTo>
                  <a:lnTo>
                    <a:pt x="1275" y="0"/>
                  </a:lnTo>
                  <a:lnTo>
                    <a:pt x="0" y="5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Freeform 177">
              <a:extLst>
                <a:ext uri="{FF2B5EF4-FFF2-40B4-BE49-F238E27FC236}">
                  <a16:creationId xmlns:a16="http://schemas.microsoft.com/office/drawing/2014/main" id="{93D8A275-0716-3C53-EADD-EAE1884A7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144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0" y="588"/>
                  </a:moveTo>
                  <a:lnTo>
                    <a:pt x="22" y="637"/>
                  </a:lnTo>
                  <a:lnTo>
                    <a:pt x="44" y="685"/>
                  </a:lnTo>
                  <a:lnTo>
                    <a:pt x="1319" y="98"/>
                  </a:lnTo>
                  <a:lnTo>
                    <a:pt x="1297" y="49"/>
                  </a:lnTo>
                  <a:lnTo>
                    <a:pt x="1275" y="0"/>
                  </a:lnTo>
                  <a:lnTo>
                    <a:pt x="0" y="58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Freeform 178">
              <a:extLst>
                <a:ext uri="{FF2B5EF4-FFF2-40B4-BE49-F238E27FC236}">
                  <a16:creationId xmlns:a16="http://schemas.microsoft.com/office/drawing/2014/main" id="{D83D9DAC-046D-767C-BF1E-B293E18C3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144"/>
              <a:ext cx="12" cy="16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53"/>
                  </a:moveTo>
                  <a:lnTo>
                    <a:pt x="0" y="4"/>
                  </a:lnTo>
                  <a:lnTo>
                    <a:pt x="11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6" y="5"/>
                  </a:lnTo>
                  <a:lnTo>
                    <a:pt x="56" y="12"/>
                  </a:lnTo>
                  <a:lnTo>
                    <a:pt x="64" y="20"/>
                  </a:lnTo>
                  <a:lnTo>
                    <a:pt x="71" y="31"/>
                  </a:lnTo>
                  <a:lnTo>
                    <a:pt x="74" y="43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3" y="87"/>
                  </a:lnTo>
                  <a:lnTo>
                    <a:pt x="55" y="95"/>
                  </a:lnTo>
                  <a:lnTo>
                    <a:pt x="44" y="102"/>
                  </a:lnTo>
                  <a:lnTo>
                    <a:pt x="22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" name="Freeform 179">
              <a:extLst>
                <a:ext uri="{FF2B5EF4-FFF2-40B4-BE49-F238E27FC236}">
                  <a16:creationId xmlns:a16="http://schemas.microsoft.com/office/drawing/2014/main" id="{DD186C33-1320-3311-895D-06DEE0EED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144"/>
              <a:ext cx="12" cy="16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0" y="4"/>
                  </a:moveTo>
                  <a:lnTo>
                    <a:pt x="11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6" y="5"/>
                  </a:lnTo>
                  <a:lnTo>
                    <a:pt x="56" y="12"/>
                  </a:lnTo>
                  <a:lnTo>
                    <a:pt x="64" y="20"/>
                  </a:lnTo>
                  <a:lnTo>
                    <a:pt x="71" y="31"/>
                  </a:lnTo>
                  <a:lnTo>
                    <a:pt x="74" y="43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3" y="87"/>
                  </a:lnTo>
                  <a:lnTo>
                    <a:pt x="55" y="95"/>
                  </a:lnTo>
                  <a:lnTo>
                    <a:pt x="44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" name="Freeform 180">
              <a:extLst>
                <a:ext uri="{FF2B5EF4-FFF2-40B4-BE49-F238E27FC236}">
                  <a16:creationId xmlns:a16="http://schemas.microsoft.com/office/drawing/2014/main" id="{3727D8C8-952E-51D0-D408-DDDFB81C3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1"/>
              <a:ext cx="13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53" y="53"/>
                  </a:moveTo>
                  <a:lnTo>
                    <a:pt x="31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1" y="20"/>
                  </a:lnTo>
                  <a:lnTo>
                    <a:pt x="19" y="11"/>
                  </a:lnTo>
                  <a:lnTo>
                    <a:pt x="29" y="5"/>
                  </a:lnTo>
                  <a:lnTo>
                    <a:pt x="40" y="1"/>
                  </a:lnTo>
                  <a:lnTo>
                    <a:pt x="52" y="0"/>
                  </a:lnTo>
                  <a:lnTo>
                    <a:pt x="64" y="1"/>
                  </a:lnTo>
                  <a:lnTo>
                    <a:pt x="75" y="4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Freeform 181">
              <a:extLst>
                <a:ext uri="{FF2B5EF4-FFF2-40B4-BE49-F238E27FC236}">
                  <a16:creationId xmlns:a16="http://schemas.microsoft.com/office/drawing/2014/main" id="{14FFB17F-8EA7-8294-F1FC-58D144A3D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1"/>
              <a:ext cx="13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31" y="101"/>
                  </a:move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1" y="20"/>
                  </a:lnTo>
                  <a:lnTo>
                    <a:pt x="19" y="11"/>
                  </a:lnTo>
                  <a:lnTo>
                    <a:pt x="29" y="5"/>
                  </a:lnTo>
                  <a:lnTo>
                    <a:pt x="40" y="1"/>
                  </a:lnTo>
                  <a:lnTo>
                    <a:pt x="52" y="0"/>
                  </a:lnTo>
                  <a:lnTo>
                    <a:pt x="64" y="1"/>
                  </a:lnTo>
                  <a:lnTo>
                    <a:pt x="75" y="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" name="Freeform 182">
              <a:extLst>
                <a:ext uri="{FF2B5EF4-FFF2-40B4-BE49-F238E27FC236}">
                  <a16:creationId xmlns:a16="http://schemas.microsoft.com/office/drawing/2014/main" id="{96F78821-E8DD-CF72-2EDE-6291E1569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242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44" y="0"/>
                  </a:moveTo>
                  <a:lnTo>
                    <a:pt x="22" y="49"/>
                  </a:lnTo>
                  <a:lnTo>
                    <a:pt x="0" y="97"/>
                  </a:lnTo>
                  <a:lnTo>
                    <a:pt x="1275" y="685"/>
                  </a:lnTo>
                  <a:lnTo>
                    <a:pt x="1297" y="636"/>
                  </a:lnTo>
                  <a:lnTo>
                    <a:pt x="1319" y="588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" name="Freeform 183">
              <a:extLst>
                <a:ext uri="{FF2B5EF4-FFF2-40B4-BE49-F238E27FC236}">
                  <a16:creationId xmlns:a16="http://schemas.microsoft.com/office/drawing/2014/main" id="{F0791DDD-081C-8BB1-49A2-A895309DE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242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44" y="0"/>
                  </a:moveTo>
                  <a:lnTo>
                    <a:pt x="22" y="49"/>
                  </a:lnTo>
                  <a:lnTo>
                    <a:pt x="0" y="97"/>
                  </a:lnTo>
                  <a:lnTo>
                    <a:pt x="1275" y="685"/>
                  </a:lnTo>
                  <a:lnTo>
                    <a:pt x="1297" y="636"/>
                  </a:lnTo>
                  <a:lnTo>
                    <a:pt x="1319" y="588"/>
                  </a:lnTo>
                  <a:lnTo>
                    <a:pt x="44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" name="Freeform 184">
              <a:extLst>
                <a:ext uri="{FF2B5EF4-FFF2-40B4-BE49-F238E27FC236}">
                  <a16:creationId xmlns:a16="http://schemas.microsoft.com/office/drawing/2014/main" id="{47A8B262-BB8B-03B6-45C0-CA9DC56CB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340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22" y="48"/>
                  </a:moveTo>
                  <a:lnTo>
                    <a:pt x="44" y="0"/>
                  </a:lnTo>
                  <a:lnTo>
                    <a:pt x="55" y="6"/>
                  </a:lnTo>
                  <a:lnTo>
                    <a:pt x="63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7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4" y="81"/>
                  </a:lnTo>
                  <a:lnTo>
                    <a:pt x="56" y="90"/>
                  </a:lnTo>
                  <a:lnTo>
                    <a:pt x="46" y="96"/>
                  </a:lnTo>
                  <a:lnTo>
                    <a:pt x="35" y="100"/>
                  </a:lnTo>
                  <a:lnTo>
                    <a:pt x="23" y="101"/>
                  </a:lnTo>
                  <a:lnTo>
                    <a:pt x="11" y="100"/>
                  </a:lnTo>
                  <a:lnTo>
                    <a:pt x="0" y="97"/>
                  </a:lnTo>
                  <a:lnTo>
                    <a:pt x="22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" name="Freeform 185">
              <a:extLst>
                <a:ext uri="{FF2B5EF4-FFF2-40B4-BE49-F238E27FC236}">
                  <a16:creationId xmlns:a16="http://schemas.microsoft.com/office/drawing/2014/main" id="{540D31C4-3A86-6535-E66D-7D7B27F9C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340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44" y="0"/>
                  </a:moveTo>
                  <a:lnTo>
                    <a:pt x="55" y="6"/>
                  </a:lnTo>
                  <a:lnTo>
                    <a:pt x="63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7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4" y="81"/>
                  </a:lnTo>
                  <a:lnTo>
                    <a:pt x="56" y="90"/>
                  </a:lnTo>
                  <a:lnTo>
                    <a:pt x="46" y="96"/>
                  </a:lnTo>
                  <a:lnTo>
                    <a:pt x="35" y="100"/>
                  </a:lnTo>
                  <a:lnTo>
                    <a:pt x="23" y="101"/>
                  </a:lnTo>
                  <a:lnTo>
                    <a:pt x="11" y="100"/>
                  </a:lnTo>
                  <a:lnTo>
                    <a:pt x="0" y="9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" name="Freeform 186">
              <a:extLst>
                <a:ext uri="{FF2B5EF4-FFF2-40B4-BE49-F238E27FC236}">
                  <a16:creationId xmlns:a16="http://schemas.microsoft.com/office/drawing/2014/main" id="{640C9D4A-AF0C-A2B4-8843-09872151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6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" name="Freeform 187">
              <a:extLst>
                <a:ext uri="{FF2B5EF4-FFF2-40B4-BE49-F238E27FC236}">
                  <a16:creationId xmlns:a16="http://schemas.microsoft.com/office/drawing/2014/main" id="{D9CBA66E-A456-0621-848F-42D5089DB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6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" name="Freeform 188">
              <a:extLst>
                <a:ext uri="{FF2B5EF4-FFF2-40B4-BE49-F238E27FC236}">
                  <a16:creationId xmlns:a16="http://schemas.microsoft.com/office/drawing/2014/main" id="{A0520BD7-928B-2573-6DA5-BC1B757E0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76"/>
              <a:ext cx="18" cy="194"/>
            </a:xfrm>
            <a:custGeom>
              <a:avLst/>
              <a:gdLst>
                <a:gd name="T0" fmla="*/ 0 w 107"/>
                <a:gd name="T1" fmla="*/ 0 h 1168"/>
                <a:gd name="T2" fmla="*/ 0 w 107"/>
                <a:gd name="T3" fmla="*/ 0 h 1168"/>
                <a:gd name="T4" fmla="*/ 0 w 107"/>
                <a:gd name="T5" fmla="*/ 0 h 1168"/>
                <a:gd name="T6" fmla="*/ 0 w 107"/>
                <a:gd name="T7" fmla="*/ 0 h 1168"/>
                <a:gd name="T8" fmla="*/ 0 w 107"/>
                <a:gd name="T9" fmla="*/ 0 h 1168"/>
                <a:gd name="T10" fmla="*/ 0 w 107"/>
                <a:gd name="T11" fmla="*/ 0 h 1168"/>
                <a:gd name="T12" fmla="*/ 0 w 107"/>
                <a:gd name="T13" fmla="*/ 0 h 11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8"/>
                <a:gd name="T23" fmla="*/ 107 w 107"/>
                <a:gd name="T24" fmla="*/ 1168 h 11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8"/>
                  </a:lnTo>
                  <a:lnTo>
                    <a:pt x="53" y="1168"/>
                  </a:lnTo>
                  <a:lnTo>
                    <a:pt x="107" y="116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" name="Freeform 189">
              <a:extLst>
                <a:ext uri="{FF2B5EF4-FFF2-40B4-BE49-F238E27FC236}">
                  <a16:creationId xmlns:a16="http://schemas.microsoft.com/office/drawing/2014/main" id="{F98965ED-E2DB-A06C-1841-6135F23B0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76"/>
              <a:ext cx="18" cy="194"/>
            </a:xfrm>
            <a:custGeom>
              <a:avLst/>
              <a:gdLst>
                <a:gd name="T0" fmla="*/ 0 w 107"/>
                <a:gd name="T1" fmla="*/ 0 h 1168"/>
                <a:gd name="T2" fmla="*/ 0 w 107"/>
                <a:gd name="T3" fmla="*/ 0 h 1168"/>
                <a:gd name="T4" fmla="*/ 0 w 107"/>
                <a:gd name="T5" fmla="*/ 0 h 1168"/>
                <a:gd name="T6" fmla="*/ 0 w 107"/>
                <a:gd name="T7" fmla="*/ 0 h 1168"/>
                <a:gd name="T8" fmla="*/ 0 w 107"/>
                <a:gd name="T9" fmla="*/ 0 h 1168"/>
                <a:gd name="T10" fmla="*/ 0 w 107"/>
                <a:gd name="T11" fmla="*/ 0 h 1168"/>
                <a:gd name="T12" fmla="*/ 0 w 107"/>
                <a:gd name="T13" fmla="*/ 0 h 11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8"/>
                <a:gd name="T23" fmla="*/ 107 w 107"/>
                <a:gd name="T24" fmla="*/ 1168 h 11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8"/>
                  </a:lnTo>
                  <a:lnTo>
                    <a:pt x="53" y="1168"/>
                  </a:lnTo>
                  <a:lnTo>
                    <a:pt x="107" y="116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" name="Freeform 190">
              <a:extLst>
                <a:ext uri="{FF2B5EF4-FFF2-40B4-BE49-F238E27FC236}">
                  <a16:creationId xmlns:a16="http://schemas.microsoft.com/office/drawing/2014/main" id="{8D664080-0B02-F710-8DC6-14EB481DC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" name="Freeform 191">
              <a:extLst>
                <a:ext uri="{FF2B5EF4-FFF2-40B4-BE49-F238E27FC236}">
                  <a16:creationId xmlns:a16="http://schemas.microsoft.com/office/drawing/2014/main" id="{25ADB521-2EB8-0F9C-1A21-9FC282F0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" name="Freeform 192">
              <a:extLst>
                <a:ext uri="{FF2B5EF4-FFF2-40B4-BE49-F238E27FC236}">
                  <a16:creationId xmlns:a16="http://schemas.microsoft.com/office/drawing/2014/main" id="{40881CF9-7FA3-CB9A-3707-6998351D4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125"/>
              <a:ext cx="38" cy="38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5" y="80"/>
                  </a:lnTo>
                  <a:lnTo>
                    <a:pt x="209" y="48"/>
                  </a:lnTo>
                  <a:lnTo>
                    <a:pt x="183" y="22"/>
                  </a:lnTo>
                  <a:lnTo>
                    <a:pt x="151" y="6"/>
                  </a:lnTo>
                  <a:lnTo>
                    <a:pt x="116" y="0"/>
                  </a:lnTo>
                  <a:lnTo>
                    <a:pt x="80" y="6"/>
                  </a:lnTo>
                  <a:lnTo>
                    <a:pt x="48" y="22"/>
                  </a:lnTo>
                  <a:lnTo>
                    <a:pt x="21" y="48"/>
                  </a:lnTo>
                  <a:lnTo>
                    <a:pt x="6" y="80"/>
                  </a:lnTo>
                  <a:lnTo>
                    <a:pt x="0" y="115"/>
                  </a:lnTo>
                  <a:lnTo>
                    <a:pt x="6" y="151"/>
                  </a:lnTo>
                  <a:lnTo>
                    <a:pt x="21" y="183"/>
                  </a:lnTo>
                  <a:lnTo>
                    <a:pt x="48" y="210"/>
                  </a:lnTo>
                  <a:lnTo>
                    <a:pt x="80" y="226"/>
                  </a:lnTo>
                  <a:lnTo>
                    <a:pt x="116" y="231"/>
                  </a:lnTo>
                  <a:lnTo>
                    <a:pt x="151" y="226"/>
                  </a:lnTo>
                  <a:lnTo>
                    <a:pt x="183" y="210"/>
                  </a:lnTo>
                  <a:lnTo>
                    <a:pt x="209" y="183"/>
                  </a:lnTo>
                  <a:lnTo>
                    <a:pt x="225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" name="Freeform 193">
              <a:extLst>
                <a:ext uri="{FF2B5EF4-FFF2-40B4-BE49-F238E27FC236}">
                  <a16:creationId xmlns:a16="http://schemas.microsoft.com/office/drawing/2014/main" id="{C8D2229C-9F7B-013A-808E-A8E5DCEE6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337"/>
              <a:ext cx="38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5" y="79"/>
                  </a:lnTo>
                  <a:lnTo>
                    <a:pt x="209" y="47"/>
                  </a:lnTo>
                  <a:lnTo>
                    <a:pt x="183" y="22"/>
                  </a:lnTo>
                  <a:lnTo>
                    <a:pt x="151" y="5"/>
                  </a:lnTo>
                  <a:lnTo>
                    <a:pt x="116" y="0"/>
                  </a:lnTo>
                  <a:lnTo>
                    <a:pt x="80" y="5"/>
                  </a:lnTo>
                  <a:lnTo>
                    <a:pt x="48" y="22"/>
                  </a:lnTo>
                  <a:lnTo>
                    <a:pt x="21" y="47"/>
                  </a:lnTo>
                  <a:lnTo>
                    <a:pt x="6" y="79"/>
                  </a:lnTo>
                  <a:lnTo>
                    <a:pt x="0" y="115"/>
                  </a:lnTo>
                  <a:lnTo>
                    <a:pt x="6" y="150"/>
                  </a:lnTo>
                  <a:lnTo>
                    <a:pt x="21" y="183"/>
                  </a:lnTo>
                  <a:lnTo>
                    <a:pt x="48" y="208"/>
                  </a:lnTo>
                  <a:lnTo>
                    <a:pt x="80" y="225"/>
                  </a:lnTo>
                  <a:lnTo>
                    <a:pt x="116" y="231"/>
                  </a:lnTo>
                  <a:lnTo>
                    <a:pt x="151" y="225"/>
                  </a:lnTo>
                  <a:lnTo>
                    <a:pt x="183" y="208"/>
                  </a:lnTo>
                  <a:lnTo>
                    <a:pt x="209" y="183"/>
                  </a:lnTo>
                  <a:lnTo>
                    <a:pt x="225" y="150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" name="Freeform 194">
              <a:extLst>
                <a:ext uri="{FF2B5EF4-FFF2-40B4-BE49-F238E27FC236}">
                  <a16:creationId xmlns:a16="http://schemas.microsoft.com/office/drawing/2014/main" id="{1C9DA1D2-ADF1-DC7F-FA9D-90FD87124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355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53" y="53"/>
                  </a:moveTo>
                  <a:lnTo>
                    <a:pt x="30" y="101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0" y="20"/>
                  </a:lnTo>
                  <a:lnTo>
                    <a:pt x="19" y="11"/>
                  </a:lnTo>
                  <a:lnTo>
                    <a:pt x="28" y="5"/>
                  </a:lnTo>
                  <a:lnTo>
                    <a:pt x="40" y="1"/>
                  </a:lnTo>
                  <a:lnTo>
                    <a:pt x="51" y="0"/>
                  </a:lnTo>
                  <a:lnTo>
                    <a:pt x="63" y="1"/>
                  </a:lnTo>
                  <a:lnTo>
                    <a:pt x="75" y="4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" name="Freeform 195">
              <a:extLst>
                <a:ext uri="{FF2B5EF4-FFF2-40B4-BE49-F238E27FC236}">
                  <a16:creationId xmlns:a16="http://schemas.microsoft.com/office/drawing/2014/main" id="{43D1B145-9490-1602-4875-17D8042F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355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30" y="101"/>
                  </a:move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0" y="20"/>
                  </a:lnTo>
                  <a:lnTo>
                    <a:pt x="19" y="11"/>
                  </a:lnTo>
                  <a:lnTo>
                    <a:pt x="28" y="5"/>
                  </a:lnTo>
                  <a:lnTo>
                    <a:pt x="40" y="1"/>
                  </a:lnTo>
                  <a:lnTo>
                    <a:pt x="51" y="0"/>
                  </a:lnTo>
                  <a:lnTo>
                    <a:pt x="63" y="1"/>
                  </a:lnTo>
                  <a:lnTo>
                    <a:pt x="75" y="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" name="Freeform 196">
              <a:extLst>
                <a:ext uri="{FF2B5EF4-FFF2-40B4-BE49-F238E27FC236}">
                  <a16:creationId xmlns:a16="http://schemas.microsoft.com/office/drawing/2014/main" id="{B3FDC6BB-67E4-29B3-EFFE-5C60DA115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56"/>
              <a:ext cx="331" cy="166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45" y="0"/>
                  </a:moveTo>
                  <a:lnTo>
                    <a:pt x="23" y="49"/>
                  </a:lnTo>
                  <a:lnTo>
                    <a:pt x="0" y="97"/>
                  </a:lnTo>
                  <a:lnTo>
                    <a:pt x="1942" y="994"/>
                  </a:lnTo>
                  <a:lnTo>
                    <a:pt x="1964" y="946"/>
                  </a:lnTo>
                  <a:lnTo>
                    <a:pt x="1987" y="89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5" name="Freeform 197">
              <a:extLst>
                <a:ext uri="{FF2B5EF4-FFF2-40B4-BE49-F238E27FC236}">
                  <a16:creationId xmlns:a16="http://schemas.microsoft.com/office/drawing/2014/main" id="{65433F62-F347-CE39-975B-202A6547C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56"/>
              <a:ext cx="331" cy="166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45" y="0"/>
                  </a:moveTo>
                  <a:lnTo>
                    <a:pt x="23" y="49"/>
                  </a:lnTo>
                  <a:lnTo>
                    <a:pt x="0" y="97"/>
                  </a:lnTo>
                  <a:lnTo>
                    <a:pt x="1942" y="994"/>
                  </a:lnTo>
                  <a:lnTo>
                    <a:pt x="1964" y="946"/>
                  </a:lnTo>
                  <a:lnTo>
                    <a:pt x="1987" y="897"/>
                  </a:lnTo>
                  <a:lnTo>
                    <a:pt x="45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6" name="Freeform 198">
              <a:extLst>
                <a:ext uri="{FF2B5EF4-FFF2-40B4-BE49-F238E27FC236}">
                  <a16:creationId xmlns:a16="http://schemas.microsoft.com/office/drawing/2014/main" id="{9163E51B-CE5E-E227-CD30-6B60E0C17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506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49"/>
                  </a:moveTo>
                  <a:lnTo>
                    <a:pt x="45" y="0"/>
                  </a:lnTo>
                  <a:lnTo>
                    <a:pt x="55" y="6"/>
                  </a:lnTo>
                  <a:lnTo>
                    <a:pt x="64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8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5" y="81"/>
                  </a:lnTo>
                  <a:lnTo>
                    <a:pt x="56" y="90"/>
                  </a:lnTo>
                  <a:lnTo>
                    <a:pt x="47" y="96"/>
                  </a:lnTo>
                  <a:lnTo>
                    <a:pt x="35" y="100"/>
                  </a:lnTo>
                  <a:lnTo>
                    <a:pt x="23" y="102"/>
                  </a:lnTo>
                  <a:lnTo>
                    <a:pt x="12" y="100"/>
                  </a:lnTo>
                  <a:lnTo>
                    <a:pt x="0" y="97"/>
                  </a:lnTo>
                  <a:lnTo>
                    <a:pt x="22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7" name="Freeform 199">
              <a:extLst>
                <a:ext uri="{FF2B5EF4-FFF2-40B4-BE49-F238E27FC236}">
                  <a16:creationId xmlns:a16="http://schemas.microsoft.com/office/drawing/2014/main" id="{22CC116E-8287-08DE-DB8B-CC8E50CF6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506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45" y="0"/>
                  </a:moveTo>
                  <a:lnTo>
                    <a:pt x="55" y="6"/>
                  </a:lnTo>
                  <a:lnTo>
                    <a:pt x="64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8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5" y="81"/>
                  </a:lnTo>
                  <a:lnTo>
                    <a:pt x="56" y="90"/>
                  </a:lnTo>
                  <a:lnTo>
                    <a:pt x="47" y="96"/>
                  </a:lnTo>
                  <a:lnTo>
                    <a:pt x="35" y="100"/>
                  </a:lnTo>
                  <a:lnTo>
                    <a:pt x="23" y="102"/>
                  </a:lnTo>
                  <a:lnTo>
                    <a:pt x="12" y="100"/>
                  </a:lnTo>
                  <a:lnTo>
                    <a:pt x="0" y="9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8" name="Freeform 200">
              <a:extLst>
                <a:ext uri="{FF2B5EF4-FFF2-40B4-BE49-F238E27FC236}">
                  <a16:creationId xmlns:a16="http://schemas.microsoft.com/office/drawing/2014/main" id="{AB550B6D-498F-8CEE-7D33-E967FDF0E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12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53" y="49"/>
                  </a:moveTo>
                  <a:lnTo>
                    <a:pt x="75" y="97"/>
                  </a:lnTo>
                  <a:lnTo>
                    <a:pt x="63" y="101"/>
                  </a:lnTo>
                  <a:lnTo>
                    <a:pt x="51" y="102"/>
                  </a:lnTo>
                  <a:lnTo>
                    <a:pt x="40" y="101"/>
                  </a:lnTo>
                  <a:lnTo>
                    <a:pt x="28" y="96"/>
                  </a:lnTo>
                  <a:lnTo>
                    <a:pt x="19" y="90"/>
                  </a:lnTo>
                  <a:lnTo>
                    <a:pt x="10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1" y="15"/>
                  </a:lnTo>
                  <a:lnTo>
                    <a:pt x="20" y="6"/>
                  </a:lnTo>
                  <a:lnTo>
                    <a:pt x="30" y="0"/>
                  </a:lnTo>
                  <a:lnTo>
                    <a:pt x="53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9" name="Freeform 201">
              <a:extLst>
                <a:ext uri="{FF2B5EF4-FFF2-40B4-BE49-F238E27FC236}">
                  <a16:creationId xmlns:a16="http://schemas.microsoft.com/office/drawing/2014/main" id="{C00EACA6-745D-9254-8B96-334B398D6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12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75" y="97"/>
                  </a:moveTo>
                  <a:lnTo>
                    <a:pt x="63" y="101"/>
                  </a:lnTo>
                  <a:lnTo>
                    <a:pt x="51" y="102"/>
                  </a:lnTo>
                  <a:lnTo>
                    <a:pt x="40" y="101"/>
                  </a:lnTo>
                  <a:lnTo>
                    <a:pt x="28" y="96"/>
                  </a:lnTo>
                  <a:lnTo>
                    <a:pt x="19" y="90"/>
                  </a:lnTo>
                  <a:lnTo>
                    <a:pt x="10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1" y="15"/>
                  </a:lnTo>
                  <a:lnTo>
                    <a:pt x="20" y="6"/>
                  </a:lnTo>
                  <a:lnTo>
                    <a:pt x="3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0" name="Freeform 202">
              <a:extLst>
                <a:ext uri="{FF2B5EF4-FFF2-40B4-BE49-F238E27FC236}">
                  <a16:creationId xmlns:a16="http://schemas.microsoft.com/office/drawing/2014/main" id="{29291B89-3478-09D4-5CCD-2BE5D8AA0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79"/>
              <a:ext cx="331" cy="165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0" y="897"/>
                  </a:moveTo>
                  <a:lnTo>
                    <a:pt x="23" y="946"/>
                  </a:lnTo>
                  <a:lnTo>
                    <a:pt x="45" y="994"/>
                  </a:lnTo>
                  <a:lnTo>
                    <a:pt x="1987" y="98"/>
                  </a:lnTo>
                  <a:lnTo>
                    <a:pt x="1964" y="49"/>
                  </a:lnTo>
                  <a:lnTo>
                    <a:pt x="1942" y="0"/>
                  </a:lnTo>
                  <a:lnTo>
                    <a:pt x="0" y="8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1" name="Freeform 203">
              <a:extLst>
                <a:ext uri="{FF2B5EF4-FFF2-40B4-BE49-F238E27FC236}">
                  <a16:creationId xmlns:a16="http://schemas.microsoft.com/office/drawing/2014/main" id="{E47CC271-CFFA-BFD7-683A-20EF0067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79"/>
              <a:ext cx="331" cy="165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0" y="897"/>
                  </a:moveTo>
                  <a:lnTo>
                    <a:pt x="23" y="946"/>
                  </a:lnTo>
                  <a:lnTo>
                    <a:pt x="45" y="994"/>
                  </a:lnTo>
                  <a:lnTo>
                    <a:pt x="1987" y="98"/>
                  </a:lnTo>
                  <a:lnTo>
                    <a:pt x="1964" y="49"/>
                  </a:lnTo>
                  <a:lnTo>
                    <a:pt x="1942" y="0"/>
                  </a:lnTo>
                  <a:lnTo>
                    <a:pt x="0" y="89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2" name="Freeform 204">
              <a:extLst>
                <a:ext uri="{FF2B5EF4-FFF2-40B4-BE49-F238E27FC236}">
                  <a16:creationId xmlns:a16="http://schemas.microsoft.com/office/drawing/2014/main" id="{22E00462-39BC-370A-6B03-D29243326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97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53"/>
                  </a:moveTo>
                  <a:lnTo>
                    <a:pt x="0" y="4"/>
                  </a:lnTo>
                  <a:lnTo>
                    <a:pt x="12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7" y="5"/>
                  </a:lnTo>
                  <a:lnTo>
                    <a:pt x="56" y="12"/>
                  </a:lnTo>
                  <a:lnTo>
                    <a:pt x="65" y="20"/>
                  </a:lnTo>
                  <a:lnTo>
                    <a:pt x="71" y="31"/>
                  </a:lnTo>
                  <a:lnTo>
                    <a:pt x="74" y="42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4" y="87"/>
                  </a:lnTo>
                  <a:lnTo>
                    <a:pt x="55" y="95"/>
                  </a:lnTo>
                  <a:lnTo>
                    <a:pt x="45" y="102"/>
                  </a:lnTo>
                  <a:lnTo>
                    <a:pt x="22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3" name="Freeform 205">
              <a:extLst>
                <a:ext uri="{FF2B5EF4-FFF2-40B4-BE49-F238E27FC236}">
                  <a16:creationId xmlns:a16="http://schemas.microsoft.com/office/drawing/2014/main" id="{AABB8EF0-E85F-62E9-588B-F1B57E574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97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0" y="4"/>
                  </a:moveTo>
                  <a:lnTo>
                    <a:pt x="12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7" y="5"/>
                  </a:lnTo>
                  <a:lnTo>
                    <a:pt x="56" y="12"/>
                  </a:lnTo>
                  <a:lnTo>
                    <a:pt x="65" y="20"/>
                  </a:lnTo>
                  <a:lnTo>
                    <a:pt x="71" y="31"/>
                  </a:lnTo>
                  <a:lnTo>
                    <a:pt x="74" y="42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4" y="87"/>
                  </a:lnTo>
                  <a:lnTo>
                    <a:pt x="55" y="95"/>
                  </a:lnTo>
                  <a:lnTo>
                    <a:pt x="45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04" name="Group 206">
            <a:extLst>
              <a:ext uri="{FF2B5EF4-FFF2-40B4-BE49-F238E27FC236}">
                <a16:creationId xmlns:a16="http://schemas.microsoft.com/office/drawing/2014/main" id="{78B0A723-11A5-6010-2241-373470AE4ACE}"/>
              </a:ext>
            </a:extLst>
          </p:cNvPr>
          <p:cNvGrpSpPr>
            <a:grpSpLocks/>
          </p:cNvGrpSpPr>
          <p:nvPr/>
        </p:nvGrpSpPr>
        <p:grpSpPr bwMode="auto">
          <a:xfrm>
            <a:off x="14790314" y="1954638"/>
            <a:ext cx="2085976" cy="2536824"/>
            <a:chOff x="3044" y="891"/>
            <a:chExt cx="657" cy="799"/>
          </a:xfrm>
        </p:grpSpPr>
        <p:sp>
          <p:nvSpPr>
            <p:cNvPr id="205" name="Freeform 207">
              <a:extLst>
                <a:ext uri="{FF2B5EF4-FFF2-40B4-BE49-F238E27FC236}">
                  <a16:creationId xmlns:a16="http://schemas.microsoft.com/office/drawing/2014/main" id="{0AE3555C-B6D8-3B54-3C68-2EDC807FD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6" name="Freeform 208">
              <a:extLst>
                <a:ext uri="{FF2B5EF4-FFF2-40B4-BE49-F238E27FC236}">
                  <a16:creationId xmlns:a16="http://schemas.microsoft.com/office/drawing/2014/main" id="{F4721034-1E33-F979-6AEF-78C7B3E0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7" name="Freeform 209">
              <a:extLst>
                <a:ext uri="{FF2B5EF4-FFF2-40B4-BE49-F238E27FC236}">
                  <a16:creationId xmlns:a16="http://schemas.microsoft.com/office/drawing/2014/main" id="{287B633A-3D7F-6BE7-F8EE-BD9ADD78E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920"/>
              <a:ext cx="639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8" name="Freeform 210">
              <a:extLst>
                <a:ext uri="{FF2B5EF4-FFF2-40B4-BE49-F238E27FC236}">
                  <a16:creationId xmlns:a16="http://schemas.microsoft.com/office/drawing/2014/main" id="{94FBC540-340E-F979-A139-7DE2BA402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920"/>
              <a:ext cx="639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9" name="Freeform 211">
              <a:extLst>
                <a:ext uri="{FF2B5EF4-FFF2-40B4-BE49-F238E27FC236}">
                  <a16:creationId xmlns:a16="http://schemas.microsoft.com/office/drawing/2014/main" id="{6949EAC1-D4BA-B953-9055-64C981761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0" name="Freeform 212">
              <a:extLst>
                <a:ext uri="{FF2B5EF4-FFF2-40B4-BE49-F238E27FC236}">
                  <a16:creationId xmlns:a16="http://schemas.microsoft.com/office/drawing/2014/main" id="{FB175293-21A1-88C5-1664-E0B2C2459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1" name="Freeform 213">
              <a:extLst>
                <a:ext uri="{FF2B5EF4-FFF2-40B4-BE49-F238E27FC236}">
                  <a16:creationId xmlns:a16="http://schemas.microsoft.com/office/drawing/2014/main" id="{08F21561-6D67-7D9A-3CC5-43F38129E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2" name="Freeform 214">
              <a:extLst>
                <a:ext uri="{FF2B5EF4-FFF2-40B4-BE49-F238E27FC236}">
                  <a16:creationId xmlns:a16="http://schemas.microsoft.com/office/drawing/2014/main" id="{8312CB9E-604B-F74E-5A16-D33115497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3" name="Freeform 215">
              <a:extLst>
                <a:ext uri="{FF2B5EF4-FFF2-40B4-BE49-F238E27FC236}">
                  <a16:creationId xmlns:a16="http://schemas.microsoft.com/office/drawing/2014/main" id="{26E213D2-2EEA-579A-710D-F4387664F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643"/>
              <a:ext cx="639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4" name="Freeform 216">
              <a:extLst>
                <a:ext uri="{FF2B5EF4-FFF2-40B4-BE49-F238E27FC236}">
                  <a16:creationId xmlns:a16="http://schemas.microsoft.com/office/drawing/2014/main" id="{1EBDA466-22B5-671D-A461-28B7F9664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643"/>
              <a:ext cx="639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5" name="Freeform 217">
              <a:extLst>
                <a:ext uri="{FF2B5EF4-FFF2-40B4-BE49-F238E27FC236}">
                  <a16:creationId xmlns:a16="http://schemas.microsoft.com/office/drawing/2014/main" id="{ECC32436-4886-F70C-26B9-34100BDC4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6" name="Freeform 218">
              <a:extLst>
                <a:ext uri="{FF2B5EF4-FFF2-40B4-BE49-F238E27FC236}">
                  <a16:creationId xmlns:a16="http://schemas.microsoft.com/office/drawing/2014/main" id="{2E703EFA-969A-2590-BB5A-B5438A11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7" name="Freeform 219">
              <a:extLst>
                <a:ext uri="{FF2B5EF4-FFF2-40B4-BE49-F238E27FC236}">
                  <a16:creationId xmlns:a16="http://schemas.microsoft.com/office/drawing/2014/main" id="{62C6464A-504F-46E7-8E70-58E47A0EC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8" name="Freeform 220">
              <a:extLst>
                <a:ext uri="{FF2B5EF4-FFF2-40B4-BE49-F238E27FC236}">
                  <a16:creationId xmlns:a16="http://schemas.microsoft.com/office/drawing/2014/main" id="{2062319F-A337-2416-4610-ED296FBAC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9" name="Freeform 221">
              <a:extLst>
                <a:ext uri="{FF2B5EF4-FFF2-40B4-BE49-F238E27FC236}">
                  <a16:creationId xmlns:a16="http://schemas.microsoft.com/office/drawing/2014/main" id="{4CF68C81-BE14-F934-4842-40DC6BC3C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0" name="Freeform 222">
              <a:extLst>
                <a:ext uri="{FF2B5EF4-FFF2-40B4-BE49-F238E27FC236}">
                  <a16:creationId xmlns:a16="http://schemas.microsoft.com/office/drawing/2014/main" id="{8E80FDF2-8C71-8101-892E-AE56E0C73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1" name="Freeform 223">
              <a:extLst>
                <a:ext uri="{FF2B5EF4-FFF2-40B4-BE49-F238E27FC236}">
                  <a16:creationId xmlns:a16="http://schemas.microsoft.com/office/drawing/2014/main" id="{E8D4CA3B-230D-7BCC-9D58-C41D85DF5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2" name="Freeform 224">
              <a:extLst>
                <a:ext uri="{FF2B5EF4-FFF2-40B4-BE49-F238E27FC236}">
                  <a16:creationId xmlns:a16="http://schemas.microsoft.com/office/drawing/2014/main" id="{26550D3E-B8B2-2846-AC82-E43191C3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3" name="Freeform 225">
              <a:extLst>
                <a:ext uri="{FF2B5EF4-FFF2-40B4-BE49-F238E27FC236}">
                  <a16:creationId xmlns:a16="http://schemas.microsoft.com/office/drawing/2014/main" id="{611283A8-9B77-B54A-1F52-1B5E998B5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4" name="Freeform 226">
              <a:extLst>
                <a:ext uri="{FF2B5EF4-FFF2-40B4-BE49-F238E27FC236}">
                  <a16:creationId xmlns:a16="http://schemas.microsoft.com/office/drawing/2014/main" id="{F67ED0CA-EF5E-0ACF-86B7-91C13BAEF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5" name="Freeform 227">
              <a:extLst>
                <a:ext uri="{FF2B5EF4-FFF2-40B4-BE49-F238E27FC236}">
                  <a16:creationId xmlns:a16="http://schemas.microsoft.com/office/drawing/2014/main" id="{8E2EE992-F8A8-38C7-732F-3F1BD4B0A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6" name="Freeform 228">
              <a:extLst>
                <a:ext uri="{FF2B5EF4-FFF2-40B4-BE49-F238E27FC236}">
                  <a16:creationId xmlns:a16="http://schemas.microsoft.com/office/drawing/2014/main" id="{1B5BA98D-6480-C82A-0BB8-62A092377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7" name="Freeform 229">
              <a:extLst>
                <a:ext uri="{FF2B5EF4-FFF2-40B4-BE49-F238E27FC236}">
                  <a16:creationId xmlns:a16="http://schemas.microsoft.com/office/drawing/2014/main" id="{1A27189C-378B-9D63-76CA-D90977136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8" name="Freeform 230">
              <a:extLst>
                <a:ext uri="{FF2B5EF4-FFF2-40B4-BE49-F238E27FC236}">
                  <a16:creationId xmlns:a16="http://schemas.microsoft.com/office/drawing/2014/main" id="{5EA4B0F6-C02D-2067-98A8-771146894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9" name="Line 231">
              <a:extLst>
                <a:ext uri="{FF2B5EF4-FFF2-40B4-BE49-F238E27FC236}">
                  <a16:creationId xmlns:a16="http://schemas.microsoft.com/office/drawing/2014/main" id="{6FD6DDE2-C106-2F6C-CF1C-283A0B021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0" name="Line 232">
              <a:extLst>
                <a:ext uri="{FF2B5EF4-FFF2-40B4-BE49-F238E27FC236}">
                  <a16:creationId xmlns:a16="http://schemas.microsoft.com/office/drawing/2014/main" id="{73F81A96-86E4-1CD5-1E63-5E816A9B5B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1" name="Line 233">
              <a:extLst>
                <a:ext uri="{FF2B5EF4-FFF2-40B4-BE49-F238E27FC236}">
                  <a16:creationId xmlns:a16="http://schemas.microsoft.com/office/drawing/2014/main" id="{79C0D36B-04EF-41E6-0AFB-15BFB8D7D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2" name="Line 234">
              <a:extLst>
                <a:ext uri="{FF2B5EF4-FFF2-40B4-BE49-F238E27FC236}">
                  <a16:creationId xmlns:a16="http://schemas.microsoft.com/office/drawing/2014/main" id="{3B6F0974-C330-9982-6A94-6200E9C0E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3" name="Line 235">
              <a:extLst>
                <a:ext uri="{FF2B5EF4-FFF2-40B4-BE49-F238E27FC236}">
                  <a16:creationId xmlns:a16="http://schemas.microsoft.com/office/drawing/2014/main" id="{ACD9D611-74C0-9E55-25B7-6A862AF87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4" name="Freeform 236">
              <a:extLst>
                <a:ext uri="{FF2B5EF4-FFF2-40B4-BE49-F238E27FC236}">
                  <a16:creationId xmlns:a16="http://schemas.microsoft.com/office/drawing/2014/main" id="{44DE054D-6912-2F65-7F9E-B9B477D3F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5" name="Freeform 237">
              <a:extLst>
                <a:ext uri="{FF2B5EF4-FFF2-40B4-BE49-F238E27FC236}">
                  <a16:creationId xmlns:a16="http://schemas.microsoft.com/office/drawing/2014/main" id="{9C7AA0B5-0644-E0D1-CF01-30644488C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6" name="Freeform 238">
              <a:extLst>
                <a:ext uri="{FF2B5EF4-FFF2-40B4-BE49-F238E27FC236}">
                  <a16:creationId xmlns:a16="http://schemas.microsoft.com/office/drawing/2014/main" id="{479D77C1-053F-A3A2-B31B-3910DCC7F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391"/>
              <a:ext cx="194" cy="18"/>
            </a:xfrm>
            <a:custGeom>
              <a:avLst/>
              <a:gdLst>
                <a:gd name="T0" fmla="*/ 0 w 1166"/>
                <a:gd name="T1" fmla="*/ 0 h 107"/>
                <a:gd name="T2" fmla="*/ 0 w 1166"/>
                <a:gd name="T3" fmla="*/ 0 h 107"/>
                <a:gd name="T4" fmla="*/ 0 w 1166"/>
                <a:gd name="T5" fmla="*/ 0 h 107"/>
                <a:gd name="T6" fmla="*/ 0 w 1166"/>
                <a:gd name="T7" fmla="*/ 0 h 107"/>
                <a:gd name="T8" fmla="*/ 0 w 1166"/>
                <a:gd name="T9" fmla="*/ 0 h 107"/>
                <a:gd name="T10" fmla="*/ 0 w 1166"/>
                <a:gd name="T11" fmla="*/ 0 h 107"/>
                <a:gd name="T12" fmla="*/ 0 w 116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6"/>
                <a:gd name="T22" fmla="*/ 0 h 107"/>
                <a:gd name="T23" fmla="*/ 1166 w 116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6" y="107"/>
                  </a:lnTo>
                  <a:lnTo>
                    <a:pt x="1166" y="54"/>
                  </a:lnTo>
                  <a:lnTo>
                    <a:pt x="11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7" name="Freeform 239">
              <a:extLst>
                <a:ext uri="{FF2B5EF4-FFF2-40B4-BE49-F238E27FC236}">
                  <a16:creationId xmlns:a16="http://schemas.microsoft.com/office/drawing/2014/main" id="{EA9748BB-CABC-78B4-6C9D-276BF4C16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391"/>
              <a:ext cx="194" cy="18"/>
            </a:xfrm>
            <a:custGeom>
              <a:avLst/>
              <a:gdLst>
                <a:gd name="T0" fmla="*/ 0 w 1166"/>
                <a:gd name="T1" fmla="*/ 0 h 107"/>
                <a:gd name="T2" fmla="*/ 0 w 1166"/>
                <a:gd name="T3" fmla="*/ 0 h 107"/>
                <a:gd name="T4" fmla="*/ 0 w 1166"/>
                <a:gd name="T5" fmla="*/ 0 h 107"/>
                <a:gd name="T6" fmla="*/ 0 w 1166"/>
                <a:gd name="T7" fmla="*/ 0 h 107"/>
                <a:gd name="T8" fmla="*/ 0 w 1166"/>
                <a:gd name="T9" fmla="*/ 0 h 107"/>
                <a:gd name="T10" fmla="*/ 0 w 1166"/>
                <a:gd name="T11" fmla="*/ 0 h 107"/>
                <a:gd name="T12" fmla="*/ 0 w 116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6"/>
                <a:gd name="T22" fmla="*/ 0 h 107"/>
                <a:gd name="T23" fmla="*/ 1166 w 116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6" y="107"/>
                  </a:lnTo>
                  <a:lnTo>
                    <a:pt x="1166" y="54"/>
                  </a:lnTo>
                  <a:lnTo>
                    <a:pt x="116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8" name="Freeform 240">
              <a:extLst>
                <a:ext uri="{FF2B5EF4-FFF2-40B4-BE49-F238E27FC236}">
                  <a16:creationId xmlns:a16="http://schemas.microsoft.com/office/drawing/2014/main" id="{9135C9D4-8BC4-AC25-67FD-387970DBC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9" name="Freeform 241">
              <a:extLst>
                <a:ext uri="{FF2B5EF4-FFF2-40B4-BE49-F238E27FC236}">
                  <a16:creationId xmlns:a16="http://schemas.microsoft.com/office/drawing/2014/main" id="{4F511E5A-7FBC-E104-E27E-F9456DD0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0" name="Freeform 242">
              <a:extLst>
                <a:ext uri="{FF2B5EF4-FFF2-40B4-BE49-F238E27FC236}">
                  <a16:creationId xmlns:a16="http://schemas.microsoft.com/office/drawing/2014/main" id="{8402FE27-3E72-58C2-726B-1A9B2258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1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1" name="Freeform 243">
              <a:extLst>
                <a:ext uri="{FF2B5EF4-FFF2-40B4-BE49-F238E27FC236}">
                  <a16:creationId xmlns:a16="http://schemas.microsoft.com/office/drawing/2014/main" id="{F18E7DDA-9879-EF18-C847-8B59E1DB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1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2" name="Freeform 244">
              <a:extLst>
                <a:ext uri="{FF2B5EF4-FFF2-40B4-BE49-F238E27FC236}">
                  <a16:creationId xmlns:a16="http://schemas.microsoft.com/office/drawing/2014/main" id="{45DEEE59-816D-71B3-8C4D-E7E9AD5EE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1052"/>
              <a:ext cx="526" cy="18"/>
            </a:xfrm>
            <a:custGeom>
              <a:avLst/>
              <a:gdLst>
                <a:gd name="T0" fmla="*/ 0 w 3159"/>
                <a:gd name="T1" fmla="*/ 0 h 107"/>
                <a:gd name="T2" fmla="*/ 0 w 3159"/>
                <a:gd name="T3" fmla="*/ 0 h 107"/>
                <a:gd name="T4" fmla="*/ 0 w 3159"/>
                <a:gd name="T5" fmla="*/ 0 h 107"/>
                <a:gd name="T6" fmla="*/ 0 w 3159"/>
                <a:gd name="T7" fmla="*/ 0 h 107"/>
                <a:gd name="T8" fmla="*/ 0 w 3159"/>
                <a:gd name="T9" fmla="*/ 0 h 107"/>
                <a:gd name="T10" fmla="*/ 0 w 3159"/>
                <a:gd name="T11" fmla="*/ 0 h 107"/>
                <a:gd name="T12" fmla="*/ 0 w 315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9"/>
                <a:gd name="T22" fmla="*/ 0 h 107"/>
                <a:gd name="T23" fmla="*/ 3159 w 315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9" y="107"/>
                  </a:lnTo>
                  <a:lnTo>
                    <a:pt x="3159" y="54"/>
                  </a:lnTo>
                  <a:lnTo>
                    <a:pt x="3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3" name="Freeform 245">
              <a:extLst>
                <a:ext uri="{FF2B5EF4-FFF2-40B4-BE49-F238E27FC236}">
                  <a16:creationId xmlns:a16="http://schemas.microsoft.com/office/drawing/2014/main" id="{20C43CF1-7A60-606A-A303-7D4BCFCA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1052"/>
              <a:ext cx="526" cy="18"/>
            </a:xfrm>
            <a:custGeom>
              <a:avLst/>
              <a:gdLst>
                <a:gd name="T0" fmla="*/ 0 w 3159"/>
                <a:gd name="T1" fmla="*/ 0 h 107"/>
                <a:gd name="T2" fmla="*/ 0 w 3159"/>
                <a:gd name="T3" fmla="*/ 0 h 107"/>
                <a:gd name="T4" fmla="*/ 0 w 3159"/>
                <a:gd name="T5" fmla="*/ 0 h 107"/>
                <a:gd name="T6" fmla="*/ 0 w 3159"/>
                <a:gd name="T7" fmla="*/ 0 h 107"/>
                <a:gd name="T8" fmla="*/ 0 w 3159"/>
                <a:gd name="T9" fmla="*/ 0 h 107"/>
                <a:gd name="T10" fmla="*/ 0 w 3159"/>
                <a:gd name="T11" fmla="*/ 0 h 107"/>
                <a:gd name="T12" fmla="*/ 0 w 315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9"/>
                <a:gd name="T22" fmla="*/ 0 h 107"/>
                <a:gd name="T23" fmla="*/ 3159 w 315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9" y="107"/>
                  </a:lnTo>
                  <a:lnTo>
                    <a:pt x="3159" y="54"/>
                  </a:lnTo>
                  <a:lnTo>
                    <a:pt x="315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4" name="Freeform 246">
              <a:extLst>
                <a:ext uri="{FF2B5EF4-FFF2-40B4-BE49-F238E27FC236}">
                  <a16:creationId xmlns:a16="http://schemas.microsoft.com/office/drawing/2014/main" id="{F1A14107-341E-1764-EC2B-F5260770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5" name="Freeform 247">
              <a:extLst>
                <a:ext uri="{FF2B5EF4-FFF2-40B4-BE49-F238E27FC236}">
                  <a16:creationId xmlns:a16="http://schemas.microsoft.com/office/drawing/2014/main" id="{8FC17EA5-E31C-2FB8-56F9-563520A56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6" name="Freeform 248">
              <a:extLst>
                <a:ext uri="{FF2B5EF4-FFF2-40B4-BE49-F238E27FC236}">
                  <a16:creationId xmlns:a16="http://schemas.microsoft.com/office/drawing/2014/main" id="{38856EFC-50CE-2B82-4A18-F40A8FA69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w 102"/>
                <a:gd name="T31" fmla="*/ 0 h 76"/>
                <a:gd name="T32" fmla="*/ 0 w 102"/>
                <a:gd name="T33" fmla="*/ 0 h 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6"/>
                <a:gd name="T53" fmla="*/ 102 w 102"/>
                <a:gd name="T54" fmla="*/ 76 h 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6">
                  <a:moveTo>
                    <a:pt x="53" y="53"/>
                  </a:moveTo>
                  <a:lnTo>
                    <a:pt x="5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29"/>
                  </a:lnTo>
                  <a:lnTo>
                    <a:pt x="12" y="19"/>
                  </a:lnTo>
                  <a:lnTo>
                    <a:pt x="21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8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102" y="31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7" name="Freeform 249">
              <a:extLst>
                <a:ext uri="{FF2B5EF4-FFF2-40B4-BE49-F238E27FC236}">
                  <a16:creationId xmlns:a16="http://schemas.microsoft.com/office/drawing/2014/main" id="{A34D1331-CF6F-8DCC-D243-7E502B2F1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6"/>
                <a:gd name="T47" fmla="*/ 102 w 102"/>
                <a:gd name="T48" fmla="*/ 76 h 7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6">
                  <a:moveTo>
                    <a:pt x="5" y="76"/>
                  </a:move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29"/>
                  </a:lnTo>
                  <a:lnTo>
                    <a:pt x="12" y="19"/>
                  </a:lnTo>
                  <a:lnTo>
                    <a:pt x="21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8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102" y="31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8" name="Freeform 250">
              <a:extLst>
                <a:ext uri="{FF2B5EF4-FFF2-40B4-BE49-F238E27FC236}">
                  <a16:creationId xmlns:a16="http://schemas.microsoft.com/office/drawing/2014/main" id="{9ED857D3-B28F-82EB-351B-B7E5A21E8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1057"/>
              <a:ext cx="165" cy="329"/>
            </a:xfrm>
            <a:custGeom>
              <a:avLst/>
              <a:gdLst>
                <a:gd name="T0" fmla="*/ 0 w 992"/>
                <a:gd name="T1" fmla="*/ 0 h 1973"/>
                <a:gd name="T2" fmla="*/ 0 w 992"/>
                <a:gd name="T3" fmla="*/ 0 h 1973"/>
                <a:gd name="T4" fmla="*/ 0 w 992"/>
                <a:gd name="T5" fmla="*/ 0 h 1973"/>
                <a:gd name="T6" fmla="*/ 0 w 992"/>
                <a:gd name="T7" fmla="*/ 0 h 1973"/>
                <a:gd name="T8" fmla="*/ 0 w 992"/>
                <a:gd name="T9" fmla="*/ 0 h 1973"/>
                <a:gd name="T10" fmla="*/ 0 w 992"/>
                <a:gd name="T11" fmla="*/ 0 h 1973"/>
                <a:gd name="T12" fmla="*/ 0 w 992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2"/>
                <a:gd name="T22" fmla="*/ 0 h 1973"/>
                <a:gd name="T23" fmla="*/ 992 w 992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2" h="1973">
                  <a:moveTo>
                    <a:pt x="97" y="0"/>
                  </a:moveTo>
                  <a:lnTo>
                    <a:pt x="48" y="22"/>
                  </a:lnTo>
                  <a:lnTo>
                    <a:pt x="0" y="45"/>
                  </a:lnTo>
                  <a:lnTo>
                    <a:pt x="894" y="1973"/>
                  </a:lnTo>
                  <a:lnTo>
                    <a:pt x="943" y="1950"/>
                  </a:lnTo>
                  <a:lnTo>
                    <a:pt x="992" y="1928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9" name="Freeform 251">
              <a:extLst>
                <a:ext uri="{FF2B5EF4-FFF2-40B4-BE49-F238E27FC236}">
                  <a16:creationId xmlns:a16="http://schemas.microsoft.com/office/drawing/2014/main" id="{AAD10D51-74AF-E495-D90D-06FA42FE8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1057"/>
              <a:ext cx="165" cy="329"/>
            </a:xfrm>
            <a:custGeom>
              <a:avLst/>
              <a:gdLst>
                <a:gd name="T0" fmla="*/ 0 w 992"/>
                <a:gd name="T1" fmla="*/ 0 h 1973"/>
                <a:gd name="T2" fmla="*/ 0 w 992"/>
                <a:gd name="T3" fmla="*/ 0 h 1973"/>
                <a:gd name="T4" fmla="*/ 0 w 992"/>
                <a:gd name="T5" fmla="*/ 0 h 1973"/>
                <a:gd name="T6" fmla="*/ 0 w 992"/>
                <a:gd name="T7" fmla="*/ 0 h 1973"/>
                <a:gd name="T8" fmla="*/ 0 w 992"/>
                <a:gd name="T9" fmla="*/ 0 h 1973"/>
                <a:gd name="T10" fmla="*/ 0 w 992"/>
                <a:gd name="T11" fmla="*/ 0 h 1973"/>
                <a:gd name="T12" fmla="*/ 0 w 992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2"/>
                <a:gd name="T22" fmla="*/ 0 h 1973"/>
                <a:gd name="T23" fmla="*/ 992 w 992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2" h="1973">
                  <a:moveTo>
                    <a:pt x="97" y="0"/>
                  </a:moveTo>
                  <a:lnTo>
                    <a:pt x="48" y="22"/>
                  </a:lnTo>
                  <a:lnTo>
                    <a:pt x="0" y="45"/>
                  </a:lnTo>
                  <a:lnTo>
                    <a:pt x="894" y="1973"/>
                  </a:lnTo>
                  <a:lnTo>
                    <a:pt x="943" y="1950"/>
                  </a:lnTo>
                  <a:lnTo>
                    <a:pt x="992" y="1928"/>
                  </a:lnTo>
                  <a:lnTo>
                    <a:pt x="9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0" name="Freeform 252">
              <a:extLst>
                <a:ext uri="{FF2B5EF4-FFF2-40B4-BE49-F238E27FC236}">
                  <a16:creationId xmlns:a16="http://schemas.microsoft.com/office/drawing/2014/main" id="{5593C9A3-FD97-1FC9-26CB-760E29766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379"/>
              <a:ext cx="17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w 102"/>
                <a:gd name="T31" fmla="*/ 0 h 75"/>
                <a:gd name="T32" fmla="*/ 0 w 102"/>
                <a:gd name="T33" fmla="*/ 0 h 7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5"/>
                <a:gd name="T53" fmla="*/ 102 w 102"/>
                <a:gd name="T54" fmla="*/ 75 h 7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5">
                  <a:moveTo>
                    <a:pt x="49" y="22"/>
                  </a:moveTo>
                  <a:lnTo>
                    <a:pt x="98" y="0"/>
                  </a:lnTo>
                  <a:lnTo>
                    <a:pt x="101" y="11"/>
                  </a:lnTo>
                  <a:lnTo>
                    <a:pt x="102" y="23"/>
                  </a:lnTo>
                  <a:lnTo>
                    <a:pt x="101" y="35"/>
                  </a:lnTo>
                  <a:lnTo>
                    <a:pt x="97" y="47"/>
                  </a:lnTo>
                  <a:lnTo>
                    <a:pt x="90" y="56"/>
                  </a:lnTo>
                  <a:lnTo>
                    <a:pt x="82" y="65"/>
                  </a:lnTo>
                  <a:lnTo>
                    <a:pt x="71" y="71"/>
                  </a:lnTo>
                  <a:lnTo>
                    <a:pt x="61" y="74"/>
                  </a:lnTo>
                  <a:lnTo>
                    <a:pt x="48" y="75"/>
                  </a:lnTo>
                  <a:lnTo>
                    <a:pt x="36" y="74"/>
                  </a:lnTo>
                  <a:lnTo>
                    <a:pt x="25" y="70"/>
                  </a:lnTo>
                  <a:lnTo>
                    <a:pt x="15" y="64"/>
                  </a:lnTo>
                  <a:lnTo>
                    <a:pt x="7" y="55"/>
                  </a:lnTo>
                  <a:lnTo>
                    <a:pt x="0" y="45"/>
                  </a:lnTo>
                  <a:lnTo>
                    <a:pt x="49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1" name="Freeform 253">
              <a:extLst>
                <a:ext uri="{FF2B5EF4-FFF2-40B4-BE49-F238E27FC236}">
                  <a16:creationId xmlns:a16="http://schemas.microsoft.com/office/drawing/2014/main" id="{83F684E4-4F6A-0975-2A40-80DB6E479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379"/>
              <a:ext cx="17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5"/>
                <a:gd name="T47" fmla="*/ 102 w 102"/>
                <a:gd name="T48" fmla="*/ 75 h 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5">
                  <a:moveTo>
                    <a:pt x="98" y="0"/>
                  </a:moveTo>
                  <a:lnTo>
                    <a:pt x="101" y="11"/>
                  </a:lnTo>
                  <a:lnTo>
                    <a:pt x="102" y="23"/>
                  </a:lnTo>
                  <a:lnTo>
                    <a:pt x="101" y="35"/>
                  </a:lnTo>
                  <a:lnTo>
                    <a:pt x="97" y="47"/>
                  </a:lnTo>
                  <a:lnTo>
                    <a:pt x="90" y="56"/>
                  </a:lnTo>
                  <a:lnTo>
                    <a:pt x="82" y="65"/>
                  </a:lnTo>
                  <a:lnTo>
                    <a:pt x="71" y="71"/>
                  </a:lnTo>
                  <a:lnTo>
                    <a:pt x="61" y="74"/>
                  </a:lnTo>
                  <a:lnTo>
                    <a:pt x="48" y="75"/>
                  </a:lnTo>
                  <a:lnTo>
                    <a:pt x="36" y="74"/>
                  </a:lnTo>
                  <a:lnTo>
                    <a:pt x="25" y="70"/>
                  </a:lnTo>
                  <a:lnTo>
                    <a:pt x="15" y="64"/>
                  </a:lnTo>
                  <a:lnTo>
                    <a:pt x="7" y="55"/>
                  </a:lnTo>
                  <a:lnTo>
                    <a:pt x="0" y="4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2" name="Freeform 254">
              <a:extLst>
                <a:ext uri="{FF2B5EF4-FFF2-40B4-BE49-F238E27FC236}">
                  <a16:creationId xmlns:a16="http://schemas.microsoft.com/office/drawing/2014/main" id="{8B353269-6B0F-FA09-0CB8-5241FB1EC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w 102"/>
                <a:gd name="T31" fmla="*/ 0 h 76"/>
                <a:gd name="T32" fmla="*/ 0 w 102"/>
                <a:gd name="T33" fmla="*/ 0 h 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6"/>
                <a:gd name="T53" fmla="*/ 102 w 102"/>
                <a:gd name="T54" fmla="*/ 76 h 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6">
                  <a:moveTo>
                    <a:pt x="49" y="53"/>
                  </a:moveTo>
                  <a:lnTo>
                    <a:pt x="0" y="31"/>
                  </a:lnTo>
                  <a:lnTo>
                    <a:pt x="6" y="20"/>
                  </a:lnTo>
                  <a:lnTo>
                    <a:pt x="15" y="12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8" y="0"/>
                  </a:lnTo>
                  <a:lnTo>
                    <a:pt x="60" y="1"/>
                  </a:lnTo>
                  <a:lnTo>
                    <a:pt x="71" y="5"/>
                  </a:lnTo>
                  <a:lnTo>
                    <a:pt x="82" y="11"/>
                  </a:lnTo>
                  <a:lnTo>
                    <a:pt x="90" y="19"/>
                  </a:lnTo>
                  <a:lnTo>
                    <a:pt x="96" y="29"/>
                  </a:lnTo>
                  <a:lnTo>
                    <a:pt x="101" y="41"/>
                  </a:lnTo>
                  <a:lnTo>
                    <a:pt x="102" y="52"/>
                  </a:lnTo>
                  <a:lnTo>
                    <a:pt x="101" y="65"/>
                  </a:lnTo>
                  <a:lnTo>
                    <a:pt x="98" y="76"/>
                  </a:lnTo>
                  <a:lnTo>
                    <a:pt x="49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3" name="Freeform 255">
              <a:extLst>
                <a:ext uri="{FF2B5EF4-FFF2-40B4-BE49-F238E27FC236}">
                  <a16:creationId xmlns:a16="http://schemas.microsoft.com/office/drawing/2014/main" id="{2E5EC791-787F-245F-419D-2D56E8F80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6"/>
                <a:gd name="T47" fmla="*/ 102 w 102"/>
                <a:gd name="T48" fmla="*/ 76 h 7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6">
                  <a:moveTo>
                    <a:pt x="0" y="31"/>
                  </a:moveTo>
                  <a:lnTo>
                    <a:pt x="6" y="20"/>
                  </a:lnTo>
                  <a:lnTo>
                    <a:pt x="15" y="12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8" y="0"/>
                  </a:lnTo>
                  <a:lnTo>
                    <a:pt x="60" y="1"/>
                  </a:lnTo>
                  <a:lnTo>
                    <a:pt x="71" y="5"/>
                  </a:lnTo>
                  <a:lnTo>
                    <a:pt x="82" y="11"/>
                  </a:lnTo>
                  <a:lnTo>
                    <a:pt x="90" y="19"/>
                  </a:lnTo>
                  <a:lnTo>
                    <a:pt x="96" y="29"/>
                  </a:lnTo>
                  <a:lnTo>
                    <a:pt x="101" y="41"/>
                  </a:lnTo>
                  <a:lnTo>
                    <a:pt x="102" y="52"/>
                  </a:lnTo>
                  <a:lnTo>
                    <a:pt x="101" y="65"/>
                  </a:lnTo>
                  <a:lnTo>
                    <a:pt x="98" y="7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4" name="Freeform 256">
              <a:extLst>
                <a:ext uri="{FF2B5EF4-FFF2-40B4-BE49-F238E27FC236}">
                  <a16:creationId xmlns:a16="http://schemas.microsoft.com/office/drawing/2014/main" id="{D5849AAC-6101-1BDD-AB9B-DBE084078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057"/>
              <a:ext cx="166" cy="329"/>
            </a:xfrm>
            <a:custGeom>
              <a:avLst/>
              <a:gdLst>
                <a:gd name="T0" fmla="*/ 0 w 993"/>
                <a:gd name="T1" fmla="*/ 0 h 1973"/>
                <a:gd name="T2" fmla="*/ 0 w 993"/>
                <a:gd name="T3" fmla="*/ 0 h 1973"/>
                <a:gd name="T4" fmla="*/ 0 w 993"/>
                <a:gd name="T5" fmla="*/ 0 h 1973"/>
                <a:gd name="T6" fmla="*/ 0 w 993"/>
                <a:gd name="T7" fmla="*/ 0 h 1973"/>
                <a:gd name="T8" fmla="*/ 0 w 993"/>
                <a:gd name="T9" fmla="*/ 0 h 1973"/>
                <a:gd name="T10" fmla="*/ 0 w 993"/>
                <a:gd name="T11" fmla="*/ 0 h 1973"/>
                <a:gd name="T12" fmla="*/ 0 w 993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3"/>
                <a:gd name="T22" fmla="*/ 0 h 1973"/>
                <a:gd name="T23" fmla="*/ 993 w 993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3" h="1973">
                  <a:moveTo>
                    <a:pt x="993" y="45"/>
                  </a:moveTo>
                  <a:lnTo>
                    <a:pt x="944" y="22"/>
                  </a:lnTo>
                  <a:lnTo>
                    <a:pt x="895" y="0"/>
                  </a:lnTo>
                  <a:lnTo>
                    <a:pt x="0" y="1928"/>
                  </a:lnTo>
                  <a:lnTo>
                    <a:pt x="49" y="1950"/>
                  </a:lnTo>
                  <a:lnTo>
                    <a:pt x="98" y="1973"/>
                  </a:lnTo>
                  <a:lnTo>
                    <a:pt x="993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5" name="Freeform 257">
              <a:extLst>
                <a:ext uri="{FF2B5EF4-FFF2-40B4-BE49-F238E27FC236}">
                  <a16:creationId xmlns:a16="http://schemas.microsoft.com/office/drawing/2014/main" id="{0708E9ED-CFD4-A710-19CF-74A80C9ED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057"/>
              <a:ext cx="166" cy="329"/>
            </a:xfrm>
            <a:custGeom>
              <a:avLst/>
              <a:gdLst>
                <a:gd name="T0" fmla="*/ 0 w 993"/>
                <a:gd name="T1" fmla="*/ 0 h 1973"/>
                <a:gd name="T2" fmla="*/ 0 w 993"/>
                <a:gd name="T3" fmla="*/ 0 h 1973"/>
                <a:gd name="T4" fmla="*/ 0 w 993"/>
                <a:gd name="T5" fmla="*/ 0 h 1973"/>
                <a:gd name="T6" fmla="*/ 0 w 993"/>
                <a:gd name="T7" fmla="*/ 0 h 1973"/>
                <a:gd name="T8" fmla="*/ 0 w 993"/>
                <a:gd name="T9" fmla="*/ 0 h 1973"/>
                <a:gd name="T10" fmla="*/ 0 w 993"/>
                <a:gd name="T11" fmla="*/ 0 h 1973"/>
                <a:gd name="T12" fmla="*/ 0 w 993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3"/>
                <a:gd name="T22" fmla="*/ 0 h 1973"/>
                <a:gd name="T23" fmla="*/ 993 w 993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3" h="1973">
                  <a:moveTo>
                    <a:pt x="993" y="45"/>
                  </a:moveTo>
                  <a:lnTo>
                    <a:pt x="944" y="22"/>
                  </a:lnTo>
                  <a:lnTo>
                    <a:pt x="895" y="0"/>
                  </a:lnTo>
                  <a:lnTo>
                    <a:pt x="0" y="1928"/>
                  </a:lnTo>
                  <a:lnTo>
                    <a:pt x="49" y="1950"/>
                  </a:lnTo>
                  <a:lnTo>
                    <a:pt x="98" y="1973"/>
                  </a:lnTo>
                  <a:lnTo>
                    <a:pt x="993" y="4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6" name="Freeform 258">
              <a:extLst>
                <a:ext uri="{FF2B5EF4-FFF2-40B4-BE49-F238E27FC236}">
                  <a16:creationId xmlns:a16="http://schemas.microsoft.com/office/drawing/2014/main" id="{A74594E0-7AE5-65CA-8665-8A2B626EE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379"/>
              <a:ext cx="16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w 102"/>
                <a:gd name="T31" fmla="*/ 0 h 75"/>
                <a:gd name="T32" fmla="*/ 0 w 102"/>
                <a:gd name="T33" fmla="*/ 0 h 7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5"/>
                <a:gd name="T53" fmla="*/ 102 w 102"/>
                <a:gd name="T54" fmla="*/ 75 h 7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5">
                  <a:moveTo>
                    <a:pt x="53" y="22"/>
                  </a:moveTo>
                  <a:lnTo>
                    <a:pt x="102" y="45"/>
                  </a:lnTo>
                  <a:lnTo>
                    <a:pt x="95" y="55"/>
                  </a:lnTo>
                  <a:lnTo>
                    <a:pt x="87" y="64"/>
                  </a:lnTo>
                  <a:lnTo>
                    <a:pt x="77" y="70"/>
                  </a:lnTo>
                  <a:lnTo>
                    <a:pt x="66" y="74"/>
                  </a:lnTo>
                  <a:lnTo>
                    <a:pt x="54" y="75"/>
                  </a:lnTo>
                  <a:lnTo>
                    <a:pt x="41" y="74"/>
                  </a:lnTo>
                  <a:lnTo>
                    <a:pt x="31" y="71"/>
                  </a:lnTo>
                  <a:lnTo>
                    <a:pt x="20" y="65"/>
                  </a:lnTo>
                  <a:lnTo>
                    <a:pt x="12" y="56"/>
                  </a:lnTo>
                  <a:lnTo>
                    <a:pt x="5" y="47"/>
                  </a:lnTo>
                  <a:lnTo>
                    <a:pt x="1" y="35"/>
                  </a:lnTo>
                  <a:lnTo>
                    <a:pt x="0" y="23"/>
                  </a:lnTo>
                  <a:lnTo>
                    <a:pt x="1" y="11"/>
                  </a:lnTo>
                  <a:lnTo>
                    <a:pt x="4" y="0"/>
                  </a:lnTo>
                  <a:lnTo>
                    <a:pt x="53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7" name="Freeform 259">
              <a:extLst>
                <a:ext uri="{FF2B5EF4-FFF2-40B4-BE49-F238E27FC236}">
                  <a16:creationId xmlns:a16="http://schemas.microsoft.com/office/drawing/2014/main" id="{56C99BA0-89A5-D278-D540-87579A85A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379"/>
              <a:ext cx="16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5"/>
                <a:gd name="T47" fmla="*/ 102 w 102"/>
                <a:gd name="T48" fmla="*/ 75 h 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5">
                  <a:moveTo>
                    <a:pt x="102" y="45"/>
                  </a:moveTo>
                  <a:lnTo>
                    <a:pt x="95" y="55"/>
                  </a:lnTo>
                  <a:lnTo>
                    <a:pt x="87" y="64"/>
                  </a:lnTo>
                  <a:lnTo>
                    <a:pt x="77" y="70"/>
                  </a:lnTo>
                  <a:lnTo>
                    <a:pt x="66" y="74"/>
                  </a:lnTo>
                  <a:lnTo>
                    <a:pt x="54" y="75"/>
                  </a:lnTo>
                  <a:lnTo>
                    <a:pt x="41" y="74"/>
                  </a:lnTo>
                  <a:lnTo>
                    <a:pt x="31" y="71"/>
                  </a:lnTo>
                  <a:lnTo>
                    <a:pt x="20" y="65"/>
                  </a:lnTo>
                  <a:lnTo>
                    <a:pt x="12" y="56"/>
                  </a:lnTo>
                  <a:lnTo>
                    <a:pt x="5" y="47"/>
                  </a:lnTo>
                  <a:lnTo>
                    <a:pt x="1" y="35"/>
                  </a:lnTo>
                  <a:lnTo>
                    <a:pt x="0" y="23"/>
                  </a:lnTo>
                  <a:lnTo>
                    <a:pt x="1" y="11"/>
                  </a:lnTo>
                  <a:lnTo>
                    <a:pt x="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8" name="Freeform 260">
              <a:extLst>
                <a:ext uri="{FF2B5EF4-FFF2-40B4-BE49-F238E27FC236}">
                  <a16:creationId xmlns:a16="http://schemas.microsoft.com/office/drawing/2014/main" id="{5888432F-5F44-B883-7274-6433713FE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40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9" name="Freeform 261">
              <a:extLst>
                <a:ext uri="{FF2B5EF4-FFF2-40B4-BE49-F238E27FC236}">
                  <a16:creationId xmlns:a16="http://schemas.microsoft.com/office/drawing/2014/main" id="{959A39E0-E75B-5951-529F-9E6F2BD16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40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0" name="Freeform 262">
              <a:extLst>
                <a:ext uri="{FF2B5EF4-FFF2-40B4-BE49-F238E27FC236}">
                  <a16:creationId xmlns:a16="http://schemas.microsoft.com/office/drawing/2014/main" id="{F3620FAB-C519-A551-499D-27CAF9882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61"/>
              <a:ext cx="17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1" name="Freeform 263">
              <a:extLst>
                <a:ext uri="{FF2B5EF4-FFF2-40B4-BE49-F238E27FC236}">
                  <a16:creationId xmlns:a16="http://schemas.microsoft.com/office/drawing/2014/main" id="{4844F1F9-A2C2-2646-3CFD-8F644B27F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61"/>
              <a:ext cx="17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2" name="Freeform 264">
              <a:extLst>
                <a:ext uri="{FF2B5EF4-FFF2-40B4-BE49-F238E27FC236}">
                  <a16:creationId xmlns:a16="http://schemas.microsoft.com/office/drawing/2014/main" id="{999CB81B-D5A1-4DCE-37B2-FBEAA64C7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52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3" name="Freeform 265">
              <a:extLst>
                <a:ext uri="{FF2B5EF4-FFF2-40B4-BE49-F238E27FC236}">
                  <a16:creationId xmlns:a16="http://schemas.microsoft.com/office/drawing/2014/main" id="{663CA209-D622-5886-4629-5585FF64A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52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4" name="Freeform 266">
              <a:extLst>
                <a:ext uri="{FF2B5EF4-FFF2-40B4-BE49-F238E27FC236}">
                  <a16:creationId xmlns:a16="http://schemas.microsoft.com/office/drawing/2014/main" id="{CE26D16D-17BF-D02D-CC6C-24C68E216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80"/>
              <a:ext cx="39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6" y="80"/>
                  </a:lnTo>
                  <a:lnTo>
                    <a:pt x="209" y="47"/>
                  </a:lnTo>
                  <a:lnTo>
                    <a:pt x="184" y="22"/>
                  </a:lnTo>
                  <a:lnTo>
                    <a:pt x="152" y="6"/>
                  </a:lnTo>
                  <a:lnTo>
                    <a:pt x="116" y="0"/>
                  </a:lnTo>
                  <a:lnTo>
                    <a:pt x="81" y="6"/>
                  </a:lnTo>
                  <a:lnTo>
                    <a:pt x="48" y="22"/>
                  </a:lnTo>
                  <a:lnTo>
                    <a:pt x="23" y="47"/>
                  </a:lnTo>
                  <a:lnTo>
                    <a:pt x="7" y="80"/>
                  </a:lnTo>
                  <a:lnTo>
                    <a:pt x="0" y="115"/>
                  </a:lnTo>
                  <a:lnTo>
                    <a:pt x="7" y="151"/>
                  </a:lnTo>
                  <a:lnTo>
                    <a:pt x="23" y="183"/>
                  </a:lnTo>
                  <a:lnTo>
                    <a:pt x="48" y="209"/>
                  </a:lnTo>
                  <a:lnTo>
                    <a:pt x="81" y="225"/>
                  </a:lnTo>
                  <a:lnTo>
                    <a:pt x="116" y="231"/>
                  </a:lnTo>
                  <a:lnTo>
                    <a:pt x="152" y="225"/>
                  </a:lnTo>
                  <a:lnTo>
                    <a:pt x="184" y="209"/>
                  </a:lnTo>
                  <a:lnTo>
                    <a:pt x="209" y="183"/>
                  </a:lnTo>
                  <a:lnTo>
                    <a:pt x="226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5" name="Freeform 267">
              <a:extLst>
                <a:ext uri="{FF2B5EF4-FFF2-40B4-BE49-F238E27FC236}">
                  <a16:creationId xmlns:a16="http://schemas.microsoft.com/office/drawing/2014/main" id="{D7B78CA9-A671-FDCD-7E7D-0FF8AAC9A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6" name="Freeform 268">
              <a:extLst>
                <a:ext uri="{FF2B5EF4-FFF2-40B4-BE49-F238E27FC236}">
                  <a16:creationId xmlns:a16="http://schemas.microsoft.com/office/drawing/2014/main" id="{9DA98C61-4B13-3192-B8B1-6B8771D55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7" name="Freeform 269">
              <a:extLst>
                <a:ext uri="{FF2B5EF4-FFF2-40B4-BE49-F238E27FC236}">
                  <a16:creationId xmlns:a16="http://schemas.microsoft.com/office/drawing/2014/main" id="{6FA2AEBD-E5A9-C5F4-B598-433E7C4A3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91"/>
              <a:ext cx="173" cy="18"/>
            </a:xfrm>
            <a:custGeom>
              <a:avLst/>
              <a:gdLst>
                <a:gd name="T0" fmla="*/ 0 w 1041"/>
                <a:gd name="T1" fmla="*/ 0 h 107"/>
                <a:gd name="T2" fmla="*/ 0 w 1041"/>
                <a:gd name="T3" fmla="*/ 0 h 107"/>
                <a:gd name="T4" fmla="*/ 0 w 1041"/>
                <a:gd name="T5" fmla="*/ 0 h 107"/>
                <a:gd name="T6" fmla="*/ 0 w 1041"/>
                <a:gd name="T7" fmla="*/ 0 h 107"/>
                <a:gd name="T8" fmla="*/ 0 w 1041"/>
                <a:gd name="T9" fmla="*/ 0 h 107"/>
                <a:gd name="T10" fmla="*/ 0 w 1041"/>
                <a:gd name="T11" fmla="*/ 0 h 107"/>
                <a:gd name="T12" fmla="*/ 0 w 104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1"/>
                <a:gd name="T22" fmla="*/ 0 h 107"/>
                <a:gd name="T23" fmla="*/ 1041 w 104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1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041" y="107"/>
                  </a:lnTo>
                  <a:lnTo>
                    <a:pt x="1041" y="54"/>
                  </a:lnTo>
                  <a:lnTo>
                    <a:pt x="10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8" name="Freeform 270">
              <a:extLst>
                <a:ext uri="{FF2B5EF4-FFF2-40B4-BE49-F238E27FC236}">
                  <a16:creationId xmlns:a16="http://schemas.microsoft.com/office/drawing/2014/main" id="{AB1B12E8-CE9E-BD7C-2C58-D5214057B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91"/>
              <a:ext cx="173" cy="18"/>
            </a:xfrm>
            <a:custGeom>
              <a:avLst/>
              <a:gdLst>
                <a:gd name="T0" fmla="*/ 0 w 1041"/>
                <a:gd name="T1" fmla="*/ 0 h 107"/>
                <a:gd name="T2" fmla="*/ 0 w 1041"/>
                <a:gd name="T3" fmla="*/ 0 h 107"/>
                <a:gd name="T4" fmla="*/ 0 w 1041"/>
                <a:gd name="T5" fmla="*/ 0 h 107"/>
                <a:gd name="T6" fmla="*/ 0 w 1041"/>
                <a:gd name="T7" fmla="*/ 0 h 107"/>
                <a:gd name="T8" fmla="*/ 0 w 1041"/>
                <a:gd name="T9" fmla="*/ 0 h 107"/>
                <a:gd name="T10" fmla="*/ 0 w 1041"/>
                <a:gd name="T11" fmla="*/ 0 h 107"/>
                <a:gd name="T12" fmla="*/ 0 w 104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1"/>
                <a:gd name="T22" fmla="*/ 0 h 107"/>
                <a:gd name="T23" fmla="*/ 1041 w 104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1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041" y="107"/>
                  </a:lnTo>
                  <a:lnTo>
                    <a:pt x="1041" y="54"/>
                  </a:lnTo>
                  <a:lnTo>
                    <a:pt x="104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9" name="Freeform 271">
              <a:extLst>
                <a:ext uri="{FF2B5EF4-FFF2-40B4-BE49-F238E27FC236}">
                  <a16:creationId xmlns:a16="http://schemas.microsoft.com/office/drawing/2014/main" id="{22EEF53F-76CF-9AA8-3400-345F78D81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0" name="Freeform 272">
              <a:extLst>
                <a:ext uri="{FF2B5EF4-FFF2-40B4-BE49-F238E27FC236}">
                  <a16:creationId xmlns:a16="http://schemas.microsoft.com/office/drawing/2014/main" id="{F55A32F8-117A-2C65-FF98-48C70EDD1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1" name="Freeform 273">
              <a:extLst>
                <a:ext uri="{FF2B5EF4-FFF2-40B4-BE49-F238E27FC236}">
                  <a16:creationId xmlns:a16="http://schemas.microsoft.com/office/drawing/2014/main" id="{0E8FFD20-4CD7-EB67-DE76-6FD3F19C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80"/>
              <a:ext cx="38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4" y="80"/>
                  </a:lnTo>
                  <a:lnTo>
                    <a:pt x="209" y="47"/>
                  </a:lnTo>
                  <a:lnTo>
                    <a:pt x="183" y="22"/>
                  </a:lnTo>
                  <a:lnTo>
                    <a:pt x="150" y="6"/>
                  </a:lnTo>
                  <a:lnTo>
                    <a:pt x="115" y="0"/>
                  </a:lnTo>
                  <a:lnTo>
                    <a:pt x="79" y="6"/>
                  </a:lnTo>
                  <a:lnTo>
                    <a:pt x="48" y="22"/>
                  </a:lnTo>
                  <a:lnTo>
                    <a:pt x="22" y="47"/>
                  </a:lnTo>
                  <a:lnTo>
                    <a:pt x="5" y="80"/>
                  </a:lnTo>
                  <a:lnTo>
                    <a:pt x="0" y="115"/>
                  </a:lnTo>
                  <a:lnTo>
                    <a:pt x="5" y="151"/>
                  </a:lnTo>
                  <a:lnTo>
                    <a:pt x="22" y="183"/>
                  </a:lnTo>
                  <a:lnTo>
                    <a:pt x="48" y="209"/>
                  </a:lnTo>
                  <a:lnTo>
                    <a:pt x="79" y="225"/>
                  </a:lnTo>
                  <a:lnTo>
                    <a:pt x="115" y="231"/>
                  </a:lnTo>
                  <a:lnTo>
                    <a:pt x="150" y="225"/>
                  </a:lnTo>
                  <a:lnTo>
                    <a:pt x="183" y="209"/>
                  </a:lnTo>
                  <a:lnTo>
                    <a:pt x="209" y="183"/>
                  </a:lnTo>
                  <a:lnTo>
                    <a:pt x="224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2" name="Freeform 274">
              <a:extLst>
                <a:ext uri="{FF2B5EF4-FFF2-40B4-BE49-F238E27FC236}">
                  <a16:creationId xmlns:a16="http://schemas.microsoft.com/office/drawing/2014/main" id="{076244B9-C644-B32E-9669-3C8DCD233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3" name="Freeform 275">
              <a:extLst>
                <a:ext uri="{FF2B5EF4-FFF2-40B4-BE49-F238E27FC236}">
                  <a16:creationId xmlns:a16="http://schemas.microsoft.com/office/drawing/2014/main" id="{8C40E581-8890-5208-5CBA-CA938418E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4" name="Freeform 276">
              <a:extLst>
                <a:ext uri="{FF2B5EF4-FFF2-40B4-BE49-F238E27FC236}">
                  <a16:creationId xmlns:a16="http://schemas.microsoft.com/office/drawing/2014/main" id="{30EA060E-B907-71FB-B591-CC48DA532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391"/>
              <a:ext cx="195" cy="18"/>
            </a:xfrm>
            <a:custGeom>
              <a:avLst/>
              <a:gdLst>
                <a:gd name="T0" fmla="*/ 0 w 1167"/>
                <a:gd name="T1" fmla="*/ 0 h 107"/>
                <a:gd name="T2" fmla="*/ 0 w 1167"/>
                <a:gd name="T3" fmla="*/ 0 h 107"/>
                <a:gd name="T4" fmla="*/ 0 w 1167"/>
                <a:gd name="T5" fmla="*/ 0 h 107"/>
                <a:gd name="T6" fmla="*/ 0 w 1167"/>
                <a:gd name="T7" fmla="*/ 0 h 107"/>
                <a:gd name="T8" fmla="*/ 0 w 1167"/>
                <a:gd name="T9" fmla="*/ 0 h 107"/>
                <a:gd name="T10" fmla="*/ 0 w 1167"/>
                <a:gd name="T11" fmla="*/ 0 h 107"/>
                <a:gd name="T12" fmla="*/ 0 w 116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7"/>
                <a:gd name="T22" fmla="*/ 0 h 107"/>
                <a:gd name="T23" fmla="*/ 1167 w 116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7" y="107"/>
                  </a:lnTo>
                  <a:lnTo>
                    <a:pt x="1167" y="54"/>
                  </a:lnTo>
                  <a:lnTo>
                    <a:pt x="11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5" name="Freeform 277">
              <a:extLst>
                <a:ext uri="{FF2B5EF4-FFF2-40B4-BE49-F238E27FC236}">
                  <a16:creationId xmlns:a16="http://schemas.microsoft.com/office/drawing/2014/main" id="{35068BA8-18A7-5C23-00DE-06E96198E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391"/>
              <a:ext cx="195" cy="18"/>
            </a:xfrm>
            <a:custGeom>
              <a:avLst/>
              <a:gdLst>
                <a:gd name="T0" fmla="*/ 0 w 1167"/>
                <a:gd name="T1" fmla="*/ 0 h 107"/>
                <a:gd name="T2" fmla="*/ 0 w 1167"/>
                <a:gd name="T3" fmla="*/ 0 h 107"/>
                <a:gd name="T4" fmla="*/ 0 w 1167"/>
                <a:gd name="T5" fmla="*/ 0 h 107"/>
                <a:gd name="T6" fmla="*/ 0 w 1167"/>
                <a:gd name="T7" fmla="*/ 0 h 107"/>
                <a:gd name="T8" fmla="*/ 0 w 1167"/>
                <a:gd name="T9" fmla="*/ 0 h 107"/>
                <a:gd name="T10" fmla="*/ 0 w 1167"/>
                <a:gd name="T11" fmla="*/ 0 h 107"/>
                <a:gd name="T12" fmla="*/ 0 w 116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7"/>
                <a:gd name="T22" fmla="*/ 0 h 107"/>
                <a:gd name="T23" fmla="*/ 1167 w 116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7" y="107"/>
                  </a:lnTo>
                  <a:lnTo>
                    <a:pt x="1167" y="54"/>
                  </a:lnTo>
                  <a:lnTo>
                    <a:pt x="116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6" name="Freeform 278">
              <a:extLst>
                <a:ext uri="{FF2B5EF4-FFF2-40B4-BE49-F238E27FC236}">
                  <a16:creationId xmlns:a16="http://schemas.microsoft.com/office/drawing/2014/main" id="{6646A962-ECC7-424A-525A-0F935D1D4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7" name="Freeform 279">
              <a:extLst>
                <a:ext uri="{FF2B5EF4-FFF2-40B4-BE49-F238E27FC236}">
                  <a16:creationId xmlns:a16="http://schemas.microsoft.com/office/drawing/2014/main" id="{DE6C5ABE-AA48-50D3-45D3-27EF5DC70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78" name="Group 280">
            <a:extLst>
              <a:ext uri="{FF2B5EF4-FFF2-40B4-BE49-F238E27FC236}">
                <a16:creationId xmlns:a16="http://schemas.microsoft.com/office/drawing/2014/main" id="{C2BE399A-FA46-4A0C-7F6C-5396485BE501}"/>
              </a:ext>
            </a:extLst>
          </p:cNvPr>
          <p:cNvGrpSpPr>
            <a:grpSpLocks/>
          </p:cNvGrpSpPr>
          <p:nvPr/>
        </p:nvGrpSpPr>
        <p:grpSpPr bwMode="auto">
          <a:xfrm>
            <a:off x="17549391" y="1954638"/>
            <a:ext cx="2085974" cy="2536824"/>
            <a:chOff x="3913" y="891"/>
            <a:chExt cx="657" cy="799"/>
          </a:xfrm>
        </p:grpSpPr>
        <p:sp>
          <p:nvSpPr>
            <p:cNvPr id="279" name="Freeform 281">
              <a:extLst>
                <a:ext uri="{FF2B5EF4-FFF2-40B4-BE49-F238E27FC236}">
                  <a16:creationId xmlns:a16="http://schemas.microsoft.com/office/drawing/2014/main" id="{F7F7393D-7F8D-F9E7-B154-C833A0C8D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0" name="Freeform 282">
              <a:extLst>
                <a:ext uri="{FF2B5EF4-FFF2-40B4-BE49-F238E27FC236}">
                  <a16:creationId xmlns:a16="http://schemas.microsoft.com/office/drawing/2014/main" id="{4D70FC0C-205C-A21F-A0D0-FC67D75E5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1" name="Freeform 283">
              <a:extLst>
                <a:ext uri="{FF2B5EF4-FFF2-40B4-BE49-F238E27FC236}">
                  <a16:creationId xmlns:a16="http://schemas.microsoft.com/office/drawing/2014/main" id="{466EB172-79EB-BCD1-78C5-B96830FA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920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2" name="Freeform 284">
              <a:extLst>
                <a:ext uri="{FF2B5EF4-FFF2-40B4-BE49-F238E27FC236}">
                  <a16:creationId xmlns:a16="http://schemas.microsoft.com/office/drawing/2014/main" id="{E3F250B6-7CA1-274E-295D-F8EC702B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920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3" name="Freeform 285">
              <a:extLst>
                <a:ext uri="{FF2B5EF4-FFF2-40B4-BE49-F238E27FC236}">
                  <a16:creationId xmlns:a16="http://schemas.microsoft.com/office/drawing/2014/main" id="{60D7F15E-83C7-111B-76F0-6EEB9406C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4" name="Freeform 286">
              <a:extLst>
                <a:ext uri="{FF2B5EF4-FFF2-40B4-BE49-F238E27FC236}">
                  <a16:creationId xmlns:a16="http://schemas.microsoft.com/office/drawing/2014/main" id="{9ED0040E-6089-27C9-C9BE-1EDF7DC52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5" name="Freeform 287">
              <a:extLst>
                <a:ext uri="{FF2B5EF4-FFF2-40B4-BE49-F238E27FC236}">
                  <a16:creationId xmlns:a16="http://schemas.microsoft.com/office/drawing/2014/main" id="{3DE88CA5-B97F-5DB0-400B-99B0C1CC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6" name="Freeform 288">
              <a:extLst>
                <a:ext uri="{FF2B5EF4-FFF2-40B4-BE49-F238E27FC236}">
                  <a16:creationId xmlns:a16="http://schemas.microsoft.com/office/drawing/2014/main" id="{FEB180A8-37DB-2518-9698-7D8CE13E2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7" name="Freeform 289">
              <a:extLst>
                <a:ext uri="{FF2B5EF4-FFF2-40B4-BE49-F238E27FC236}">
                  <a16:creationId xmlns:a16="http://schemas.microsoft.com/office/drawing/2014/main" id="{09065ABB-B5D8-A210-A3B5-43DD5E57F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643"/>
              <a:ext cx="639" cy="17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8" name="Freeform 290">
              <a:extLst>
                <a:ext uri="{FF2B5EF4-FFF2-40B4-BE49-F238E27FC236}">
                  <a16:creationId xmlns:a16="http://schemas.microsoft.com/office/drawing/2014/main" id="{1966F424-131E-D2FD-CE3D-5D2039E7A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643"/>
              <a:ext cx="639" cy="17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9" name="Freeform 291">
              <a:extLst>
                <a:ext uri="{FF2B5EF4-FFF2-40B4-BE49-F238E27FC236}">
                  <a16:creationId xmlns:a16="http://schemas.microsoft.com/office/drawing/2014/main" id="{831FB5F6-5759-5278-F507-429547235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0" name="Freeform 292">
              <a:extLst>
                <a:ext uri="{FF2B5EF4-FFF2-40B4-BE49-F238E27FC236}">
                  <a16:creationId xmlns:a16="http://schemas.microsoft.com/office/drawing/2014/main" id="{4228728B-FD88-7C28-538B-3A92FB14C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1" name="Freeform 293">
              <a:extLst>
                <a:ext uri="{FF2B5EF4-FFF2-40B4-BE49-F238E27FC236}">
                  <a16:creationId xmlns:a16="http://schemas.microsoft.com/office/drawing/2014/main" id="{1B75CCEC-E582-AE76-8268-8184BC09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652"/>
              <a:ext cx="17" cy="8"/>
            </a:xfrm>
            <a:custGeom>
              <a:avLst/>
              <a:gdLst>
                <a:gd name="T0" fmla="*/ 0 w 106"/>
                <a:gd name="T1" fmla="*/ 0 h 53"/>
                <a:gd name="T2" fmla="*/ 0 w 106"/>
                <a:gd name="T3" fmla="*/ 0 h 53"/>
                <a:gd name="T4" fmla="*/ 0 w 106"/>
                <a:gd name="T5" fmla="*/ 0 h 53"/>
                <a:gd name="T6" fmla="*/ 0 w 106"/>
                <a:gd name="T7" fmla="*/ 0 h 53"/>
                <a:gd name="T8" fmla="*/ 0 w 106"/>
                <a:gd name="T9" fmla="*/ 0 h 53"/>
                <a:gd name="T10" fmla="*/ 0 w 106"/>
                <a:gd name="T11" fmla="*/ 0 h 53"/>
                <a:gd name="T12" fmla="*/ 0 w 106"/>
                <a:gd name="T13" fmla="*/ 0 h 53"/>
                <a:gd name="T14" fmla="*/ 0 w 106"/>
                <a:gd name="T15" fmla="*/ 0 h 53"/>
                <a:gd name="T16" fmla="*/ 0 w 106"/>
                <a:gd name="T17" fmla="*/ 0 h 53"/>
                <a:gd name="T18" fmla="*/ 0 w 106"/>
                <a:gd name="T19" fmla="*/ 0 h 53"/>
                <a:gd name="T20" fmla="*/ 0 w 106"/>
                <a:gd name="T21" fmla="*/ 0 h 53"/>
                <a:gd name="T22" fmla="*/ 0 w 106"/>
                <a:gd name="T23" fmla="*/ 0 h 53"/>
                <a:gd name="T24" fmla="*/ 0 w 106"/>
                <a:gd name="T25" fmla="*/ 0 h 53"/>
                <a:gd name="T26" fmla="*/ 0 w 106"/>
                <a:gd name="T27" fmla="*/ 0 h 53"/>
                <a:gd name="T28" fmla="*/ 0 w 106"/>
                <a:gd name="T29" fmla="*/ 0 h 53"/>
                <a:gd name="T30" fmla="*/ 0 w 106"/>
                <a:gd name="T31" fmla="*/ 0 h 53"/>
                <a:gd name="T32" fmla="*/ 0 w 106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6"/>
                <a:gd name="T52" fmla="*/ 0 h 53"/>
                <a:gd name="T53" fmla="*/ 106 w 106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6" h="53">
                  <a:moveTo>
                    <a:pt x="52" y="0"/>
                  </a:moveTo>
                  <a:lnTo>
                    <a:pt x="106" y="0"/>
                  </a:ln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2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2" name="Freeform 294">
              <a:extLst>
                <a:ext uri="{FF2B5EF4-FFF2-40B4-BE49-F238E27FC236}">
                  <a16:creationId xmlns:a16="http://schemas.microsoft.com/office/drawing/2014/main" id="{B8036754-5E56-EBF3-1095-05EFE0F99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652"/>
              <a:ext cx="17" cy="8"/>
            </a:xfrm>
            <a:custGeom>
              <a:avLst/>
              <a:gdLst>
                <a:gd name="T0" fmla="*/ 0 w 106"/>
                <a:gd name="T1" fmla="*/ 0 h 53"/>
                <a:gd name="T2" fmla="*/ 0 w 106"/>
                <a:gd name="T3" fmla="*/ 0 h 53"/>
                <a:gd name="T4" fmla="*/ 0 w 106"/>
                <a:gd name="T5" fmla="*/ 0 h 53"/>
                <a:gd name="T6" fmla="*/ 0 w 106"/>
                <a:gd name="T7" fmla="*/ 0 h 53"/>
                <a:gd name="T8" fmla="*/ 0 w 106"/>
                <a:gd name="T9" fmla="*/ 0 h 53"/>
                <a:gd name="T10" fmla="*/ 0 w 106"/>
                <a:gd name="T11" fmla="*/ 0 h 53"/>
                <a:gd name="T12" fmla="*/ 0 w 106"/>
                <a:gd name="T13" fmla="*/ 0 h 53"/>
                <a:gd name="T14" fmla="*/ 0 w 106"/>
                <a:gd name="T15" fmla="*/ 0 h 53"/>
                <a:gd name="T16" fmla="*/ 0 w 106"/>
                <a:gd name="T17" fmla="*/ 0 h 53"/>
                <a:gd name="T18" fmla="*/ 0 w 106"/>
                <a:gd name="T19" fmla="*/ 0 h 53"/>
                <a:gd name="T20" fmla="*/ 0 w 106"/>
                <a:gd name="T21" fmla="*/ 0 h 53"/>
                <a:gd name="T22" fmla="*/ 0 w 106"/>
                <a:gd name="T23" fmla="*/ 0 h 53"/>
                <a:gd name="T24" fmla="*/ 0 w 106"/>
                <a:gd name="T25" fmla="*/ 0 h 53"/>
                <a:gd name="T26" fmla="*/ 0 w 106"/>
                <a:gd name="T27" fmla="*/ 0 h 53"/>
                <a:gd name="T28" fmla="*/ 0 w 106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6"/>
                <a:gd name="T46" fmla="*/ 0 h 53"/>
                <a:gd name="T47" fmla="*/ 106 w 106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6" h="53">
                  <a:moveTo>
                    <a:pt x="106" y="0"/>
                  </a:move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2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3" name="Freeform 295">
              <a:extLst>
                <a:ext uri="{FF2B5EF4-FFF2-40B4-BE49-F238E27FC236}">
                  <a16:creationId xmlns:a16="http://schemas.microsoft.com/office/drawing/2014/main" id="{A3D183BC-EFBB-E8DC-794A-478B11702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9"/>
              <a:ext cx="17" cy="723"/>
            </a:xfrm>
            <a:custGeom>
              <a:avLst/>
              <a:gdLst>
                <a:gd name="T0" fmla="*/ 0 w 106"/>
                <a:gd name="T1" fmla="*/ 0 h 4334"/>
                <a:gd name="T2" fmla="*/ 0 w 106"/>
                <a:gd name="T3" fmla="*/ 0 h 4334"/>
                <a:gd name="T4" fmla="*/ 0 w 106"/>
                <a:gd name="T5" fmla="*/ 0 h 4334"/>
                <a:gd name="T6" fmla="*/ 0 w 106"/>
                <a:gd name="T7" fmla="*/ 0 h 4334"/>
                <a:gd name="T8" fmla="*/ 0 w 106"/>
                <a:gd name="T9" fmla="*/ 0 h 4334"/>
                <a:gd name="T10" fmla="*/ 0 w 106"/>
                <a:gd name="T11" fmla="*/ 0 h 4334"/>
                <a:gd name="T12" fmla="*/ 0 w 106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"/>
                <a:gd name="T22" fmla="*/ 0 h 4334"/>
                <a:gd name="T23" fmla="*/ 106 w 106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" h="4334">
                  <a:moveTo>
                    <a:pt x="0" y="4334"/>
                  </a:moveTo>
                  <a:lnTo>
                    <a:pt x="52" y="4334"/>
                  </a:lnTo>
                  <a:lnTo>
                    <a:pt x="106" y="4334"/>
                  </a:lnTo>
                  <a:lnTo>
                    <a:pt x="106" y="0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4" name="Freeform 296">
              <a:extLst>
                <a:ext uri="{FF2B5EF4-FFF2-40B4-BE49-F238E27FC236}">
                  <a16:creationId xmlns:a16="http://schemas.microsoft.com/office/drawing/2014/main" id="{722A6D4E-E5C4-91EE-5D0C-D78E72C2E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9"/>
              <a:ext cx="17" cy="723"/>
            </a:xfrm>
            <a:custGeom>
              <a:avLst/>
              <a:gdLst>
                <a:gd name="T0" fmla="*/ 0 w 106"/>
                <a:gd name="T1" fmla="*/ 0 h 4334"/>
                <a:gd name="T2" fmla="*/ 0 w 106"/>
                <a:gd name="T3" fmla="*/ 0 h 4334"/>
                <a:gd name="T4" fmla="*/ 0 w 106"/>
                <a:gd name="T5" fmla="*/ 0 h 4334"/>
                <a:gd name="T6" fmla="*/ 0 w 106"/>
                <a:gd name="T7" fmla="*/ 0 h 4334"/>
                <a:gd name="T8" fmla="*/ 0 w 106"/>
                <a:gd name="T9" fmla="*/ 0 h 4334"/>
                <a:gd name="T10" fmla="*/ 0 w 106"/>
                <a:gd name="T11" fmla="*/ 0 h 4334"/>
                <a:gd name="T12" fmla="*/ 0 w 106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"/>
                <a:gd name="T22" fmla="*/ 0 h 4334"/>
                <a:gd name="T23" fmla="*/ 106 w 106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" h="4334">
                  <a:moveTo>
                    <a:pt x="0" y="4334"/>
                  </a:moveTo>
                  <a:lnTo>
                    <a:pt x="52" y="4334"/>
                  </a:lnTo>
                  <a:lnTo>
                    <a:pt x="106" y="4334"/>
                  </a:lnTo>
                  <a:lnTo>
                    <a:pt x="106" y="0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5" name="Freeform 297">
              <a:extLst>
                <a:ext uri="{FF2B5EF4-FFF2-40B4-BE49-F238E27FC236}">
                  <a16:creationId xmlns:a16="http://schemas.microsoft.com/office/drawing/2014/main" id="{47E47ABE-D12B-8DBA-83BA-1DDC2FD61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0"/>
              <a:ext cx="17" cy="9"/>
            </a:xfrm>
            <a:custGeom>
              <a:avLst/>
              <a:gdLst>
                <a:gd name="T0" fmla="*/ 0 w 106"/>
                <a:gd name="T1" fmla="*/ 0 h 54"/>
                <a:gd name="T2" fmla="*/ 0 w 106"/>
                <a:gd name="T3" fmla="*/ 0 h 54"/>
                <a:gd name="T4" fmla="*/ 0 w 106"/>
                <a:gd name="T5" fmla="*/ 0 h 54"/>
                <a:gd name="T6" fmla="*/ 0 w 106"/>
                <a:gd name="T7" fmla="*/ 0 h 54"/>
                <a:gd name="T8" fmla="*/ 0 w 106"/>
                <a:gd name="T9" fmla="*/ 0 h 54"/>
                <a:gd name="T10" fmla="*/ 0 w 106"/>
                <a:gd name="T11" fmla="*/ 0 h 54"/>
                <a:gd name="T12" fmla="*/ 0 w 106"/>
                <a:gd name="T13" fmla="*/ 0 h 54"/>
                <a:gd name="T14" fmla="*/ 0 w 106"/>
                <a:gd name="T15" fmla="*/ 0 h 54"/>
                <a:gd name="T16" fmla="*/ 0 w 106"/>
                <a:gd name="T17" fmla="*/ 0 h 54"/>
                <a:gd name="T18" fmla="*/ 0 w 106"/>
                <a:gd name="T19" fmla="*/ 0 h 54"/>
                <a:gd name="T20" fmla="*/ 0 w 106"/>
                <a:gd name="T21" fmla="*/ 0 h 54"/>
                <a:gd name="T22" fmla="*/ 0 w 106"/>
                <a:gd name="T23" fmla="*/ 0 h 54"/>
                <a:gd name="T24" fmla="*/ 0 w 106"/>
                <a:gd name="T25" fmla="*/ 0 h 54"/>
                <a:gd name="T26" fmla="*/ 0 w 106"/>
                <a:gd name="T27" fmla="*/ 0 h 54"/>
                <a:gd name="T28" fmla="*/ 0 w 106"/>
                <a:gd name="T29" fmla="*/ 0 h 54"/>
                <a:gd name="T30" fmla="*/ 0 w 106"/>
                <a:gd name="T31" fmla="*/ 0 h 54"/>
                <a:gd name="T32" fmla="*/ 0 w 106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6"/>
                <a:gd name="T52" fmla="*/ 0 h 54"/>
                <a:gd name="T53" fmla="*/ 106 w 106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6" h="54">
                  <a:moveTo>
                    <a:pt x="52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2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6" y="54"/>
                  </a:lnTo>
                  <a:lnTo>
                    <a:pt x="52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6" name="Freeform 298">
              <a:extLst>
                <a:ext uri="{FF2B5EF4-FFF2-40B4-BE49-F238E27FC236}">
                  <a16:creationId xmlns:a16="http://schemas.microsoft.com/office/drawing/2014/main" id="{A13D8102-51D2-B8DB-0025-E0991DCC3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0"/>
              <a:ext cx="17" cy="9"/>
            </a:xfrm>
            <a:custGeom>
              <a:avLst/>
              <a:gdLst>
                <a:gd name="T0" fmla="*/ 0 w 106"/>
                <a:gd name="T1" fmla="*/ 0 h 54"/>
                <a:gd name="T2" fmla="*/ 0 w 106"/>
                <a:gd name="T3" fmla="*/ 0 h 54"/>
                <a:gd name="T4" fmla="*/ 0 w 106"/>
                <a:gd name="T5" fmla="*/ 0 h 54"/>
                <a:gd name="T6" fmla="*/ 0 w 106"/>
                <a:gd name="T7" fmla="*/ 0 h 54"/>
                <a:gd name="T8" fmla="*/ 0 w 106"/>
                <a:gd name="T9" fmla="*/ 0 h 54"/>
                <a:gd name="T10" fmla="*/ 0 w 106"/>
                <a:gd name="T11" fmla="*/ 0 h 54"/>
                <a:gd name="T12" fmla="*/ 0 w 106"/>
                <a:gd name="T13" fmla="*/ 0 h 54"/>
                <a:gd name="T14" fmla="*/ 0 w 106"/>
                <a:gd name="T15" fmla="*/ 0 h 54"/>
                <a:gd name="T16" fmla="*/ 0 w 106"/>
                <a:gd name="T17" fmla="*/ 0 h 54"/>
                <a:gd name="T18" fmla="*/ 0 w 106"/>
                <a:gd name="T19" fmla="*/ 0 h 54"/>
                <a:gd name="T20" fmla="*/ 0 w 106"/>
                <a:gd name="T21" fmla="*/ 0 h 54"/>
                <a:gd name="T22" fmla="*/ 0 w 106"/>
                <a:gd name="T23" fmla="*/ 0 h 54"/>
                <a:gd name="T24" fmla="*/ 0 w 106"/>
                <a:gd name="T25" fmla="*/ 0 h 54"/>
                <a:gd name="T26" fmla="*/ 0 w 106"/>
                <a:gd name="T27" fmla="*/ 0 h 54"/>
                <a:gd name="T28" fmla="*/ 0 w 106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6"/>
                <a:gd name="T46" fmla="*/ 0 h 54"/>
                <a:gd name="T47" fmla="*/ 106 w 106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6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2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6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7" name="Freeform 299">
              <a:extLst>
                <a:ext uri="{FF2B5EF4-FFF2-40B4-BE49-F238E27FC236}">
                  <a16:creationId xmlns:a16="http://schemas.microsoft.com/office/drawing/2014/main" id="{B654816B-C66C-905E-A9FB-CA8AB764C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8" name="Freeform 300">
              <a:extLst>
                <a:ext uri="{FF2B5EF4-FFF2-40B4-BE49-F238E27FC236}">
                  <a16:creationId xmlns:a16="http://schemas.microsoft.com/office/drawing/2014/main" id="{AF612EFC-1986-8FA6-D30F-4AA225C61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9" name="Freeform 301">
              <a:extLst>
                <a:ext uri="{FF2B5EF4-FFF2-40B4-BE49-F238E27FC236}">
                  <a16:creationId xmlns:a16="http://schemas.microsoft.com/office/drawing/2014/main" id="{1A13AE27-AA0B-94B0-7095-15E9FD8F2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0" name="Freeform 302">
              <a:extLst>
                <a:ext uri="{FF2B5EF4-FFF2-40B4-BE49-F238E27FC236}">
                  <a16:creationId xmlns:a16="http://schemas.microsoft.com/office/drawing/2014/main" id="{5D922861-2B7C-F1FF-E404-D2E35A00E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1" name="Freeform 303">
              <a:extLst>
                <a:ext uri="{FF2B5EF4-FFF2-40B4-BE49-F238E27FC236}">
                  <a16:creationId xmlns:a16="http://schemas.microsoft.com/office/drawing/2014/main" id="{C9867C8D-D4E3-2E26-AB04-8EC0CCECF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2" name="Freeform 304">
              <a:extLst>
                <a:ext uri="{FF2B5EF4-FFF2-40B4-BE49-F238E27FC236}">
                  <a16:creationId xmlns:a16="http://schemas.microsoft.com/office/drawing/2014/main" id="{69E88DFE-B1CF-C8FB-F1A5-A29A1CB71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3" name="Line 305">
              <a:extLst>
                <a:ext uri="{FF2B5EF4-FFF2-40B4-BE49-F238E27FC236}">
                  <a16:creationId xmlns:a16="http://schemas.microsoft.com/office/drawing/2014/main" id="{32609E89-C1FF-0D70-81E5-3625FE9F90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4" name="Line 306">
              <a:extLst>
                <a:ext uri="{FF2B5EF4-FFF2-40B4-BE49-F238E27FC236}">
                  <a16:creationId xmlns:a16="http://schemas.microsoft.com/office/drawing/2014/main" id="{002514C3-C94F-0BB1-48B5-DE16BF384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5" name="Line 307">
              <a:extLst>
                <a:ext uri="{FF2B5EF4-FFF2-40B4-BE49-F238E27FC236}">
                  <a16:creationId xmlns:a16="http://schemas.microsoft.com/office/drawing/2014/main" id="{509BE915-7F6E-31C6-7A61-D3451A62F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6" name="Line 308">
              <a:extLst>
                <a:ext uri="{FF2B5EF4-FFF2-40B4-BE49-F238E27FC236}">
                  <a16:creationId xmlns:a16="http://schemas.microsoft.com/office/drawing/2014/main" id="{82CC0615-5121-EB89-F76D-FB6A15E2C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7" name="Line 309">
              <a:extLst>
                <a:ext uri="{FF2B5EF4-FFF2-40B4-BE49-F238E27FC236}">
                  <a16:creationId xmlns:a16="http://schemas.microsoft.com/office/drawing/2014/main" id="{364FCD96-83C1-70E4-D5B8-58487DB58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8" name="Freeform 310">
              <a:extLst>
                <a:ext uri="{FF2B5EF4-FFF2-40B4-BE49-F238E27FC236}">
                  <a16:creationId xmlns:a16="http://schemas.microsoft.com/office/drawing/2014/main" id="{B7205AB4-885F-D4C9-3BAE-341240E85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9" name="Freeform 311">
              <a:extLst>
                <a:ext uri="{FF2B5EF4-FFF2-40B4-BE49-F238E27FC236}">
                  <a16:creationId xmlns:a16="http://schemas.microsoft.com/office/drawing/2014/main" id="{BE87094A-C7E8-848D-DEA5-F45C78B99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0" name="Freeform 312">
              <a:extLst>
                <a:ext uri="{FF2B5EF4-FFF2-40B4-BE49-F238E27FC236}">
                  <a16:creationId xmlns:a16="http://schemas.microsoft.com/office/drawing/2014/main" id="{638C2920-E50A-2D8B-B0A6-A166AD172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391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1" name="Freeform 313">
              <a:extLst>
                <a:ext uri="{FF2B5EF4-FFF2-40B4-BE49-F238E27FC236}">
                  <a16:creationId xmlns:a16="http://schemas.microsoft.com/office/drawing/2014/main" id="{0BE7091B-A6BA-F1FE-7BC1-32E7B4375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391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2" name="Freeform 314">
              <a:extLst>
                <a:ext uri="{FF2B5EF4-FFF2-40B4-BE49-F238E27FC236}">
                  <a16:creationId xmlns:a16="http://schemas.microsoft.com/office/drawing/2014/main" id="{24E62EC2-B1CE-1C3F-DED4-9E5F1A533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3" name="Freeform 315">
              <a:extLst>
                <a:ext uri="{FF2B5EF4-FFF2-40B4-BE49-F238E27FC236}">
                  <a16:creationId xmlns:a16="http://schemas.microsoft.com/office/drawing/2014/main" id="{CAC60115-E75E-CFB7-999A-D54659DF1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4" name="Freeform 316">
              <a:extLst>
                <a:ext uri="{FF2B5EF4-FFF2-40B4-BE49-F238E27FC236}">
                  <a16:creationId xmlns:a16="http://schemas.microsoft.com/office/drawing/2014/main" id="{D29AB2A4-FBDD-1C9E-90AC-92A723B6B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5" name="Freeform 317">
              <a:extLst>
                <a:ext uri="{FF2B5EF4-FFF2-40B4-BE49-F238E27FC236}">
                  <a16:creationId xmlns:a16="http://schemas.microsoft.com/office/drawing/2014/main" id="{71568163-C522-3988-5470-BD4377B5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6" name="Freeform 318">
              <a:extLst>
                <a:ext uri="{FF2B5EF4-FFF2-40B4-BE49-F238E27FC236}">
                  <a16:creationId xmlns:a16="http://schemas.microsoft.com/office/drawing/2014/main" id="{B3746DFE-1490-CC5D-5F56-2B41EB0F3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7" name="Freeform 319">
              <a:extLst>
                <a:ext uri="{FF2B5EF4-FFF2-40B4-BE49-F238E27FC236}">
                  <a16:creationId xmlns:a16="http://schemas.microsoft.com/office/drawing/2014/main" id="{C845A4E2-1506-4AFA-E1EB-A2A8203B7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8" name="Freeform 320">
              <a:extLst>
                <a:ext uri="{FF2B5EF4-FFF2-40B4-BE49-F238E27FC236}">
                  <a16:creationId xmlns:a16="http://schemas.microsoft.com/office/drawing/2014/main" id="{B4D04720-8435-B755-19C1-4537731DE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9" name="Freeform 321">
              <a:extLst>
                <a:ext uri="{FF2B5EF4-FFF2-40B4-BE49-F238E27FC236}">
                  <a16:creationId xmlns:a16="http://schemas.microsoft.com/office/drawing/2014/main" id="{45A9499E-423C-2EC3-7BE3-2CA83C969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0" name="Freeform 322">
              <a:extLst>
                <a:ext uri="{FF2B5EF4-FFF2-40B4-BE49-F238E27FC236}">
                  <a16:creationId xmlns:a16="http://schemas.microsoft.com/office/drawing/2014/main" id="{B3757AD0-7890-94DB-66B1-E3373B4E9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w 96"/>
                <a:gd name="T31" fmla="*/ 0 h 86"/>
                <a:gd name="T32" fmla="*/ 0 w 96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6"/>
                <a:gd name="T52" fmla="*/ 0 h 86"/>
                <a:gd name="T53" fmla="*/ 96 w 96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6" h="86">
                  <a:moveTo>
                    <a:pt x="53" y="53"/>
                  </a:moveTo>
                  <a:lnTo>
                    <a:pt x="11" y="86"/>
                  </a:lnTo>
                  <a:lnTo>
                    <a:pt x="4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30"/>
                  </a:lnTo>
                  <a:lnTo>
                    <a:pt x="12" y="19"/>
                  </a:lnTo>
                  <a:lnTo>
                    <a:pt x="20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1" name="Freeform 323">
              <a:extLst>
                <a:ext uri="{FF2B5EF4-FFF2-40B4-BE49-F238E27FC236}">
                  <a16:creationId xmlns:a16="http://schemas.microsoft.com/office/drawing/2014/main" id="{17B9C72D-7519-ECF6-3F73-1AD623858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86"/>
                <a:gd name="T47" fmla="*/ 96 w 96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86">
                  <a:moveTo>
                    <a:pt x="11" y="86"/>
                  </a:moveTo>
                  <a:lnTo>
                    <a:pt x="4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30"/>
                  </a:lnTo>
                  <a:lnTo>
                    <a:pt x="12" y="19"/>
                  </a:lnTo>
                  <a:lnTo>
                    <a:pt x="20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6"/>
                  </a:lnTo>
                  <a:lnTo>
                    <a:pt x="87" y="12"/>
                  </a:lnTo>
                  <a:lnTo>
                    <a:pt x="96" y="2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2" name="Freeform 324">
              <a:extLst>
                <a:ext uri="{FF2B5EF4-FFF2-40B4-BE49-F238E27FC236}">
                  <a16:creationId xmlns:a16="http://schemas.microsoft.com/office/drawing/2014/main" id="{C2361669-F3BB-D05D-C040-B58E69E3C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055"/>
              <a:ext cx="278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85" y="0"/>
                  </a:moveTo>
                  <a:lnTo>
                    <a:pt x="42" y="33"/>
                  </a:lnTo>
                  <a:lnTo>
                    <a:pt x="0" y="66"/>
                  </a:lnTo>
                  <a:lnTo>
                    <a:pt x="1579" y="2099"/>
                  </a:lnTo>
                  <a:lnTo>
                    <a:pt x="1621" y="2066"/>
                  </a:lnTo>
                  <a:lnTo>
                    <a:pt x="1663" y="2033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3" name="Freeform 325">
              <a:extLst>
                <a:ext uri="{FF2B5EF4-FFF2-40B4-BE49-F238E27FC236}">
                  <a16:creationId xmlns:a16="http://schemas.microsoft.com/office/drawing/2014/main" id="{271FD52C-D0F4-9307-FFE0-18CEB708D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055"/>
              <a:ext cx="278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85" y="0"/>
                  </a:moveTo>
                  <a:lnTo>
                    <a:pt x="42" y="33"/>
                  </a:lnTo>
                  <a:lnTo>
                    <a:pt x="0" y="66"/>
                  </a:lnTo>
                  <a:lnTo>
                    <a:pt x="1579" y="2099"/>
                  </a:lnTo>
                  <a:lnTo>
                    <a:pt x="1621" y="2066"/>
                  </a:lnTo>
                  <a:lnTo>
                    <a:pt x="1663" y="2033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4" name="Freeform 326">
              <a:extLst>
                <a:ext uri="{FF2B5EF4-FFF2-40B4-BE49-F238E27FC236}">
                  <a16:creationId xmlns:a16="http://schemas.microsoft.com/office/drawing/2014/main" id="{B0025423-9857-30C5-727D-F8CC2EFB2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394"/>
              <a:ext cx="15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w 95"/>
                <a:gd name="T31" fmla="*/ 0 h 86"/>
                <a:gd name="T32" fmla="*/ 0 w 95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5"/>
                <a:gd name="T52" fmla="*/ 0 h 86"/>
                <a:gd name="T53" fmla="*/ 95 w 95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5" h="86">
                  <a:moveTo>
                    <a:pt x="42" y="33"/>
                  </a:moveTo>
                  <a:lnTo>
                    <a:pt x="84" y="0"/>
                  </a:lnTo>
                  <a:lnTo>
                    <a:pt x="91" y="11"/>
                  </a:lnTo>
                  <a:lnTo>
                    <a:pt x="94" y="22"/>
                  </a:lnTo>
                  <a:lnTo>
                    <a:pt x="95" y="34"/>
                  </a:lnTo>
                  <a:lnTo>
                    <a:pt x="94" y="46"/>
                  </a:lnTo>
                  <a:lnTo>
                    <a:pt x="90" y="57"/>
                  </a:lnTo>
                  <a:lnTo>
                    <a:pt x="83" y="67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54" y="85"/>
                  </a:lnTo>
                  <a:lnTo>
                    <a:pt x="41" y="86"/>
                  </a:lnTo>
                  <a:lnTo>
                    <a:pt x="29" y="85"/>
                  </a:lnTo>
                  <a:lnTo>
                    <a:pt x="19" y="81"/>
                  </a:lnTo>
                  <a:lnTo>
                    <a:pt x="8" y="75"/>
                  </a:lnTo>
                  <a:lnTo>
                    <a:pt x="0" y="66"/>
                  </a:lnTo>
                  <a:lnTo>
                    <a:pt x="4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5" name="Freeform 327">
              <a:extLst>
                <a:ext uri="{FF2B5EF4-FFF2-40B4-BE49-F238E27FC236}">
                  <a16:creationId xmlns:a16="http://schemas.microsoft.com/office/drawing/2014/main" id="{B0DB1B4A-4CC1-CA6B-66FA-1DB574542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394"/>
              <a:ext cx="15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5"/>
                <a:gd name="T46" fmla="*/ 0 h 86"/>
                <a:gd name="T47" fmla="*/ 95 w 95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5" h="86">
                  <a:moveTo>
                    <a:pt x="84" y="0"/>
                  </a:moveTo>
                  <a:lnTo>
                    <a:pt x="91" y="11"/>
                  </a:lnTo>
                  <a:lnTo>
                    <a:pt x="94" y="22"/>
                  </a:lnTo>
                  <a:lnTo>
                    <a:pt x="95" y="34"/>
                  </a:lnTo>
                  <a:lnTo>
                    <a:pt x="94" y="46"/>
                  </a:lnTo>
                  <a:lnTo>
                    <a:pt x="90" y="57"/>
                  </a:lnTo>
                  <a:lnTo>
                    <a:pt x="83" y="67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54" y="85"/>
                  </a:lnTo>
                  <a:lnTo>
                    <a:pt x="41" y="86"/>
                  </a:lnTo>
                  <a:lnTo>
                    <a:pt x="29" y="85"/>
                  </a:lnTo>
                  <a:lnTo>
                    <a:pt x="19" y="81"/>
                  </a:lnTo>
                  <a:lnTo>
                    <a:pt x="8" y="75"/>
                  </a:lnTo>
                  <a:lnTo>
                    <a:pt x="0" y="6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6" name="Freeform 328">
              <a:extLst>
                <a:ext uri="{FF2B5EF4-FFF2-40B4-BE49-F238E27FC236}">
                  <a16:creationId xmlns:a16="http://schemas.microsoft.com/office/drawing/2014/main" id="{D8766E34-3A50-F7F8-031D-4F567F457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w 96"/>
                <a:gd name="T31" fmla="*/ 0 h 86"/>
                <a:gd name="T32" fmla="*/ 0 w 96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6"/>
                <a:gd name="T52" fmla="*/ 0 h 86"/>
                <a:gd name="T53" fmla="*/ 96 w 96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6" h="86">
                  <a:moveTo>
                    <a:pt x="43" y="53"/>
                  </a:moveTo>
                  <a:lnTo>
                    <a:pt x="0" y="20"/>
                  </a:lnTo>
                  <a:lnTo>
                    <a:pt x="9" y="12"/>
                  </a:lnTo>
                  <a:lnTo>
                    <a:pt x="19" y="6"/>
                  </a:lnTo>
                  <a:lnTo>
                    <a:pt x="30" y="1"/>
                  </a:lnTo>
                  <a:lnTo>
                    <a:pt x="42" y="0"/>
                  </a:lnTo>
                  <a:lnTo>
                    <a:pt x="54" y="1"/>
                  </a:lnTo>
                  <a:lnTo>
                    <a:pt x="65" y="5"/>
                  </a:lnTo>
                  <a:lnTo>
                    <a:pt x="75" y="11"/>
                  </a:lnTo>
                  <a:lnTo>
                    <a:pt x="84" y="19"/>
                  </a:lnTo>
                  <a:lnTo>
                    <a:pt x="90" y="30"/>
                  </a:lnTo>
                  <a:lnTo>
                    <a:pt x="94" y="41"/>
                  </a:lnTo>
                  <a:lnTo>
                    <a:pt x="96" y="52"/>
                  </a:lnTo>
                  <a:lnTo>
                    <a:pt x="94" y="65"/>
                  </a:lnTo>
                  <a:lnTo>
                    <a:pt x="91" y="76"/>
                  </a:lnTo>
                  <a:lnTo>
                    <a:pt x="85" y="86"/>
                  </a:lnTo>
                  <a:lnTo>
                    <a:pt x="4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7" name="Freeform 329">
              <a:extLst>
                <a:ext uri="{FF2B5EF4-FFF2-40B4-BE49-F238E27FC236}">
                  <a16:creationId xmlns:a16="http://schemas.microsoft.com/office/drawing/2014/main" id="{0B58C014-9B6F-019A-AE5F-322251074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86"/>
                <a:gd name="T47" fmla="*/ 96 w 96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86">
                  <a:moveTo>
                    <a:pt x="0" y="20"/>
                  </a:moveTo>
                  <a:lnTo>
                    <a:pt x="9" y="12"/>
                  </a:lnTo>
                  <a:lnTo>
                    <a:pt x="19" y="6"/>
                  </a:lnTo>
                  <a:lnTo>
                    <a:pt x="30" y="1"/>
                  </a:lnTo>
                  <a:lnTo>
                    <a:pt x="42" y="0"/>
                  </a:lnTo>
                  <a:lnTo>
                    <a:pt x="54" y="1"/>
                  </a:lnTo>
                  <a:lnTo>
                    <a:pt x="65" y="5"/>
                  </a:lnTo>
                  <a:lnTo>
                    <a:pt x="75" y="11"/>
                  </a:lnTo>
                  <a:lnTo>
                    <a:pt x="84" y="19"/>
                  </a:lnTo>
                  <a:lnTo>
                    <a:pt x="90" y="30"/>
                  </a:lnTo>
                  <a:lnTo>
                    <a:pt x="94" y="41"/>
                  </a:lnTo>
                  <a:lnTo>
                    <a:pt x="96" y="52"/>
                  </a:lnTo>
                  <a:lnTo>
                    <a:pt x="94" y="65"/>
                  </a:lnTo>
                  <a:lnTo>
                    <a:pt x="91" y="76"/>
                  </a:lnTo>
                  <a:lnTo>
                    <a:pt x="85" y="8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8" name="Freeform 330">
              <a:extLst>
                <a:ext uri="{FF2B5EF4-FFF2-40B4-BE49-F238E27FC236}">
                  <a16:creationId xmlns:a16="http://schemas.microsoft.com/office/drawing/2014/main" id="{FA3E18C5-C903-C586-D4DB-DC72B72B0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055"/>
              <a:ext cx="277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1663" y="66"/>
                  </a:moveTo>
                  <a:lnTo>
                    <a:pt x="1621" y="33"/>
                  </a:lnTo>
                  <a:lnTo>
                    <a:pt x="1578" y="0"/>
                  </a:lnTo>
                  <a:lnTo>
                    <a:pt x="0" y="2033"/>
                  </a:lnTo>
                  <a:lnTo>
                    <a:pt x="42" y="2066"/>
                  </a:lnTo>
                  <a:lnTo>
                    <a:pt x="84" y="2099"/>
                  </a:lnTo>
                  <a:lnTo>
                    <a:pt x="1663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9" name="Freeform 331">
              <a:extLst>
                <a:ext uri="{FF2B5EF4-FFF2-40B4-BE49-F238E27FC236}">
                  <a16:creationId xmlns:a16="http://schemas.microsoft.com/office/drawing/2014/main" id="{D0A687BC-5750-3E9A-8B44-20F10AF0B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055"/>
              <a:ext cx="277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1663" y="66"/>
                  </a:moveTo>
                  <a:lnTo>
                    <a:pt x="1621" y="33"/>
                  </a:lnTo>
                  <a:lnTo>
                    <a:pt x="1578" y="0"/>
                  </a:lnTo>
                  <a:lnTo>
                    <a:pt x="0" y="2033"/>
                  </a:lnTo>
                  <a:lnTo>
                    <a:pt x="42" y="2066"/>
                  </a:lnTo>
                  <a:lnTo>
                    <a:pt x="84" y="2099"/>
                  </a:lnTo>
                  <a:lnTo>
                    <a:pt x="1663" y="66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0" name="Freeform 332">
              <a:extLst>
                <a:ext uri="{FF2B5EF4-FFF2-40B4-BE49-F238E27FC236}">
                  <a16:creationId xmlns:a16="http://schemas.microsoft.com/office/drawing/2014/main" id="{E8A97045-3DDD-0CC1-A959-DC14C3AC0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394"/>
              <a:ext cx="16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w 95"/>
                <a:gd name="T31" fmla="*/ 0 h 86"/>
                <a:gd name="T32" fmla="*/ 0 w 95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5"/>
                <a:gd name="T52" fmla="*/ 0 h 86"/>
                <a:gd name="T53" fmla="*/ 95 w 95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5" h="86">
                  <a:moveTo>
                    <a:pt x="53" y="33"/>
                  </a:moveTo>
                  <a:lnTo>
                    <a:pt x="95" y="66"/>
                  </a:lnTo>
                  <a:lnTo>
                    <a:pt x="87" y="75"/>
                  </a:lnTo>
                  <a:lnTo>
                    <a:pt x="76" y="81"/>
                  </a:lnTo>
                  <a:lnTo>
                    <a:pt x="66" y="85"/>
                  </a:lnTo>
                  <a:lnTo>
                    <a:pt x="54" y="86"/>
                  </a:lnTo>
                  <a:lnTo>
                    <a:pt x="41" y="85"/>
                  </a:lnTo>
                  <a:lnTo>
                    <a:pt x="31" y="82"/>
                  </a:lnTo>
                  <a:lnTo>
                    <a:pt x="20" y="76"/>
                  </a:lnTo>
                  <a:lnTo>
                    <a:pt x="12" y="67"/>
                  </a:lnTo>
                  <a:lnTo>
                    <a:pt x="5" y="57"/>
                  </a:lnTo>
                  <a:lnTo>
                    <a:pt x="1" y="46"/>
                  </a:lnTo>
                  <a:lnTo>
                    <a:pt x="0" y="34"/>
                  </a:lnTo>
                  <a:lnTo>
                    <a:pt x="1" y="22"/>
                  </a:lnTo>
                  <a:lnTo>
                    <a:pt x="4" y="11"/>
                  </a:lnTo>
                  <a:lnTo>
                    <a:pt x="11" y="0"/>
                  </a:lnTo>
                  <a:lnTo>
                    <a:pt x="53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1" name="Freeform 333">
              <a:extLst>
                <a:ext uri="{FF2B5EF4-FFF2-40B4-BE49-F238E27FC236}">
                  <a16:creationId xmlns:a16="http://schemas.microsoft.com/office/drawing/2014/main" id="{08CB9FD6-A7CD-3CD9-F01D-E92AD9592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394"/>
              <a:ext cx="16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5"/>
                <a:gd name="T46" fmla="*/ 0 h 86"/>
                <a:gd name="T47" fmla="*/ 95 w 95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5" h="86">
                  <a:moveTo>
                    <a:pt x="95" y="66"/>
                  </a:moveTo>
                  <a:lnTo>
                    <a:pt x="87" y="75"/>
                  </a:lnTo>
                  <a:lnTo>
                    <a:pt x="76" y="81"/>
                  </a:lnTo>
                  <a:lnTo>
                    <a:pt x="66" y="85"/>
                  </a:lnTo>
                  <a:lnTo>
                    <a:pt x="54" y="86"/>
                  </a:lnTo>
                  <a:lnTo>
                    <a:pt x="41" y="85"/>
                  </a:lnTo>
                  <a:lnTo>
                    <a:pt x="31" y="82"/>
                  </a:lnTo>
                  <a:lnTo>
                    <a:pt x="20" y="76"/>
                  </a:lnTo>
                  <a:lnTo>
                    <a:pt x="12" y="67"/>
                  </a:lnTo>
                  <a:lnTo>
                    <a:pt x="5" y="57"/>
                  </a:lnTo>
                  <a:lnTo>
                    <a:pt x="1" y="46"/>
                  </a:lnTo>
                  <a:lnTo>
                    <a:pt x="0" y="34"/>
                  </a:lnTo>
                  <a:lnTo>
                    <a:pt x="1" y="22"/>
                  </a:lnTo>
                  <a:lnTo>
                    <a:pt x="4" y="11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2" name="Freeform 334">
              <a:extLst>
                <a:ext uri="{FF2B5EF4-FFF2-40B4-BE49-F238E27FC236}">
                  <a16:creationId xmlns:a16="http://schemas.microsoft.com/office/drawing/2014/main" id="{7F86BA08-2271-A5E2-F037-31682DF56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3" name="Freeform 335">
              <a:extLst>
                <a:ext uri="{FF2B5EF4-FFF2-40B4-BE49-F238E27FC236}">
                  <a16:creationId xmlns:a16="http://schemas.microsoft.com/office/drawing/2014/main" id="{5CC45C54-EA87-1DFA-17CE-595BAB5B7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4" name="Freeform 336">
              <a:extLst>
                <a:ext uri="{FF2B5EF4-FFF2-40B4-BE49-F238E27FC236}">
                  <a16:creationId xmlns:a16="http://schemas.microsoft.com/office/drawing/2014/main" id="{AD125FDF-793F-7AEC-F8AC-A6926B8E4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5" name="Freeform 337">
              <a:extLst>
                <a:ext uri="{FF2B5EF4-FFF2-40B4-BE49-F238E27FC236}">
                  <a16:creationId xmlns:a16="http://schemas.microsoft.com/office/drawing/2014/main" id="{FA6561BB-6856-896D-9BCD-F40987EAA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6" name="Freeform 338">
              <a:extLst>
                <a:ext uri="{FF2B5EF4-FFF2-40B4-BE49-F238E27FC236}">
                  <a16:creationId xmlns:a16="http://schemas.microsoft.com/office/drawing/2014/main" id="{4BF8CEA2-0038-D6F8-DDF3-BA5E1ADCE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7" name="Freeform 339">
              <a:extLst>
                <a:ext uri="{FF2B5EF4-FFF2-40B4-BE49-F238E27FC236}">
                  <a16:creationId xmlns:a16="http://schemas.microsoft.com/office/drawing/2014/main" id="{1F50C27A-6FFD-4500-CAD1-AB62A4343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Group 340">
            <a:extLst>
              <a:ext uri="{FF2B5EF4-FFF2-40B4-BE49-F238E27FC236}">
                <a16:creationId xmlns:a16="http://schemas.microsoft.com/office/drawing/2014/main" id="{69CAA46A-F799-78AA-029D-AE3E8B2C3B6C}"/>
              </a:ext>
            </a:extLst>
          </p:cNvPr>
          <p:cNvGrpSpPr>
            <a:grpSpLocks/>
          </p:cNvGrpSpPr>
          <p:nvPr/>
        </p:nvGrpSpPr>
        <p:grpSpPr bwMode="auto">
          <a:xfrm>
            <a:off x="11313691" y="6425039"/>
            <a:ext cx="3394074" cy="1543050"/>
            <a:chOff x="605" y="2527"/>
            <a:chExt cx="1069" cy="486"/>
          </a:xfrm>
        </p:grpSpPr>
        <p:sp>
          <p:nvSpPr>
            <p:cNvPr id="339" name="Line 341">
              <a:extLst>
                <a:ext uri="{FF2B5EF4-FFF2-40B4-BE49-F238E27FC236}">
                  <a16:creationId xmlns:a16="http://schemas.microsoft.com/office/drawing/2014/main" id="{3EE868A2-8832-BB6F-CA1B-185049DE9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" y="2669"/>
              <a:ext cx="524" cy="34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0" name="Line 342">
              <a:extLst>
                <a:ext uri="{FF2B5EF4-FFF2-40B4-BE49-F238E27FC236}">
                  <a16:creationId xmlns:a16="http://schemas.microsoft.com/office/drawing/2014/main" id="{02161A47-5591-D72B-70DF-781ACFA45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" y="3012"/>
              <a:ext cx="1069" cy="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1" name="Line 343">
              <a:extLst>
                <a:ext uri="{FF2B5EF4-FFF2-40B4-BE49-F238E27FC236}">
                  <a16:creationId xmlns:a16="http://schemas.microsoft.com/office/drawing/2014/main" id="{A12C8E63-6F8A-AB84-6970-D7210DF50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" y="2527"/>
              <a:ext cx="169" cy="48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2" name="Freeform 344">
              <a:extLst>
                <a:ext uri="{FF2B5EF4-FFF2-40B4-BE49-F238E27FC236}">
                  <a16:creationId xmlns:a16="http://schemas.microsoft.com/office/drawing/2014/main" id="{64BF69F1-683E-10B2-C03A-25372E274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2865"/>
              <a:ext cx="66" cy="5"/>
            </a:xfrm>
            <a:custGeom>
              <a:avLst/>
              <a:gdLst>
                <a:gd name="T0" fmla="*/ 0 w 461"/>
                <a:gd name="T1" fmla="*/ 0 h 39"/>
                <a:gd name="T2" fmla="*/ 0 w 461"/>
                <a:gd name="T3" fmla="*/ 0 h 39"/>
                <a:gd name="T4" fmla="*/ 0 w 461"/>
                <a:gd name="T5" fmla="*/ 0 h 39"/>
                <a:gd name="T6" fmla="*/ 0 w 46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1"/>
                <a:gd name="T13" fmla="*/ 0 h 39"/>
                <a:gd name="T14" fmla="*/ 461 w 46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1" h="39">
                  <a:moveTo>
                    <a:pt x="0" y="39"/>
                  </a:moveTo>
                  <a:lnTo>
                    <a:pt x="461" y="16"/>
                  </a:lnTo>
                  <a:lnTo>
                    <a:pt x="424" y="0"/>
                  </a:lnTo>
                  <a:lnTo>
                    <a:pt x="346" y="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3" name="Freeform 345">
              <a:extLst>
                <a:ext uri="{FF2B5EF4-FFF2-40B4-BE49-F238E27FC236}">
                  <a16:creationId xmlns:a16="http://schemas.microsoft.com/office/drawing/2014/main" id="{51B3CF9B-9ED8-0697-C283-7B51C3FC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" y="2905"/>
              <a:ext cx="47" cy="5"/>
            </a:xfrm>
            <a:custGeom>
              <a:avLst/>
              <a:gdLst>
                <a:gd name="T0" fmla="*/ 0 w 333"/>
                <a:gd name="T1" fmla="*/ 0 h 38"/>
                <a:gd name="T2" fmla="*/ 0 w 333"/>
                <a:gd name="T3" fmla="*/ 0 h 38"/>
                <a:gd name="T4" fmla="*/ 0 w 333"/>
                <a:gd name="T5" fmla="*/ 0 h 38"/>
                <a:gd name="T6" fmla="*/ 0 w 333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3"/>
                <a:gd name="T13" fmla="*/ 0 h 38"/>
                <a:gd name="T14" fmla="*/ 333 w 333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3" h="38">
                  <a:moveTo>
                    <a:pt x="273" y="15"/>
                  </a:moveTo>
                  <a:lnTo>
                    <a:pt x="314" y="0"/>
                  </a:lnTo>
                  <a:lnTo>
                    <a:pt x="333" y="8"/>
                  </a:lnTo>
                  <a:lnTo>
                    <a:pt x="0" y="3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4" name="Freeform 346">
              <a:extLst>
                <a:ext uri="{FF2B5EF4-FFF2-40B4-BE49-F238E27FC236}">
                  <a16:creationId xmlns:a16="http://schemas.microsoft.com/office/drawing/2014/main" id="{4C6AB68C-8A65-E345-38D2-855D4ECE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956"/>
              <a:ext cx="87" cy="2"/>
            </a:xfrm>
            <a:custGeom>
              <a:avLst/>
              <a:gdLst>
                <a:gd name="T0" fmla="*/ 0 w 611"/>
                <a:gd name="T1" fmla="*/ 0 h 15"/>
                <a:gd name="T2" fmla="*/ 0 w 611"/>
                <a:gd name="T3" fmla="*/ 0 h 15"/>
                <a:gd name="T4" fmla="*/ 0 w 611"/>
                <a:gd name="T5" fmla="*/ 0 h 15"/>
                <a:gd name="T6" fmla="*/ 0 w 611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1"/>
                <a:gd name="T13" fmla="*/ 0 h 15"/>
                <a:gd name="T14" fmla="*/ 611 w 611"/>
                <a:gd name="T15" fmla="*/ 15 h 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1" h="15">
                  <a:moveTo>
                    <a:pt x="0" y="15"/>
                  </a:moveTo>
                  <a:lnTo>
                    <a:pt x="611" y="8"/>
                  </a:lnTo>
                  <a:lnTo>
                    <a:pt x="587" y="0"/>
                  </a:lnTo>
                  <a:lnTo>
                    <a:pt x="520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5" name="Freeform 347">
              <a:extLst>
                <a:ext uri="{FF2B5EF4-FFF2-40B4-BE49-F238E27FC236}">
                  <a16:creationId xmlns:a16="http://schemas.microsoft.com/office/drawing/2014/main" id="{67BE5FE6-AB24-32D2-1E36-887C88926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2844"/>
              <a:ext cx="57" cy="82"/>
            </a:xfrm>
            <a:custGeom>
              <a:avLst/>
              <a:gdLst>
                <a:gd name="T0" fmla="*/ 0 w 394"/>
                <a:gd name="T1" fmla="*/ 0 h 568"/>
                <a:gd name="T2" fmla="*/ 0 w 394"/>
                <a:gd name="T3" fmla="*/ 0 h 568"/>
                <a:gd name="T4" fmla="*/ 0 w 394"/>
                <a:gd name="T5" fmla="*/ 0 h 568"/>
                <a:gd name="T6" fmla="*/ 0 w 394"/>
                <a:gd name="T7" fmla="*/ 0 h 568"/>
                <a:gd name="T8" fmla="*/ 0 w 394"/>
                <a:gd name="T9" fmla="*/ 0 h 568"/>
                <a:gd name="T10" fmla="*/ 0 w 394"/>
                <a:gd name="T11" fmla="*/ 0 h 568"/>
                <a:gd name="T12" fmla="*/ 0 w 394"/>
                <a:gd name="T13" fmla="*/ 0 h 568"/>
                <a:gd name="T14" fmla="*/ 0 w 394"/>
                <a:gd name="T15" fmla="*/ 0 h 5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4"/>
                <a:gd name="T25" fmla="*/ 0 h 568"/>
                <a:gd name="T26" fmla="*/ 394 w 394"/>
                <a:gd name="T27" fmla="*/ 568 h 5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4" h="568">
                  <a:moveTo>
                    <a:pt x="394" y="0"/>
                  </a:moveTo>
                  <a:lnTo>
                    <a:pt x="394" y="45"/>
                  </a:lnTo>
                  <a:lnTo>
                    <a:pt x="339" y="159"/>
                  </a:lnTo>
                  <a:lnTo>
                    <a:pt x="266" y="280"/>
                  </a:lnTo>
                  <a:lnTo>
                    <a:pt x="200" y="371"/>
                  </a:lnTo>
                  <a:lnTo>
                    <a:pt x="127" y="454"/>
                  </a:lnTo>
                  <a:lnTo>
                    <a:pt x="66" y="515"/>
                  </a:lnTo>
                  <a:lnTo>
                    <a:pt x="0" y="5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6" name="Freeform 348">
              <a:extLst>
                <a:ext uri="{FF2B5EF4-FFF2-40B4-BE49-F238E27FC236}">
                  <a16:creationId xmlns:a16="http://schemas.microsoft.com/office/drawing/2014/main" id="{29EE3E91-936F-D189-8FDB-D308B27B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2890"/>
              <a:ext cx="2" cy="92"/>
            </a:xfrm>
            <a:custGeom>
              <a:avLst/>
              <a:gdLst>
                <a:gd name="T0" fmla="*/ 0 w 12"/>
                <a:gd name="T1" fmla="*/ 0 h 644"/>
                <a:gd name="T2" fmla="*/ 0 w 12"/>
                <a:gd name="T3" fmla="*/ 0 h 644"/>
                <a:gd name="T4" fmla="*/ 0 w 12"/>
                <a:gd name="T5" fmla="*/ 0 h 644"/>
                <a:gd name="T6" fmla="*/ 0 w 12"/>
                <a:gd name="T7" fmla="*/ 0 h 644"/>
                <a:gd name="T8" fmla="*/ 0 w 12"/>
                <a:gd name="T9" fmla="*/ 0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644"/>
                <a:gd name="T17" fmla="*/ 12 w 12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644">
                  <a:moveTo>
                    <a:pt x="12" y="0"/>
                  </a:moveTo>
                  <a:lnTo>
                    <a:pt x="12" y="357"/>
                  </a:lnTo>
                  <a:lnTo>
                    <a:pt x="7" y="644"/>
                  </a:lnTo>
                  <a:lnTo>
                    <a:pt x="0" y="584"/>
                  </a:lnTo>
                  <a:lnTo>
                    <a:pt x="12" y="45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7" name="Freeform 349">
              <a:extLst>
                <a:ext uri="{FF2B5EF4-FFF2-40B4-BE49-F238E27FC236}">
                  <a16:creationId xmlns:a16="http://schemas.microsoft.com/office/drawing/2014/main" id="{D1F0CF62-892A-360F-A374-E1A024C47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2864"/>
              <a:ext cx="56" cy="52"/>
            </a:xfrm>
            <a:custGeom>
              <a:avLst/>
              <a:gdLst>
                <a:gd name="T0" fmla="*/ 0 w 387"/>
                <a:gd name="T1" fmla="*/ 0 h 363"/>
                <a:gd name="T2" fmla="*/ 0 w 387"/>
                <a:gd name="T3" fmla="*/ 0 h 363"/>
                <a:gd name="T4" fmla="*/ 0 w 387"/>
                <a:gd name="T5" fmla="*/ 0 h 363"/>
                <a:gd name="T6" fmla="*/ 0 w 387"/>
                <a:gd name="T7" fmla="*/ 0 h 363"/>
                <a:gd name="T8" fmla="*/ 0 w 387"/>
                <a:gd name="T9" fmla="*/ 0 h 363"/>
                <a:gd name="T10" fmla="*/ 0 w 387"/>
                <a:gd name="T11" fmla="*/ 0 h 363"/>
                <a:gd name="T12" fmla="*/ 0 w 387"/>
                <a:gd name="T13" fmla="*/ 0 h 3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7"/>
                <a:gd name="T22" fmla="*/ 0 h 363"/>
                <a:gd name="T23" fmla="*/ 387 w 387"/>
                <a:gd name="T24" fmla="*/ 363 h 3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7" h="363">
                  <a:moveTo>
                    <a:pt x="0" y="0"/>
                  </a:moveTo>
                  <a:lnTo>
                    <a:pt x="79" y="98"/>
                  </a:lnTo>
                  <a:lnTo>
                    <a:pt x="187" y="250"/>
                  </a:lnTo>
                  <a:lnTo>
                    <a:pt x="255" y="356"/>
                  </a:lnTo>
                  <a:lnTo>
                    <a:pt x="387" y="363"/>
                  </a:lnTo>
                  <a:lnTo>
                    <a:pt x="255" y="341"/>
                  </a:lnTo>
                  <a:lnTo>
                    <a:pt x="207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8" name="Freeform 350">
              <a:extLst>
                <a:ext uri="{FF2B5EF4-FFF2-40B4-BE49-F238E27FC236}">
                  <a16:creationId xmlns:a16="http://schemas.microsoft.com/office/drawing/2014/main" id="{F1DA31B1-91CD-41EE-20CA-0C4FF7BBE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854"/>
              <a:ext cx="87" cy="8"/>
            </a:xfrm>
            <a:custGeom>
              <a:avLst/>
              <a:gdLst>
                <a:gd name="T0" fmla="*/ 0 w 612"/>
                <a:gd name="T1" fmla="*/ 0 h 53"/>
                <a:gd name="T2" fmla="*/ 0 w 612"/>
                <a:gd name="T3" fmla="*/ 0 h 53"/>
                <a:gd name="T4" fmla="*/ 0 w 612"/>
                <a:gd name="T5" fmla="*/ 0 h 53"/>
                <a:gd name="T6" fmla="*/ 0 w 61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2"/>
                <a:gd name="T13" fmla="*/ 0 h 53"/>
                <a:gd name="T14" fmla="*/ 612 w 61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2" h="53">
                  <a:moveTo>
                    <a:pt x="0" y="53"/>
                  </a:moveTo>
                  <a:lnTo>
                    <a:pt x="612" y="15"/>
                  </a:lnTo>
                  <a:lnTo>
                    <a:pt x="588" y="0"/>
                  </a:lnTo>
                  <a:lnTo>
                    <a:pt x="533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9" name="Freeform 351">
              <a:extLst>
                <a:ext uri="{FF2B5EF4-FFF2-40B4-BE49-F238E27FC236}">
                  <a16:creationId xmlns:a16="http://schemas.microsoft.com/office/drawing/2014/main" id="{28303CA6-8A4F-5851-42D8-5309100C8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861"/>
              <a:ext cx="5" cy="30"/>
            </a:xfrm>
            <a:custGeom>
              <a:avLst/>
              <a:gdLst>
                <a:gd name="T0" fmla="*/ 0 w 36"/>
                <a:gd name="T1" fmla="*/ 0 h 212"/>
                <a:gd name="T2" fmla="*/ 0 w 36"/>
                <a:gd name="T3" fmla="*/ 0 h 212"/>
                <a:gd name="T4" fmla="*/ 0 w 36"/>
                <a:gd name="T5" fmla="*/ 0 h 212"/>
                <a:gd name="T6" fmla="*/ 0 60000 65536"/>
                <a:gd name="T7" fmla="*/ 0 60000 65536"/>
                <a:gd name="T8" fmla="*/ 0 60000 65536"/>
                <a:gd name="T9" fmla="*/ 0 w 36"/>
                <a:gd name="T10" fmla="*/ 0 h 212"/>
                <a:gd name="T11" fmla="*/ 36 w 36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212">
                  <a:moveTo>
                    <a:pt x="36" y="0"/>
                  </a:moveTo>
                  <a:lnTo>
                    <a:pt x="36" y="53"/>
                  </a:lnTo>
                  <a:lnTo>
                    <a:pt x="0" y="21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0" name="Freeform 352">
              <a:extLst>
                <a:ext uri="{FF2B5EF4-FFF2-40B4-BE49-F238E27FC236}">
                  <a16:creationId xmlns:a16="http://schemas.microsoft.com/office/drawing/2014/main" id="{4E64BA03-1E62-4823-6D02-ABBD856B2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2887"/>
              <a:ext cx="54" cy="86"/>
            </a:xfrm>
            <a:custGeom>
              <a:avLst/>
              <a:gdLst>
                <a:gd name="T0" fmla="*/ 0 w 376"/>
                <a:gd name="T1" fmla="*/ 0 h 606"/>
                <a:gd name="T2" fmla="*/ 0 w 376"/>
                <a:gd name="T3" fmla="*/ 0 h 606"/>
                <a:gd name="T4" fmla="*/ 0 w 376"/>
                <a:gd name="T5" fmla="*/ 0 h 606"/>
                <a:gd name="T6" fmla="*/ 0 w 376"/>
                <a:gd name="T7" fmla="*/ 0 h 606"/>
                <a:gd name="T8" fmla="*/ 0 w 376"/>
                <a:gd name="T9" fmla="*/ 0 h 606"/>
                <a:gd name="T10" fmla="*/ 0 w 376"/>
                <a:gd name="T11" fmla="*/ 0 h 606"/>
                <a:gd name="T12" fmla="*/ 0 w 376"/>
                <a:gd name="T13" fmla="*/ 0 h 606"/>
                <a:gd name="T14" fmla="*/ 0 w 376"/>
                <a:gd name="T15" fmla="*/ 0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6"/>
                <a:gd name="T25" fmla="*/ 0 h 606"/>
                <a:gd name="T26" fmla="*/ 376 w 376"/>
                <a:gd name="T27" fmla="*/ 606 h 6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6" h="606">
                  <a:moveTo>
                    <a:pt x="0" y="0"/>
                  </a:moveTo>
                  <a:lnTo>
                    <a:pt x="12" y="61"/>
                  </a:lnTo>
                  <a:lnTo>
                    <a:pt x="25" y="416"/>
                  </a:lnTo>
                  <a:lnTo>
                    <a:pt x="30" y="606"/>
                  </a:lnTo>
                  <a:lnTo>
                    <a:pt x="18" y="545"/>
                  </a:lnTo>
                  <a:lnTo>
                    <a:pt x="376" y="507"/>
                  </a:lnTo>
                  <a:lnTo>
                    <a:pt x="357" y="500"/>
                  </a:lnTo>
                  <a:lnTo>
                    <a:pt x="327" y="5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1" name="Freeform 353">
              <a:extLst>
                <a:ext uri="{FF2B5EF4-FFF2-40B4-BE49-F238E27FC236}">
                  <a16:creationId xmlns:a16="http://schemas.microsoft.com/office/drawing/2014/main" id="{B7C44E03-C41A-C505-6C87-B4307771A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2884"/>
              <a:ext cx="66" cy="85"/>
            </a:xfrm>
            <a:custGeom>
              <a:avLst/>
              <a:gdLst>
                <a:gd name="T0" fmla="*/ 0 w 466"/>
                <a:gd name="T1" fmla="*/ 0 h 591"/>
                <a:gd name="T2" fmla="*/ 0 w 466"/>
                <a:gd name="T3" fmla="*/ 0 h 591"/>
                <a:gd name="T4" fmla="*/ 0 w 466"/>
                <a:gd name="T5" fmla="*/ 0 h 591"/>
                <a:gd name="T6" fmla="*/ 0 w 466"/>
                <a:gd name="T7" fmla="*/ 0 h 591"/>
                <a:gd name="T8" fmla="*/ 0 w 466"/>
                <a:gd name="T9" fmla="*/ 0 h 591"/>
                <a:gd name="T10" fmla="*/ 0 w 466"/>
                <a:gd name="T11" fmla="*/ 0 h 591"/>
                <a:gd name="T12" fmla="*/ 0 w 466"/>
                <a:gd name="T13" fmla="*/ 0 h 591"/>
                <a:gd name="T14" fmla="*/ 0 w 466"/>
                <a:gd name="T15" fmla="*/ 0 h 5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6"/>
                <a:gd name="T25" fmla="*/ 0 h 591"/>
                <a:gd name="T26" fmla="*/ 466 w 466"/>
                <a:gd name="T27" fmla="*/ 591 h 59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6" h="591">
                  <a:moveTo>
                    <a:pt x="370" y="522"/>
                  </a:moveTo>
                  <a:lnTo>
                    <a:pt x="418" y="591"/>
                  </a:lnTo>
                  <a:lnTo>
                    <a:pt x="425" y="552"/>
                  </a:lnTo>
                  <a:lnTo>
                    <a:pt x="436" y="303"/>
                  </a:lnTo>
                  <a:lnTo>
                    <a:pt x="448" y="0"/>
                  </a:lnTo>
                  <a:lnTo>
                    <a:pt x="466" y="15"/>
                  </a:lnTo>
                  <a:lnTo>
                    <a:pt x="195" y="45"/>
                  </a:lnTo>
                  <a:lnTo>
                    <a:pt x="0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2" name="Line 354">
              <a:extLst>
                <a:ext uri="{FF2B5EF4-FFF2-40B4-BE49-F238E27FC236}">
                  <a16:creationId xmlns:a16="http://schemas.microsoft.com/office/drawing/2014/main" id="{62CFDF1F-D983-71B2-2F71-A8AB2F294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" y="2893"/>
              <a:ext cx="1" cy="6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3" name="Freeform 355">
              <a:extLst>
                <a:ext uri="{FF2B5EF4-FFF2-40B4-BE49-F238E27FC236}">
                  <a16:creationId xmlns:a16="http://schemas.microsoft.com/office/drawing/2014/main" id="{BEE5EA74-06FE-62C1-FC4E-AA4204D20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2932"/>
              <a:ext cx="14" cy="3"/>
            </a:xfrm>
            <a:custGeom>
              <a:avLst/>
              <a:gdLst>
                <a:gd name="T0" fmla="*/ 0 w 98"/>
                <a:gd name="T1" fmla="*/ 0 h 22"/>
                <a:gd name="T2" fmla="*/ 0 w 98"/>
                <a:gd name="T3" fmla="*/ 0 h 22"/>
                <a:gd name="T4" fmla="*/ 0 w 98"/>
                <a:gd name="T5" fmla="*/ 0 h 22"/>
                <a:gd name="T6" fmla="*/ 0 w 98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8"/>
                <a:gd name="T13" fmla="*/ 0 h 22"/>
                <a:gd name="T14" fmla="*/ 98 w 98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8" h="22">
                  <a:moveTo>
                    <a:pt x="0" y="22"/>
                  </a:moveTo>
                  <a:lnTo>
                    <a:pt x="98" y="6"/>
                  </a:lnTo>
                  <a:lnTo>
                    <a:pt x="80" y="0"/>
                  </a:lnTo>
                  <a:lnTo>
                    <a:pt x="61" y="1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4" name="Freeform 356">
              <a:extLst>
                <a:ext uri="{FF2B5EF4-FFF2-40B4-BE49-F238E27FC236}">
                  <a16:creationId xmlns:a16="http://schemas.microsoft.com/office/drawing/2014/main" id="{FD7B506A-74EF-88B1-AFBD-A52F9941D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2910"/>
              <a:ext cx="15" cy="5"/>
            </a:xfrm>
            <a:custGeom>
              <a:avLst/>
              <a:gdLst>
                <a:gd name="T0" fmla="*/ 0 w 108"/>
                <a:gd name="T1" fmla="*/ 0 h 30"/>
                <a:gd name="T2" fmla="*/ 0 w 108"/>
                <a:gd name="T3" fmla="*/ 0 h 30"/>
                <a:gd name="T4" fmla="*/ 0 w 108"/>
                <a:gd name="T5" fmla="*/ 0 h 30"/>
                <a:gd name="T6" fmla="*/ 0 w 108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0" y="30"/>
                  </a:moveTo>
                  <a:lnTo>
                    <a:pt x="108" y="7"/>
                  </a:lnTo>
                  <a:lnTo>
                    <a:pt x="90" y="0"/>
                  </a:lnTo>
                  <a:lnTo>
                    <a:pt x="73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5" name="Line 357">
              <a:extLst>
                <a:ext uri="{FF2B5EF4-FFF2-40B4-BE49-F238E27FC236}">
                  <a16:creationId xmlns:a16="http://schemas.microsoft.com/office/drawing/2014/main" id="{EF6CE9F0-B885-83D5-4331-CCA7F47CB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6" y="2891"/>
              <a:ext cx="3" cy="69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6" name="Freeform 358">
              <a:extLst>
                <a:ext uri="{FF2B5EF4-FFF2-40B4-BE49-F238E27FC236}">
                  <a16:creationId xmlns:a16="http://schemas.microsoft.com/office/drawing/2014/main" id="{F7E06FB9-D000-34AD-D99A-91B25BE82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848"/>
              <a:ext cx="11" cy="44"/>
            </a:xfrm>
            <a:custGeom>
              <a:avLst/>
              <a:gdLst>
                <a:gd name="T0" fmla="*/ 0 w 79"/>
                <a:gd name="T1" fmla="*/ 0 h 311"/>
                <a:gd name="T2" fmla="*/ 0 w 79"/>
                <a:gd name="T3" fmla="*/ 0 h 311"/>
                <a:gd name="T4" fmla="*/ 0 w 79"/>
                <a:gd name="T5" fmla="*/ 0 h 311"/>
                <a:gd name="T6" fmla="*/ 0 w 79"/>
                <a:gd name="T7" fmla="*/ 0 h 3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"/>
                <a:gd name="T13" fmla="*/ 0 h 311"/>
                <a:gd name="T14" fmla="*/ 79 w 79"/>
                <a:gd name="T15" fmla="*/ 311 h 3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" h="311">
                  <a:moveTo>
                    <a:pt x="79" y="0"/>
                  </a:moveTo>
                  <a:lnTo>
                    <a:pt x="66" y="69"/>
                  </a:lnTo>
                  <a:lnTo>
                    <a:pt x="25" y="220"/>
                  </a:lnTo>
                  <a:lnTo>
                    <a:pt x="0" y="31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7" name="Freeform 359">
              <a:extLst>
                <a:ext uri="{FF2B5EF4-FFF2-40B4-BE49-F238E27FC236}">
                  <a16:creationId xmlns:a16="http://schemas.microsoft.com/office/drawing/2014/main" id="{28D8D918-766E-BF1B-5AD2-241A6F895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" y="2883"/>
              <a:ext cx="35" cy="81"/>
            </a:xfrm>
            <a:custGeom>
              <a:avLst/>
              <a:gdLst>
                <a:gd name="T0" fmla="*/ 0 w 242"/>
                <a:gd name="T1" fmla="*/ 0 h 567"/>
                <a:gd name="T2" fmla="*/ 0 w 242"/>
                <a:gd name="T3" fmla="*/ 0 h 567"/>
                <a:gd name="T4" fmla="*/ 0 w 242"/>
                <a:gd name="T5" fmla="*/ 0 h 567"/>
                <a:gd name="T6" fmla="*/ 0 w 242"/>
                <a:gd name="T7" fmla="*/ 0 h 567"/>
                <a:gd name="T8" fmla="*/ 0 w 242"/>
                <a:gd name="T9" fmla="*/ 0 h 567"/>
                <a:gd name="T10" fmla="*/ 0 w 242"/>
                <a:gd name="T11" fmla="*/ 0 h 567"/>
                <a:gd name="T12" fmla="*/ 0 w 242"/>
                <a:gd name="T13" fmla="*/ 0 h 567"/>
                <a:gd name="T14" fmla="*/ 0 w 242"/>
                <a:gd name="T15" fmla="*/ 0 h 567"/>
                <a:gd name="T16" fmla="*/ 0 w 242"/>
                <a:gd name="T17" fmla="*/ 0 h 567"/>
                <a:gd name="T18" fmla="*/ 0 w 242"/>
                <a:gd name="T19" fmla="*/ 0 h 567"/>
                <a:gd name="T20" fmla="*/ 0 w 242"/>
                <a:gd name="T21" fmla="*/ 0 h 567"/>
                <a:gd name="T22" fmla="*/ 0 w 242"/>
                <a:gd name="T23" fmla="*/ 0 h 567"/>
                <a:gd name="T24" fmla="*/ 0 w 242"/>
                <a:gd name="T25" fmla="*/ 0 h 567"/>
                <a:gd name="T26" fmla="*/ 0 w 242"/>
                <a:gd name="T27" fmla="*/ 0 h 567"/>
                <a:gd name="T28" fmla="*/ 0 w 242"/>
                <a:gd name="T29" fmla="*/ 0 h 56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2"/>
                <a:gd name="T46" fmla="*/ 0 h 567"/>
                <a:gd name="T47" fmla="*/ 242 w 242"/>
                <a:gd name="T48" fmla="*/ 567 h 56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2" h="567">
                  <a:moveTo>
                    <a:pt x="0" y="0"/>
                  </a:moveTo>
                  <a:lnTo>
                    <a:pt x="18" y="68"/>
                  </a:lnTo>
                  <a:lnTo>
                    <a:pt x="24" y="256"/>
                  </a:lnTo>
                  <a:lnTo>
                    <a:pt x="18" y="416"/>
                  </a:lnTo>
                  <a:lnTo>
                    <a:pt x="24" y="567"/>
                  </a:lnTo>
                  <a:lnTo>
                    <a:pt x="12" y="499"/>
                  </a:lnTo>
                  <a:lnTo>
                    <a:pt x="157" y="484"/>
                  </a:lnTo>
                  <a:lnTo>
                    <a:pt x="194" y="529"/>
                  </a:lnTo>
                  <a:lnTo>
                    <a:pt x="199" y="559"/>
                  </a:lnTo>
                  <a:lnTo>
                    <a:pt x="205" y="347"/>
                  </a:lnTo>
                  <a:lnTo>
                    <a:pt x="217" y="38"/>
                  </a:lnTo>
                  <a:lnTo>
                    <a:pt x="217" y="0"/>
                  </a:lnTo>
                  <a:lnTo>
                    <a:pt x="242" y="30"/>
                  </a:lnTo>
                  <a:lnTo>
                    <a:pt x="194" y="44"/>
                  </a:lnTo>
                  <a:lnTo>
                    <a:pt x="24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8" name="Line 360">
              <a:extLst>
                <a:ext uri="{FF2B5EF4-FFF2-40B4-BE49-F238E27FC236}">
                  <a16:creationId xmlns:a16="http://schemas.microsoft.com/office/drawing/2014/main" id="{4BB149D4-6906-D7A1-4DBB-F0B35990F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919"/>
              <a:ext cx="19" cy="2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9" name="Freeform 361">
              <a:extLst>
                <a:ext uri="{FF2B5EF4-FFF2-40B4-BE49-F238E27FC236}">
                  <a16:creationId xmlns:a16="http://schemas.microsoft.com/office/drawing/2014/main" id="{CAC1D556-E5E8-2317-0BB5-7BE4AE0CA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" y="2846"/>
              <a:ext cx="18" cy="74"/>
            </a:xfrm>
            <a:custGeom>
              <a:avLst/>
              <a:gdLst>
                <a:gd name="T0" fmla="*/ 0 w 127"/>
                <a:gd name="T1" fmla="*/ 0 h 521"/>
                <a:gd name="T2" fmla="*/ 0 w 127"/>
                <a:gd name="T3" fmla="*/ 0 h 521"/>
                <a:gd name="T4" fmla="*/ 0 w 127"/>
                <a:gd name="T5" fmla="*/ 0 h 521"/>
                <a:gd name="T6" fmla="*/ 0 w 127"/>
                <a:gd name="T7" fmla="*/ 0 h 521"/>
                <a:gd name="T8" fmla="*/ 0 w 127"/>
                <a:gd name="T9" fmla="*/ 0 h 521"/>
                <a:gd name="T10" fmla="*/ 0 w 127"/>
                <a:gd name="T11" fmla="*/ 0 h 521"/>
                <a:gd name="T12" fmla="*/ 0 w 127"/>
                <a:gd name="T13" fmla="*/ 0 h 5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7"/>
                <a:gd name="T22" fmla="*/ 0 h 521"/>
                <a:gd name="T23" fmla="*/ 127 w 127"/>
                <a:gd name="T24" fmla="*/ 521 h 5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7" h="521">
                  <a:moveTo>
                    <a:pt x="122" y="0"/>
                  </a:moveTo>
                  <a:lnTo>
                    <a:pt x="127" y="52"/>
                  </a:lnTo>
                  <a:lnTo>
                    <a:pt x="97" y="181"/>
                  </a:lnTo>
                  <a:lnTo>
                    <a:pt x="67" y="317"/>
                  </a:lnTo>
                  <a:lnTo>
                    <a:pt x="36" y="416"/>
                  </a:lnTo>
                  <a:lnTo>
                    <a:pt x="12" y="484"/>
                  </a:lnTo>
                  <a:lnTo>
                    <a:pt x="0" y="52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0" name="Freeform 362">
              <a:extLst>
                <a:ext uri="{FF2B5EF4-FFF2-40B4-BE49-F238E27FC236}">
                  <a16:creationId xmlns:a16="http://schemas.microsoft.com/office/drawing/2014/main" id="{2FCE0599-0A1C-4841-5B36-28B1D6882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2881"/>
              <a:ext cx="38" cy="100"/>
            </a:xfrm>
            <a:custGeom>
              <a:avLst/>
              <a:gdLst>
                <a:gd name="T0" fmla="*/ 0 w 266"/>
                <a:gd name="T1" fmla="*/ 0 h 697"/>
                <a:gd name="T2" fmla="*/ 0 w 266"/>
                <a:gd name="T3" fmla="*/ 0 h 697"/>
                <a:gd name="T4" fmla="*/ 0 w 266"/>
                <a:gd name="T5" fmla="*/ 0 h 697"/>
                <a:gd name="T6" fmla="*/ 0 w 266"/>
                <a:gd name="T7" fmla="*/ 0 h 697"/>
                <a:gd name="T8" fmla="*/ 0 w 266"/>
                <a:gd name="T9" fmla="*/ 0 h 697"/>
                <a:gd name="T10" fmla="*/ 0 w 266"/>
                <a:gd name="T11" fmla="*/ 0 h 697"/>
                <a:gd name="T12" fmla="*/ 0 w 266"/>
                <a:gd name="T13" fmla="*/ 0 h 697"/>
                <a:gd name="T14" fmla="*/ 0 w 266"/>
                <a:gd name="T15" fmla="*/ 0 h 697"/>
                <a:gd name="T16" fmla="*/ 0 w 266"/>
                <a:gd name="T17" fmla="*/ 0 h 697"/>
                <a:gd name="T18" fmla="*/ 0 w 266"/>
                <a:gd name="T19" fmla="*/ 0 h 697"/>
                <a:gd name="T20" fmla="*/ 0 w 266"/>
                <a:gd name="T21" fmla="*/ 0 h 697"/>
                <a:gd name="T22" fmla="*/ 0 w 266"/>
                <a:gd name="T23" fmla="*/ 0 h 697"/>
                <a:gd name="T24" fmla="*/ 0 w 266"/>
                <a:gd name="T25" fmla="*/ 0 h 697"/>
                <a:gd name="T26" fmla="*/ 0 w 266"/>
                <a:gd name="T27" fmla="*/ 0 h 6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6"/>
                <a:gd name="T43" fmla="*/ 0 h 697"/>
                <a:gd name="T44" fmla="*/ 266 w 266"/>
                <a:gd name="T45" fmla="*/ 697 h 69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6" h="697">
                  <a:moveTo>
                    <a:pt x="0" y="68"/>
                  </a:moveTo>
                  <a:lnTo>
                    <a:pt x="133" y="60"/>
                  </a:lnTo>
                  <a:lnTo>
                    <a:pt x="139" y="60"/>
                  </a:lnTo>
                  <a:lnTo>
                    <a:pt x="248" y="38"/>
                  </a:lnTo>
                  <a:lnTo>
                    <a:pt x="266" y="30"/>
                  </a:lnTo>
                  <a:lnTo>
                    <a:pt x="248" y="0"/>
                  </a:lnTo>
                  <a:lnTo>
                    <a:pt x="235" y="137"/>
                  </a:lnTo>
                  <a:lnTo>
                    <a:pt x="230" y="280"/>
                  </a:lnTo>
                  <a:lnTo>
                    <a:pt x="212" y="417"/>
                  </a:lnTo>
                  <a:lnTo>
                    <a:pt x="194" y="545"/>
                  </a:lnTo>
                  <a:lnTo>
                    <a:pt x="169" y="629"/>
                  </a:lnTo>
                  <a:lnTo>
                    <a:pt x="144" y="697"/>
                  </a:lnTo>
                  <a:lnTo>
                    <a:pt x="42" y="545"/>
                  </a:lnTo>
                  <a:lnTo>
                    <a:pt x="151" y="68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1" name="Freeform 363">
              <a:extLst>
                <a:ext uri="{FF2B5EF4-FFF2-40B4-BE49-F238E27FC236}">
                  <a16:creationId xmlns:a16="http://schemas.microsoft.com/office/drawing/2014/main" id="{67222E50-466A-1661-0E85-034E25301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910"/>
              <a:ext cx="11" cy="25"/>
            </a:xfrm>
            <a:custGeom>
              <a:avLst/>
              <a:gdLst>
                <a:gd name="T0" fmla="*/ 0 w 78"/>
                <a:gd name="T1" fmla="*/ 0 h 174"/>
                <a:gd name="T2" fmla="*/ 0 w 78"/>
                <a:gd name="T3" fmla="*/ 0 h 174"/>
                <a:gd name="T4" fmla="*/ 0 w 78"/>
                <a:gd name="T5" fmla="*/ 0 h 174"/>
                <a:gd name="T6" fmla="*/ 0 w 78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174"/>
                <a:gd name="T14" fmla="*/ 78 w 78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174">
                  <a:moveTo>
                    <a:pt x="0" y="0"/>
                  </a:moveTo>
                  <a:lnTo>
                    <a:pt x="66" y="113"/>
                  </a:lnTo>
                  <a:lnTo>
                    <a:pt x="72" y="136"/>
                  </a:lnTo>
                  <a:lnTo>
                    <a:pt x="78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2" name="Freeform 364">
              <a:extLst>
                <a:ext uri="{FF2B5EF4-FFF2-40B4-BE49-F238E27FC236}">
                  <a16:creationId xmlns:a16="http://schemas.microsoft.com/office/drawing/2014/main" id="{A1E89E35-3A8A-6A34-77BE-D1D64377A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2853"/>
              <a:ext cx="48" cy="71"/>
            </a:xfrm>
            <a:custGeom>
              <a:avLst/>
              <a:gdLst>
                <a:gd name="T0" fmla="*/ 0 w 334"/>
                <a:gd name="T1" fmla="*/ 0 h 500"/>
                <a:gd name="T2" fmla="*/ 0 w 334"/>
                <a:gd name="T3" fmla="*/ 0 h 500"/>
                <a:gd name="T4" fmla="*/ 0 w 334"/>
                <a:gd name="T5" fmla="*/ 0 h 500"/>
                <a:gd name="T6" fmla="*/ 0 w 334"/>
                <a:gd name="T7" fmla="*/ 0 h 500"/>
                <a:gd name="T8" fmla="*/ 0 w 334"/>
                <a:gd name="T9" fmla="*/ 0 h 500"/>
                <a:gd name="T10" fmla="*/ 0 w 334"/>
                <a:gd name="T11" fmla="*/ 0 h 500"/>
                <a:gd name="T12" fmla="*/ 0 w 334"/>
                <a:gd name="T13" fmla="*/ 0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4"/>
                <a:gd name="T22" fmla="*/ 0 h 500"/>
                <a:gd name="T23" fmla="*/ 334 w 334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4" h="500">
                  <a:moveTo>
                    <a:pt x="0" y="0"/>
                  </a:moveTo>
                  <a:lnTo>
                    <a:pt x="31" y="15"/>
                  </a:lnTo>
                  <a:lnTo>
                    <a:pt x="236" y="500"/>
                  </a:lnTo>
                  <a:lnTo>
                    <a:pt x="248" y="500"/>
                  </a:lnTo>
                  <a:lnTo>
                    <a:pt x="334" y="500"/>
                  </a:lnTo>
                  <a:lnTo>
                    <a:pt x="243" y="485"/>
                  </a:lnTo>
                  <a:lnTo>
                    <a:pt x="206" y="4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3" name="Freeform 365">
              <a:extLst>
                <a:ext uri="{FF2B5EF4-FFF2-40B4-BE49-F238E27FC236}">
                  <a16:creationId xmlns:a16="http://schemas.microsoft.com/office/drawing/2014/main" id="{506D8C78-0AA6-374C-3B2F-81F133C3B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865"/>
              <a:ext cx="34" cy="67"/>
            </a:xfrm>
            <a:custGeom>
              <a:avLst/>
              <a:gdLst>
                <a:gd name="T0" fmla="*/ 0 w 237"/>
                <a:gd name="T1" fmla="*/ 0 h 471"/>
                <a:gd name="T2" fmla="*/ 0 w 237"/>
                <a:gd name="T3" fmla="*/ 0 h 471"/>
                <a:gd name="T4" fmla="*/ 0 w 237"/>
                <a:gd name="T5" fmla="*/ 0 h 471"/>
                <a:gd name="T6" fmla="*/ 0 w 237"/>
                <a:gd name="T7" fmla="*/ 0 h 471"/>
                <a:gd name="T8" fmla="*/ 0 w 237"/>
                <a:gd name="T9" fmla="*/ 0 h 471"/>
                <a:gd name="T10" fmla="*/ 0 w 237"/>
                <a:gd name="T11" fmla="*/ 0 h 4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7"/>
                <a:gd name="T19" fmla="*/ 0 h 471"/>
                <a:gd name="T20" fmla="*/ 237 w 237"/>
                <a:gd name="T21" fmla="*/ 471 h 47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7" h="471">
                  <a:moveTo>
                    <a:pt x="237" y="0"/>
                  </a:moveTo>
                  <a:lnTo>
                    <a:pt x="230" y="53"/>
                  </a:lnTo>
                  <a:lnTo>
                    <a:pt x="164" y="205"/>
                  </a:lnTo>
                  <a:lnTo>
                    <a:pt x="103" y="319"/>
                  </a:lnTo>
                  <a:lnTo>
                    <a:pt x="42" y="410"/>
                  </a:lnTo>
                  <a:lnTo>
                    <a:pt x="0" y="47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4" name="Freeform 366">
              <a:extLst>
                <a:ext uri="{FF2B5EF4-FFF2-40B4-BE49-F238E27FC236}">
                  <a16:creationId xmlns:a16="http://schemas.microsoft.com/office/drawing/2014/main" id="{07AA103E-BA46-C3F7-2EBF-8F18F3B0F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2901"/>
              <a:ext cx="49" cy="63"/>
            </a:xfrm>
            <a:custGeom>
              <a:avLst/>
              <a:gdLst>
                <a:gd name="T0" fmla="*/ 0 w 339"/>
                <a:gd name="T1" fmla="*/ 0 h 446"/>
                <a:gd name="T2" fmla="*/ 0 w 339"/>
                <a:gd name="T3" fmla="*/ 0 h 446"/>
                <a:gd name="T4" fmla="*/ 0 w 339"/>
                <a:gd name="T5" fmla="*/ 0 h 446"/>
                <a:gd name="T6" fmla="*/ 0 w 339"/>
                <a:gd name="T7" fmla="*/ 0 h 446"/>
                <a:gd name="T8" fmla="*/ 0 w 339"/>
                <a:gd name="T9" fmla="*/ 0 h 446"/>
                <a:gd name="T10" fmla="*/ 0 w 339"/>
                <a:gd name="T11" fmla="*/ 0 h 446"/>
                <a:gd name="T12" fmla="*/ 0 w 339"/>
                <a:gd name="T13" fmla="*/ 0 h 446"/>
                <a:gd name="T14" fmla="*/ 0 w 339"/>
                <a:gd name="T15" fmla="*/ 0 h 4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39"/>
                <a:gd name="T25" fmla="*/ 0 h 446"/>
                <a:gd name="T26" fmla="*/ 339 w 339"/>
                <a:gd name="T27" fmla="*/ 446 h 44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39" h="446">
                  <a:moveTo>
                    <a:pt x="188" y="0"/>
                  </a:moveTo>
                  <a:lnTo>
                    <a:pt x="188" y="45"/>
                  </a:lnTo>
                  <a:lnTo>
                    <a:pt x="134" y="196"/>
                  </a:lnTo>
                  <a:lnTo>
                    <a:pt x="139" y="189"/>
                  </a:lnTo>
                  <a:lnTo>
                    <a:pt x="86" y="317"/>
                  </a:lnTo>
                  <a:lnTo>
                    <a:pt x="25" y="446"/>
                  </a:lnTo>
                  <a:lnTo>
                    <a:pt x="0" y="446"/>
                  </a:lnTo>
                  <a:lnTo>
                    <a:pt x="339" y="37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5" name="Freeform 367">
              <a:extLst>
                <a:ext uri="{FF2B5EF4-FFF2-40B4-BE49-F238E27FC236}">
                  <a16:creationId xmlns:a16="http://schemas.microsoft.com/office/drawing/2014/main" id="{186580D9-CCD3-D38E-AADD-58857BCBB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930"/>
              <a:ext cx="20" cy="40"/>
            </a:xfrm>
            <a:custGeom>
              <a:avLst/>
              <a:gdLst>
                <a:gd name="T0" fmla="*/ 0 w 144"/>
                <a:gd name="T1" fmla="*/ 0 h 280"/>
                <a:gd name="T2" fmla="*/ 0 w 144"/>
                <a:gd name="T3" fmla="*/ 0 h 280"/>
                <a:gd name="T4" fmla="*/ 0 w 144"/>
                <a:gd name="T5" fmla="*/ 0 h 280"/>
                <a:gd name="T6" fmla="*/ 0 w 144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80"/>
                <a:gd name="T14" fmla="*/ 144 w 144"/>
                <a:gd name="T15" fmla="*/ 280 h 2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80">
                  <a:moveTo>
                    <a:pt x="0" y="0"/>
                  </a:moveTo>
                  <a:lnTo>
                    <a:pt x="133" y="212"/>
                  </a:lnTo>
                  <a:lnTo>
                    <a:pt x="144" y="280"/>
                  </a:lnTo>
                  <a:lnTo>
                    <a:pt x="121" y="19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6" name="Freeform 368">
              <a:extLst>
                <a:ext uri="{FF2B5EF4-FFF2-40B4-BE49-F238E27FC236}">
                  <a16:creationId xmlns:a16="http://schemas.microsoft.com/office/drawing/2014/main" id="{6B96566C-36C1-6609-34AC-42D02DC15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888"/>
              <a:ext cx="75" cy="8"/>
            </a:xfrm>
            <a:custGeom>
              <a:avLst/>
              <a:gdLst>
                <a:gd name="T0" fmla="*/ 0 w 521"/>
                <a:gd name="T1" fmla="*/ 0 h 60"/>
                <a:gd name="T2" fmla="*/ 0 w 521"/>
                <a:gd name="T3" fmla="*/ 0 h 60"/>
                <a:gd name="T4" fmla="*/ 0 w 521"/>
                <a:gd name="T5" fmla="*/ 0 h 60"/>
                <a:gd name="T6" fmla="*/ 0 w 521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1"/>
                <a:gd name="T13" fmla="*/ 0 h 60"/>
                <a:gd name="T14" fmla="*/ 521 w 521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1" h="60">
                  <a:moveTo>
                    <a:pt x="0" y="60"/>
                  </a:moveTo>
                  <a:lnTo>
                    <a:pt x="521" y="8"/>
                  </a:lnTo>
                  <a:lnTo>
                    <a:pt x="503" y="0"/>
                  </a:lnTo>
                  <a:lnTo>
                    <a:pt x="460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7" name="Freeform 369">
              <a:extLst>
                <a:ext uri="{FF2B5EF4-FFF2-40B4-BE49-F238E27FC236}">
                  <a16:creationId xmlns:a16="http://schemas.microsoft.com/office/drawing/2014/main" id="{49D5928B-2C86-7453-737F-E7F02755A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2849"/>
              <a:ext cx="4" cy="80"/>
            </a:xfrm>
            <a:custGeom>
              <a:avLst/>
              <a:gdLst>
                <a:gd name="T0" fmla="*/ 0 w 25"/>
                <a:gd name="T1" fmla="*/ 0 h 560"/>
                <a:gd name="T2" fmla="*/ 0 w 25"/>
                <a:gd name="T3" fmla="*/ 0 h 560"/>
                <a:gd name="T4" fmla="*/ 0 w 25"/>
                <a:gd name="T5" fmla="*/ 0 h 560"/>
                <a:gd name="T6" fmla="*/ 0 60000 65536"/>
                <a:gd name="T7" fmla="*/ 0 60000 65536"/>
                <a:gd name="T8" fmla="*/ 0 60000 65536"/>
                <a:gd name="T9" fmla="*/ 0 w 25"/>
                <a:gd name="T10" fmla="*/ 0 h 560"/>
                <a:gd name="T11" fmla="*/ 25 w 25"/>
                <a:gd name="T12" fmla="*/ 560 h 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560">
                  <a:moveTo>
                    <a:pt x="0" y="0"/>
                  </a:moveTo>
                  <a:lnTo>
                    <a:pt x="18" y="45"/>
                  </a:lnTo>
                  <a:lnTo>
                    <a:pt x="25" y="56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8" name="Line 370">
              <a:extLst>
                <a:ext uri="{FF2B5EF4-FFF2-40B4-BE49-F238E27FC236}">
                  <a16:creationId xmlns:a16="http://schemas.microsoft.com/office/drawing/2014/main" id="{DCA66CDB-5B53-94FF-5C08-ECFDE1C94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2846"/>
              <a:ext cx="4" cy="8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9" name="Freeform 371">
              <a:extLst>
                <a:ext uri="{FF2B5EF4-FFF2-40B4-BE49-F238E27FC236}">
                  <a16:creationId xmlns:a16="http://schemas.microsoft.com/office/drawing/2014/main" id="{85222F71-789D-795F-61DD-C97536B23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922"/>
              <a:ext cx="94" cy="11"/>
            </a:xfrm>
            <a:custGeom>
              <a:avLst/>
              <a:gdLst>
                <a:gd name="T0" fmla="*/ 0 w 661"/>
                <a:gd name="T1" fmla="*/ 0 h 75"/>
                <a:gd name="T2" fmla="*/ 0 w 661"/>
                <a:gd name="T3" fmla="*/ 0 h 75"/>
                <a:gd name="T4" fmla="*/ 0 w 661"/>
                <a:gd name="T5" fmla="*/ 0 h 75"/>
                <a:gd name="T6" fmla="*/ 0 w 661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1"/>
                <a:gd name="T13" fmla="*/ 0 h 75"/>
                <a:gd name="T14" fmla="*/ 661 w 661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1" h="75">
                  <a:moveTo>
                    <a:pt x="0" y="75"/>
                  </a:moveTo>
                  <a:lnTo>
                    <a:pt x="661" y="8"/>
                  </a:lnTo>
                  <a:lnTo>
                    <a:pt x="631" y="0"/>
                  </a:lnTo>
                  <a:lnTo>
                    <a:pt x="594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0" name="Freeform 372">
              <a:extLst>
                <a:ext uri="{FF2B5EF4-FFF2-40B4-BE49-F238E27FC236}">
                  <a16:creationId xmlns:a16="http://schemas.microsoft.com/office/drawing/2014/main" id="{886A33A7-FFE6-63E0-DC8A-245B1DFA1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2940"/>
              <a:ext cx="31" cy="42"/>
            </a:xfrm>
            <a:custGeom>
              <a:avLst/>
              <a:gdLst>
                <a:gd name="T0" fmla="*/ 0 w 219"/>
                <a:gd name="T1" fmla="*/ 0 h 295"/>
                <a:gd name="T2" fmla="*/ 0 w 219"/>
                <a:gd name="T3" fmla="*/ 0 h 295"/>
                <a:gd name="T4" fmla="*/ 0 w 219"/>
                <a:gd name="T5" fmla="*/ 0 h 295"/>
                <a:gd name="T6" fmla="*/ 0 w 219"/>
                <a:gd name="T7" fmla="*/ 0 h 295"/>
                <a:gd name="T8" fmla="*/ 0 w 219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9"/>
                <a:gd name="T16" fmla="*/ 0 h 295"/>
                <a:gd name="T17" fmla="*/ 219 w 219"/>
                <a:gd name="T18" fmla="*/ 295 h 2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9" h="295">
                  <a:moveTo>
                    <a:pt x="219" y="0"/>
                  </a:moveTo>
                  <a:lnTo>
                    <a:pt x="200" y="53"/>
                  </a:lnTo>
                  <a:lnTo>
                    <a:pt x="128" y="166"/>
                  </a:lnTo>
                  <a:lnTo>
                    <a:pt x="67" y="227"/>
                  </a:lnTo>
                  <a:lnTo>
                    <a:pt x="0" y="29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1" name="Freeform 373">
              <a:extLst>
                <a:ext uri="{FF2B5EF4-FFF2-40B4-BE49-F238E27FC236}">
                  <a16:creationId xmlns:a16="http://schemas.microsoft.com/office/drawing/2014/main" id="{D79CAAD1-D990-0423-1829-9BA2A92AE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940"/>
              <a:ext cx="24" cy="31"/>
            </a:xfrm>
            <a:custGeom>
              <a:avLst/>
              <a:gdLst>
                <a:gd name="T0" fmla="*/ 0 w 170"/>
                <a:gd name="T1" fmla="*/ 0 h 220"/>
                <a:gd name="T2" fmla="*/ 0 w 170"/>
                <a:gd name="T3" fmla="*/ 0 h 220"/>
                <a:gd name="T4" fmla="*/ 0 w 170"/>
                <a:gd name="T5" fmla="*/ 0 h 220"/>
                <a:gd name="T6" fmla="*/ 0 60000 65536"/>
                <a:gd name="T7" fmla="*/ 0 60000 65536"/>
                <a:gd name="T8" fmla="*/ 0 60000 65536"/>
                <a:gd name="T9" fmla="*/ 0 w 170"/>
                <a:gd name="T10" fmla="*/ 0 h 220"/>
                <a:gd name="T11" fmla="*/ 170 w 170"/>
                <a:gd name="T12" fmla="*/ 220 h 2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220">
                  <a:moveTo>
                    <a:pt x="0" y="0"/>
                  </a:moveTo>
                  <a:lnTo>
                    <a:pt x="139" y="160"/>
                  </a:lnTo>
                  <a:lnTo>
                    <a:pt x="170" y="22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2" name="Freeform 374">
              <a:extLst>
                <a:ext uri="{FF2B5EF4-FFF2-40B4-BE49-F238E27FC236}">
                  <a16:creationId xmlns:a16="http://schemas.microsoft.com/office/drawing/2014/main" id="{F414BEB9-92DD-CF74-6D90-C85FE7EFB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2849"/>
              <a:ext cx="2" cy="53"/>
            </a:xfrm>
            <a:custGeom>
              <a:avLst/>
              <a:gdLst>
                <a:gd name="T0" fmla="*/ 0 w 13"/>
                <a:gd name="T1" fmla="*/ 0 h 372"/>
                <a:gd name="T2" fmla="*/ 0 w 13"/>
                <a:gd name="T3" fmla="*/ 0 h 372"/>
                <a:gd name="T4" fmla="*/ 0 w 13"/>
                <a:gd name="T5" fmla="*/ 0 h 372"/>
                <a:gd name="T6" fmla="*/ 0 60000 65536"/>
                <a:gd name="T7" fmla="*/ 0 60000 65536"/>
                <a:gd name="T8" fmla="*/ 0 60000 65536"/>
                <a:gd name="T9" fmla="*/ 0 w 13"/>
                <a:gd name="T10" fmla="*/ 0 h 372"/>
                <a:gd name="T11" fmla="*/ 13 w 13"/>
                <a:gd name="T12" fmla="*/ 372 h 3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372">
                  <a:moveTo>
                    <a:pt x="0" y="0"/>
                  </a:moveTo>
                  <a:lnTo>
                    <a:pt x="13" y="53"/>
                  </a:lnTo>
                  <a:lnTo>
                    <a:pt x="13" y="37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3" name="Freeform 375">
              <a:extLst>
                <a:ext uri="{FF2B5EF4-FFF2-40B4-BE49-F238E27FC236}">
                  <a16:creationId xmlns:a16="http://schemas.microsoft.com/office/drawing/2014/main" id="{9BFD0E16-9911-E507-A4BA-3ACDA3786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874"/>
              <a:ext cx="34" cy="4"/>
            </a:xfrm>
            <a:custGeom>
              <a:avLst/>
              <a:gdLst>
                <a:gd name="T0" fmla="*/ 0 w 236"/>
                <a:gd name="T1" fmla="*/ 0 h 30"/>
                <a:gd name="T2" fmla="*/ 0 w 236"/>
                <a:gd name="T3" fmla="*/ 0 h 30"/>
                <a:gd name="T4" fmla="*/ 0 w 236"/>
                <a:gd name="T5" fmla="*/ 0 h 30"/>
                <a:gd name="T6" fmla="*/ 0 w 236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6"/>
                <a:gd name="T13" fmla="*/ 0 h 30"/>
                <a:gd name="T14" fmla="*/ 236 w 236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6" h="30">
                  <a:moveTo>
                    <a:pt x="0" y="30"/>
                  </a:moveTo>
                  <a:lnTo>
                    <a:pt x="236" y="8"/>
                  </a:lnTo>
                  <a:lnTo>
                    <a:pt x="218" y="0"/>
                  </a:lnTo>
                  <a:lnTo>
                    <a:pt x="182" y="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4" name="Freeform 376">
              <a:extLst>
                <a:ext uri="{FF2B5EF4-FFF2-40B4-BE49-F238E27FC236}">
                  <a16:creationId xmlns:a16="http://schemas.microsoft.com/office/drawing/2014/main" id="{979E81D8-84CF-53B8-4BA3-A100E3AA6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894"/>
              <a:ext cx="47" cy="49"/>
            </a:xfrm>
            <a:custGeom>
              <a:avLst/>
              <a:gdLst>
                <a:gd name="T0" fmla="*/ 0 w 332"/>
                <a:gd name="T1" fmla="*/ 0 h 341"/>
                <a:gd name="T2" fmla="*/ 0 w 332"/>
                <a:gd name="T3" fmla="*/ 0 h 341"/>
                <a:gd name="T4" fmla="*/ 0 w 332"/>
                <a:gd name="T5" fmla="*/ 0 h 341"/>
                <a:gd name="T6" fmla="*/ 0 w 332"/>
                <a:gd name="T7" fmla="*/ 0 h 341"/>
                <a:gd name="T8" fmla="*/ 0 w 332"/>
                <a:gd name="T9" fmla="*/ 0 h 341"/>
                <a:gd name="T10" fmla="*/ 0 w 332"/>
                <a:gd name="T11" fmla="*/ 0 h 341"/>
                <a:gd name="T12" fmla="*/ 0 w 332"/>
                <a:gd name="T13" fmla="*/ 0 h 341"/>
                <a:gd name="T14" fmla="*/ 0 w 332"/>
                <a:gd name="T15" fmla="*/ 0 h 341"/>
                <a:gd name="T16" fmla="*/ 0 w 332"/>
                <a:gd name="T17" fmla="*/ 0 h 341"/>
                <a:gd name="T18" fmla="*/ 0 w 332"/>
                <a:gd name="T19" fmla="*/ 0 h 3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2"/>
                <a:gd name="T31" fmla="*/ 0 h 341"/>
                <a:gd name="T32" fmla="*/ 332 w 332"/>
                <a:gd name="T33" fmla="*/ 341 h 3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2" h="341">
                  <a:moveTo>
                    <a:pt x="0" y="0"/>
                  </a:moveTo>
                  <a:lnTo>
                    <a:pt x="0" y="15"/>
                  </a:lnTo>
                  <a:lnTo>
                    <a:pt x="6" y="84"/>
                  </a:lnTo>
                  <a:lnTo>
                    <a:pt x="18" y="341"/>
                  </a:lnTo>
                  <a:lnTo>
                    <a:pt x="13" y="280"/>
                  </a:lnTo>
                  <a:lnTo>
                    <a:pt x="309" y="266"/>
                  </a:lnTo>
                  <a:lnTo>
                    <a:pt x="291" y="266"/>
                  </a:lnTo>
                  <a:lnTo>
                    <a:pt x="321" y="30"/>
                  </a:lnTo>
                  <a:lnTo>
                    <a:pt x="332" y="46"/>
                  </a:lnTo>
                  <a:lnTo>
                    <a:pt x="1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5" name="Freeform 377">
              <a:extLst>
                <a:ext uri="{FF2B5EF4-FFF2-40B4-BE49-F238E27FC236}">
                  <a16:creationId xmlns:a16="http://schemas.microsoft.com/office/drawing/2014/main" id="{11DA920D-5EAC-077F-104D-D0FCABBE8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2944"/>
              <a:ext cx="8" cy="32"/>
            </a:xfrm>
            <a:custGeom>
              <a:avLst/>
              <a:gdLst>
                <a:gd name="T0" fmla="*/ 0 w 55"/>
                <a:gd name="T1" fmla="*/ 0 h 226"/>
                <a:gd name="T2" fmla="*/ 0 w 55"/>
                <a:gd name="T3" fmla="*/ 0 h 226"/>
                <a:gd name="T4" fmla="*/ 0 w 55"/>
                <a:gd name="T5" fmla="*/ 0 h 226"/>
                <a:gd name="T6" fmla="*/ 0 w 55"/>
                <a:gd name="T7" fmla="*/ 0 h 226"/>
                <a:gd name="T8" fmla="*/ 0 w 55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226"/>
                <a:gd name="T17" fmla="*/ 55 w 55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226">
                  <a:moveTo>
                    <a:pt x="55" y="0"/>
                  </a:moveTo>
                  <a:lnTo>
                    <a:pt x="48" y="98"/>
                  </a:lnTo>
                  <a:lnTo>
                    <a:pt x="37" y="135"/>
                  </a:lnTo>
                  <a:lnTo>
                    <a:pt x="18" y="196"/>
                  </a:lnTo>
                  <a:lnTo>
                    <a:pt x="0" y="22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6" name="Freeform 378">
              <a:extLst>
                <a:ext uri="{FF2B5EF4-FFF2-40B4-BE49-F238E27FC236}">
                  <a16:creationId xmlns:a16="http://schemas.microsoft.com/office/drawing/2014/main" id="{5AF36184-5915-C949-68FE-0F6F14708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2948"/>
              <a:ext cx="3" cy="24"/>
            </a:xfrm>
            <a:custGeom>
              <a:avLst/>
              <a:gdLst>
                <a:gd name="T0" fmla="*/ 0 w 23"/>
                <a:gd name="T1" fmla="*/ 0 h 166"/>
                <a:gd name="T2" fmla="*/ 0 w 23"/>
                <a:gd name="T3" fmla="*/ 0 h 166"/>
                <a:gd name="T4" fmla="*/ 0 w 23"/>
                <a:gd name="T5" fmla="*/ 0 h 166"/>
                <a:gd name="T6" fmla="*/ 0 w 2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166"/>
                <a:gd name="T14" fmla="*/ 23 w 2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166">
                  <a:moveTo>
                    <a:pt x="0" y="0"/>
                  </a:moveTo>
                  <a:lnTo>
                    <a:pt x="18" y="91"/>
                  </a:lnTo>
                  <a:lnTo>
                    <a:pt x="23" y="136"/>
                  </a:lnTo>
                  <a:lnTo>
                    <a:pt x="23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7" name="Freeform 379">
              <a:extLst>
                <a:ext uri="{FF2B5EF4-FFF2-40B4-BE49-F238E27FC236}">
                  <a16:creationId xmlns:a16="http://schemas.microsoft.com/office/drawing/2014/main" id="{6D741350-E752-6F9E-A6D0-9CBD2BD04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2" y="2948"/>
              <a:ext cx="7" cy="25"/>
            </a:xfrm>
            <a:custGeom>
              <a:avLst/>
              <a:gdLst>
                <a:gd name="T0" fmla="*/ 0 w 43"/>
                <a:gd name="T1" fmla="*/ 0 h 174"/>
                <a:gd name="T2" fmla="*/ 0 w 43"/>
                <a:gd name="T3" fmla="*/ 0 h 174"/>
                <a:gd name="T4" fmla="*/ 0 w 43"/>
                <a:gd name="T5" fmla="*/ 0 h 174"/>
                <a:gd name="T6" fmla="*/ 0 w 43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"/>
                <a:gd name="T13" fmla="*/ 0 h 174"/>
                <a:gd name="T14" fmla="*/ 43 w 43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" h="174">
                  <a:moveTo>
                    <a:pt x="0" y="0"/>
                  </a:moveTo>
                  <a:lnTo>
                    <a:pt x="30" y="83"/>
                  </a:lnTo>
                  <a:lnTo>
                    <a:pt x="36" y="144"/>
                  </a:lnTo>
                  <a:lnTo>
                    <a:pt x="43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8" name="Freeform 380">
              <a:extLst>
                <a:ext uri="{FF2B5EF4-FFF2-40B4-BE49-F238E27FC236}">
                  <a16:creationId xmlns:a16="http://schemas.microsoft.com/office/drawing/2014/main" id="{8D7AF41B-00BA-2640-A5CE-1B0C82081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2945"/>
              <a:ext cx="14" cy="31"/>
            </a:xfrm>
            <a:custGeom>
              <a:avLst/>
              <a:gdLst>
                <a:gd name="T0" fmla="*/ 0 w 102"/>
                <a:gd name="T1" fmla="*/ 0 h 218"/>
                <a:gd name="T2" fmla="*/ 0 w 102"/>
                <a:gd name="T3" fmla="*/ 0 h 218"/>
                <a:gd name="T4" fmla="*/ 0 w 102"/>
                <a:gd name="T5" fmla="*/ 0 h 218"/>
                <a:gd name="T6" fmla="*/ 0 w 102"/>
                <a:gd name="T7" fmla="*/ 0 h 218"/>
                <a:gd name="T8" fmla="*/ 0 w 102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"/>
                <a:gd name="T16" fmla="*/ 0 h 218"/>
                <a:gd name="T17" fmla="*/ 102 w 102"/>
                <a:gd name="T18" fmla="*/ 218 h 2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" h="218">
                  <a:moveTo>
                    <a:pt x="0" y="0"/>
                  </a:moveTo>
                  <a:lnTo>
                    <a:pt x="54" y="90"/>
                  </a:lnTo>
                  <a:lnTo>
                    <a:pt x="84" y="151"/>
                  </a:lnTo>
                  <a:lnTo>
                    <a:pt x="97" y="188"/>
                  </a:lnTo>
                  <a:lnTo>
                    <a:pt x="102" y="21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Group 381">
            <a:extLst>
              <a:ext uri="{FF2B5EF4-FFF2-40B4-BE49-F238E27FC236}">
                <a16:creationId xmlns:a16="http://schemas.microsoft.com/office/drawing/2014/main" id="{8F563B2F-D799-9A9C-9FF6-D6A4F1424E08}"/>
              </a:ext>
            </a:extLst>
          </p:cNvPr>
          <p:cNvGrpSpPr>
            <a:grpSpLocks/>
          </p:cNvGrpSpPr>
          <p:nvPr/>
        </p:nvGrpSpPr>
        <p:grpSpPr bwMode="auto">
          <a:xfrm>
            <a:off x="11247015" y="1113262"/>
            <a:ext cx="3794126" cy="2476500"/>
            <a:chOff x="1944" y="450"/>
            <a:chExt cx="1195" cy="780"/>
          </a:xfrm>
        </p:grpSpPr>
        <p:sp>
          <p:nvSpPr>
            <p:cNvPr id="380" name="Freeform 382">
              <a:extLst>
                <a:ext uri="{FF2B5EF4-FFF2-40B4-BE49-F238E27FC236}">
                  <a16:creationId xmlns:a16="http://schemas.microsoft.com/office/drawing/2014/main" id="{CDEE6358-388A-DC89-4484-2305C55DB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609"/>
              <a:ext cx="202" cy="621"/>
            </a:xfrm>
            <a:custGeom>
              <a:avLst/>
              <a:gdLst>
                <a:gd name="T0" fmla="*/ 0 w 202"/>
                <a:gd name="T1" fmla="*/ 0 h 621"/>
                <a:gd name="T2" fmla="*/ 202 w 202"/>
                <a:gd name="T3" fmla="*/ 621 h 621"/>
                <a:gd name="T4" fmla="*/ 0 60000 65536"/>
                <a:gd name="T5" fmla="*/ 0 60000 65536"/>
                <a:gd name="T6" fmla="*/ 0 w 202"/>
                <a:gd name="T7" fmla="*/ 0 h 621"/>
                <a:gd name="T8" fmla="*/ 202 w 202"/>
                <a:gd name="T9" fmla="*/ 621 h 6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2" h="621">
                  <a:moveTo>
                    <a:pt x="0" y="0"/>
                  </a:moveTo>
                  <a:lnTo>
                    <a:pt x="202" y="621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1" name="Freeform 383">
              <a:extLst>
                <a:ext uri="{FF2B5EF4-FFF2-40B4-BE49-F238E27FC236}">
                  <a16:creationId xmlns:a16="http://schemas.microsoft.com/office/drawing/2014/main" id="{6C20B33B-3D11-98AA-C2B9-D7EDCE22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606"/>
              <a:ext cx="553" cy="278"/>
            </a:xfrm>
            <a:custGeom>
              <a:avLst/>
              <a:gdLst>
                <a:gd name="T0" fmla="*/ 553 w 553"/>
                <a:gd name="T1" fmla="*/ 278 h 278"/>
                <a:gd name="T2" fmla="*/ 0 w 553"/>
                <a:gd name="T3" fmla="*/ 0 h 278"/>
                <a:gd name="T4" fmla="*/ 0 60000 65536"/>
                <a:gd name="T5" fmla="*/ 0 60000 65536"/>
                <a:gd name="T6" fmla="*/ 0 w 553"/>
                <a:gd name="T7" fmla="*/ 0 h 278"/>
                <a:gd name="T8" fmla="*/ 553 w 553"/>
                <a:gd name="T9" fmla="*/ 278 h 2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53" h="278">
                  <a:moveTo>
                    <a:pt x="553" y="278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2" name="Freeform 384">
              <a:extLst>
                <a:ext uri="{FF2B5EF4-FFF2-40B4-BE49-F238E27FC236}">
                  <a16:creationId xmlns:a16="http://schemas.microsoft.com/office/drawing/2014/main" id="{BA854CF6-28C0-4554-FB95-14BA5F4AA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609"/>
              <a:ext cx="683" cy="141"/>
            </a:xfrm>
            <a:custGeom>
              <a:avLst/>
              <a:gdLst>
                <a:gd name="T0" fmla="*/ 683 w 683"/>
                <a:gd name="T1" fmla="*/ 141 h 141"/>
                <a:gd name="T2" fmla="*/ 0 w 683"/>
                <a:gd name="T3" fmla="*/ 0 h 141"/>
                <a:gd name="T4" fmla="*/ 0 60000 65536"/>
                <a:gd name="T5" fmla="*/ 0 60000 65536"/>
                <a:gd name="T6" fmla="*/ 0 w 683"/>
                <a:gd name="T7" fmla="*/ 0 h 141"/>
                <a:gd name="T8" fmla="*/ 683 w 683"/>
                <a:gd name="T9" fmla="*/ 141 h 1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83" h="141">
                  <a:moveTo>
                    <a:pt x="683" y="141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3" name="Line 385">
              <a:extLst>
                <a:ext uri="{FF2B5EF4-FFF2-40B4-BE49-F238E27FC236}">
                  <a16:creationId xmlns:a16="http://schemas.microsoft.com/office/drawing/2014/main" id="{91A235A9-E334-D26A-940D-2DDE633E6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610"/>
              <a:ext cx="1190" cy="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4" name="Freeform 386">
              <a:extLst>
                <a:ext uri="{FF2B5EF4-FFF2-40B4-BE49-F238E27FC236}">
                  <a16:creationId xmlns:a16="http://schemas.microsoft.com/office/drawing/2014/main" id="{5AD16FF2-16C8-28BB-0725-043D9F6C0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457"/>
              <a:ext cx="89" cy="8"/>
            </a:xfrm>
            <a:custGeom>
              <a:avLst/>
              <a:gdLst>
                <a:gd name="T0" fmla="*/ 0 w 624"/>
                <a:gd name="T1" fmla="*/ 0 h 61"/>
                <a:gd name="T2" fmla="*/ 0 w 624"/>
                <a:gd name="T3" fmla="*/ 0 h 61"/>
                <a:gd name="T4" fmla="*/ 0 w 624"/>
                <a:gd name="T5" fmla="*/ 0 h 61"/>
                <a:gd name="T6" fmla="*/ 0 w 624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61"/>
                <a:gd name="T14" fmla="*/ 624 w 624"/>
                <a:gd name="T15" fmla="*/ 61 h 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61">
                  <a:moveTo>
                    <a:pt x="0" y="61"/>
                  </a:moveTo>
                  <a:lnTo>
                    <a:pt x="624" y="16"/>
                  </a:lnTo>
                  <a:lnTo>
                    <a:pt x="599" y="0"/>
                  </a:lnTo>
                  <a:lnTo>
                    <a:pt x="526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5" name="Freeform 387">
              <a:extLst>
                <a:ext uri="{FF2B5EF4-FFF2-40B4-BE49-F238E27FC236}">
                  <a16:creationId xmlns:a16="http://schemas.microsoft.com/office/drawing/2014/main" id="{C6005E05-8E6E-9CB4-EDFF-C20AC2CBC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467"/>
              <a:ext cx="17" cy="87"/>
            </a:xfrm>
            <a:custGeom>
              <a:avLst/>
              <a:gdLst>
                <a:gd name="T0" fmla="*/ 0 w 120"/>
                <a:gd name="T1" fmla="*/ 0 h 613"/>
                <a:gd name="T2" fmla="*/ 0 w 120"/>
                <a:gd name="T3" fmla="*/ 0 h 613"/>
                <a:gd name="T4" fmla="*/ 0 w 120"/>
                <a:gd name="T5" fmla="*/ 0 h 613"/>
                <a:gd name="T6" fmla="*/ 0 w 120"/>
                <a:gd name="T7" fmla="*/ 0 h 613"/>
                <a:gd name="T8" fmla="*/ 0 w 120"/>
                <a:gd name="T9" fmla="*/ 0 h 613"/>
                <a:gd name="T10" fmla="*/ 0 w 120"/>
                <a:gd name="T11" fmla="*/ 0 h 613"/>
                <a:gd name="T12" fmla="*/ 0 w 120"/>
                <a:gd name="T13" fmla="*/ 0 h 613"/>
                <a:gd name="T14" fmla="*/ 0 w 120"/>
                <a:gd name="T15" fmla="*/ 0 h 6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0"/>
                <a:gd name="T25" fmla="*/ 0 h 613"/>
                <a:gd name="T26" fmla="*/ 120 w 120"/>
                <a:gd name="T27" fmla="*/ 613 h 6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0" h="613">
                  <a:moveTo>
                    <a:pt x="120" y="0"/>
                  </a:moveTo>
                  <a:lnTo>
                    <a:pt x="115" y="151"/>
                  </a:lnTo>
                  <a:lnTo>
                    <a:pt x="109" y="272"/>
                  </a:lnTo>
                  <a:lnTo>
                    <a:pt x="90" y="378"/>
                  </a:lnTo>
                  <a:lnTo>
                    <a:pt x="66" y="462"/>
                  </a:lnTo>
                  <a:lnTo>
                    <a:pt x="42" y="522"/>
                  </a:lnTo>
                  <a:lnTo>
                    <a:pt x="18" y="575"/>
                  </a:lnTo>
                  <a:lnTo>
                    <a:pt x="0" y="61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6" name="Freeform 388">
              <a:extLst>
                <a:ext uri="{FF2B5EF4-FFF2-40B4-BE49-F238E27FC236}">
                  <a16:creationId xmlns:a16="http://schemas.microsoft.com/office/drawing/2014/main" id="{073AD3AE-5BA2-2E3F-1ABF-BAF8C7B25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463"/>
              <a:ext cx="24" cy="99"/>
            </a:xfrm>
            <a:custGeom>
              <a:avLst/>
              <a:gdLst>
                <a:gd name="T0" fmla="*/ 0 w 170"/>
                <a:gd name="T1" fmla="*/ 0 h 689"/>
                <a:gd name="T2" fmla="*/ 0 w 170"/>
                <a:gd name="T3" fmla="*/ 0 h 689"/>
                <a:gd name="T4" fmla="*/ 0 w 170"/>
                <a:gd name="T5" fmla="*/ 0 h 689"/>
                <a:gd name="T6" fmla="*/ 0 w 170"/>
                <a:gd name="T7" fmla="*/ 0 h 689"/>
                <a:gd name="T8" fmla="*/ 0 w 170"/>
                <a:gd name="T9" fmla="*/ 0 h 689"/>
                <a:gd name="T10" fmla="*/ 0 w 170"/>
                <a:gd name="T11" fmla="*/ 0 h 689"/>
                <a:gd name="T12" fmla="*/ 0 w 170"/>
                <a:gd name="T13" fmla="*/ 0 h 689"/>
                <a:gd name="T14" fmla="*/ 0 w 170"/>
                <a:gd name="T15" fmla="*/ 0 h 6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0"/>
                <a:gd name="T25" fmla="*/ 0 h 689"/>
                <a:gd name="T26" fmla="*/ 170 w 170"/>
                <a:gd name="T27" fmla="*/ 689 h 68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0" h="689">
                  <a:moveTo>
                    <a:pt x="0" y="689"/>
                  </a:moveTo>
                  <a:lnTo>
                    <a:pt x="43" y="621"/>
                  </a:lnTo>
                  <a:lnTo>
                    <a:pt x="73" y="560"/>
                  </a:lnTo>
                  <a:lnTo>
                    <a:pt x="104" y="485"/>
                  </a:lnTo>
                  <a:lnTo>
                    <a:pt x="128" y="386"/>
                  </a:lnTo>
                  <a:lnTo>
                    <a:pt x="146" y="280"/>
                  </a:lnTo>
                  <a:lnTo>
                    <a:pt x="159" y="158"/>
                  </a:lnTo>
                  <a:lnTo>
                    <a:pt x="170" y="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7" name="Freeform 389">
              <a:extLst>
                <a:ext uri="{FF2B5EF4-FFF2-40B4-BE49-F238E27FC236}">
                  <a16:creationId xmlns:a16="http://schemas.microsoft.com/office/drawing/2014/main" id="{64072E50-F71A-C80F-22E5-C4E1F147E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517"/>
              <a:ext cx="12" cy="22"/>
            </a:xfrm>
            <a:custGeom>
              <a:avLst/>
              <a:gdLst>
                <a:gd name="T0" fmla="*/ 0 w 84"/>
                <a:gd name="T1" fmla="*/ 0 h 152"/>
                <a:gd name="T2" fmla="*/ 0 w 84"/>
                <a:gd name="T3" fmla="*/ 0 h 152"/>
                <a:gd name="T4" fmla="*/ 0 w 84"/>
                <a:gd name="T5" fmla="*/ 0 h 152"/>
                <a:gd name="T6" fmla="*/ 0 w 84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4"/>
                <a:gd name="T13" fmla="*/ 0 h 152"/>
                <a:gd name="T14" fmla="*/ 84 w 84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4" h="152">
                  <a:moveTo>
                    <a:pt x="0" y="0"/>
                  </a:moveTo>
                  <a:lnTo>
                    <a:pt x="79" y="99"/>
                  </a:lnTo>
                  <a:lnTo>
                    <a:pt x="84" y="152"/>
                  </a:lnTo>
                  <a:lnTo>
                    <a:pt x="73" y="9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8" name="Freeform 390">
              <a:extLst>
                <a:ext uri="{FF2B5EF4-FFF2-40B4-BE49-F238E27FC236}">
                  <a16:creationId xmlns:a16="http://schemas.microsoft.com/office/drawing/2014/main" id="{BCF67588-7391-C3EF-F717-CD6132701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520"/>
              <a:ext cx="11" cy="14"/>
            </a:xfrm>
            <a:custGeom>
              <a:avLst/>
              <a:gdLst>
                <a:gd name="T0" fmla="*/ 0 w 73"/>
                <a:gd name="T1" fmla="*/ 0 h 98"/>
                <a:gd name="T2" fmla="*/ 0 w 73"/>
                <a:gd name="T3" fmla="*/ 0 h 98"/>
                <a:gd name="T4" fmla="*/ 0 w 73"/>
                <a:gd name="T5" fmla="*/ 0 h 98"/>
                <a:gd name="T6" fmla="*/ 0 w 73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"/>
                <a:gd name="T13" fmla="*/ 0 h 98"/>
                <a:gd name="T14" fmla="*/ 73 w 73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" h="98">
                  <a:moveTo>
                    <a:pt x="0" y="0"/>
                  </a:moveTo>
                  <a:lnTo>
                    <a:pt x="61" y="53"/>
                  </a:lnTo>
                  <a:lnTo>
                    <a:pt x="73" y="98"/>
                  </a:lnTo>
                  <a:lnTo>
                    <a:pt x="49" y="4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9" name="Freeform 391">
              <a:extLst>
                <a:ext uri="{FF2B5EF4-FFF2-40B4-BE49-F238E27FC236}">
                  <a16:creationId xmlns:a16="http://schemas.microsoft.com/office/drawing/2014/main" id="{91C267A6-A6AB-E0C9-B4D0-02231C842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490"/>
              <a:ext cx="3" cy="88"/>
            </a:xfrm>
            <a:custGeom>
              <a:avLst/>
              <a:gdLst>
                <a:gd name="T0" fmla="*/ 0 w 23"/>
                <a:gd name="T1" fmla="*/ 0 h 613"/>
                <a:gd name="T2" fmla="*/ 0 w 23"/>
                <a:gd name="T3" fmla="*/ 0 h 613"/>
                <a:gd name="T4" fmla="*/ 0 w 23"/>
                <a:gd name="T5" fmla="*/ 0 h 613"/>
                <a:gd name="T6" fmla="*/ 0 w 23"/>
                <a:gd name="T7" fmla="*/ 0 h 613"/>
                <a:gd name="T8" fmla="*/ 0 w 23"/>
                <a:gd name="T9" fmla="*/ 0 h 613"/>
                <a:gd name="T10" fmla="*/ 0 w 23"/>
                <a:gd name="T11" fmla="*/ 0 h 613"/>
                <a:gd name="T12" fmla="*/ 0 w 23"/>
                <a:gd name="T13" fmla="*/ 0 h 613"/>
                <a:gd name="T14" fmla="*/ 0 w 23"/>
                <a:gd name="T15" fmla="*/ 0 h 6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613"/>
                <a:gd name="T26" fmla="*/ 23 w 23"/>
                <a:gd name="T27" fmla="*/ 613 h 6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613">
                  <a:moveTo>
                    <a:pt x="0" y="0"/>
                  </a:moveTo>
                  <a:lnTo>
                    <a:pt x="5" y="15"/>
                  </a:lnTo>
                  <a:lnTo>
                    <a:pt x="18" y="76"/>
                  </a:lnTo>
                  <a:lnTo>
                    <a:pt x="23" y="310"/>
                  </a:lnTo>
                  <a:lnTo>
                    <a:pt x="23" y="523"/>
                  </a:lnTo>
                  <a:lnTo>
                    <a:pt x="23" y="613"/>
                  </a:lnTo>
                  <a:lnTo>
                    <a:pt x="11" y="561"/>
                  </a:lnTo>
                  <a:lnTo>
                    <a:pt x="23" y="46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0" name="Freeform 392">
              <a:extLst>
                <a:ext uri="{FF2B5EF4-FFF2-40B4-BE49-F238E27FC236}">
                  <a16:creationId xmlns:a16="http://schemas.microsoft.com/office/drawing/2014/main" id="{FB197A2F-5C3B-4C50-4BFE-EBDD39C98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489"/>
              <a:ext cx="71" cy="90"/>
            </a:xfrm>
            <a:custGeom>
              <a:avLst/>
              <a:gdLst>
                <a:gd name="T0" fmla="*/ 0 w 502"/>
                <a:gd name="T1" fmla="*/ 0 h 628"/>
                <a:gd name="T2" fmla="*/ 0 w 502"/>
                <a:gd name="T3" fmla="*/ 0 h 628"/>
                <a:gd name="T4" fmla="*/ 0 w 502"/>
                <a:gd name="T5" fmla="*/ 0 h 628"/>
                <a:gd name="T6" fmla="*/ 0 w 502"/>
                <a:gd name="T7" fmla="*/ 0 h 628"/>
                <a:gd name="T8" fmla="*/ 0 w 502"/>
                <a:gd name="T9" fmla="*/ 0 h 628"/>
                <a:gd name="T10" fmla="*/ 0 w 502"/>
                <a:gd name="T11" fmla="*/ 0 h 628"/>
                <a:gd name="T12" fmla="*/ 0 w 502"/>
                <a:gd name="T13" fmla="*/ 0 h 628"/>
                <a:gd name="T14" fmla="*/ 0 w 502"/>
                <a:gd name="T15" fmla="*/ 0 h 628"/>
                <a:gd name="T16" fmla="*/ 0 w 502"/>
                <a:gd name="T17" fmla="*/ 0 h 628"/>
                <a:gd name="T18" fmla="*/ 0 w 502"/>
                <a:gd name="T19" fmla="*/ 0 h 628"/>
                <a:gd name="T20" fmla="*/ 0 w 502"/>
                <a:gd name="T21" fmla="*/ 0 h 628"/>
                <a:gd name="T22" fmla="*/ 0 w 502"/>
                <a:gd name="T23" fmla="*/ 0 h 628"/>
                <a:gd name="T24" fmla="*/ 0 w 502"/>
                <a:gd name="T25" fmla="*/ 0 h 628"/>
                <a:gd name="T26" fmla="*/ 0 w 502"/>
                <a:gd name="T27" fmla="*/ 0 h 6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02"/>
                <a:gd name="T43" fmla="*/ 0 h 628"/>
                <a:gd name="T44" fmla="*/ 502 w 502"/>
                <a:gd name="T45" fmla="*/ 628 h 62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02" h="628">
                  <a:moveTo>
                    <a:pt x="0" y="83"/>
                  </a:moveTo>
                  <a:lnTo>
                    <a:pt x="230" y="60"/>
                  </a:lnTo>
                  <a:lnTo>
                    <a:pt x="242" y="60"/>
                  </a:lnTo>
                  <a:lnTo>
                    <a:pt x="248" y="53"/>
                  </a:lnTo>
                  <a:lnTo>
                    <a:pt x="490" y="22"/>
                  </a:lnTo>
                  <a:lnTo>
                    <a:pt x="502" y="14"/>
                  </a:lnTo>
                  <a:lnTo>
                    <a:pt x="490" y="0"/>
                  </a:lnTo>
                  <a:lnTo>
                    <a:pt x="483" y="30"/>
                  </a:lnTo>
                  <a:lnTo>
                    <a:pt x="478" y="257"/>
                  </a:lnTo>
                  <a:lnTo>
                    <a:pt x="472" y="370"/>
                  </a:lnTo>
                  <a:lnTo>
                    <a:pt x="465" y="499"/>
                  </a:lnTo>
                  <a:lnTo>
                    <a:pt x="447" y="628"/>
                  </a:lnTo>
                  <a:lnTo>
                    <a:pt x="339" y="507"/>
                  </a:lnTo>
                  <a:lnTo>
                    <a:pt x="447" y="60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1" name="Freeform 393">
              <a:extLst>
                <a:ext uri="{FF2B5EF4-FFF2-40B4-BE49-F238E27FC236}">
                  <a16:creationId xmlns:a16="http://schemas.microsoft.com/office/drawing/2014/main" id="{C4D2F037-070D-AE80-BA18-EF32D96A1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452"/>
              <a:ext cx="65" cy="11"/>
            </a:xfrm>
            <a:custGeom>
              <a:avLst/>
              <a:gdLst>
                <a:gd name="T0" fmla="*/ 0 w 453"/>
                <a:gd name="T1" fmla="*/ 0 h 76"/>
                <a:gd name="T2" fmla="*/ 0 w 453"/>
                <a:gd name="T3" fmla="*/ 0 h 76"/>
                <a:gd name="T4" fmla="*/ 0 w 453"/>
                <a:gd name="T5" fmla="*/ 0 h 76"/>
                <a:gd name="T6" fmla="*/ 0 w 453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3"/>
                <a:gd name="T13" fmla="*/ 0 h 76"/>
                <a:gd name="T14" fmla="*/ 453 w 453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3" h="76">
                  <a:moveTo>
                    <a:pt x="0" y="76"/>
                  </a:moveTo>
                  <a:lnTo>
                    <a:pt x="453" y="8"/>
                  </a:lnTo>
                  <a:lnTo>
                    <a:pt x="436" y="0"/>
                  </a:lnTo>
                  <a:lnTo>
                    <a:pt x="393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2" name="Freeform 394">
              <a:extLst>
                <a:ext uri="{FF2B5EF4-FFF2-40B4-BE49-F238E27FC236}">
                  <a16:creationId xmlns:a16="http://schemas.microsoft.com/office/drawing/2014/main" id="{F44CF3E9-E5FE-6241-6C2C-10567BA61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459"/>
              <a:ext cx="2" cy="123"/>
            </a:xfrm>
            <a:custGeom>
              <a:avLst/>
              <a:gdLst>
                <a:gd name="T0" fmla="*/ 0 w 13"/>
                <a:gd name="T1" fmla="*/ 0 h 863"/>
                <a:gd name="T2" fmla="*/ 0 w 13"/>
                <a:gd name="T3" fmla="*/ 0 h 863"/>
                <a:gd name="T4" fmla="*/ 0 w 13"/>
                <a:gd name="T5" fmla="*/ 0 h 863"/>
                <a:gd name="T6" fmla="*/ 0 w 13"/>
                <a:gd name="T7" fmla="*/ 0 h 863"/>
                <a:gd name="T8" fmla="*/ 0 w 13"/>
                <a:gd name="T9" fmla="*/ 0 h 8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863"/>
                <a:gd name="T17" fmla="*/ 13 w 13"/>
                <a:gd name="T18" fmla="*/ 863 h 8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863">
                  <a:moveTo>
                    <a:pt x="7" y="0"/>
                  </a:moveTo>
                  <a:lnTo>
                    <a:pt x="13" y="742"/>
                  </a:lnTo>
                  <a:lnTo>
                    <a:pt x="7" y="863"/>
                  </a:lnTo>
                  <a:lnTo>
                    <a:pt x="0" y="810"/>
                  </a:lnTo>
                  <a:lnTo>
                    <a:pt x="7" y="74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3" name="Freeform 395">
              <a:extLst>
                <a:ext uri="{FF2B5EF4-FFF2-40B4-BE49-F238E27FC236}">
                  <a16:creationId xmlns:a16="http://schemas.microsoft.com/office/drawing/2014/main" id="{D0C066C9-10FB-0C7C-C24E-FC4E58968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507"/>
              <a:ext cx="91" cy="15"/>
            </a:xfrm>
            <a:custGeom>
              <a:avLst/>
              <a:gdLst>
                <a:gd name="T0" fmla="*/ 0 w 635"/>
                <a:gd name="T1" fmla="*/ 0 h 106"/>
                <a:gd name="T2" fmla="*/ 0 w 635"/>
                <a:gd name="T3" fmla="*/ 0 h 106"/>
                <a:gd name="T4" fmla="*/ 0 w 635"/>
                <a:gd name="T5" fmla="*/ 0 h 106"/>
                <a:gd name="T6" fmla="*/ 0 w 635"/>
                <a:gd name="T7" fmla="*/ 0 h 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5"/>
                <a:gd name="T13" fmla="*/ 0 h 106"/>
                <a:gd name="T14" fmla="*/ 635 w 635"/>
                <a:gd name="T15" fmla="*/ 106 h 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5" h="106">
                  <a:moveTo>
                    <a:pt x="0" y="106"/>
                  </a:moveTo>
                  <a:lnTo>
                    <a:pt x="635" y="7"/>
                  </a:lnTo>
                  <a:lnTo>
                    <a:pt x="605" y="0"/>
                  </a:lnTo>
                  <a:lnTo>
                    <a:pt x="562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4" name="Freeform 396">
              <a:extLst>
                <a:ext uri="{FF2B5EF4-FFF2-40B4-BE49-F238E27FC236}">
                  <a16:creationId xmlns:a16="http://schemas.microsoft.com/office/drawing/2014/main" id="{6BFD1316-C626-2426-FA3E-0EFC6BDA6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" y="470"/>
              <a:ext cx="13" cy="34"/>
            </a:xfrm>
            <a:custGeom>
              <a:avLst/>
              <a:gdLst>
                <a:gd name="T0" fmla="*/ 0 w 91"/>
                <a:gd name="T1" fmla="*/ 0 h 242"/>
                <a:gd name="T2" fmla="*/ 0 w 91"/>
                <a:gd name="T3" fmla="*/ 0 h 242"/>
                <a:gd name="T4" fmla="*/ 0 w 91"/>
                <a:gd name="T5" fmla="*/ 0 h 242"/>
                <a:gd name="T6" fmla="*/ 0 60000 65536"/>
                <a:gd name="T7" fmla="*/ 0 60000 65536"/>
                <a:gd name="T8" fmla="*/ 0 60000 65536"/>
                <a:gd name="T9" fmla="*/ 0 w 91"/>
                <a:gd name="T10" fmla="*/ 0 h 242"/>
                <a:gd name="T11" fmla="*/ 91 w 91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242">
                  <a:moveTo>
                    <a:pt x="91" y="0"/>
                  </a:moveTo>
                  <a:lnTo>
                    <a:pt x="91" y="53"/>
                  </a:lnTo>
                  <a:lnTo>
                    <a:pt x="0" y="24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5" name="Freeform 397">
              <a:extLst>
                <a:ext uri="{FF2B5EF4-FFF2-40B4-BE49-F238E27FC236}">
                  <a16:creationId xmlns:a16="http://schemas.microsoft.com/office/drawing/2014/main" id="{D159E65C-2301-AA53-6CF4-E41952289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477"/>
              <a:ext cx="8" cy="25"/>
            </a:xfrm>
            <a:custGeom>
              <a:avLst/>
              <a:gdLst>
                <a:gd name="T0" fmla="*/ 0 w 60"/>
                <a:gd name="T1" fmla="*/ 0 h 175"/>
                <a:gd name="T2" fmla="*/ 0 w 60"/>
                <a:gd name="T3" fmla="*/ 0 h 175"/>
                <a:gd name="T4" fmla="*/ 0 w 60"/>
                <a:gd name="T5" fmla="*/ 0 h 175"/>
                <a:gd name="T6" fmla="*/ 0 60000 65536"/>
                <a:gd name="T7" fmla="*/ 0 60000 65536"/>
                <a:gd name="T8" fmla="*/ 0 60000 65536"/>
                <a:gd name="T9" fmla="*/ 0 w 60"/>
                <a:gd name="T10" fmla="*/ 0 h 175"/>
                <a:gd name="T11" fmla="*/ 60 w 60"/>
                <a:gd name="T12" fmla="*/ 175 h 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75">
                  <a:moveTo>
                    <a:pt x="0" y="0"/>
                  </a:moveTo>
                  <a:lnTo>
                    <a:pt x="55" y="121"/>
                  </a:lnTo>
                  <a:lnTo>
                    <a:pt x="60" y="17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6" name="Freeform 398">
              <a:extLst>
                <a:ext uri="{FF2B5EF4-FFF2-40B4-BE49-F238E27FC236}">
                  <a16:creationId xmlns:a16="http://schemas.microsoft.com/office/drawing/2014/main" id="{BFF699FF-A41B-1150-B7DD-6591FCE99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459"/>
              <a:ext cx="88" cy="8"/>
            </a:xfrm>
            <a:custGeom>
              <a:avLst/>
              <a:gdLst>
                <a:gd name="T0" fmla="*/ 0 w 612"/>
                <a:gd name="T1" fmla="*/ 0 h 53"/>
                <a:gd name="T2" fmla="*/ 0 w 612"/>
                <a:gd name="T3" fmla="*/ 0 h 53"/>
                <a:gd name="T4" fmla="*/ 0 w 612"/>
                <a:gd name="T5" fmla="*/ 0 h 53"/>
                <a:gd name="T6" fmla="*/ 0 w 61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2"/>
                <a:gd name="T13" fmla="*/ 0 h 53"/>
                <a:gd name="T14" fmla="*/ 612 w 61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2" h="53">
                  <a:moveTo>
                    <a:pt x="0" y="53"/>
                  </a:moveTo>
                  <a:lnTo>
                    <a:pt x="612" y="14"/>
                  </a:lnTo>
                  <a:lnTo>
                    <a:pt x="587" y="0"/>
                  </a:lnTo>
                  <a:lnTo>
                    <a:pt x="532" y="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7" name="Freeform 399">
              <a:extLst>
                <a:ext uri="{FF2B5EF4-FFF2-40B4-BE49-F238E27FC236}">
                  <a16:creationId xmlns:a16="http://schemas.microsoft.com/office/drawing/2014/main" id="{4C12B384-1F03-ED98-4728-D08085832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4" y="465"/>
              <a:ext cx="5" cy="31"/>
            </a:xfrm>
            <a:custGeom>
              <a:avLst/>
              <a:gdLst>
                <a:gd name="T0" fmla="*/ 0 w 37"/>
                <a:gd name="T1" fmla="*/ 0 h 212"/>
                <a:gd name="T2" fmla="*/ 0 w 37"/>
                <a:gd name="T3" fmla="*/ 0 h 212"/>
                <a:gd name="T4" fmla="*/ 0 w 37"/>
                <a:gd name="T5" fmla="*/ 0 h 212"/>
                <a:gd name="T6" fmla="*/ 0 60000 65536"/>
                <a:gd name="T7" fmla="*/ 0 60000 65536"/>
                <a:gd name="T8" fmla="*/ 0 60000 65536"/>
                <a:gd name="T9" fmla="*/ 0 w 37"/>
                <a:gd name="T10" fmla="*/ 0 h 212"/>
                <a:gd name="T11" fmla="*/ 37 w 37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" h="212">
                  <a:moveTo>
                    <a:pt x="37" y="0"/>
                  </a:moveTo>
                  <a:lnTo>
                    <a:pt x="37" y="52"/>
                  </a:lnTo>
                  <a:lnTo>
                    <a:pt x="0" y="21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8" name="Freeform 400">
              <a:extLst>
                <a:ext uri="{FF2B5EF4-FFF2-40B4-BE49-F238E27FC236}">
                  <a16:creationId xmlns:a16="http://schemas.microsoft.com/office/drawing/2014/main" id="{E609A89D-D744-7F74-B9F0-E86535978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491"/>
              <a:ext cx="53" cy="87"/>
            </a:xfrm>
            <a:custGeom>
              <a:avLst/>
              <a:gdLst>
                <a:gd name="T0" fmla="*/ 0 w 376"/>
                <a:gd name="T1" fmla="*/ 0 h 606"/>
                <a:gd name="T2" fmla="*/ 0 w 376"/>
                <a:gd name="T3" fmla="*/ 0 h 606"/>
                <a:gd name="T4" fmla="*/ 0 w 376"/>
                <a:gd name="T5" fmla="*/ 0 h 606"/>
                <a:gd name="T6" fmla="*/ 0 w 376"/>
                <a:gd name="T7" fmla="*/ 0 h 606"/>
                <a:gd name="T8" fmla="*/ 0 w 376"/>
                <a:gd name="T9" fmla="*/ 0 h 606"/>
                <a:gd name="T10" fmla="*/ 0 w 376"/>
                <a:gd name="T11" fmla="*/ 0 h 606"/>
                <a:gd name="T12" fmla="*/ 0 w 376"/>
                <a:gd name="T13" fmla="*/ 0 h 606"/>
                <a:gd name="T14" fmla="*/ 0 w 376"/>
                <a:gd name="T15" fmla="*/ 0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6"/>
                <a:gd name="T25" fmla="*/ 0 h 606"/>
                <a:gd name="T26" fmla="*/ 376 w 376"/>
                <a:gd name="T27" fmla="*/ 606 h 6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6" h="606">
                  <a:moveTo>
                    <a:pt x="0" y="0"/>
                  </a:moveTo>
                  <a:lnTo>
                    <a:pt x="12" y="61"/>
                  </a:lnTo>
                  <a:lnTo>
                    <a:pt x="25" y="417"/>
                  </a:lnTo>
                  <a:lnTo>
                    <a:pt x="30" y="606"/>
                  </a:lnTo>
                  <a:lnTo>
                    <a:pt x="19" y="546"/>
                  </a:lnTo>
                  <a:lnTo>
                    <a:pt x="376" y="508"/>
                  </a:lnTo>
                  <a:lnTo>
                    <a:pt x="358" y="501"/>
                  </a:lnTo>
                  <a:lnTo>
                    <a:pt x="328" y="5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9" name="Freeform 401">
              <a:extLst>
                <a:ext uri="{FF2B5EF4-FFF2-40B4-BE49-F238E27FC236}">
                  <a16:creationId xmlns:a16="http://schemas.microsoft.com/office/drawing/2014/main" id="{4313B76D-3FEA-51C6-2F83-2AFB95A03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489"/>
              <a:ext cx="67" cy="85"/>
            </a:xfrm>
            <a:custGeom>
              <a:avLst/>
              <a:gdLst>
                <a:gd name="T0" fmla="*/ 0 w 467"/>
                <a:gd name="T1" fmla="*/ 0 h 590"/>
                <a:gd name="T2" fmla="*/ 0 w 467"/>
                <a:gd name="T3" fmla="*/ 0 h 590"/>
                <a:gd name="T4" fmla="*/ 0 w 467"/>
                <a:gd name="T5" fmla="*/ 0 h 590"/>
                <a:gd name="T6" fmla="*/ 0 w 467"/>
                <a:gd name="T7" fmla="*/ 0 h 590"/>
                <a:gd name="T8" fmla="*/ 0 w 467"/>
                <a:gd name="T9" fmla="*/ 0 h 590"/>
                <a:gd name="T10" fmla="*/ 0 w 467"/>
                <a:gd name="T11" fmla="*/ 0 h 590"/>
                <a:gd name="T12" fmla="*/ 0 w 467"/>
                <a:gd name="T13" fmla="*/ 0 h 590"/>
                <a:gd name="T14" fmla="*/ 0 w 467"/>
                <a:gd name="T15" fmla="*/ 0 h 5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7"/>
                <a:gd name="T25" fmla="*/ 0 h 590"/>
                <a:gd name="T26" fmla="*/ 467 w 467"/>
                <a:gd name="T27" fmla="*/ 590 h 59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7" h="590">
                  <a:moveTo>
                    <a:pt x="370" y="522"/>
                  </a:moveTo>
                  <a:lnTo>
                    <a:pt x="418" y="590"/>
                  </a:lnTo>
                  <a:lnTo>
                    <a:pt x="425" y="552"/>
                  </a:lnTo>
                  <a:lnTo>
                    <a:pt x="437" y="303"/>
                  </a:lnTo>
                  <a:lnTo>
                    <a:pt x="448" y="0"/>
                  </a:lnTo>
                  <a:lnTo>
                    <a:pt x="467" y="14"/>
                  </a:lnTo>
                  <a:lnTo>
                    <a:pt x="195" y="45"/>
                  </a:lnTo>
                  <a:lnTo>
                    <a:pt x="0" y="6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0" name="Line 402">
              <a:extLst>
                <a:ext uri="{FF2B5EF4-FFF2-40B4-BE49-F238E27FC236}">
                  <a16:creationId xmlns:a16="http://schemas.microsoft.com/office/drawing/2014/main" id="{4422E291-0285-1F39-8D50-6939AFE62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9" y="498"/>
              <a:ext cx="1" cy="6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1" name="Freeform 403">
              <a:extLst>
                <a:ext uri="{FF2B5EF4-FFF2-40B4-BE49-F238E27FC236}">
                  <a16:creationId xmlns:a16="http://schemas.microsoft.com/office/drawing/2014/main" id="{72CD2A38-81FF-74B3-9425-51798A450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537"/>
              <a:ext cx="14" cy="3"/>
            </a:xfrm>
            <a:custGeom>
              <a:avLst/>
              <a:gdLst>
                <a:gd name="T0" fmla="*/ 0 w 97"/>
                <a:gd name="T1" fmla="*/ 0 h 23"/>
                <a:gd name="T2" fmla="*/ 0 w 97"/>
                <a:gd name="T3" fmla="*/ 0 h 23"/>
                <a:gd name="T4" fmla="*/ 0 w 97"/>
                <a:gd name="T5" fmla="*/ 0 h 23"/>
                <a:gd name="T6" fmla="*/ 0 w 9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"/>
                <a:gd name="T13" fmla="*/ 0 h 23"/>
                <a:gd name="T14" fmla="*/ 97 w 97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" h="23">
                  <a:moveTo>
                    <a:pt x="0" y="23"/>
                  </a:moveTo>
                  <a:lnTo>
                    <a:pt x="97" y="7"/>
                  </a:lnTo>
                  <a:lnTo>
                    <a:pt x="79" y="0"/>
                  </a:lnTo>
                  <a:lnTo>
                    <a:pt x="61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2" name="Freeform 404">
              <a:extLst>
                <a:ext uri="{FF2B5EF4-FFF2-40B4-BE49-F238E27FC236}">
                  <a16:creationId xmlns:a16="http://schemas.microsoft.com/office/drawing/2014/main" id="{F76BF8B3-9527-EAB9-7C93-0279CA737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515"/>
              <a:ext cx="16" cy="5"/>
            </a:xfrm>
            <a:custGeom>
              <a:avLst/>
              <a:gdLst>
                <a:gd name="T0" fmla="*/ 0 w 108"/>
                <a:gd name="T1" fmla="*/ 0 h 30"/>
                <a:gd name="T2" fmla="*/ 0 w 108"/>
                <a:gd name="T3" fmla="*/ 0 h 30"/>
                <a:gd name="T4" fmla="*/ 0 w 108"/>
                <a:gd name="T5" fmla="*/ 0 h 30"/>
                <a:gd name="T6" fmla="*/ 0 w 108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0" y="30"/>
                  </a:moveTo>
                  <a:lnTo>
                    <a:pt x="108" y="6"/>
                  </a:lnTo>
                  <a:lnTo>
                    <a:pt x="91" y="0"/>
                  </a:lnTo>
                  <a:lnTo>
                    <a:pt x="73" y="1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3" name="Line 405">
              <a:extLst>
                <a:ext uri="{FF2B5EF4-FFF2-40B4-BE49-F238E27FC236}">
                  <a16:creationId xmlns:a16="http://schemas.microsoft.com/office/drawing/2014/main" id="{B3B4FEE2-90D7-5A5C-073A-74AB1AF80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0" y="496"/>
              <a:ext cx="3" cy="69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4" name="Freeform 406">
              <a:extLst>
                <a:ext uri="{FF2B5EF4-FFF2-40B4-BE49-F238E27FC236}">
                  <a16:creationId xmlns:a16="http://schemas.microsoft.com/office/drawing/2014/main" id="{1E155FE1-495E-BC8C-69AF-17D043750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450"/>
              <a:ext cx="11" cy="24"/>
            </a:xfrm>
            <a:custGeom>
              <a:avLst/>
              <a:gdLst>
                <a:gd name="T0" fmla="*/ 0 w 73"/>
                <a:gd name="T1" fmla="*/ 0 h 166"/>
                <a:gd name="T2" fmla="*/ 0 w 73"/>
                <a:gd name="T3" fmla="*/ 0 h 166"/>
                <a:gd name="T4" fmla="*/ 0 w 73"/>
                <a:gd name="T5" fmla="*/ 0 h 166"/>
                <a:gd name="T6" fmla="*/ 0 w 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"/>
                <a:gd name="T13" fmla="*/ 0 h 166"/>
                <a:gd name="T14" fmla="*/ 73 w 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" h="166">
                  <a:moveTo>
                    <a:pt x="0" y="0"/>
                  </a:moveTo>
                  <a:lnTo>
                    <a:pt x="43" y="68"/>
                  </a:lnTo>
                  <a:lnTo>
                    <a:pt x="67" y="121"/>
                  </a:lnTo>
                  <a:lnTo>
                    <a:pt x="73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5" name="Freeform 407">
              <a:extLst>
                <a:ext uri="{FF2B5EF4-FFF2-40B4-BE49-F238E27FC236}">
                  <a16:creationId xmlns:a16="http://schemas.microsoft.com/office/drawing/2014/main" id="{1D8B6FCC-4068-4E16-3D8F-59F13BA3B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476"/>
              <a:ext cx="78" cy="11"/>
            </a:xfrm>
            <a:custGeom>
              <a:avLst/>
              <a:gdLst>
                <a:gd name="T0" fmla="*/ 0 w 544"/>
                <a:gd name="T1" fmla="*/ 0 h 75"/>
                <a:gd name="T2" fmla="*/ 0 w 544"/>
                <a:gd name="T3" fmla="*/ 0 h 75"/>
                <a:gd name="T4" fmla="*/ 0 w 544"/>
                <a:gd name="T5" fmla="*/ 0 h 75"/>
                <a:gd name="T6" fmla="*/ 0 w 544"/>
                <a:gd name="T7" fmla="*/ 0 h 75"/>
                <a:gd name="T8" fmla="*/ 0 w 544"/>
                <a:gd name="T9" fmla="*/ 0 h 75"/>
                <a:gd name="T10" fmla="*/ 0 w 544"/>
                <a:gd name="T11" fmla="*/ 0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4"/>
                <a:gd name="T19" fmla="*/ 0 h 75"/>
                <a:gd name="T20" fmla="*/ 544 w 544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4" h="75">
                  <a:moveTo>
                    <a:pt x="0" y="61"/>
                  </a:moveTo>
                  <a:lnTo>
                    <a:pt x="18" y="75"/>
                  </a:lnTo>
                  <a:lnTo>
                    <a:pt x="36" y="67"/>
                  </a:lnTo>
                  <a:lnTo>
                    <a:pt x="544" y="7"/>
                  </a:lnTo>
                  <a:lnTo>
                    <a:pt x="514" y="0"/>
                  </a:lnTo>
                  <a:lnTo>
                    <a:pt x="423" y="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6" name="Freeform 408">
              <a:extLst>
                <a:ext uri="{FF2B5EF4-FFF2-40B4-BE49-F238E27FC236}">
                  <a16:creationId xmlns:a16="http://schemas.microsoft.com/office/drawing/2014/main" id="{33621077-6F78-A01F-4A2F-BB2695A55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494"/>
              <a:ext cx="24" cy="23"/>
            </a:xfrm>
            <a:custGeom>
              <a:avLst/>
              <a:gdLst>
                <a:gd name="T0" fmla="*/ 0 w 170"/>
                <a:gd name="T1" fmla="*/ 0 h 166"/>
                <a:gd name="T2" fmla="*/ 0 w 170"/>
                <a:gd name="T3" fmla="*/ 0 h 166"/>
                <a:gd name="T4" fmla="*/ 0 w 170"/>
                <a:gd name="T5" fmla="*/ 0 h 166"/>
                <a:gd name="T6" fmla="*/ 0 w 170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66"/>
                <a:gd name="T14" fmla="*/ 170 w 170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66">
                  <a:moveTo>
                    <a:pt x="0" y="0"/>
                  </a:moveTo>
                  <a:lnTo>
                    <a:pt x="91" y="61"/>
                  </a:lnTo>
                  <a:lnTo>
                    <a:pt x="139" y="114"/>
                  </a:lnTo>
                  <a:lnTo>
                    <a:pt x="170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7" name="Freeform 409">
              <a:extLst>
                <a:ext uri="{FF2B5EF4-FFF2-40B4-BE49-F238E27FC236}">
                  <a16:creationId xmlns:a16="http://schemas.microsoft.com/office/drawing/2014/main" id="{24EFC0C4-CF89-4609-C931-B1B524D24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" y="495"/>
              <a:ext cx="28" cy="39"/>
            </a:xfrm>
            <a:custGeom>
              <a:avLst/>
              <a:gdLst>
                <a:gd name="T0" fmla="*/ 0 w 194"/>
                <a:gd name="T1" fmla="*/ 0 h 273"/>
                <a:gd name="T2" fmla="*/ 0 w 194"/>
                <a:gd name="T3" fmla="*/ 0 h 273"/>
                <a:gd name="T4" fmla="*/ 0 w 194"/>
                <a:gd name="T5" fmla="*/ 0 h 273"/>
                <a:gd name="T6" fmla="*/ 0 w 194"/>
                <a:gd name="T7" fmla="*/ 0 h 273"/>
                <a:gd name="T8" fmla="*/ 0 w 194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273"/>
                <a:gd name="T17" fmla="*/ 194 w 194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273">
                  <a:moveTo>
                    <a:pt x="194" y="0"/>
                  </a:moveTo>
                  <a:lnTo>
                    <a:pt x="187" y="23"/>
                  </a:lnTo>
                  <a:lnTo>
                    <a:pt x="116" y="129"/>
                  </a:lnTo>
                  <a:lnTo>
                    <a:pt x="43" y="212"/>
                  </a:lnTo>
                  <a:lnTo>
                    <a:pt x="0" y="27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8" name="Freeform 410">
              <a:extLst>
                <a:ext uri="{FF2B5EF4-FFF2-40B4-BE49-F238E27FC236}">
                  <a16:creationId xmlns:a16="http://schemas.microsoft.com/office/drawing/2014/main" id="{2654D8D6-BB1E-D04A-5561-698F8C94B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5" y="518"/>
              <a:ext cx="58" cy="61"/>
            </a:xfrm>
            <a:custGeom>
              <a:avLst/>
              <a:gdLst>
                <a:gd name="T0" fmla="*/ 0 w 406"/>
                <a:gd name="T1" fmla="*/ 0 h 424"/>
                <a:gd name="T2" fmla="*/ 0 w 406"/>
                <a:gd name="T3" fmla="*/ 0 h 424"/>
                <a:gd name="T4" fmla="*/ 0 w 406"/>
                <a:gd name="T5" fmla="*/ 0 h 424"/>
                <a:gd name="T6" fmla="*/ 0 w 406"/>
                <a:gd name="T7" fmla="*/ 0 h 424"/>
                <a:gd name="T8" fmla="*/ 0 w 406"/>
                <a:gd name="T9" fmla="*/ 0 h 424"/>
                <a:gd name="T10" fmla="*/ 0 w 406"/>
                <a:gd name="T11" fmla="*/ 0 h 4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6"/>
                <a:gd name="T19" fmla="*/ 0 h 424"/>
                <a:gd name="T20" fmla="*/ 406 w 406"/>
                <a:gd name="T21" fmla="*/ 424 h 4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6" h="424">
                  <a:moveTo>
                    <a:pt x="0" y="0"/>
                  </a:moveTo>
                  <a:lnTo>
                    <a:pt x="19" y="15"/>
                  </a:lnTo>
                  <a:lnTo>
                    <a:pt x="297" y="409"/>
                  </a:lnTo>
                  <a:lnTo>
                    <a:pt x="406" y="424"/>
                  </a:lnTo>
                  <a:lnTo>
                    <a:pt x="291" y="402"/>
                  </a:lnTo>
                  <a:lnTo>
                    <a:pt x="242" y="35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9" name="Freeform 411">
              <a:extLst>
                <a:ext uri="{FF2B5EF4-FFF2-40B4-BE49-F238E27FC236}">
                  <a16:creationId xmlns:a16="http://schemas.microsoft.com/office/drawing/2014/main" id="{724C03C9-FC49-AC34-132C-0060316C4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505"/>
              <a:ext cx="57" cy="79"/>
            </a:xfrm>
            <a:custGeom>
              <a:avLst/>
              <a:gdLst>
                <a:gd name="T0" fmla="*/ 0 w 400"/>
                <a:gd name="T1" fmla="*/ 0 h 553"/>
                <a:gd name="T2" fmla="*/ 0 w 400"/>
                <a:gd name="T3" fmla="*/ 0 h 553"/>
                <a:gd name="T4" fmla="*/ 0 w 400"/>
                <a:gd name="T5" fmla="*/ 0 h 553"/>
                <a:gd name="T6" fmla="*/ 0 w 400"/>
                <a:gd name="T7" fmla="*/ 0 h 553"/>
                <a:gd name="T8" fmla="*/ 0 w 400"/>
                <a:gd name="T9" fmla="*/ 0 h 553"/>
                <a:gd name="T10" fmla="*/ 0 w 400"/>
                <a:gd name="T11" fmla="*/ 0 h 553"/>
                <a:gd name="T12" fmla="*/ 0 w 400"/>
                <a:gd name="T13" fmla="*/ 0 h 553"/>
                <a:gd name="T14" fmla="*/ 0 w 400"/>
                <a:gd name="T15" fmla="*/ 0 h 553"/>
                <a:gd name="T16" fmla="*/ 0 w 400"/>
                <a:gd name="T17" fmla="*/ 0 h 553"/>
                <a:gd name="T18" fmla="*/ 0 w 400"/>
                <a:gd name="T19" fmla="*/ 0 h 553"/>
                <a:gd name="T20" fmla="*/ 0 w 400"/>
                <a:gd name="T21" fmla="*/ 0 h 5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0"/>
                <a:gd name="T34" fmla="*/ 0 h 553"/>
                <a:gd name="T35" fmla="*/ 400 w 400"/>
                <a:gd name="T36" fmla="*/ 553 h 5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0" h="553">
                  <a:moveTo>
                    <a:pt x="387" y="0"/>
                  </a:moveTo>
                  <a:lnTo>
                    <a:pt x="400" y="31"/>
                  </a:lnTo>
                  <a:lnTo>
                    <a:pt x="382" y="91"/>
                  </a:lnTo>
                  <a:lnTo>
                    <a:pt x="339" y="190"/>
                  </a:lnTo>
                  <a:lnTo>
                    <a:pt x="303" y="265"/>
                  </a:lnTo>
                  <a:lnTo>
                    <a:pt x="260" y="318"/>
                  </a:lnTo>
                  <a:lnTo>
                    <a:pt x="223" y="378"/>
                  </a:lnTo>
                  <a:lnTo>
                    <a:pt x="169" y="432"/>
                  </a:lnTo>
                  <a:lnTo>
                    <a:pt x="115" y="477"/>
                  </a:lnTo>
                  <a:lnTo>
                    <a:pt x="66" y="507"/>
                  </a:lnTo>
                  <a:lnTo>
                    <a:pt x="0" y="55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0" name="Freeform 412">
              <a:extLst>
                <a:ext uri="{FF2B5EF4-FFF2-40B4-BE49-F238E27FC236}">
                  <a16:creationId xmlns:a16="http://schemas.microsoft.com/office/drawing/2014/main" id="{0FB661AA-8B46-2C57-6D81-5C9BA5B49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459"/>
              <a:ext cx="24" cy="50"/>
            </a:xfrm>
            <a:custGeom>
              <a:avLst/>
              <a:gdLst>
                <a:gd name="T0" fmla="*/ 0 w 164"/>
                <a:gd name="T1" fmla="*/ 0 h 348"/>
                <a:gd name="T2" fmla="*/ 0 w 164"/>
                <a:gd name="T3" fmla="*/ 0 h 348"/>
                <a:gd name="T4" fmla="*/ 0 w 164"/>
                <a:gd name="T5" fmla="*/ 0 h 348"/>
                <a:gd name="T6" fmla="*/ 0 w 164"/>
                <a:gd name="T7" fmla="*/ 0 h 348"/>
                <a:gd name="T8" fmla="*/ 0 w 164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4"/>
                <a:gd name="T16" fmla="*/ 0 h 348"/>
                <a:gd name="T17" fmla="*/ 164 w 164"/>
                <a:gd name="T18" fmla="*/ 348 h 3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4" h="348">
                  <a:moveTo>
                    <a:pt x="164" y="0"/>
                  </a:moveTo>
                  <a:lnTo>
                    <a:pt x="157" y="37"/>
                  </a:lnTo>
                  <a:lnTo>
                    <a:pt x="60" y="234"/>
                  </a:lnTo>
                  <a:lnTo>
                    <a:pt x="0" y="348"/>
                  </a:lnTo>
                  <a:lnTo>
                    <a:pt x="164" y="31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1" name="Freeform 413">
              <a:extLst>
                <a:ext uri="{FF2B5EF4-FFF2-40B4-BE49-F238E27FC236}">
                  <a16:creationId xmlns:a16="http://schemas.microsoft.com/office/drawing/2014/main" id="{791ABB94-36AF-5261-8F46-42736741E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488"/>
              <a:ext cx="27" cy="51"/>
            </a:xfrm>
            <a:custGeom>
              <a:avLst/>
              <a:gdLst>
                <a:gd name="T0" fmla="*/ 0 w 188"/>
                <a:gd name="T1" fmla="*/ 0 h 356"/>
                <a:gd name="T2" fmla="*/ 0 w 188"/>
                <a:gd name="T3" fmla="*/ 0 h 356"/>
                <a:gd name="T4" fmla="*/ 0 w 188"/>
                <a:gd name="T5" fmla="*/ 0 h 356"/>
                <a:gd name="T6" fmla="*/ 0 w 188"/>
                <a:gd name="T7" fmla="*/ 0 h 356"/>
                <a:gd name="T8" fmla="*/ 0 w 188"/>
                <a:gd name="T9" fmla="*/ 0 h 3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356"/>
                <a:gd name="T17" fmla="*/ 188 w 188"/>
                <a:gd name="T18" fmla="*/ 356 h 3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356">
                  <a:moveTo>
                    <a:pt x="175" y="0"/>
                  </a:moveTo>
                  <a:lnTo>
                    <a:pt x="85" y="220"/>
                  </a:lnTo>
                  <a:lnTo>
                    <a:pt x="12" y="348"/>
                  </a:lnTo>
                  <a:lnTo>
                    <a:pt x="0" y="356"/>
                  </a:lnTo>
                  <a:lnTo>
                    <a:pt x="188" y="29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2" name="Line 414">
              <a:extLst>
                <a:ext uri="{FF2B5EF4-FFF2-40B4-BE49-F238E27FC236}">
                  <a16:creationId xmlns:a16="http://schemas.microsoft.com/office/drawing/2014/main" id="{C9700B98-71D5-875A-93BA-F0EFDC5DCB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6" y="548"/>
              <a:ext cx="38" cy="2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3" name="Freeform 415">
              <a:extLst>
                <a:ext uri="{FF2B5EF4-FFF2-40B4-BE49-F238E27FC236}">
                  <a16:creationId xmlns:a16="http://schemas.microsoft.com/office/drawing/2014/main" id="{E59042D3-D83C-F28A-EF34-1FDF3AD49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462"/>
              <a:ext cx="13" cy="14"/>
            </a:xfrm>
            <a:custGeom>
              <a:avLst/>
              <a:gdLst>
                <a:gd name="T0" fmla="*/ 0 w 86"/>
                <a:gd name="T1" fmla="*/ 0 h 99"/>
                <a:gd name="T2" fmla="*/ 0 w 86"/>
                <a:gd name="T3" fmla="*/ 0 h 99"/>
                <a:gd name="T4" fmla="*/ 0 w 86"/>
                <a:gd name="T5" fmla="*/ 0 h 99"/>
                <a:gd name="T6" fmla="*/ 0 60000 65536"/>
                <a:gd name="T7" fmla="*/ 0 60000 65536"/>
                <a:gd name="T8" fmla="*/ 0 60000 65536"/>
                <a:gd name="T9" fmla="*/ 0 w 86"/>
                <a:gd name="T10" fmla="*/ 0 h 99"/>
                <a:gd name="T11" fmla="*/ 86 w 86"/>
                <a:gd name="T12" fmla="*/ 99 h 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99">
                  <a:moveTo>
                    <a:pt x="86" y="99"/>
                  </a:moveTo>
                  <a:lnTo>
                    <a:pt x="68" y="6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4" name="Freeform 416">
              <a:extLst>
                <a:ext uri="{FF2B5EF4-FFF2-40B4-BE49-F238E27FC236}">
                  <a16:creationId xmlns:a16="http://schemas.microsoft.com/office/drawing/2014/main" id="{17447B2F-6F75-C2CF-CAE8-A1B4EA8B6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" y="450"/>
              <a:ext cx="39" cy="134"/>
            </a:xfrm>
            <a:custGeom>
              <a:avLst/>
              <a:gdLst>
                <a:gd name="T0" fmla="*/ 0 w 278"/>
                <a:gd name="T1" fmla="*/ 0 h 939"/>
                <a:gd name="T2" fmla="*/ 0 w 278"/>
                <a:gd name="T3" fmla="*/ 0 h 939"/>
                <a:gd name="T4" fmla="*/ 0 w 278"/>
                <a:gd name="T5" fmla="*/ 0 h 939"/>
                <a:gd name="T6" fmla="*/ 0 w 278"/>
                <a:gd name="T7" fmla="*/ 0 h 939"/>
                <a:gd name="T8" fmla="*/ 0 w 278"/>
                <a:gd name="T9" fmla="*/ 0 h 939"/>
                <a:gd name="T10" fmla="*/ 0 w 278"/>
                <a:gd name="T11" fmla="*/ 0 h 939"/>
                <a:gd name="T12" fmla="*/ 0 w 278"/>
                <a:gd name="T13" fmla="*/ 0 h 939"/>
                <a:gd name="T14" fmla="*/ 0 w 278"/>
                <a:gd name="T15" fmla="*/ 0 h 939"/>
                <a:gd name="T16" fmla="*/ 0 w 278"/>
                <a:gd name="T17" fmla="*/ 0 h 939"/>
                <a:gd name="T18" fmla="*/ 0 w 278"/>
                <a:gd name="T19" fmla="*/ 0 h 939"/>
                <a:gd name="T20" fmla="*/ 0 w 278"/>
                <a:gd name="T21" fmla="*/ 0 h 939"/>
                <a:gd name="T22" fmla="*/ 0 w 278"/>
                <a:gd name="T23" fmla="*/ 0 h 939"/>
                <a:gd name="T24" fmla="*/ 0 w 278"/>
                <a:gd name="T25" fmla="*/ 0 h 939"/>
                <a:gd name="T26" fmla="*/ 0 w 278"/>
                <a:gd name="T27" fmla="*/ 0 h 939"/>
                <a:gd name="T28" fmla="*/ 0 w 278"/>
                <a:gd name="T29" fmla="*/ 0 h 939"/>
                <a:gd name="T30" fmla="*/ 0 w 278"/>
                <a:gd name="T31" fmla="*/ 0 h 9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8"/>
                <a:gd name="T49" fmla="*/ 0 h 939"/>
                <a:gd name="T50" fmla="*/ 278 w 278"/>
                <a:gd name="T51" fmla="*/ 939 h 9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8" h="939">
                  <a:moveTo>
                    <a:pt x="0" y="0"/>
                  </a:moveTo>
                  <a:lnTo>
                    <a:pt x="6" y="37"/>
                  </a:lnTo>
                  <a:lnTo>
                    <a:pt x="6" y="212"/>
                  </a:lnTo>
                  <a:lnTo>
                    <a:pt x="18" y="340"/>
                  </a:lnTo>
                  <a:lnTo>
                    <a:pt x="24" y="417"/>
                  </a:lnTo>
                  <a:lnTo>
                    <a:pt x="37" y="500"/>
                  </a:lnTo>
                  <a:lnTo>
                    <a:pt x="48" y="576"/>
                  </a:lnTo>
                  <a:lnTo>
                    <a:pt x="60" y="651"/>
                  </a:lnTo>
                  <a:lnTo>
                    <a:pt x="78" y="712"/>
                  </a:lnTo>
                  <a:lnTo>
                    <a:pt x="109" y="772"/>
                  </a:lnTo>
                  <a:lnTo>
                    <a:pt x="151" y="841"/>
                  </a:lnTo>
                  <a:lnTo>
                    <a:pt x="194" y="886"/>
                  </a:lnTo>
                  <a:lnTo>
                    <a:pt x="237" y="924"/>
                  </a:lnTo>
                  <a:lnTo>
                    <a:pt x="267" y="939"/>
                  </a:lnTo>
                  <a:lnTo>
                    <a:pt x="278" y="758"/>
                  </a:lnTo>
                  <a:lnTo>
                    <a:pt x="254" y="9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5" name="Line 417">
              <a:extLst>
                <a:ext uri="{FF2B5EF4-FFF2-40B4-BE49-F238E27FC236}">
                  <a16:creationId xmlns:a16="http://schemas.microsoft.com/office/drawing/2014/main" id="{9DBD5450-CA09-C838-1459-5023D5B2A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487"/>
              <a:ext cx="37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6" name="Line 418">
              <a:extLst>
                <a:ext uri="{FF2B5EF4-FFF2-40B4-BE49-F238E27FC236}">
                  <a16:creationId xmlns:a16="http://schemas.microsoft.com/office/drawing/2014/main" id="{0EB62E24-870B-367B-FFD6-2A77BF9CA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4" y="511"/>
              <a:ext cx="44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7" name="Freeform 419">
              <a:extLst>
                <a:ext uri="{FF2B5EF4-FFF2-40B4-BE49-F238E27FC236}">
                  <a16:creationId xmlns:a16="http://schemas.microsoft.com/office/drawing/2014/main" id="{489D05F5-B982-254C-38AF-BEA1A3897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525"/>
              <a:ext cx="49" cy="54"/>
            </a:xfrm>
            <a:custGeom>
              <a:avLst/>
              <a:gdLst>
                <a:gd name="T0" fmla="*/ 0 w 345"/>
                <a:gd name="T1" fmla="*/ 0 h 379"/>
                <a:gd name="T2" fmla="*/ 0 w 345"/>
                <a:gd name="T3" fmla="*/ 0 h 379"/>
                <a:gd name="T4" fmla="*/ 0 w 345"/>
                <a:gd name="T5" fmla="*/ 0 h 379"/>
                <a:gd name="T6" fmla="*/ 0 w 345"/>
                <a:gd name="T7" fmla="*/ 0 h 379"/>
                <a:gd name="T8" fmla="*/ 0 w 345"/>
                <a:gd name="T9" fmla="*/ 0 h 379"/>
                <a:gd name="T10" fmla="*/ 0 w 345"/>
                <a:gd name="T11" fmla="*/ 0 h 379"/>
                <a:gd name="T12" fmla="*/ 0 w 345"/>
                <a:gd name="T13" fmla="*/ 0 h 379"/>
                <a:gd name="T14" fmla="*/ 0 w 345"/>
                <a:gd name="T15" fmla="*/ 0 h 3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5"/>
                <a:gd name="T25" fmla="*/ 0 h 379"/>
                <a:gd name="T26" fmla="*/ 345 w 345"/>
                <a:gd name="T27" fmla="*/ 379 h 3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5" h="379">
                  <a:moveTo>
                    <a:pt x="345" y="0"/>
                  </a:moveTo>
                  <a:lnTo>
                    <a:pt x="338" y="30"/>
                  </a:lnTo>
                  <a:lnTo>
                    <a:pt x="290" y="107"/>
                  </a:lnTo>
                  <a:lnTo>
                    <a:pt x="242" y="167"/>
                  </a:lnTo>
                  <a:lnTo>
                    <a:pt x="187" y="228"/>
                  </a:lnTo>
                  <a:lnTo>
                    <a:pt x="121" y="288"/>
                  </a:lnTo>
                  <a:lnTo>
                    <a:pt x="55" y="341"/>
                  </a:lnTo>
                  <a:lnTo>
                    <a:pt x="0" y="37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8" name="Freeform 420">
              <a:extLst>
                <a:ext uri="{FF2B5EF4-FFF2-40B4-BE49-F238E27FC236}">
                  <a16:creationId xmlns:a16="http://schemas.microsoft.com/office/drawing/2014/main" id="{D5A40B74-CBDE-F382-70CC-8082544DE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452"/>
              <a:ext cx="11" cy="45"/>
            </a:xfrm>
            <a:custGeom>
              <a:avLst/>
              <a:gdLst>
                <a:gd name="T0" fmla="*/ 0 w 78"/>
                <a:gd name="T1" fmla="*/ 0 h 311"/>
                <a:gd name="T2" fmla="*/ 0 w 78"/>
                <a:gd name="T3" fmla="*/ 0 h 311"/>
                <a:gd name="T4" fmla="*/ 0 w 78"/>
                <a:gd name="T5" fmla="*/ 0 h 311"/>
                <a:gd name="T6" fmla="*/ 0 w 78"/>
                <a:gd name="T7" fmla="*/ 0 h 3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311"/>
                <a:gd name="T14" fmla="*/ 78 w 78"/>
                <a:gd name="T15" fmla="*/ 311 h 3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311">
                  <a:moveTo>
                    <a:pt x="78" y="0"/>
                  </a:moveTo>
                  <a:lnTo>
                    <a:pt x="66" y="68"/>
                  </a:lnTo>
                  <a:lnTo>
                    <a:pt x="23" y="220"/>
                  </a:lnTo>
                  <a:lnTo>
                    <a:pt x="0" y="31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9" name="Freeform 421">
              <a:extLst>
                <a:ext uri="{FF2B5EF4-FFF2-40B4-BE49-F238E27FC236}">
                  <a16:creationId xmlns:a16="http://schemas.microsoft.com/office/drawing/2014/main" id="{3C671330-B5B8-C053-DC19-769D97318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488"/>
              <a:ext cx="34" cy="81"/>
            </a:xfrm>
            <a:custGeom>
              <a:avLst/>
              <a:gdLst>
                <a:gd name="T0" fmla="*/ 0 w 242"/>
                <a:gd name="T1" fmla="*/ 0 h 568"/>
                <a:gd name="T2" fmla="*/ 0 w 242"/>
                <a:gd name="T3" fmla="*/ 0 h 568"/>
                <a:gd name="T4" fmla="*/ 0 w 242"/>
                <a:gd name="T5" fmla="*/ 0 h 568"/>
                <a:gd name="T6" fmla="*/ 0 w 242"/>
                <a:gd name="T7" fmla="*/ 0 h 568"/>
                <a:gd name="T8" fmla="*/ 0 w 242"/>
                <a:gd name="T9" fmla="*/ 0 h 568"/>
                <a:gd name="T10" fmla="*/ 0 w 242"/>
                <a:gd name="T11" fmla="*/ 0 h 568"/>
                <a:gd name="T12" fmla="*/ 0 w 242"/>
                <a:gd name="T13" fmla="*/ 0 h 568"/>
                <a:gd name="T14" fmla="*/ 0 w 242"/>
                <a:gd name="T15" fmla="*/ 0 h 568"/>
                <a:gd name="T16" fmla="*/ 0 w 242"/>
                <a:gd name="T17" fmla="*/ 0 h 568"/>
                <a:gd name="T18" fmla="*/ 0 w 242"/>
                <a:gd name="T19" fmla="*/ 0 h 568"/>
                <a:gd name="T20" fmla="*/ 0 w 242"/>
                <a:gd name="T21" fmla="*/ 0 h 568"/>
                <a:gd name="T22" fmla="*/ 0 w 242"/>
                <a:gd name="T23" fmla="*/ 0 h 568"/>
                <a:gd name="T24" fmla="*/ 0 w 242"/>
                <a:gd name="T25" fmla="*/ 0 h 568"/>
                <a:gd name="T26" fmla="*/ 0 w 242"/>
                <a:gd name="T27" fmla="*/ 0 h 568"/>
                <a:gd name="T28" fmla="*/ 0 w 242"/>
                <a:gd name="T29" fmla="*/ 0 h 5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2"/>
                <a:gd name="T46" fmla="*/ 0 h 568"/>
                <a:gd name="T47" fmla="*/ 242 w 242"/>
                <a:gd name="T48" fmla="*/ 568 h 56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2" h="568">
                  <a:moveTo>
                    <a:pt x="0" y="0"/>
                  </a:moveTo>
                  <a:lnTo>
                    <a:pt x="18" y="68"/>
                  </a:lnTo>
                  <a:lnTo>
                    <a:pt x="24" y="257"/>
                  </a:lnTo>
                  <a:lnTo>
                    <a:pt x="18" y="416"/>
                  </a:lnTo>
                  <a:lnTo>
                    <a:pt x="24" y="568"/>
                  </a:lnTo>
                  <a:lnTo>
                    <a:pt x="12" y="499"/>
                  </a:lnTo>
                  <a:lnTo>
                    <a:pt x="157" y="485"/>
                  </a:lnTo>
                  <a:lnTo>
                    <a:pt x="193" y="530"/>
                  </a:lnTo>
                  <a:lnTo>
                    <a:pt x="200" y="560"/>
                  </a:lnTo>
                  <a:lnTo>
                    <a:pt x="206" y="348"/>
                  </a:lnTo>
                  <a:lnTo>
                    <a:pt x="218" y="38"/>
                  </a:lnTo>
                  <a:lnTo>
                    <a:pt x="218" y="0"/>
                  </a:lnTo>
                  <a:lnTo>
                    <a:pt x="242" y="30"/>
                  </a:lnTo>
                  <a:lnTo>
                    <a:pt x="193" y="45"/>
                  </a:lnTo>
                  <a:lnTo>
                    <a:pt x="24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0" name="Line 422">
              <a:extLst>
                <a:ext uri="{FF2B5EF4-FFF2-40B4-BE49-F238E27FC236}">
                  <a16:creationId xmlns:a16="http://schemas.microsoft.com/office/drawing/2014/main" id="{80137576-9217-EE4D-8182-C7BF350A6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1" y="524"/>
              <a:ext cx="19" cy="2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1" name="Freeform 423">
              <a:extLst>
                <a:ext uri="{FF2B5EF4-FFF2-40B4-BE49-F238E27FC236}">
                  <a16:creationId xmlns:a16="http://schemas.microsoft.com/office/drawing/2014/main" id="{6606726C-1FF9-5B53-ECB0-C5CB53908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450"/>
              <a:ext cx="18" cy="75"/>
            </a:xfrm>
            <a:custGeom>
              <a:avLst/>
              <a:gdLst>
                <a:gd name="T0" fmla="*/ 0 w 128"/>
                <a:gd name="T1" fmla="*/ 0 h 522"/>
                <a:gd name="T2" fmla="*/ 0 w 128"/>
                <a:gd name="T3" fmla="*/ 0 h 522"/>
                <a:gd name="T4" fmla="*/ 0 w 128"/>
                <a:gd name="T5" fmla="*/ 0 h 522"/>
                <a:gd name="T6" fmla="*/ 0 w 128"/>
                <a:gd name="T7" fmla="*/ 0 h 522"/>
                <a:gd name="T8" fmla="*/ 0 w 128"/>
                <a:gd name="T9" fmla="*/ 0 h 522"/>
                <a:gd name="T10" fmla="*/ 0 w 128"/>
                <a:gd name="T11" fmla="*/ 0 h 522"/>
                <a:gd name="T12" fmla="*/ 0 w 128"/>
                <a:gd name="T13" fmla="*/ 0 h 5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8"/>
                <a:gd name="T22" fmla="*/ 0 h 522"/>
                <a:gd name="T23" fmla="*/ 128 w 128"/>
                <a:gd name="T24" fmla="*/ 522 h 52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8" h="522">
                  <a:moveTo>
                    <a:pt x="121" y="0"/>
                  </a:moveTo>
                  <a:lnTo>
                    <a:pt x="128" y="53"/>
                  </a:lnTo>
                  <a:lnTo>
                    <a:pt x="98" y="182"/>
                  </a:lnTo>
                  <a:lnTo>
                    <a:pt x="67" y="318"/>
                  </a:lnTo>
                  <a:lnTo>
                    <a:pt x="37" y="417"/>
                  </a:lnTo>
                  <a:lnTo>
                    <a:pt x="12" y="485"/>
                  </a:lnTo>
                  <a:lnTo>
                    <a:pt x="0" y="5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2" name="Freeform 424">
              <a:extLst>
                <a:ext uri="{FF2B5EF4-FFF2-40B4-BE49-F238E27FC236}">
                  <a16:creationId xmlns:a16="http://schemas.microsoft.com/office/drawing/2014/main" id="{790F2BB5-CAC1-D43B-C62D-017B6DEB0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486"/>
              <a:ext cx="38" cy="99"/>
            </a:xfrm>
            <a:custGeom>
              <a:avLst/>
              <a:gdLst>
                <a:gd name="T0" fmla="*/ 0 w 266"/>
                <a:gd name="T1" fmla="*/ 0 h 697"/>
                <a:gd name="T2" fmla="*/ 0 w 266"/>
                <a:gd name="T3" fmla="*/ 0 h 697"/>
                <a:gd name="T4" fmla="*/ 0 w 266"/>
                <a:gd name="T5" fmla="*/ 0 h 697"/>
                <a:gd name="T6" fmla="*/ 0 w 266"/>
                <a:gd name="T7" fmla="*/ 0 h 697"/>
                <a:gd name="T8" fmla="*/ 0 w 266"/>
                <a:gd name="T9" fmla="*/ 0 h 697"/>
                <a:gd name="T10" fmla="*/ 0 w 266"/>
                <a:gd name="T11" fmla="*/ 0 h 697"/>
                <a:gd name="T12" fmla="*/ 0 w 266"/>
                <a:gd name="T13" fmla="*/ 0 h 697"/>
                <a:gd name="T14" fmla="*/ 0 w 266"/>
                <a:gd name="T15" fmla="*/ 0 h 697"/>
                <a:gd name="T16" fmla="*/ 0 w 266"/>
                <a:gd name="T17" fmla="*/ 0 h 697"/>
                <a:gd name="T18" fmla="*/ 0 w 266"/>
                <a:gd name="T19" fmla="*/ 0 h 697"/>
                <a:gd name="T20" fmla="*/ 0 w 266"/>
                <a:gd name="T21" fmla="*/ 0 h 697"/>
                <a:gd name="T22" fmla="*/ 0 w 266"/>
                <a:gd name="T23" fmla="*/ 0 h 697"/>
                <a:gd name="T24" fmla="*/ 0 w 266"/>
                <a:gd name="T25" fmla="*/ 0 h 697"/>
                <a:gd name="T26" fmla="*/ 0 w 266"/>
                <a:gd name="T27" fmla="*/ 0 h 6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6"/>
                <a:gd name="T43" fmla="*/ 0 h 697"/>
                <a:gd name="T44" fmla="*/ 266 w 266"/>
                <a:gd name="T45" fmla="*/ 697 h 69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6" h="697">
                  <a:moveTo>
                    <a:pt x="0" y="69"/>
                  </a:moveTo>
                  <a:lnTo>
                    <a:pt x="133" y="61"/>
                  </a:lnTo>
                  <a:lnTo>
                    <a:pt x="139" y="61"/>
                  </a:lnTo>
                  <a:lnTo>
                    <a:pt x="248" y="38"/>
                  </a:lnTo>
                  <a:lnTo>
                    <a:pt x="266" y="31"/>
                  </a:lnTo>
                  <a:lnTo>
                    <a:pt x="248" y="0"/>
                  </a:lnTo>
                  <a:lnTo>
                    <a:pt x="236" y="137"/>
                  </a:lnTo>
                  <a:lnTo>
                    <a:pt x="230" y="281"/>
                  </a:lnTo>
                  <a:lnTo>
                    <a:pt x="211" y="418"/>
                  </a:lnTo>
                  <a:lnTo>
                    <a:pt x="193" y="546"/>
                  </a:lnTo>
                  <a:lnTo>
                    <a:pt x="170" y="630"/>
                  </a:lnTo>
                  <a:lnTo>
                    <a:pt x="145" y="697"/>
                  </a:lnTo>
                  <a:lnTo>
                    <a:pt x="42" y="546"/>
                  </a:lnTo>
                  <a:lnTo>
                    <a:pt x="151" y="68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3" name="Freeform 425">
              <a:extLst>
                <a:ext uri="{FF2B5EF4-FFF2-40B4-BE49-F238E27FC236}">
                  <a16:creationId xmlns:a16="http://schemas.microsoft.com/office/drawing/2014/main" id="{7C8FEB77-1C3F-8D57-EC04-235DEB35A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515"/>
              <a:ext cx="12" cy="25"/>
            </a:xfrm>
            <a:custGeom>
              <a:avLst/>
              <a:gdLst>
                <a:gd name="T0" fmla="*/ 0 w 80"/>
                <a:gd name="T1" fmla="*/ 0 h 174"/>
                <a:gd name="T2" fmla="*/ 0 w 80"/>
                <a:gd name="T3" fmla="*/ 0 h 174"/>
                <a:gd name="T4" fmla="*/ 0 w 80"/>
                <a:gd name="T5" fmla="*/ 0 h 174"/>
                <a:gd name="T6" fmla="*/ 0 w 80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"/>
                <a:gd name="T13" fmla="*/ 0 h 174"/>
                <a:gd name="T14" fmla="*/ 80 w 80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" h="174">
                  <a:moveTo>
                    <a:pt x="0" y="0"/>
                  </a:moveTo>
                  <a:lnTo>
                    <a:pt x="68" y="113"/>
                  </a:lnTo>
                  <a:lnTo>
                    <a:pt x="73" y="135"/>
                  </a:lnTo>
                  <a:lnTo>
                    <a:pt x="80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4" name="Freeform 426">
              <a:extLst>
                <a:ext uri="{FF2B5EF4-FFF2-40B4-BE49-F238E27FC236}">
                  <a16:creationId xmlns:a16="http://schemas.microsoft.com/office/drawing/2014/main" id="{72489795-824B-1867-4565-182E6F266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455"/>
              <a:ext cx="32" cy="125"/>
            </a:xfrm>
            <a:custGeom>
              <a:avLst/>
              <a:gdLst>
                <a:gd name="T0" fmla="*/ 0 w 230"/>
                <a:gd name="T1" fmla="*/ 0 h 879"/>
                <a:gd name="T2" fmla="*/ 0 w 230"/>
                <a:gd name="T3" fmla="*/ 0 h 879"/>
                <a:gd name="T4" fmla="*/ 0 w 230"/>
                <a:gd name="T5" fmla="*/ 0 h 879"/>
                <a:gd name="T6" fmla="*/ 0 w 230"/>
                <a:gd name="T7" fmla="*/ 0 h 879"/>
                <a:gd name="T8" fmla="*/ 0 w 230"/>
                <a:gd name="T9" fmla="*/ 0 h 879"/>
                <a:gd name="T10" fmla="*/ 0 w 230"/>
                <a:gd name="T11" fmla="*/ 0 h 879"/>
                <a:gd name="T12" fmla="*/ 0 w 230"/>
                <a:gd name="T13" fmla="*/ 0 h 879"/>
                <a:gd name="T14" fmla="*/ 0 w 230"/>
                <a:gd name="T15" fmla="*/ 0 h 879"/>
                <a:gd name="T16" fmla="*/ 0 w 230"/>
                <a:gd name="T17" fmla="*/ 0 h 8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0"/>
                <a:gd name="T28" fmla="*/ 0 h 879"/>
                <a:gd name="T29" fmla="*/ 230 w 230"/>
                <a:gd name="T30" fmla="*/ 879 h 8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0" h="879">
                  <a:moveTo>
                    <a:pt x="230" y="0"/>
                  </a:moveTo>
                  <a:lnTo>
                    <a:pt x="218" y="23"/>
                  </a:lnTo>
                  <a:lnTo>
                    <a:pt x="139" y="76"/>
                  </a:lnTo>
                  <a:lnTo>
                    <a:pt x="43" y="114"/>
                  </a:lnTo>
                  <a:lnTo>
                    <a:pt x="0" y="128"/>
                  </a:lnTo>
                  <a:lnTo>
                    <a:pt x="145" y="76"/>
                  </a:lnTo>
                  <a:lnTo>
                    <a:pt x="134" y="879"/>
                  </a:lnTo>
                  <a:lnTo>
                    <a:pt x="122" y="833"/>
                  </a:lnTo>
                  <a:lnTo>
                    <a:pt x="134" y="77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5" name="Line 427">
              <a:extLst>
                <a:ext uri="{FF2B5EF4-FFF2-40B4-BE49-F238E27FC236}">
                  <a16:creationId xmlns:a16="http://schemas.microsoft.com/office/drawing/2014/main" id="{7B255DB8-1ACA-A138-3E8E-085663CCF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9" y="490"/>
              <a:ext cx="44" cy="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6" name="Line 428">
              <a:extLst>
                <a:ext uri="{FF2B5EF4-FFF2-40B4-BE49-F238E27FC236}">
                  <a16:creationId xmlns:a16="http://schemas.microsoft.com/office/drawing/2014/main" id="{1A4DC34D-84AA-4C7F-281D-E90A44AD1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5" y="504"/>
              <a:ext cx="16" cy="16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7" name="Freeform 429">
              <a:extLst>
                <a:ext uri="{FF2B5EF4-FFF2-40B4-BE49-F238E27FC236}">
                  <a16:creationId xmlns:a16="http://schemas.microsoft.com/office/drawing/2014/main" id="{0EBCC76C-D1BC-8EA6-FD21-25E7D08A3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497"/>
              <a:ext cx="29" cy="49"/>
            </a:xfrm>
            <a:custGeom>
              <a:avLst/>
              <a:gdLst>
                <a:gd name="T0" fmla="*/ 0 w 205"/>
                <a:gd name="T1" fmla="*/ 0 h 347"/>
                <a:gd name="T2" fmla="*/ 0 w 205"/>
                <a:gd name="T3" fmla="*/ 0 h 347"/>
                <a:gd name="T4" fmla="*/ 0 w 205"/>
                <a:gd name="T5" fmla="*/ 0 h 347"/>
                <a:gd name="T6" fmla="*/ 0 w 205"/>
                <a:gd name="T7" fmla="*/ 0 h 347"/>
                <a:gd name="T8" fmla="*/ 0 w 205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347"/>
                <a:gd name="T17" fmla="*/ 205 w 205"/>
                <a:gd name="T18" fmla="*/ 347 h 3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347">
                  <a:moveTo>
                    <a:pt x="205" y="0"/>
                  </a:moveTo>
                  <a:lnTo>
                    <a:pt x="157" y="113"/>
                  </a:lnTo>
                  <a:lnTo>
                    <a:pt x="97" y="220"/>
                  </a:lnTo>
                  <a:lnTo>
                    <a:pt x="54" y="280"/>
                  </a:lnTo>
                  <a:lnTo>
                    <a:pt x="0" y="34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8" name="Freeform 430">
              <a:extLst>
                <a:ext uri="{FF2B5EF4-FFF2-40B4-BE49-F238E27FC236}">
                  <a16:creationId xmlns:a16="http://schemas.microsoft.com/office/drawing/2014/main" id="{1CE11A86-61DD-8EF1-1678-25CE4653F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468"/>
              <a:ext cx="34" cy="56"/>
            </a:xfrm>
            <a:custGeom>
              <a:avLst/>
              <a:gdLst>
                <a:gd name="T0" fmla="*/ 0 w 236"/>
                <a:gd name="T1" fmla="*/ 0 h 394"/>
                <a:gd name="T2" fmla="*/ 0 w 236"/>
                <a:gd name="T3" fmla="*/ 0 h 394"/>
                <a:gd name="T4" fmla="*/ 0 w 236"/>
                <a:gd name="T5" fmla="*/ 0 h 394"/>
                <a:gd name="T6" fmla="*/ 0 w 236"/>
                <a:gd name="T7" fmla="*/ 0 h 394"/>
                <a:gd name="T8" fmla="*/ 0 w 236"/>
                <a:gd name="T9" fmla="*/ 0 h 394"/>
                <a:gd name="T10" fmla="*/ 0 w 236"/>
                <a:gd name="T11" fmla="*/ 0 h 394"/>
                <a:gd name="T12" fmla="*/ 0 w 236"/>
                <a:gd name="T13" fmla="*/ 0 h 394"/>
                <a:gd name="T14" fmla="*/ 0 w 236"/>
                <a:gd name="T15" fmla="*/ 0 h 394"/>
                <a:gd name="T16" fmla="*/ 0 w 236"/>
                <a:gd name="T17" fmla="*/ 0 h 394"/>
                <a:gd name="T18" fmla="*/ 0 w 236"/>
                <a:gd name="T19" fmla="*/ 0 h 3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6"/>
                <a:gd name="T31" fmla="*/ 0 h 394"/>
                <a:gd name="T32" fmla="*/ 236 w 236"/>
                <a:gd name="T33" fmla="*/ 394 h 39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6" h="394">
                  <a:moveTo>
                    <a:pt x="0" y="0"/>
                  </a:moveTo>
                  <a:lnTo>
                    <a:pt x="18" y="76"/>
                  </a:lnTo>
                  <a:lnTo>
                    <a:pt x="18" y="250"/>
                  </a:lnTo>
                  <a:lnTo>
                    <a:pt x="18" y="394"/>
                  </a:lnTo>
                  <a:lnTo>
                    <a:pt x="13" y="340"/>
                  </a:lnTo>
                  <a:lnTo>
                    <a:pt x="218" y="318"/>
                  </a:lnTo>
                  <a:lnTo>
                    <a:pt x="188" y="318"/>
                  </a:lnTo>
                  <a:lnTo>
                    <a:pt x="224" y="0"/>
                  </a:lnTo>
                  <a:lnTo>
                    <a:pt x="236" y="31"/>
                  </a:lnTo>
                  <a:lnTo>
                    <a:pt x="1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9" name="Freeform 431">
              <a:extLst>
                <a:ext uri="{FF2B5EF4-FFF2-40B4-BE49-F238E27FC236}">
                  <a16:creationId xmlns:a16="http://schemas.microsoft.com/office/drawing/2014/main" id="{5DF74C94-EEC4-0636-5912-8EFDA8566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534"/>
              <a:ext cx="22" cy="46"/>
            </a:xfrm>
            <a:custGeom>
              <a:avLst/>
              <a:gdLst>
                <a:gd name="T0" fmla="*/ 0 w 152"/>
                <a:gd name="T1" fmla="*/ 0 h 326"/>
                <a:gd name="T2" fmla="*/ 0 w 152"/>
                <a:gd name="T3" fmla="*/ 0 h 326"/>
                <a:gd name="T4" fmla="*/ 0 w 152"/>
                <a:gd name="T5" fmla="*/ 0 h 326"/>
                <a:gd name="T6" fmla="*/ 0 w 152"/>
                <a:gd name="T7" fmla="*/ 0 h 326"/>
                <a:gd name="T8" fmla="*/ 0 w 152"/>
                <a:gd name="T9" fmla="*/ 0 h 326"/>
                <a:gd name="T10" fmla="*/ 0 w 152"/>
                <a:gd name="T11" fmla="*/ 0 h 3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326"/>
                <a:gd name="T20" fmla="*/ 152 w 152"/>
                <a:gd name="T21" fmla="*/ 326 h 3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326">
                  <a:moveTo>
                    <a:pt x="152" y="0"/>
                  </a:moveTo>
                  <a:lnTo>
                    <a:pt x="152" y="30"/>
                  </a:lnTo>
                  <a:lnTo>
                    <a:pt x="122" y="114"/>
                  </a:lnTo>
                  <a:lnTo>
                    <a:pt x="72" y="212"/>
                  </a:lnTo>
                  <a:lnTo>
                    <a:pt x="36" y="272"/>
                  </a:lnTo>
                  <a:lnTo>
                    <a:pt x="0" y="32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0" name="Freeform 432">
              <a:extLst>
                <a:ext uri="{FF2B5EF4-FFF2-40B4-BE49-F238E27FC236}">
                  <a16:creationId xmlns:a16="http://schemas.microsoft.com/office/drawing/2014/main" id="{601E5F4B-0B01-DBEF-1408-2FB943A5A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534"/>
              <a:ext cx="15" cy="41"/>
            </a:xfrm>
            <a:custGeom>
              <a:avLst/>
              <a:gdLst>
                <a:gd name="T0" fmla="*/ 0 w 104"/>
                <a:gd name="T1" fmla="*/ 0 h 288"/>
                <a:gd name="T2" fmla="*/ 0 w 104"/>
                <a:gd name="T3" fmla="*/ 0 h 288"/>
                <a:gd name="T4" fmla="*/ 0 w 104"/>
                <a:gd name="T5" fmla="*/ 0 h 288"/>
                <a:gd name="T6" fmla="*/ 0 w 104"/>
                <a:gd name="T7" fmla="*/ 0 h 288"/>
                <a:gd name="T8" fmla="*/ 0 w 104"/>
                <a:gd name="T9" fmla="*/ 0 h 288"/>
                <a:gd name="T10" fmla="*/ 0 w 104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288"/>
                <a:gd name="T20" fmla="*/ 104 w 104"/>
                <a:gd name="T21" fmla="*/ 288 h 2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288">
                  <a:moveTo>
                    <a:pt x="0" y="0"/>
                  </a:moveTo>
                  <a:lnTo>
                    <a:pt x="43" y="90"/>
                  </a:lnTo>
                  <a:lnTo>
                    <a:pt x="73" y="159"/>
                  </a:lnTo>
                  <a:lnTo>
                    <a:pt x="91" y="220"/>
                  </a:lnTo>
                  <a:lnTo>
                    <a:pt x="97" y="258"/>
                  </a:lnTo>
                  <a:lnTo>
                    <a:pt x="104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1" name="Freeform 433">
              <a:extLst>
                <a:ext uri="{FF2B5EF4-FFF2-40B4-BE49-F238E27FC236}">
                  <a16:creationId xmlns:a16="http://schemas.microsoft.com/office/drawing/2014/main" id="{A8571A7D-2858-A8DC-D37C-C31FC8B2F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455"/>
              <a:ext cx="42" cy="58"/>
            </a:xfrm>
            <a:custGeom>
              <a:avLst/>
              <a:gdLst>
                <a:gd name="T0" fmla="*/ 0 w 296"/>
                <a:gd name="T1" fmla="*/ 0 h 409"/>
                <a:gd name="T2" fmla="*/ 0 w 296"/>
                <a:gd name="T3" fmla="*/ 0 h 409"/>
                <a:gd name="T4" fmla="*/ 0 w 296"/>
                <a:gd name="T5" fmla="*/ 0 h 409"/>
                <a:gd name="T6" fmla="*/ 0 w 296"/>
                <a:gd name="T7" fmla="*/ 0 h 409"/>
                <a:gd name="T8" fmla="*/ 0 w 296"/>
                <a:gd name="T9" fmla="*/ 0 h 409"/>
                <a:gd name="T10" fmla="*/ 0 w 296"/>
                <a:gd name="T11" fmla="*/ 0 h 4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6"/>
                <a:gd name="T19" fmla="*/ 0 h 409"/>
                <a:gd name="T20" fmla="*/ 296 w 296"/>
                <a:gd name="T21" fmla="*/ 409 h 4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6" h="409">
                  <a:moveTo>
                    <a:pt x="0" y="53"/>
                  </a:moveTo>
                  <a:lnTo>
                    <a:pt x="296" y="7"/>
                  </a:lnTo>
                  <a:lnTo>
                    <a:pt x="278" y="0"/>
                  </a:lnTo>
                  <a:lnTo>
                    <a:pt x="230" y="23"/>
                  </a:lnTo>
                  <a:lnTo>
                    <a:pt x="230" y="364"/>
                  </a:lnTo>
                  <a:lnTo>
                    <a:pt x="223" y="40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2" name="Line 434">
              <a:extLst>
                <a:ext uri="{FF2B5EF4-FFF2-40B4-BE49-F238E27FC236}">
                  <a16:creationId xmlns:a16="http://schemas.microsoft.com/office/drawing/2014/main" id="{33D3C222-92A8-F1B4-5934-C386A9365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4" y="473"/>
              <a:ext cx="13" cy="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3" name="Line 435">
              <a:extLst>
                <a:ext uri="{FF2B5EF4-FFF2-40B4-BE49-F238E27FC236}">
                  <a16:creationId xmlns:a16="http://schemas.microsoft.com/office/drawing/2014/main" id="{884320ED-A82E-1902-518F-247DFF6C80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3" y="488"/>
              <a:ext cx="16" cy="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4" name="Line 436">
              <a:extLst>
                <a:ext uri="{FF2B5EF4-FFF2-40B4-BE49-F238E27FC236}">
                  <a16:creationId xmlns:a16="http://schemas.microsoft.com/office/drawing/2014/main" id="{A8E0674B-B8D6-9692-4233-6E9875996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" y="462"/>
              <a:ext cx="1" cy="4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5" name="Line 437">
              <a:extLst>
                <a:ext uri="{FF2B5EF4-FFF2-40B4-BE49-F238E27FC236}">
                  <a16:creationId xmlns:a16="http://schemas.microsoft.com/office/drawing/2014/main" id="{10C0B6AC-CBD6-A169-1EB1-779004D4F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9" y="496"/>
              <a:ext cx="44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6" name="Freeform 438">
              <a:extLst>
                <a:ext uri="{FF2B5EF4-FFF2-40B4-BE49-F238E27FC236}">
                  <a16:creationId xmlns:a16="http://schemas.microsoft.com/office/drawing/2014/main" id="{65122D73-1A86-4EF0-0559-D955D7FE7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460"/>
              <a:ext cx="32" cy="48"/>
            </a:xfrm>
            <a:custGeom>
              <a:avLst/>
              <a:gdLst>
                <a:gd name="T0" fmla="*/ 0 w 223"/>
                <a:gd name="T1" fmla="*/ 0 h 333"/>
                <a:gd name="T2" fmla="*/ 0 w 223"/>
                <a:gd name="T3" fmla="*/ 0 h 333"/>
                <a:gd name="T4" fmla="*/ 0 w 223"/>
                <a:gd name="T5" fmla="*/ 0 h 333"/>
                <a:gd name="T6" fmla="*/ 0 w 223"/>
                <a:gd name="T7" fmla="*/ 0 h 333"/>
                <a:gd name="T8" fmla="*/ 0 w 223"/>
                <a:gd name="T9" fmla="*/ 0 h 333"/>
                <a:gd name="T10" fmla="*/ 0 w 223"/>
                <a:gd name="T11" fmla="*/ 0 h 333"/>
                <a:gd name="T12" fmla="*/ 0 w 223"/>
                <a:gd name="T13" fmla="*/ 0 h 333"/>
                <a:gd name="T14" fmla="*/ 0 w 223"/>
                <a:gd name="T15" fmla="*/ 0 h 3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3"/>
                <a:gd name="T25" fmla="*/ 0 h 333"/>
                <a:gd name="T26" fmla="*/ 223 w 223"/>
                <a:gd name="T27" fmla="*/ 333 h 3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3" h="333">
                  <a:moveTo>
                    <a:pt x="30" y="60"/>
                  </a:moveTo>
                  <a:lnTo>
                    <a:pt x="223" y="23"/>
                  </a:lnTo>
                  <a:lnTo>
                    <a:pt x="218" y="0"/>
                  </a:lnTo>
                  <a:lnTo>
                    <a:pt x="182" y="90"/>
                  </a:lnTo>
                  <a:lnTo>
                    <a:pt x="139" y="167"/>
                  </a:lnTo>
                  <a:lnTo>
                    <a:pt x="91" y="242"/>
                  </a:lnTo>
                  <a:lnTo>
                    <a:pt x="42" y="296"/>
                  </a:lnTo>
                  <a:lnTo>
                    <a:pt x="0" y="33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7" name="Freeform 439">
              <a:extLst>
                <a:ext uri="{FF2B5EF4-FFF2-40B4-BE49-F238E27FC236}">
                  <a16:creationId xmlns:a16="http://schemas.microsoft.com/office/drawing/2014/main" id="{1D50F5C8-ED5C-6408-649C-6A1B88FD0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476"/>
              <a:ext cx="35" cy="33"/>
            </a:xfrm>
            <a:custGeom>
              <a:avLst/>
              <a:gdLst>
                <a:gd name="T0" fmla="*/ 0 w 243"/>
                <a:gd name="T1" fmla="*/ 0 h 227"/>
                <a:gd name="T2" fmla="*/ 0 w 243"/>
                <a:gd name="T3" fmla="*/ 0 h 227"/>
                <a:gd name="T4" fmla="*/ 0 w 243"/>
                <a:gd name="T5" fmla="*/ 0 h 227"/>
                <a:gd name="T6" fmla="*/ 0 w 243"/>
                <a:gd name="T7" fmla="*/ 0 h 227"/>
                <a:gd name="T8" fmla="*/ 0 w 243"/>
                <a:gd name="T9" fmla="*/ 0 h 227"/>
                <a:gd name="T10" fmla="*/ 0 w 243"/>
                <a:gd name="T11" fmla="*/ 0 h 2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3"/>
                <a:gd name="T19" fmla="*/ 0 h 227"/>
                <a:gd name="T20" fmla="*/ 243 w 243"/>
                <a:gd name="T21" fmla="*/ 227 h 2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3" h="227">
                  <a:moveTo>
                    <a:pt x="0" y="0"/>
                  </a:moveTo>
                  <a:lnTo>
                    <a:pt x="140" y="113"/>
                  </a:lnTo>
                  <a:lnTo>
                    <a:pt x="189" y="158"/>
                  </a:lnTo>
                  <a:lnTo>
                    <a:pt x="213" y="189"/>
                  </a:lnTo>
                  <a:lnTo>
                    <a:pt x="243" y="227"/>
                  </a:lnTo>
                  <a:lnTo>
                    <a:pt x="207" y="18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8" name="Freeform 440">
              <a:extLst>
                <a:ext uri="{FF2B5EF4-FFF2-40B4-BE49-F238E27FC236}">
                  <a16:creationId xmlns:a16="http://schemas.microsoft.com/office/drawing/2014/main" id="{1E508EA3-2198-F558-A221-DD7F74150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512"/>
              <a:ext cx="47" cy="16"/>
            </a:xfrm>
            <a:custGeom>
              <a:avLst/>
              <a:gdLst>
                <a:gd name="T0" fmla="*/ 0 w 332"/>
                <a:gd name="T1" fmla="*/ 0 h 115"/>
                <a:gd name="T2" fmla="*/ 0 w 332"/>
                <a:gd name="T3" fmla="*/ 0 h 115"/>
                <a:gd name="T4" fmla="*/ 0 w 332"/>
                <a:gd name="T5" fmla="*/ 0 h 115"/>
                <a:gd name="T6" fmla="*/ 0 w 332"/>
                <a:gd name="T7" fmla="*/ 0 h 115"/>
                <a:gd name="T8" fmla="*/ 0 w 332"/>
                <a:gd name="T9" fmla="*/ 0 h 115"/>
                <a:gd name="T10" fmla="*/ 0 w 332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115"/>
                <a:gd name="T20" fmla="*/ 332 w 332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115">
                  <a:moveTo>
                    <a:pt x="332" y="0"/>
                  </a:moveTo>
                  <a:lnTo>
                    <a:pt x="248" y="38"/>
                  </a:lnTo>
                  <a:lnTo>
                    <a:pt x="193" y="69"/>
                  </a:lnTo>
                  <a:lnTo>
                    <a:pt x="115" y="84"/>
                  </a:lnTo>
                  <a:lnTo>
                    <a:pt x="54" y="107"/>
                  </a:lnTo>
                  <a:lnTo>
                    <a:pt x="0" y="1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9" name="Freeform 441">
              <a:extLst>
                <a:ext uri="{FF2B5EF4-FFF2-40B4-BE49-F238E27FC236}">
                  <a16:creationId xmlns:a16="http://schemas.microsoft.com/office/drawing/2014/main" id="{9822CAAE-5140-E7E6-C6B0-59EC035F0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533"/>
              <a:ext cx="20" cy="20"/>
            </a:xfrm>
            <a:custGeom>
              <a:avLst/>
              <a:gdLst>
                <a:gd name="T0" fmla="*/ 0 w 139"/>
                <a:gd name="T1" fmla="*/ 0 h 143"/>
                <a:gd name="T2" fmla="*/ 0 w 139"/>
                <a:gd name="T3" fmla="*/ 0 h 143"/>
                <a:gd name="T4" fmla="*/ 0 w 139"/>
                <a:gd name="T5" fmla="*/ 0 h 143"/>
                <a:gd name="T6" fmla="*/ 0 60000 65536"/>
                <a:gd name="T7" fmla="*/ 0 60000 65536"/>
                <a:gd name="T8" fmla="*/ 0 60000 65536"/>
                <a:gd name="T9" fmla="*/ 0 w 139"/>
                <a:gd name="T10" fmla="*/ 0 h 143"/>
                <a:gd name="T11" fmla="*/ 139 w 139"/>
                <a:gd name="T12" fmla="*/ 143 h 1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" h="143">
                  <a:moveTo>
                    <a:pt x="139" y="0"/>
                  </a:moveTo>
                  <a:lnTo>
                    <a:pt x="66" y="75"/>
                  </a:lnTo>
                  <a:lnTo>
                    <a:pt x="0" y="14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0" name="Freeform 442">
              <a:extLst>
                <a:ext uri="{FF2B5EF4-FFF2-40B4-BE49-F238E27FC236}">
                  <a16:creationId xmlns:a16="http://schemas.microsoft.com/office/drawing/2014/main" id="{493745EE-4176-3439-3BB2-E5FB46E3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" y="546"/>
              <a:ext cx="33" cy="30"/>
            </a:xfrm>
            <a:custGeom>
              <a:avLst/>
              <a:gdLst>
                <a:gd name="T0" fmla="*/ 0 w 230"/>
                <a:gd name="T1" fmla="*/ 0 h 206"/>
                <a:gd name="T2" fmla="*/ 0 w 230"/>
                <a:gd name="T3" fmla="*/ 0 h 206"/>
                <a:gd name="T4" fmla="*/ 0 w 230"/>
                <a:gd name="T5" fmla="*/ 0 h 206"/>
                <a:gd name="T6" fmla="*/ 0 w 230"/>
                <a:gd name="T7" fmla="*/ 0 h 206"/>
                <a:gd name="T8" fmla="*/ 0 w 230"/>
                <a:gd name="T9" fmla="*/ 0 h 2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"/>
                <a:gd name="T16" fmla="*/ 0 h 206"/>
                <a:gd name="T17" fmla="*/ 230 w 230"/>
                <a:gd name="T18" fmla="*/ 206 h 2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" h="206">
                  <a:moveTo>
                    <a:pt x="230" y="0"/>
                  </a:moveTo>
                  <a:lnTo>
                    <a:pt x="164" y="77"/>
                  </a:lnTo>
                  <a:lnTo>
                    <a:pt x="98" y="130"/>
                  </a:lnTo>
                  <a:lnTo>
                    <a:pt x="50" y="176"/>
                  </a:lnTo>
                  <a:lnTo>
                    <a:pt x="0" y="20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1" name="Freeform 443">
              <a:extLst>
                <a:ext uri="{FF2B5EF4-FFF2-40B4-BE49-F238E27FC236}">
                  <a16:creationId xmlns:a16="http://schemas.microsoft.com/office/drawing/2014/main" id="{99209C28-4727-93A0-BE44-893F85E7A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521"/>
              <a:ext cx="1" cy="58"/>
            </a:xfrm>
            <a:custGeom>
              <a:avLst/>
              <a:gdLst>
                <a:gd name="T0" fmla="*/ 0 w 7"/>
                <a:gd name="T1" fmla="*/ 0 h 409"/>
                <a:gd name="T2" fmla="*/ 0 w 7"/>
                <a:gd name="T3" fmla="*/ 0 h 409"/>
                <a:gd name="T4" fmla="*/ 0 w 7"/>
                <a:gd name="T5" fmla="*/ 0 h 409"/>
                <a:gd name="T6" fmla="*/ 0 w 7"/>
                <a:gd name="T7" fmla="*/ 0 h 4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"/>
                <a:gd name="T13" fmla="*/ 0 h 409"/>
                <a:gd name="T14" fmla="*/ 7 w 7"/>
                <a:gd name="T15" fmla="*/ 409 h 4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" h="409">
                  <a:moveTo>
                    <a:pt x="7" y="0"/>
                  </a:moveTo>
                  <a:lnTo>
                    <a:pt x="7" y="409"/>
                  </a:lnTo>
                  <a:lnTo>
                    <a:pt x="0" y="371"/>
                  </a:lnTo>
                  <a:lnTo>
                    <a:pt x="7" y="33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2" name="Freeform 444">
              <a:extLst>
                <a:ext uri="{FF2B5EF4-FFF2-40B4-BE49-F238E27FC236}">
                  <a16:creationId xmlns:a16="http://schemas.microsoft.com/office/drawing/2014/main" id="{ADED9ACC-D7AE-7A9C-A586-5FEDC9C1A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525"/>
              <a:ext cx="47" cy="44"/>
            </a:xfrm>
            <a:custGeom>
              <a:avLst/>
              <a:gdLst>
                <a:gd name="T0" fmla="*/ 0 w 326"/>
                <a:gd name="T1" fmla="*/ 0 h 311"/>
                <a:gd name="T2" fmla="*/ 0 w 326"/>
                <a:gd name="T3" fmla="*/ 0 h 311"/>
                <a:gd name="T4" fmla="*/ 0 w 326"/>
                <a:gd name="T5" fmla="*/ 0 h 311"/>
                <a:gd name="T6" fmla="*/ 0 w 326"/>
                <a:gd name="T7" fmla="*/ 0 h 311"/>
                <a:gd name="T8" fmla="*/ 0 w 326"/>
                <a:gd name="T9" fmla="*/ 0 h 311"/>
                <a:gd name="T10" fmla="*/ 0 w 326"/>
                <a:gd name="T11" fmla="*/ 0 h 311"/>
                <a:gd name="T12" fmla="*/ 0 w 326"/>
                <a:gd name="T13" fmla="*/ 0 h 3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311"/>
                <a:gd name="T23" fmla="*/ 326 w 326"/>
                <a:gd name="T24" fmla="*/ 311 h 3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311">
                  <a:moveTo>
                    <a:pt x="0" y="0"/>
                  </a:moveTo>
                  <a:lnTo>
                    <a:pt x="72" y="121"/>
                  </a:lnTo>
                  <a:lnTo>
                    <a:pt x="133" y="220"/>
                  </a:lnTo>
                  <a:lnTo>
                    <a:pt x="205" y="311"/>
                  </a:lnTo>
                  <a:lnTo>
                    <a:pt x="326" y="303"/>
                  </a:lnTo>
                  <a:lnTo>
                    <a:pt x="205" y="303"/>
                  </a:lnTo>
                  <a:lnTo>
                    <a:pt x="163" y="2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3" name="Line 445">
              <a:extLst>
                <a:ext uri="{FF2B5EF4-FFF2-40B4-BE49-F238E27FC236}">
                  <a16:creationId xmlns:a16="http://schemas.microsoft.com/office/drawing/2014/main" id="{A214DD36-2937-785E-6CA7-8C73FD594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523"/>
              <a:ext cx="18" cy="2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4" name="Freeform 446">
              <a:extLst>
                <a:ext uri="{FF2B5EF4-FFF2-40B4-BE49-F238E27FC236}">
                  <a16:creationId xmlns:a16="http://schemas.microsoft.com/office/drawing/2014/main" id="{78E90CA1-CEC3-6795-ADF4-906D41B25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491"/>
              <a:ext cx="3" cy="30"/>
            </a:xfrm>
            <a:custGeom>
              <a:avLst/>
              <a:gdLst>
                <a:gd name="T0" fmla="*/ 0 w 25"/>
                <a:gd name="T1" fmla="*/ 0 h 205"/>
                <a:gd name="T2" fmla="*/ 0 w 25"/>
                <a:gd name="T3" fmla="*/ 0 h 205"/>
                <a:gd name="T4" fmla="*/ 0 w 25"/>
                <a:gd name="T5" fmla="*/ 0 h 205"/>
                <a:gd name="T6" fmla="*/ 0 w 25"/>
                <a:gd name="T7" fmla="*/ 0 h 205"/>
                <a:gd name="T8" fmla="*/ 0 w 25"/>
                <a:gd name="T9" fmla="*/ 0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05"/>
                <a:gd name="T17" fmla="*/ 25 w 25"/>
                <a:gd name="T18" fmla="*/ 205 h 2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05">
                  <a:moveTo>
                    <a:pt x="25" y="0"/>
                  </a:moveTo>
                  <a:lnTo>
                    <a:pt x="25" y="69"/>
                  </a:lnTo>
                  <a:lnTo>
                    <a:pt x="19" y="122"/>
                  </a:lnTo>
                  <a:lnTo>
                    <a:pt x="13" y="160"/>
                  </a:lnTo>
                  <a:lnTo>
                    <a:pt x="0" y="20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5" name="Freeform 447">
              <a:extLst>
                <a:ext uri="{FF2B5EF4-FFF2-40B4-BE49-F238E27FC236}">
                  <a16:creationId xmlns:a16="http://schemas.microsoft.com/office/drawing/2014/main" id="{762E5212-08F6-022E-08C2-2FA201B9D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450"/>
              <a:ext cx="3" cy="133"/>
            </a:xfrm>
            <a:custGeom>
              <a:avLst/>
              <a:gdLst>
                <a:gd name="T0" fmla="*/ 0 w 25"/>
                <a:gd name="T1" fmla="*/ 0 h 932"/>
                <a:gd name="T2" fmla="*/ 0 w 25"/>
                <a:gd name="T3" fmla="*/ 0 h 932"/>
                <a:gd name="T4" fmla="*/ 0 w 25"/>
                <a:gd name="T5" fmla="*/ 0 h 932"/>
                <a:gd name="T6" fmla="*/ 0 w 25"/>
                <a:gd name="T7" fmla="*/ 0 h 932"/>
                <a:gd name="T8" fmla="*/ 0 w 25"/>
                <a:gd name="T9" fmla="*/ 0 h 9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932"/>
                <a:gd name="T17" fmla="*/ 25 w 25"/>
                <a:gd name="T18" fmla="*/ 932 h 9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932">
                  <a:moveTo>
                    <a:pt x="12" y="0"/>
                  </a:moveTo>
                  <a:lnTo>
                    <a:pt x="25" y="53"/>
                  </a:lnTo>
                  <a:lnTo>
                    <a:pt x="12" y="932"/>
                  </a:lnTo>
                  <a:lnTo>
                    <a:pt x="0" y="863"/>
                  </a:lnTo>
                  <a:lnTo>
                    <a:pt x="12" y="7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6" name="Freeform 448">
              <a:extLst>
                <a:ext uri="{FF2B5EF4-FFF2-40B4-BE49-F238E27FC236}">
                  <a16:creationId xmlns:a16="http://schemas.microsoft.com/office/drawing/2014/main" id="{08CD5F26-6209-F7AF-F92F-B0E93673F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482"/>
              <a:ext cx="13" cy="12"/>
            </a:xfrm>
            <a:custGeom>
              <a:avLst/>
              <a:gdLst>
                <a:gd name="T0" fmla="*/ 0 w 91"/>
                <a:gd name="T1" fmla="*/ 0 h 84"/>
                <a:gd name="T2" fmla="*/ 0 w 91"/>
                <a:gd name="T3" fmla="*/ 0 h 84"/>
                <a:gd name="T4" fmla="*/ 0 w 91"/>
                <a:gd name="T5" fmla="*/ 0 h 84"/>
                <a:gd name="T6" fmla="*/ 0 60000 65536"/>
                <a:gd name="T7" fmla="*/ 0 60000 65536"/>
                <a:gd name="T8" fmla="*/ 0 60000 65536"/>
                <a:gd name="T9" fmla="*/ 0 w 91"/>
                <a:gd name="T10" fmla="*/ 0 h 84"/>
                <a:gd name="T11" fmla="*/ 91 w 91"/>
                <a:gd name="T12" fmla="*/ 84 h 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84">
                  <a:moveTo>
                    <a:pt x="0" y="0"/>
                  </a:moveTo>
                  <a:lnTo>
                    <a:pt x="66" y="54"/>
                  </a:lnTo>
                  <a:lnTo>
                    <a:pt x="91" y="8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7" name="Freeform 449">
              <a:extLst>
                <a:ext uri="{FF2B5EF4-FFF2-40B4-BE49-F238E27FC236}">
                  <a16:creationId xmlns:a16="http://schemas.microsoft.com/office/drawing/2014/main" id="{AB3C92DC-4660-ECDB-C7BA-01302DCCB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473"/>
              <a:ext cx="14" cy="54"/>
            </a:xfrm>
            <a:custGeom>
              <a:avLst/>
              <a:gdLst>
                <a:gd name="T0" fmla="*/ 0 w 97"/>
                <a:gd name="T1" fmla="*/ 0 h 380"/>
                <a:gd name="T2" fmla="*/ 0 w 97"/>
                <a:gd name="T3" fmla="*/ 0 h 380"/>
                <a:gd name="T4" fmla="*/ 0 w 97"/>
                <a:gd name="T5" fmla="*/ 0 h 380"/>
                <a:gd name="T6" fmla="*/ 0 w 97"/>
                <a:gd name="T7" fmla="*/ 0 h 380"/>
                <a:gd name="T8" fmla="*/ 0 w 97"/>
                <a:gd name="T9" fmla="*/ 0 h 3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"/>
                <a:gd name="T16" fmla="*/ 0 h 380"/>
                <a:gd name="T17" fmla="*/ 97 w 97"/>
                <a:gd name="T18" fmla="*/ 380 h 3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" h="380">
                  <a:moveTo>
                    <a:pt x="97" y="0"/>
                  </a:moveTo>
                  <a:lnTo>
                    <a:pt x="97" y="77"/>
                  </a:lnTo>
                  <a:lnTo>
                    <a:pt x="54" y="236"/>
                  </a:lnTo>
                  <a:lnTo>
                    <a:pt x="24" y="327"/>
                  </a:lnTo>
                  <a:lnTo>
                    <a:pt x="0" y="38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8" name="Freeform 450">
              <a:extLst>
                <a:ext uri="{FF2B5EF4-FFF2-40B4-BE49-F238E27FC236}">
                  <a16:creationId xmlns:a16="http://schemas.microsoft.com/office/drawing/2014/main" id="{711315F6-2AA9-A427-BE13-E5F812004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496"/>
              <a:ext cx="41" cy="6"/>
            </a:xfrm>
            <a:custGeom>
              <a:avLst/>
              <a:gdLst>
                <a:gd name="T0" fmla="*/ 0 w 291"/>
                <a:gd name="T1" fmla="*/ 0 h 46"/>
                <a:gd name="T2" fmla="*/ 0 w 291"/>
                <a:gd name="T3" fmla="*/ 0 h 46"/>
                <a:gd name="T4" fmla="*/ 0 w 291"/>
                <a:gd name="T5" fmla="*/ 0 h 46"/>
                <a:gd name="T6" fmla="*/ 0 w 291"/>
                <a:gd name="T7" fmla="*/ 0 h 46"/>
                <a:gd name="T8" fmla="*/ 0 w 291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1"/>
                <a:gd name="T16" fmla="*/ 0 h 46"/>
                <a:gd name="T17" fmla="*/ 291 w 291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1" h="46">
                  <a:moveTo>
                    <a:pt x="0" y="46"/>
                  </a:moveTo>
                  <a:lnTo>
                    <a:pt x="31" y="46"/>
                  </a:lnTo>
                  <a:lnTo>
                    <a:pt x="291" y="8"/>
                  </a:lnTo>
                  <a:lnTo>
                    <a:pt x="273" y="0"/>
                  </a:lnTo>
                  <a:lnTo>
                    <a:pt x="224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9" name="Freeform 451">
              <a:extLst>
                <a:ext uri="{FF2B5EF4-FFF2-40B4-BE49-F238E27FC236}">
                  <a16:creationId xmlns:a16="http://schemas.microsoft.com/office/drawing/2014/main" id="{917977AA-86D0-1D24-695B-C80A9C9B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452"/>
              <a:ext cx="2" cy="116"/>
            </a:xfrm>
            <a:custGeom>
              <a:avLst/>
              <a:gdLst>
                <a:gd name="T0" fmla="*/ 0 w 18"/>
                <a:gd name="T1" fmla="*/ 0 h 810"/>
                <a:gd name="T2" fmla="*/ 0 w 18"/>
                <a:gd name="T3" fmla="*/ 0 h 810"/>
                <a:gd name="T4" fmla="*/ 0 w 18"/>
                <a:gd name="T5" fmla="*/ 0 h 810"/>
                <a:gd name="T6" fmla="*/ 0 60000 65536"/>
                <a:gd name="T7" fmla="*/ 0 60000 65536"/>
                <a:gd name="T8" fmla="*/ 0 60000 65536"/>
                <a:gd name="T9" fmla="*/ 0 w 18"/>
                <a:gd name="T10" fmla="*/ 0 h 810"/>
                <a:gd name="T11" fmla="*/ 18 w 18"/>
                <a:gd name="T12" fmla="*/ 810 h 8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810">
                  <a:moveTo>
                    <a:pt x="11" y="0"/>
                  </a:moveTo>
                  <a:lnTo>
                    <a:pt x="18" y="53"/>
                  </a:lnTo>
                  <a:lnTo>
                    <a:pt x="0" y="81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0" name="Line 452">
              <a:extLst>
                <a:ext uri="{FF2B5EF4-FFF2-40B4-BE49-F238E27FC236}">
                  <a16:creationId xmlns:a16="http://schemas.microsoft.com/office/drawing/2014/main" id="{BDA355B3-5040-536B-2CF8-01F19601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5" y="529"/>
              <a:ext cx="39" cy="6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1" name="Freeform 453">
              <a:extLst>
                <a:ext uri="{FF2B5EF4-FFF2-40B4-BE49-F238E27FC236}">
                  <a16:creationId xmlns:a16="http://schemas.microsoft.com/office/drawing/2014/main" id="{58EA6C38-7479-ADFE-0417-7EBFC4E66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566"/>
              <a:ext cx="63" cy="4"/>
            </a:xfrm>
            <a:custGeom>
              <a:avLst/>
              <a:gdLst>
                <a:gd name="T0" fmla="*/ 0 w 443"/>
                <a:gd name="T1" fmla="*/ 0 h 31"/>
                <a:gd name="T2" fmla="*/ 0 w 443"/>
                <a:gd name="T3" fmla="*/ 0 h 31"/>
                <a:gd name="T4" fmla="*/ 0 w 443"/>
                <a:gd name="T5" fmla="*/ 0 h 31"/>
                <a:gd name="T6" fmla="*/ 0 w 443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3"/>
                <a:gd name="T13" fmla="*/ 0 h 31"/>
                <a:gd name="T14" fmla="*/ 443 w 443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3" h="31">
                  <a:moveTo>
                    <a:pt x="0" y="31"/>
                  </a:moveTo>
                  <a:lnTo>
                    <a:pt x="443" y="8"/>
                  </a:lnTo>
                  <a:lnTo>
                    <a:pt x="425" y="0"/>
                  </a:lnTo>
                  <a:lnTo>
                    <a:pt x="382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2" name="Freeform 454">
              <a:extLst>
                <a:ext uri="{FF2B5EF4-FFF2-40B4-BE49-F238E27FC236}">
                  <a16:creationId xmlns:a16="http://schemas.microsoft.com/office/drawing/2014/main" id="{FF2DDCFA-AC77-8642-A87C-FE2155F34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451"/>
              <a:ext cx="14" cy="130"/>
            </a:xfrm>
            <a:custGeom>
              <a:avLst/>
              <a:gdLst>
                <a:gd name="T0" fmla="*/ 0 w 96"/>
                <a:gd name="T1" fmla="*/ 0 h 909"/>
                <a:gd name="T2" fmla="*/ 0 w 96"/>
                <a:gd name="T3" fmla="*/ 0 h 909"/>
                <a:gd name="T4" fmla="*/ 0 w 96"/>
                <a:gd name="T5" fmla="*/ 0 h 909"/>
                <a:gd name="T6" fmla="*/ 0 w 96"/>
                <a:gd name="T7" fmla="*/ 0 h 909"/>
                <a:gd name="T8" fmla="*/ 0 w 96"/>
                <a:gd name="T9" fmla="*/ 0 h 909"/>
                <a:gd name="T10" fmla="*/ 0 w 96"/>
                <a:gd name="T11" fmla="*/ 0 h 909"/>
                <a:gd name="T12" fmla="*/ 0 w 96"/>
                <a:gd name="T13" fmla="*/ 0 h 9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909"/>
                <a:gd name="T23" fmla="*/ 96 w 96"/>
                <a:gd name="T24" fmla="*/ 909 h 90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909">
                  <a:moveTo>
                    <a:pt x="78" y="0"/>
                  </a:moveTo>
                  <a:lnTo>
                    <a:pt x="96" y="68"/>
                  </a:lnTo>
                  <a:lnTo>
                    <a:pt x="91" y="872"/>
                  </a:lnTo>
                  <a:lnTo>
                    <a:pt x="84" y="909"/>
                  </a:lnTo>
                  <a:lnTo>
                    <a:pt x="0" y="811"/>
                  </a:lnTo>
                  <a:lnTo>
                    <a:pt x="84" y="894"/>
                  </a:lnTo>
                  <a:lnTo>
                    <a:pt x="91" y="86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3" name="Line 455">
              <a:extLst>
                <a:ext uri="{FF2B5EF4-FFF2-40B4-BE49-F238E27FC236}">
                  <a16:creationId xmlns:a16="http://schemas.microsoft.com/office/drawing/2014/main" id="{67F9C520-534B-A453-4FC1-5445D1BB1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6" y="510"/>
              <a:ext cx="32" cy="2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4" name="Freeform 456">
              <a:extLst>
                <a:ext uri="{FF2B5EF4-FFF2-40B4-BE49-F238E27FC236}">
                  <a16:creationId xmlns:a16="http://schemas.microsoft.com/office/drawing/2014/main" id="{E2D2A7E6-16E3-F146-E203-F50F642EE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488"/>
              <a:ext cx="33" cy="7"/>
            </a:xfrm>
            <a:custGeom>
              <a:avLst/>
              <a:gdLst>
                <a:gd name="T0" fmla="*/ 0 w 230"/>
                <a:gd name="T1" fmla="*/ 0 h 45"/>
                <a:gd name="T2" fmla="*/ 0 w 230"/>
                <a:gd name="T3" fmla="*/ 0 h 45"/>
                <a:gd name="T4" fmla="*/ 0 w 230"/>
                <a:gd name="T5" fmla="*/ 0 h 45"/>
                <a:gd name="T6" fmla="*/ 0 w 230"/>
                <a:gd name="T7" fmla="*/ 0 h 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0"/>
                <a:gd name="T13" fmla="*/ 0 h 45"/>
                <a:gd name="T14" fmla="*/ 230 w 230"/>
                <a:gd name="T15" fmla="*/ 45 h 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0" h="45">
                  <a:moveTo>
                    <a:pt x="0" y="45"/>
                  </a:moveTo>
                  <a:lnTo>
                    <a:pt x="230" y="0"/>
                  </a:lnTo>
                  <a:lnTo>
                    <a:pt x="206" y="0"/>
                  </a:lnTo>
                  <a:lnTo>
                    <a:pt x="182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5" name="Freeform 457">
              <a:extLst>
                <a:ext uri="{FF2B5EF4-FFF2-40B4-BE49-F238E27FC236}">
                  <a16:creationId xmlns:a16="http://schemas.microsoft.com/office/drawing/2014/main" id="{91E8F712-D4A8-9EB2-7547-CE748BDB5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457"/>
              <a:ext cx="15" cy="61"/>
            </a:xfrm>
            <a:custGeom>
              <a:avLst/>
              <a:gdLst>
                <a:gd name="T0" fmla="*/ 0 w 104"/>
                <a:gd name="T1" fmla="*/ 0 h 432"/>
                <a:gd name="T2" fmla="*/ 0 w 104"/>
                <a:gd name="T3" fmla="*/ 0 h 432"/>
                <a:gd name="T4" fmla="*/ 0 w 104"/>
                <a:gd name="T5" fmla="*/ 0 h 432"/>
                <a:gd name="T6" fmla="*/ 0 w 104"/>
                <a:gd name="T7" fmla="*/ 0 h 432"/>
                <a:gd name="T8" fmla="*/ 0 w 104"/>
                <a:gd name="T9" fmla="*/ 0 h 432"/>
                <a:gd name="T10" fmla="*/ 0 w 104"/>
                <a:gd name="T11" fmla="*/ 0 h 432"/>
                <a:gd name="T12" fmla="*/ 0 w 104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"/>
                <a:gd name="T22" fmla="*/ 0 h 432"/>
                <a:gd name="T23" fmla="*/ 104 w 104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" h="432">
                  <a:moveTo>
                    <a:pt x="91" y="0"/>
                  </a:moveTo>
                  <a:lnTo>
                    <a:pt x="104" y="83"/>
                  </a:lnTo>
                  <a:lnTo>
                    <a:pt x="91" y="174"/>
                  </a:lnTo>
                  <a:lnTo>
                    <a:pt x="80" y="273"/>
                  </a:lnTo>
                  <a:lnTo>
                    <a:pt x="55" y="333"/>
                  </a:lnTo>
                  <a:lnTo>
                    <a:pt x="37" y="386"/>
                  </a:lnTo>
                  <a:lnTo>
                    <a:pt x="0" y="4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6" name="Freeform 458">
              <a:extLst>
                <a:ext uri="{FF2B5EF4-FFF2-40B4-BE49-F238E27FC236}">
                  <a16:creationId xmlns:a16="http://schemas.microsoft.com/office/drawing/2014/main" id="{824D0F04-643C-5DD2-F7EC-0ACBB132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461"/>
              <a:ext cx="38" cy="42"/>
            </a:xfrm>
            <a:custGeom>
              <a:avLst/>
              <a:gdLst>
                <a:gd name="T0" fmla="*/ 0 w 266"/>
                <a:gd name="T1" fmla="*/ 0 h 296"/>
                <a:gd name="T2" fmla="*/ 0 w 266"/>
                <a:gd name="T3" fmla="*/ 0 h 296"/>
                <a:gd name="T4" fmla="*/ 0 w 266"/>
                <a:gd name="T5" fmla="*/ 0 h 296"/>
                <a:gd name="T6" fmla="*/ 0 w 266"/>
                <a:gd name="T7" fmla="*/ 0 h 296"/>
                <a:gd name="T8" fmla="*/ 0 w 266"/>
                <a:gd name="T9" fmla="*/ 0 h 296"/>
                <a:gd name="T10" fmla="*/ 0 w 266"/>
                <a:gd name="T11" fmla="*/ 0 h 296"/>
                <a:gd name="T12" fmla="*/ 0 w 266"/>
                <a:gd name="T13" fmla="*/ 0 h 296"/>
                <a:gd name="T14" fmla="*/ 0 w 266"/>
                <a:gd name="T15" fmla="*/ 0 h 296"/>
                <a:gd name="T16" fmla="*/ 0 w 266"/>
                <a:gd name="T17" fmla="*/ 0 h 296"/>
                <a:gd name="T18" fmla="*/ 0 w 266"/>
                <a:gd name="T19" fmla="*/ 0 h 2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6"/>
                <a:gd name="T31" fmla="*/ 0 h 296"/>
                <a:gd name="T32" fmla="*/ 266 w 266"/>
                <a:gd name="T33" fmla="*/ 296 h 2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6" h="296">
                  <a:moveTo>
                    <a:pt x="0" y="46"/>
                  </a:moveTo>
                  <a:lnTo>
                    <a:pt x="140" y="23"/>
                  </a:lnTo>
                  <a:lnTo>
                    <a:pt x="122" y="0"/>
                  </a:lnTo>
                  <a:lnTo>
                    <a:pt x="115" y="53"/>
                  </a:lnTo>
                  <a:lnTo>
                    <a:pt x="115" y="160"/>
                  </a:lnTo>
                  <a:lnTo>
                    <a:pt x="115" y="258"/>
                  </a:lnTo>
                  <a:lnTo>
                    <a:pt x="127" y="281"/>
                  </a:lnTo>
                  <a:lnTo>
                    <a:pt x="151" y="296"/>
                  </a:lnTo>
                  <a:lnTo>
                    <a:pt x="181" y="296"/>
                  </a:lnTo>
                  <a:lnTo>
                    <a:pt x="266" y="28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7" name="Freeform 459">
              <a:extLst>
                <a:ext uri="{FF2B5EF4-FFF2-40B4-BE49-F238E27FC236}">
                  <a16:creationId xmlns:a16="http://schemas.microsoft.com/office/drawing/2014/main" id="{B0D78157-C5CE-A728-2F6A-7F09D66A7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4" y="512"/>
              <a:ext cx="47" cy="71"/>
            </a:xfrm>
            <a:custGeom>
              <a:avLst/>
              <a:gdLst>
                <a:gd name="T0" fmla="*/ 0 w 326"/>
                <a:gd name="T1" fmla="*/ 0 h 501"/>
                <a:gd name="T2" fmla="*/ 0 w 326"/>
                <a:gd name="T3" fmla="*/ 0 h 501"/>
                <a:gd name="T4" fmla="*/ 0 w 326"/>
                <a:gd name="T5" fmla="*/ 0 h 501"/>
                <a:gd name="T6" fmla="*/ 0 w 326"/>
                <a:gd name="T7" fmla="*/ 0 h 501"/>
                <a:gd name="T8" fmla="*/ 0 w 326"/>
                <a:gd name="T9" fmla="*/ 0 h 501"/>
                <a:gd name="T10" fmla="*/ 0 w 326"/>
                <a:gd name="T11" fmla="*/ 0 h 501"/>
                <a:gd name="T12" fmla="*/ 0 w 326"/>
                <a:gd name="T13" fmla="*/ 0 h 501"/>
                <a:gd name="T14" fmla="*/ 0 w 326"/>
                <a:gd name="T15" fmla="*/ 0 h 501"/>
                <a:gd name="T16" fmla="*/ 0 w 326"/>
                <a:gd name="T17" fmla="*/ 0 h 501"/>
                <a:gd name="T18" fmla="*/ 0 w 326"/>
                <a:gd name="T19" fmla="*/ 0 h 5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6"/>
                <a:gd name="T31" fmla="*/ 0 h 501"/>
                <a:gd name="T32" fmla="*/ 326 w 326"/>
                <a:gd name="T33" fmla="*/ 501 h 5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6" h="501">
                  <a:moveTo>
                    <a:pt x="96" y="54"/>
                  </a:moveTo>
                  <a:lnTo>
                    <a:pt x="326" y="16"/>
                  </a:lnTo>
                  <a:lnTo>
                    <a:pt x="309" y="0"/>
                  </a:lnTo>
                  <a:lnTo>
                    <a:pt x="296" y="54"/>
                  </a:lnTo>
                  <a:lnTo>
                    <a:pt x="254" y="175"/>
                  </a:lnTo>
                  <a:lnTo>
                    <a:pt x="218" y="250"/>
                  </a:lnTo>
                  <a:lnTo>
                    <a:pt x="157" y="333"/>
                  </a:lnTo>
                  <a:lnTo>
                    <a:pt x="102" y="410"/>
                  </a:lnTo>
                  <a:lnTo>
                    <a:pt x="41" y="462"/>
                  </a:lnTo>
                  <a:lnTo>
                    <a:pt x="0" y="50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8" name="Freeform 460">
              <a:extLst>
                <a:ext uri="{FF2B5EF4-FFF2-40B4-BE49-F238E27FC236}">
                  <a16:creationId xmlns:a16="http://schemas.microsoft.com/office/drawing/2014/main" id="{C05188A3-3DB0-34BF-5683-0D33DADFF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529"/>
              <a:ext cx="48" cy="50"/>
            </a:xfrm>
            <a:custGeom>
              <a:avLst/>
              <a:gdLst>
                <a:gd name="T0" fmla="*/ 0 w 333"/>
                <a:gd name="T1" fmla="*/ 0 h 349"/>
                <a:gd name="T2" fmla="*/ 0 w 333"/>
                <a:gd name="T3" fmla="*/ 0 h 349"/>
                <a:gd name="T4" fmla="*/ 0 w 333"/>
                <a:gd name="T5" fmla="*/ 0 h 349"/>
                <a:gd name="T6" fmla="*/ 0 w 333"/>
                <a:gd name="T7" fmla="*/ 0 h 349"/>
                <a:gd name="T8" fmla="*/ 0 w 333"/>
                <a:gd name="T9" fmla="*/ 0 h 349"/>
                <a:gd name="T10" fmla="*/ 0 w 333"/>
                <a:gd name="T11" fmla="*/ 0 h 3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3"/>
                <a:gd name="T19" fmla="*/ 0 h 349"/>
                <a:gd name="T20" fmla="*/ 333 w 333"/>
                <a:gd name="T21" fmla="*/ 349 h 3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3" h="349">
                  <a:moveTo>
                    <a:pt x="0" y="0"/>
                  </a:moveTo>
                  <a:lnTo>
                    <a:pt x="25" y="16"/>
                  </a:lnTo>
                  <a:lnTo>
                    <a:pt x="230" y="349"/>
                  </a:lnTo>
                  <a:lnTo>
                    <a:pt x="333" y="349"/>
                  </a:lnTo>
                  <a:lnTo>
                    <a:pt x="237" y="334"/>
                  </a:lnTo>
                  <a:lnTo>
                    <a:pt x="189" y="28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9" name="Freeform 461">
              <a:extLst>
                <a:ext uri="{FF2B5EF4-FFF2-40B4-BE49-F238E27FC236}">
                  <a16:creationId xmlns:a16="http://schemas.microsoft.com/office/drawing/2014/main" id="{A9CF118A-9923-650D-FAF5-610DC9725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454"/>
              <a:ext cx="35" cy="37"/>
            </a:xfrm>
            <a:custGeom>
              <a:avLst/>
              <a:gdLst>
                <a:gd name="T0" fmla="*/ 0 w 242"/>
                <a:gd name="T1" fmla="*/ 0 h 264"/>
                <a:gd name="T2" fmla="*/ 0 w 242"/>
                <a:gd name="T3" fmla="*/ 0 h 264"/>
                <a:gd name="T4" fmla="*/ 0 w 242"/>
                <a:gd name="T5" fmla="*/ 0 h 264"/>
                <a:gd name="T6" fmla="*/ 0 w 242"/>
                <a:gd name="T7" fmla="*/ 0 h 264"/>
                <a:gd name="T8" fmla="*/ 0 w 242"/>
                <a:gd name="T9" fmla="*/ 0 h 264"/>
                <a:gd name="T10" fmla="*/ 0 w 242"/>
                <a:gd name="T11" fmla="*/ 0 h 264"/>
                <a:gd name="T12" fmla="*/ 0 w 242"/>
                <a:gd name="T13" fmla="*/ 0 h 264"/>
                <a:gd name="T14" fmla="*/ 0 w 242"/>
                <a:gd name="T15" fmla="*/ 0 h 264"/>
                <a:gd name="T16" fmla="*/ 0 w 242"/>
                <a:gd name="T17" fmla="*/ 0 h 264"/>
                <a:gd name="T18" fmla="*/ 0 w 242"/>
                <a:gd name="T19" fmla="*/ 0 h 2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2"/>
                <a:gd name="T31" fmla="*/ 0 h 264"/>
                <a:gd name="T32" fmla="*/ 242 w 242"/>
                <a:gd name="T33" fmla="*/ 264 h 2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2" h="264">
                  <a:moveTo>
                    <a:pt x="0" y="14"/>
                  </a:moveTo>
                  <a:lnTo>
                    <a:pt x="12" y="83"/>
                  </a:lnTo>
                  <a:lnTo>
                    <a:pt x="18" y="174"/>
                  </a:lnTo>
                  <a:lnTo>
                    <a:pt x="18" y="264"/>
                  </a:lnTo>
                  <a:lnTo>
                    <a:pt x="18" y="234"/>
                  </a:lnTo>
                  <a:lnTo>
                    <a:pt x="242" y="196"/>
                  </a:lnTo>
                  <a:lnTo>
                    <a:pt x="223" y="196"/>
                  </a:lnTo>
                  <a:lnTo>
                    <a:pt x="235" y="0"/>
                  </a:lnTo>
                  <a:lnTo>
                    <a:pt x="242" y="22"/>
                  </a:lnTo>
                  <a:lnTo>
                    <a:pt x="5" y="6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0" name="Line 462">
              <a:extLst>
                <a:ext uri="{FF2B5EF4-FFF2-40B4-BE49-F238E27FC236}">
                  <a16:creationId xmlns:a16="http://schemas.microsoft.com/office/drawing/2014/main" id="{F7A642EC-C19B-20CE-3597-0F8E2C7EA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1" y="471"/>
              <a:ext cx="24" cy="4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1" name="Freeform 463">
              <a:extLst>
                <a:ext uri="{FF2B5EF4-FFF2-40B4-BE49-F238E27FC236}">
                  <a16:creationId xmlns:a16="http://schemas.microsoft.com/office/drawing/2014/main" id="{1EAC118F-3661-9AC9-4C16-0286221EB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489"/>
              <a:ext cx="2" cy="12"/>
            </a:xfrm>
            <a:custGeom>
              <a:avLst/>
              <a:gdLst>
                <a:gd name="T0" fmla="*/ 0 w 12"/>
                <a:gd name="T1" fmla="*/ 0 h 83"/>
                <a:gd name="T2" fmla="*/ 0 w 12"/>
                <a:gd name="T3" fmla="*/ 0 h 83"/>
                <a:gd name="T4" fmla="*/ 0 w 12"/>
                <a:gd name="T5" fmla="*/ 0 h 83"/>
                <a:gd name="T6" fmla="*/ 0 60000 65536"/>
                <a:gd name="T7" fmla="*/ 0 60000 65536"/>
                <a:gd name="T8" fmla="*/ 0 60000 65536"/>
                <a:gd name="T9" fmla="*/ 0 w 12"/>
                <a:gd name="T10" fmla="*/ 0 h 83"/>
                <a:gd name="T11" fmla="*/ 12 w 12"/>
                <a:gd name="T12" fmla="*/ 83 h 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83">
                  <a:moveTo>
                    <a:pt x="0" y="0"/>
                  </a:moveTo>
                  <a:lnTo>
                    <a:pt x="12" y="37"/>
                  </a:lnTo>
                  <a:lnTo>
                    <a:pt x="12" y="8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2" name="Line 464">
              <a:extLst>
                <a:ext uri="{FF2B5EF4-FFF2-40B4-BE49-F238E27FC236}">
                  <a16:creationId xmlns:a16="http://schemas.microsoft.com/office/drawing/2014/main" id="{0AB45AD0-D489-ADEC-7AF4-7F22A8ECE1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6" y="499"/>
              <a:ext cx="52" cy="1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3" name="Freeform 465">
              <a:extLst>
                <a:ext uri="{FF2B5EF4-FFF2-40B4-BE49-F238E27FC236}">
                  <a16:creationId xmlns:a16="http://schemas.microsoft.com/office/drawing/2014/main" id="{B546A516-2244-FA12-4E17-242740F57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511"/>
              <a:ext cx="32" cy="27"/>
            </a:xfrm>
            <a:custGeom>
              <a:avLst/>
              <a:gdLst>
                <a:gd name="T0" fmla="*/ 0 w 223"/>
                <a:gd name="T1" fmla="*/ 0 h 189"/>
                <a:gd name="T2" fmla="*/ 0 w 223"/>
                <a:gd name="T3" fmla="*/ 0 h 189"/>
                <a:gd name="T4" fmla="*/ 0 w 223"/>
                <a:gd name="T5" fmla="*/ 0 h 189"/>
                <a:gd name="T6" fmla="*/ 0 w 223"/>
                <a:gd name="T7" fmla="*/ 0 h 189"/>
                <a:gd name="T8" fmla="*/ 0 w 223"/>
                <a:gd name="T9" fmla="*/ 0 h 189"/>
                <a:gd name="T10" fmla="*/ 0 w 223"/>
                <a:gd name="T11" fmla="*/ 0 h 189"/>
                <a:gd name="T12" fmla="*/ 0 w 223"/>
                <a:gd name="T13" fmla="*/ 0 h 189"/>
                <a:gd name="T14" fmla="*/ 0 w 223"/>
                <a:gd name="T15" fmla="*/ 0 h 189"/>
                <a:gd name="T16" fmla="*/ 0 w 223"/>
                <a:gd name="T17" fmla="*/ 0 h 1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3"/>
                <a:gd name="T28" fmla="*/ 0 h 189"/>
                <a:gd name="T29" fmla="*/ 223 w 223"/>
                <a:gd name="T30" fmla="*/ 189 h 1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3" h="189">
                  <a:moveTo>
                    <a:pt x="0" y="15"/>
                  </a:moveTo>
                  <a:lnTo>
                    <a:pt x="11" y="76"/>
                  </a:lnTo>
                  <a:lnTo>
                    <a:pt x="11" y="189"/>
                  </a:lnTo>
                  <a:lnTo>
                    <a:pt x="11" y="174"/>
                  </a:lnTo>
                  <a:lnTo>
                    <a:pt x="223" y="136"/>
                  </a:lnTo>
                  <a:lnTo>
                    <a:pt x="206" y="136"/>
                  </a:lnTo>
                  <a:lnTo>
                    <a:pt x="218" y="0"/>
                  </a:lnTo>
                  <a:lnTo>
                    <a:pt x="223" y="23"/>
                  </a:lnTo>
                  <a:lnTo>
                    <a:pt x="11" y="6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4" name="Freeform 466">
              <a:extLst>
                <a:ext uri="{FF2B5EF4-FFF2-40B4-BE49-F238E27FC236}">
                  <a16:creationId xmlns:a16="http://schemas.microsoft.com/office/drawing/2014/main" id="{238062FA-B9F9-85E3-02C6-7C9B3AA18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548"/>
              <a:ext cx="17" cy="20"/>
            </a:xfrm>
            <a:custGeom>
              <a:avLst/>
              <a:gdLst>
                <a:gd name="T0" fmla="*/ 0 w 122"/>
                <a:gd name="T1" fmla="*/ 0 h 144"/>
                <a:gd name="T2" fmla="*/ 0 w 122"/>
                <a:gd name="T3" fmla="*/ 0 h 144"/>
                <a:gd name="T4" fmla="*/ 0 w 122"/>
                <a:gd name="T5" fmla="*/ 0 h 144"/>
                <a:gd name="T6" fmla="*/ 0 w 12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2"/>
                <a:gd name="T13" fmla="*/ 0 h 144"/>
                <a:gd name="T14" fmla="*/ 122 w 12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2" h="144">
                  <a:moveTo>
                    <a:pt x="122" y="0"/>
                  </a:moveTo>
                  <a:lnTo>
                    <a:pt x="80" y="69"/>
                  </a:lnTo>
                  <a:lnTo>
                    <a:pt x="25" y="122"/>
                  </a:lnTo>
                  <a:lnTo>
                    <a:pt x="0" y="14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5" name="Freeform 467">
              <a:extLst>
                <a:ext uri="{FF2B5EF4-FFF2-40B4-BE49-F238E27FC236}">
                  <a16:creationId xmlns:a16="http://schemas.microsoft.com/office/drawing/2014/main" id="{F67A47D6-6AB5-68C9-AF6B-9AEF9378C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534"/>
              <a:ext cx="11" cy="42"/>
            </a:xfrm>
            <a:custGeom>
              <a:avLst/>
              <a:gdLst>
                <a:gd name="T0" fmla="*/ 0 w 79"/>
                <a:gd name="T1" fmla="*/ 0 h 296"/>
                <a:gd name="T2" fmla="*/ 0 w 79"/>
                <a:gd name="T3" fmla="*/ 0 h 296"/>
                <a:gd name="T4" fmla="*/ 0 w 79"/>
                <a:gd name="T5" fmla="*/ 0 h 296"/>
                <a:gd name="T6" fmla="*/ 0 w 79"/>
                <a:gd name="T7" fmla="*/ 0 h 296"/>
                <a:gd name="T8" fmla="*/ 0 w 79"/>
                <a:gd name="T9" fmla="*/ 0 h 296"/>
                <a:gd name="T10" fmla="*/ 0 w 79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9"/>
                <a:gd name="T19" fmla="*/ 0 h 296"/>
                <a:gd name="T20" fmla="*/ 79 w 79"/>
                <a:gd name="T21" fmla="*/ 296 h 29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9" h="296">
                  <a:moveTo>
                    <a:pt x="79" y="0"/>
                  </a:moveTo>
                  <a:lnTo>
                    <a:pt x="79" y="151"/>
                  </a:lnTo>
                  <a:lnTo>
                    <a:pt x="79" y="242"/>
                  </a:lnTo>
                  <a:lnTo>
                    <a:pt x="67" y="296"/>
                  </a:lnTo>
                  <a:lnTo>
                    <a:pt x="0" y="227"/>
                  </a:lnTo>
                  <a:lnTo>
                    <a:pt x="73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6" name="Freeform 468">
              <a:extLst>
                <a:ext uri="{FF2B5EF4-FFF2-40B4-BE49-F238E27FC236}">
                  <a16:creationId xmlns:a16="http://schemas.microsoft.com/office/drawing/2014/main" id="{DB531201-3321-B441-8941-D1F1D6D9C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544"/>
              <a:ext cx="10" cy="10"/>
            </a:xfrm>
            <a:custGeom>
              <a:avLst/>
              <a:gdLst>
                <a:gd name="T0" fmla="*/ 0 w 73"/>
                <a:gd name="T1" fmla="*/ 0 h 68"/>
                <a:gd name="T2" fmla="*/ 0 w 73"/>
                <a:gd name="T3" fmla="*/ 0 h 68"/>
                <a:gd name="T4" fmla="*/ 0 w 73"/>
                <a:gd name="T5" fmla="*/ 0 h 68"/>
                <a:gd name="T6" fmla="*/ 0 60000 65536"/>
                <a:gd name="T7" fmla="*/ 0 60000 65536"/>
                <a:gd name="T8" fmla="*/ 0 60000 65536"/>
                <a:gd name="T9" fmla="*/ 0 w 73"/>
                <a:gd name="T10" fmla="*/ 0 h 68"/>
                <a:gd name="T11" fmla="*/ 73 w 73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68">
                  <a:moveTo>
                    <a:pt x="0" y="0"/>
                  </a:moveTo>
                  <a:lnTo>
                    <a:pt x="42" y="38"/>
                  </a:lnTo>
                  <a:lnTo>
                    <a:pt x="7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7" name="Freeform 469">
              <a:extLst>
                <a:ext uri="{FF2B5EF4-FFF2-40B4-BE49-F238E27FC236}">
                  <a16:creationId xmlns:a16="http://schemas.microsoft.com/office/drawing/2014/main" id="{297790C6-2381-CCA1-8D36-51CBA77C9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454"/>
              <a:ext cx="25" cy="37"/>
            </a:xfrm>
            <a:custGeom>
              <a:avLst/>
              <a:gdLst>
                <a:gd name="T0" fmla="*/ 0 w 175"/>
                <a:gd name="T1" fmla="*/ 0 h 264"/>
                <a:gd name="T2" fmla="*/ 0 w 175"/>
                <a:gd name="T3" fmla="*/ 0 h 264"/>
                <a:gd name="T4" fmla="*/ 0 w 175"/>
                <a:gd name="T5" fmla="*/ 0 h 264"/>
                <a:gd name="T6" fmla="*/ 0 w 175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264"/>
                <a:gd name="T14" fmla="*/ 175 w 175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264">
                  <a:moveTo>
                    <a:pt x="175" y="0"/>
                  </a:moveTo>
                  <a:lnTo>
                    <a:pt x="134" y="91"/>
                  </a:lnTo>
                  <a:lnTo>
                    <a:pt x="66" y="174"/>
                  </a:lnTo>
                  <a:lnTo>
                    <a:pt x="0" y="26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8" name="Freeform 470">
              <a:extLst>
                <a:ext uri="{FF2B5EF4-FFF2-40B4-BE49-F238E27FC236}">
                  <a16:creationId xmlns:a16="http://schemas.microsoft.com/office/drawing/2014/main" id="{B150B640-0C61-0820-197C-289BF0EF0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486"/>
              <a:ext cx="31" cy="41"/>
            </a:xfrm>
            <a:custGeom>
              <a:avLst/>
              <a:gdLst>
                <a:gd name="T0" fmla="*/ 0 w 211"/>
                <a:gd name="T1" fmla="*/ 0 h 289"/>
                <a:gd name="T2" fmla="*/ 0 w 211"/>
                <a:gd name="T3" fmla="*/ 0 h 289"/>
                <a:gd name="T4" fmla="*/ 0 w 211"/>
                <a:gd name="T5" fmla="*/ 0 h 289"/>
                <a:gd name="T6" fmla="*/ 0 w 211"/>
                <a:gd name="T7" fmla="*/ 0 h 289"/>
                <a:gd name="T8" fmla="*/ 0 w 211"/>
                <a:gd name="T9" fmla="*/ 0 h 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1"/>
                <a:gd name="T16" fmla="*/ 0 h 289"/>
                <a:gd name="T17" fmla="*/ 211 w 211"/>
                <a:gd name="T18" fmla="*/ 289 h 2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1" h="289">
                  <a:moveTo>
                    <a:pt x="211" y="0"/>
                  </a:moveTo>
                  <a:lnTo>
                    <a:pt x="157" y="91"/>
                  </a:lnTo>
                  <a:lnTo>
                    <a:pt x="96" y="182"/>
                  </a:lnTo>
                  <a:lnTo>
                    <a:pt x="35" y="251"/>
                  </a:lnTo>
                  <a:lnTo>
                    <a:pt x="0" y="28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9" name="Freeform 471">
              <a:extLst>
                <a:ext uri="{FF2B5EF4-FFF2-40B4-BE49-F238E27FC236}">
                  <a16:creationId xmlns:a16="http://schemas.microsoft.com/office/drawing/2014/main" id="{62AF259F-9644-7FCB-941A-4B1C0F6C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517"/>
              <a:ext cx="47" cy="64"/>
            </a:xfrm>
            <a:custGeom>
              <a:avLst/>
              <a:gdLst>
                <a:gd name="T0" fmla="*/ 0 w 328"/>
                <a:gd name="T1" fmla="*/ 0 h 447"/>
                <a:gd name="T2" fmla="*/ 0 w 328"/>
                <a:gd name="T3" fmla="*/ 0 h 447"/>
                <a:gd name="T4" fmla="*/ 0 w 328"/>
                <a:gd name="T5" fmla="*/ 0 h 447"/>
                <a:gd name="T6" fmla="*/ 0 w 328"/>
                <a:gd name="T7" fmla="*/ 0 h 447"/>
                <a:gd name="T8" fmla="*/ 0 w 328"/>
                <a:gd name="T9" fmla="*/ 0 h 447"/>
                <a:gd name="T10" fmla="*/ 0 w 328"/>
                <a:gd name="T11" fmla="*/ 0 h 447"/>
                <a:gd name="T12" fmla="*/ 0 w 328"/>
                <a:gd name="T13" fmla="*/ 0 h 447"/>
                <a:gd name="T14" fmla="*/ 0 w 328"/>
                <a:gd name="T15" fmla="*/ 0 h 447"/>
                <a:gd name="T16" fmla="*/ 0 w 328"/>
                <a:gd name="T17" fmla="*/ 0 h 447"/>
                <a:gd name="T18" fmla="*/ 0 w 328"/>
                <a:gd name="T19" fmla="*/ 0 h 4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8"/>
                <a:gd name="T31" fmla="*/ 0 h 447"/>
                <a:gd name="T32" fmla="*/ 328 w 328"/>
                <a:gd name="T33" fmla="*/ 447 h 44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8" h="447">
                  <a:moveTo>
                    <a:pt x="328" y="0"/>
                  </a:moveTo>
                  <a:lnTo>
                    <a:pt x="279" y="99"/>
                  </a:lnTo>
                  <a:lnTo>
                    <a:pt x="230" y="190"/>
                  </a:lnTo>
                  <a:lnTo>
                    <a:pt x="224" y="198"/>
                  </a:lnTo>
                  <a:lnTo>
                    <a:pt x="182" y="258"/>
                  </a:lnTo>
                  <a:lnTo>
                    <a:pt x="121" y="326"/>
                  </a:lnTo>
                  <a:lnTo>
                    <a:pt x="60" y="386"/>
                  </a:lnTo>
                  <a:lnTo>
                    <a:pt x="49" y="394"/>
                  </a:lnTo>
                  <a:lnTo>
                    <a:pt x="19" y="424"/>
                  </a:lnTo>
                  <a:lnTo>
                    <a:pt x="0" y="44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70" name="Rectangle 472">
            <a:extLst>
              <a:ext uri="{FF2B5EF4-FFF2-40B4-BE49-F238E27FC236}">
                <a16:creationId xmlns:a16="http://schemas.microsoft.com/office/drawing/2014/main" id="{D408C06F-33B1-1C42-E3A7-F333588C5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4591" y="6417786"/>
            <a:ext cx="21579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 defTabSz="1828800" hangingPunct="1">
              <a:defRPr/>
            </a:pPr>
            <a:r>
              <a:rPr lang="zh-CN" altLang="en-US" sz="3600" kern="1200" dirty="0">
                <a:solidFill>
                  <a:srgbClr val="993300"/>
                </a:solidFill>
                <a:latin typeface="等线" panose="020F0502020204030204"/>
                <a:ea typeface="微软雅黑" pitchFamily="34" charset="-122"/>
                <a:cs typeface="Times New Roman" pitchFamily="18" charset="0"/>
              </a:rPr>
              <a:t>线段交点 </a:t>
            </a:r>
          </a:p>
        </p:txBody>
      </p:sp>
      <p:grpSp>
        <p:nvGrpSpPr>
          <p:cNvPr id="471" name="Group 1355">
            <a:extLst>
              <a:ext uri="{FF2B5EF4-FFF2-40B4-BE49-F238E27FC236}">
                <a16:creationId xmlns:a16="http://schemas.microsoft.com/office/drawing/2014/main" id="{D0CCB748-19A8-91CA-C5A2-3786DD8FDECE}"/>
              </a:ext>
            </a:extLst>
          </p:cNvPr>
          <p:cNvGrpSpPr>
            <a:grpSpLocks/>
          </p:cNvGrpSpPr>
          <p:nvPr/>
        </p:nvGrpSpPr>
        <p:grpSpPr bwMode="auto">
          <a:xfrm>
            <a:off x="14828414" y="3831062"/>
            <a:ext cx="4778376" cy="3225800"/>
            <a:chOff x="3056" y="1482"/>
            <a:chExt cx="1505" cy="1016"/>
          </a:xfrm>
        </p:grpSpPr>
        <p:sp>
          <p:nvSpPr>
            <p:cNvPr id="472" name="Freeform 1356">
              <a:extLst>
                <a:ext uri="{FF2B5EF4-FFF2-40B4-BE49-F238E27FC236}">
                  <a16:creationId xmlns:a16="http://schemas.microsoft.com/office/drawing/2014/main" id="{BBAE835C-7527-87F0-D197-536399D4B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1482"/>
              <a:ext cx="25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8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33CC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3" name="Freeform 1357">
              <a:extLst>
                <a:ext uri="{FF2B5EF4-FFF2-40B4-BE49-F238E27FC236}">
                  <a16:creationId xmlns:a16="http://schemas.microsoft.com/office/drawing/2014/main" id="{89B0AEC3-8E99-76E0-1F7E-0CA8DA02F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482"/>
              <a:ext cx="25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33CC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4" name="Line 1358">
              <a:extLst>
                <a:ext uri="{FF2B5EF4-FFF2-40B4-BE49-F238E27FC236}">
                  <a16:creationId xmlns:a16="http://schemas.microsoft.com/office/drawing/2014/main" id="{01652419-4849-68A7-0AAD-CF5B40159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1652"/>
              <a:ext cx="1" cy="20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5" name="Line 1359">
              <a:extLst>
                <a:ext uri="{FF2B5EF4-FFF2-40B4-BE49-F238E27FC236}">
                  <a16:creationId xmlns:a16="http://schemas.microsoft.com/office/drawing/2014/main" id="{0F97E0E5-4268-E1EE-4F8B-667069F3C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1858"/>
              <a:ext cx="639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6" name="Line 1360">
              <a:extLst>
                <a:ext uri="{FF2B5EF4-FFF2-40B4-BE49-F238E27FC236}">
                  <a16:creationId xmlns:a16="http://schemas.microsoft.com/office/drawing/2014/main" id="{2AB2693A-DF37-D362-025E-5A1872B90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8" y="1482"/>
              <a:ext cx="1" cy="80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7" name="Line 1361">
              <a:extLst>
                <a:ext uri="{FF2B5EF4-FFF2-40B4-BE49-F238E27FC236}">
                  <a16:creationId xmlns:a16="http://schemas.microsoft.com/office/drawing/2014/main" id="{C8536366-A6E6-BAB9-68DE-3CD344B96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6" y="1482"/>
              <a:ext cx="1" cy="59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8" name="Line 1362">
              <a:extLst>
                <a:ext uri="{FF2B5EF4-FFF2-40B4-BE49-F238E27FC236}">
                  <a16:creationId xmlns:a16="http://schemas.microsoft.com/office/drawing/2014/main" id="{711822F5-5A33-EC2B-1112-7893012D3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9" y="2068"/>
              <a:ext cx="858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9" name="Line 1363">
              <a:extLst>
                <a:ext uri="{FF2B5EF4-FFF2-40B4-BE49-F238E27FC236}">
                  <a16:creationId xmlns:a16="http://schemas.microsoft.com/office/drawing/2014/main" id="{8F08A2C2-0DA6-AB67-D0AF-F0FDE13E3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9" y="2280"/>
              <a:ext cx="851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0" name="Line 1364">
              <a:extLst>
                <a:ext uri="{FF2B5EF4-FFF2-40B4-BE49-F238E27FC236}">
                  <a16:creationId xmlns:a16="http://schemas.microsoft.com/office/drawing/2014/main" id="{03CACF8D-F90B-F3A1-ADA3-C5B64897D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6" y="1854"/>
              <a:ext cx="872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81" name="Group 1365">
            <a:extLst>
              <a:ext uri="{FF2B5EF4-FFF2-40B4-BE49-F238E27FC236}">
                <a16:creationId xmlns:a16="http://schemas.microsoft.com/office/drawing/2014/main" id="{88988E7D-0D59-8A60-DCBB-A2129EEB6AEE}"/>
              </a:ext>
            </a:extLst>
          </p:cNvPr>
          <p:cNvGrpSpPr>
            <a:grpSpLocks/>
          </p:cNvGrpSpPr>
          <p:nvPr/>
        </p:nvGrpSpPr>
        <p:grpSpPr bwMode="auto">
          <a:xfrm>
            <a:off x="17597015" y="3831062"/>
            <a:ext cx="4772026" cy="3225800"/>
            <a:chOff x="3928" y="1482"/>
            <a:chExt cx="1503" cy="1016"/>
          </a:xfrm>
        </p:grpSpPr>
        <p:sp>
          <p:nvSpPr>
            <p:cNvPr id="482" name="Freeform 1366">
              <a:extLst>
                <a:ext uri="{FF2B5EF4-FFF2-40B4-BE49-F238E27FC236}">
                  <a16:creationId xmlns:a16="http://schemas.microsoft.com/office/drawing/2014/main" id="{EC4AD04A-1A46-AD28-75D2-63CD1A9B9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1482"/>
              <a:ext cx="26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3" name="Freeform 1367">
              <a:extLst>
                <a:ext uri="{FF2B5EF4-FFF2-40B4-BE49-F238E27FC236}">
                  <a16:creationId xmlns:a16="http://schemas.microsoft.com/office/drawing/2014/main" id="{2D32FAB6-2492-0DF4-D8AD-41DB485C5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" y="1482"/>
              <a:ext cx="26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7" y="0"/>
                  </a:lnTo>
                  <a:lnTo>
                    <a:pt x="0" y="46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4" name="Line 1368">
              <a:extLst>
                <a:ext uri="{FF2B5EF4-FFF2-40B4-BE49-F238E27FC236}">
                  <a16:creationId xmlns:a16="http://schemas.microsoft.com/office/drawing/2014/main" id="{37C941C7-D233-9D08-A128-6682361C6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1652"/>
              <a:ext cx="1" cy="20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5" name="Line 1369">
              <a:extLst>
                <a:ext uri="{FF2B5EF4-FFF2-40B4-BE49-F238E27FC236}">
                  <a16:creationId xmlns:a16="http://schemas.microsoft.com/office/drawing/2014/main" id="{8471A451-A0BD-7976-F299-8AFEA2B13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1858"/>
              <a:ext cx="640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6" name="Line 1370">
              <a:extLst>
                <a:ext uri="{FF2B5EF4-FFF2-40B4-BE49-F238E27FC236}">
                  <a16:creationId xmlns:a16="http://schemas.microsoft.com/office/drawing/2014/main" id="{60D98A20-3E1C-F60F-68D5-8BF654AB8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1482"/>
              <a:ext cx="1" cy="80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7" name="Line 1371">
              <a:extLst>
                <a:ext uri="{FF2B5EF4-FFF2-40B4-BE49-F238E27FC236}">
                  <a16:creationId xmlns:a16="http://schemas.microsoft.com/office/drawing/2014/main" id="{41750F69-7688-B8E7-26A2-5FCB47032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5" y="1482"/>
              <a:ext cx="1" cy="59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8" name="Freeform 1372">
              <a:extLst>
                <a:ext uri="{FF2B5EF4-FFF2-40B4-BE49-F238E27FC236}">
                  <a16:creationId xmlns:a16="http://schemas.microsoft.com/office/drawing/2014/main" id="{9DAF3E7A-3AFD-847D-9CA6-9A02F1C4B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1482"/>
              <a:ext cx="26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9" name="Freeform 1373">
              <a:extLst>
                <a:ext uri="{FF2B5EF4-FFF2-40B4-BE49-F238E27FC236}">
                  <a16:creationId xmlns:a16="http://schemas.microsoft.com/office/drawing/2014/main" id="{17ABD264-4EAB-3185-344D-E32DF7C6A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" y="1482"/>
              <a:ext cx="26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7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0" name="Line 1374">
              <a:extLst>
                <a:ext uri="{FF2B5EF4-FFF2-40B4-BE49-F238E27FC236}">
                  <a16:creationId xmlns:a16="http://schemas.microsoft.com/office/drawing/2014/main" id="{A24DB698-6790-54CC-DB6A-C65B95855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2068"/>
              <a:ext cx="858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1" name="Line 1375">
              <a:extLst>
                <a:ext uri="{FF2B5EF4-FFF2-40B4-BE49-F238E27FC236}">
                  <a16:creationId xmlns:a16="http://schemas.microsoft.com/office/drawing/2014/main" id="{8202C2A6-AE3F-38F6-70A6-687347606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2280"/>
              <a:ext cx="851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2" name="Line 1376">
              <a:extLst>
                <a:ext uri="{FF2B5EF4-FFF2-40B4-BE49-F238E27FC236}">
                  <a16:creationId xmlns:a16="http://schemas.microsoft.com/office/drawing/2014/main" id="{65595C9E-BBDD-A960-1072-57C3FCB7A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854"/>
              <a:ext cx="872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93" name="Text Box 1377">
            <a:extLst>
              <a:ext uri="{FF2B5EF4-FFF2-40B4-BE49-F238E27FC236}">
                <a16:creationId xmlns:a16="http://schemas.microsoft.com/office/drawing/2014/main" id="{23436E6B-3BC6-6E4D-550C-6363F41E1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24014" y="3535789"/>
            <a:ext cx="19843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defTabSz="1828800" hangingPunct="1">
              <a:spcBef>
                <a:spcPct val="50000"/>
              </a:spcBef>
              <a:defRPr/>
            </a:pPr>
            <a:r>
              <a:rPr lang="zh-CN" altLang="en-US" sz="3600" kern="1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？   ？</a:t>
            </a:r>
          </a:p>
        </p:txBody>
      </p:sp>
      <p:sp>
        <p:nvSpPr>
          <p:cNvPr id="494" name="Text Box 1378">
            <a:extLst>
              <a:ext uri="{FF2B5EF4-FFF2-40B4-BE49-F238E27FC236}">
                <a16:creationId xmlns:a16="http://schemas.microsoft.com/office/drawing/2014/main" id="{C75EA2FB-19BA-FC09-E64B-E1DE0BBEA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7214" y="3535789"/>
            <a:ext cx="19843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defTabSz="1828800" hangingPunct="1">
              <a:spcBef>
                <a:spcPct val="50000"/>
              </a:spcBef>
              <a:defRPr/>
            </a:pPr>
            <a:r>
              <a:rPr lang="zh-CN" altLang="en-US" sz="3600" kern="1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？   ？</a:t>
            </a:r>
          </a:p>
        </p:txBody>
      </p:sp>
      <p:grpSp>
        <p:nvGrpSpPr>
          <p:cNvPr id="495" name="Group 474">
            <a:extLst>
              <a:ext uri="{FF2B5EF4-FFF2-40B4-BE49-F238E27FC236}">
                <a16:creationId xmlns:a16="http://schemas.microsoft.com/office/drawing/2014/main" id="{155F758E-8DFE-147C-911A-9016595390E5}"/>
              </a:ext>
            </a:extLst>
          </p:cNvPr>
          <p:cNvGrpSpPr>
            <a:grpSpLocks/>
          </p:cNvGrpSpPr>
          <p:nvPr/>
        </p:nvGrpSpPr>
        <p:grpSpPr bwMode="auto">
          <a:xfrm>
            <a:off x="9279550" y="9015840"/>
            <a:ext cx="6215616" cy="3484136"/>
            <a:chOff x="2999" y="2878"/>
            <a:chExt cx="1523" cy="893"/>
          </a:xfrm>
        </p:grpSpPr>
        <p:grpSp>
          <p:nvGrpSpPr>
            <p:cNvPr id="496" name="Group 475">
              <a:extLst>
                <a:ext uri="{FF2B5EF4-FFF2-40B4-BE49-F238E27FC236}">
                  <a16:creationId xmlns:a16="http://schemas.microsoft.com/office/drawing/2014/main" id="{4C05DB8F-E803-DD90-C09E-D171FAFFED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2892"/>
              <a:ext cx="798" cy="865"/>
              <a:chOff x="3018" y="2892"/>
              <a:chExt cx="798" cy="865"/>
            </a:xfrm>
          </p:grpSpPr>
          <p:sp>
            <p:nvSpPr>
              <p:cNvPr id="1176" name="Freeform 476">
                <a:extLst>
                  <a:ext uri="{FF2B5EF4-FFF2-40B4-BE49-F238E27FC236}">
                    <a16:creationId xmlns:a16="http://schemas.microsoft.com/office/drawing/2014/main" id="{D9112552-C824-23FE-70AB-AC1497726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7" name="Freeform 477">
                <a:extLst>
                  <a:ext uri="{FF2B5EF4-FFF2-40B4-BE49-F238E27FC236}">
                    <a16:creationId xmlns:a16="http://schemas.microsoft.com/office/drawing/2014/main" id="{F1671A59-EB5F-59F2-4D6A-E3C9BC447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8" name="Freeform 478">
                <a:extLst>
                  <a:ext uri="{FF2B5EF4-FFF2-40B4-BE49-F238E27FC236}">
                    <a16:creationId xmlns:a16="http://schemas.microsoft.com/office/drawing/2014/main" id="{9031EE94-E976-7B0B-733E-BFC668024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3741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9" name="Freeform 479">
                <a:extLst>
                  <a:ext uri="{FF2B5EF4-FFF2-40B4-BE49-F238E27FC236}">
                    <a16:creationId xmlns:a16="http://schemas.microsoft.com/office/drawing/2014/main" id="{CC6B307C-656E-BDD0-5FDC-187BA022CB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3741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0" name="Freeform 480">
                <a:extLst>
                  <a:ext uri="{FF2B5EF4-FFF2-40B4-BE49-F238E27FC236}">
                    <a16:creationId xmlns:a16="http://schemas.microsoft.com/office/drawing/2014/main" id="{20D7584E-0AAA-8BA0-424F-37A46F828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741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1" name="Freeform 481">
                <a:extLst>
                  <a:ext uri="{FF2B5EF4-FFF2-40B4-BE49-F238E27FC236}">
                    <a16:creationId xmlns:a16="http://schemas.microsoft.com/office/drawing/2014/main" id="{12EDF998-C71D-3D95-E9AA-516BE4C3C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741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2" name="Freeform 482">
                <a:extLst>
                  <a:ext uri="{FF2B5EF4-FFF2-40B4-BE49-F238E27FC236}">
                    <a16:creationId xmlns:a16="http://schemas.microsoft.com/office/drawing/2014/main" id="{E6E1ECE1-5084-E322-8B32-8232D6EE2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749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3" name="Freeform 483">
                <a:extLst>
                  <a:ext uri="{FF2B5EF4-FFF2-40B4-BE49-F238E27FC236}">
                    <a16:creationId xmlns:a16="http://schemas.microsoft.com/office/drawing/2014/main" id="{985F96CC-3175-068E-ECA3-7495BAA24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749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4" name="Freeform 484">
                <a:extLst>
                  <a:ext uri="{FF2B5EF4-FFF2-40B4-BE49-F238E27FC236}">
                    <a16:creationId xmlns:a16="http://schemas.microsoft.com/office/drawing/2014/main" id="{A7A7718D-7CD8-E65C-F059-F90403C24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900"/>
                <a:ext cx="17" cy="849"/>
              </a:xfrm>
              <a:custGeom>
                <a:avLst/>
                <a:gdLst>
                  <a:gd name="T0" fmla="*/ 0 w 114"/>
                  <a:gd name="T1" fmla="*/ 0 h 5940"/>
                  <a:gd name="T2" fmla="*/ 0 w 114"/>
                  <a:gd name="T3" fmla="*/ 0 h 5940"/>
                  <a:gd name="T4" fmla="*/ 0 w 114"/>
                  <a:gd name="T5" fmla="*/ 0 h 5940"/>
                  <a:gd name="T6" fmla="*/ 0 w 114"/>
                  <a:gd name="T7" fmla="*/ 0 h 5940"/>
                  <a:gd name="T8" fmla="*/ 0 w 114"/>
                  <a:gd name="T9" fmla="*/ 0 h 5940"/>
                  <a:gd name="T10" fmla="*/ 0 w 114"/>
                  <a:gd name="T11" fmla="*/ 0 h 5940"/>
                  <a:gd name="T12" fmla="*/ 0 w 114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940"/>
                  <a:gd name="T23" fmla="*/ 114 w 114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940">
                    <a:moveTo>
                      <a:pt x="0" y="5940"/>
                    </a:moveTo>
                    <a:lnTo>
                      <a:pt x="57" y="5940"/>
                    </a:lnTo>
                    <a:lnTo>
                      <a:pt x="114" y="5940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5" name="Freeform 485">
                <a:extLst>
                  <a:ext uri="{FF2B5EF4-FFF2-40B4-BE49-F238E27FC236}">
                    <a16:creationId xmlns:a16="http://schemas.microsoft.com/office/drawing/2014/main" id="{ECF7CEAA-D1EA-9B3A-7FDE-2A92DA342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900"/>
                <a:ext cx="17" cy="849"/>
              </a:xfrm>
              <a:custGeom>
                <a:avLst/>
                <a:gdLst>
                  <a:gd name="T0" fmla="*/ 0 w 114"/>
                  <a:gd name="T1" fmla="*/ 0 h 5940"/>
                  <a:gd name="T2" fmla="*/ 0 w 114"/>
                  <a:gd name="T3" fmla="*/ 0 h 5940"/>
                  <a:gd name="T4" fmla="*/ 0 w 114"/>
                  <a:gd name="T5" fmla="*/ 0 h 5940"/>
                  <a:gd name="T6" fmla="*/ 0 w 114"/>
                  <a:gd name="T7" fmla="*/ 0 h 5940"/>
                  <a:gd name="T8" fmla="*/ 0 w 114"/>
                  <a:gd name="T9" fmla="*/ 0 h 5940"/>
                  <a:gd name="T10" fmla="*/ 0 w 114"/>
                  <a:gd name="T11" fmla="*/ 0 h 5940"/>
                  <a:gd name="T12" fmla="*/ 0 w 114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940"/>
                  <a:gd name="T23" fmla="*/ 114 w 114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940">
                    <a:moveTo>
                      <a:pt x="0" y="5940"/>
                    </a:moveTo>
                    <a:lnTo>
                      <a:pt x="57" y="5940"/>
                    </a:lnTo>
                    <a:lnTo>
                      <a:pt x="114" y="5940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6" name="Freeform 486">
                <a:extLst>
                  <a:ext uri="{FF2B5EF4-FFF2-40B4-BE49-F238E27FC236}">
                    <a16:creationId xmlns:a16="http://schemas.microsoft.com/office/drawing/2014/main" id="{19C871E5-6B61-71A7-8C01-F4E4F95B9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7" name="Freeform 487">
                <a:extLst>
                  <a:ext uri="{FF2B5EF4-FFF2-40B4-BE49-F238E27FC236}">
                    <a16:creationId xmlns:a16="http://schemas.microsoft.com/office/drawing/2014/main" id="{DD4088E1-9BBA-9763-D8EE-759A3C9EF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8" name="Freeform 488">
                <a:extLst>
                  <a:ext uri="{FF2B5EF4-FFF2-40B4-BE49-F238E27FC236}">
                    <a16:creationId xmlns:a16="http://schemas.microsoft.com/office/drawing/2014/main" id="{0C3992D1-0690-5CAE-D2CE-251DA79B8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2892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9" name="Freeform 489">
                <a:extLst>
                  <a:ext uri="{FF2B5EF4-FFF2-40B4-BE49-F238E27FC236}">
                    <a16:creationId xmlns:a16="http://schemas.microsoft.com/office/drawing/2014/main" id="{8F79486D-EE0E-7D39-BB37-4697C59F1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2892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0" name="Freeform 490">
                <a:extLst>
                  <a:ext uri="{FF2B5EF4-FFF2-40B4-BE49-F238E27FC236}">
                    <a16:creationId xmlns:a16="http://schemas.microsoft.com/office/drawing/2014/main" id="{5D32335E-3065-0046-F2DF-806041612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2892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5467" y="113"/>
                    </a:move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1" name="Freeform 491">
                <a:extLst>
                  <a:ext uri="{FF2B5EF4-FFF2-40B4-BE49-F238E27FC236}">
                    <a16:creationId xmlns:a16="http://schemas.microsoft.com/office/drawing/2014/main" id="{9B53E427-6BF0-3FB8-CEB6-D00988803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2892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5467" y="113"/>
                    </a:move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2" name="Freeform 492">
                <a:extLst>
                  <a:ext uri="{FF2B5EF4-FFF2-40B4-BE49-F238E27FC236}">
                    <a16:creationId xmlns:a16="http://schemas.microsoft.com/office/drawing/2014/main" id="{CAC3B05A-1BEE-7F27-1E1C-BBE40E562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3" name="Freeform 493">
                <a:extLst>
                  <a:ext uri="{FF2B5EF4-FFF2-40B4-BE49-F238E27FC236}">
                    <a16:creationId xmlns:a16="http://schemas.microsoft.com/office/drawing/2014/main" id="{4B6CA75A-AF6D-BE39-D88E-109CB670E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4" name="Freeform 494">
                <a:extLst>
                  <a:ext uri="{FF2B5EF4-FFF2-40B4-BE49-F238E27FC236}">
                    <a16:creationId xmlns:a16="http://schemas.microsoft.com/office/drawing/2014/main" id="{54D6A103-0E20-0C75-9211-E42D37617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17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5" name="Freeform 495">
                <a:extLst>
                  <a:ext uri="{FF2B5EF4-FFF2-40B4-BE49-F238E27FC236}">
                    <a16:creationId xmlns:a16="http://schemas.microsoft.com/office/drawing/2014/main" id="{D412EFBC-5940-F140-226B-C119E3A23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17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6" name="Freeform 496">
                <a:extLst>
                  <a:ext uri="{FF2B5EF4-FFF2-40B4-BE49-F238E27FC236}">
                    <a16:creationId xmlns:a16="http://schemas.microsoft.com/office/drawing/2014/main" id="{D9FD005D-57E4-DC8D-BD7B-C23D912AE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900"/>
                <a:ext cx="17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7" name="Freeform 497">
                <a:extLst>
                  <a:ext uri="{FF2B5EF4-FFF2-40B4-BE49-F238E27FC236}">
                    <a16:creationId xmlns:a16="http://schemas.microsoft.com/office/drawing/2014/main" id="{CD81B31F-F3CF-BEA0-FCCF-F9F8DDD91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900"/>
                <a:ext cx="17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8" name="Freeform 498">
                <a:extLst>
                  <a:ext uri="{FF2B5EF4-FFF2-40B4-BE49-F238E27FC236}">
                    <a16:creationId xmlns:a16="http://schemas.microsoft.com/office/drawing/2014/main" id="{16F1EE34-92CF-7F36-D288-D331F6B36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9"/>
                <a:ext cx="17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9" name="Freeform 499">
                <a:extLst>
                  <a:ext uri="{FF2B5EF4-FFF2-40B4-BE49-F238E27FC236}">
                    <a16:creationId xmlns:a16="http://schemas.microsoft.com/office/drawing/2014/main" id="{02E9C91F-82E9-E239-46FE-6F8C4D488E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9"/>
                <a:ext cx="17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0" name="Freeform 500">
                <a:extLst>
                  <a:ext uri="{FF2B5EF4-FFF2-40B4-BE49-F238E27FC236}">
                    <a16:creationId xmlns:a16="http://schemas.microsoft.com/office/drawing/2014/main" id="{284B9866-7CF5-6B0D-72D4-FA7887695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60"/>
                <a:ext cx="17" cy="15"/>
              </a:xfrm>
              <a:custGeom>
                <a:avLst/>
                <a:gdLst>
                  <a:gd name="T0" fmla="*/ 0 w 118"/>
                  <a:gd name="T1" fmla="*/ 0 h 106"/>
                  <a:gd name="T2" fmla="*/ 0 w 118"/>
                  <a:gd name="T3" fmla="*/ 0 h 106"/>
                  <a:gd name="T4" fmla="*/ 0 w 118"/>
                  <a:gd name="T5" fmla="*/ 0 h 106"/>
                  <a:gd name="T6" fmla="*/ 0 w 118"/>
                  <a:gd name="T7" fmla="*/ 0 h 106"/>
                  <a:gd name="T8" fmla="*/ 0 w 118"/>
                  <a:gd name="T9" fmla="*/ 0 h 106"/>
                  <a:gd name="T10" fmla="*/ 0 w 118"/>
                  <a:gd name="T11" fmla="*/ 0 h 106"/>
                  <a:gd name="T12" fmla="*/ 0 w 118"/>
                  <a:gd name="T13" fmla="*/ 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6"/>
                  <a:gd name="T23" fmla="*/ 118 w 118"/>
                  <a:gd name="T24" fmla="*/ 106 h 10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6">
                    <a:moveTo>
                      <a:pt x="6" y="106"/>
                    </a:moveTo>
                    <a:lnTo>
                      <a:pt x="62" y="102"/>
                    </a:lnTo>
                    <a:lnTo>
                      <a:pt x="118" y="99"/>
                    </a:lnTo>
                    <a:lnTo>
                      <a:pt x="112" y="0"/>
                    </a:lnTo>
                    <a:lnTo>
                      <a:pt x="56" y="3"/>
                    </a:lnTo>
                    <a:lnTo>
                      <a:pt x="0" y="7"/>
                    </a:lnTo>
                    <a:lnTo>
                      <a:pt x="6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1" name="Freeform 501">
                <a:extLst>
                  <a:ext uri="{FF2B5EF4-FFF2-40B4-BE49-F238E27FC236}">
                    <a16:creationId xmlns:a16="http://schemas.microsoft.com/office/drawing/2014/main" id="{6564998E-5E75-ED63-4EFD-454E368AD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60"/>
                <a:ext cx="17" cy="15"/>
              </a:xfrm>
              <a:custGeom>
                <a:avLst/>
                <a:gdLst>
                  <a:gd name="T0" fmla="*/ 0 w 118"/>
                  <a:gd name="T1" fmla="*/ 0 h 106"/>
                  <a:gd name="T2" fmla="*/ 0 w 118"/>
                  <a:gd name="T3" fmla="*/ 0 h 106"/>
                  <a:gd name="T4" fmla="*/ 0 w 118"/>
                  <a:gd name="T5" fmla="*/ 0 h 106"/>
                  <a:gd name="T6" fmla="*/ 0 w 118"/>
                  <a:gd name="T7" fmla="*/ 0 h 106"/>
                  <a:gd name="T8" fmla="*/ 0 w 118"/>
                  <a:gd name="T9" fmla="*/ 0 h 106"/>
                  <a:gd name="T10" fmla="*/ 0 w 118"/>
                  <a:gd name="T11" fmla="*/ 0 h 106"/>
                  <a:gd name="T12" fmla="*/ 0 w 118"/>
                  <a:gd name="T13" fmla="*/ 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6"/>
                  <a:gd name="T23" fmla="*/ 118 w 118"/>
                  <a:gd name="T24" fmla="*/ 106 h 10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6">
                    <a:moveTo>
                      <a:pt x="6" y="106"/>
                    </a:moveTo>
                    <a:lnTo>
                      <a:pt x="62" y="102"/>
                    </a:lnTo>
                    <a:lnTo>
                      <a:pt x="118" y="99"/>
                    </a:lnTo>
                    <a:lnTo>
                      <a:pt x="112" y="0"/>
                    </a:lnTo>
                    <a:lnTo>
                      <a:pt x="56" y="3"/>
                    </a:lnTo>
                    <a:lnTo>
                      <a:pt x="0" y="7"/>
                    </a:lnTo>
                    <a:lnTo>
                      <a:pt x="6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2" name="Freeform 502">
                <a:extLst>
                  <a:ext uri="{FF2B5EF4-FFF2-40B4-BE49-F238E27FC236}">
                    <a16:creationId xmlns:a16="http://schemas.microsoft.com/office/drawing/2014/main" id="{BED8D6B0-B50E-A8A5-331A-5FDC811E1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3359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9"/>
                    </a:moveTo>
                    <a:lnTo>
                      <a:pt x="56" y="6"/>
                    </a:lnTo>
                    <a:lnTo>
                      <a:pt x="56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3" name="Line 503">
                <a:extLst>
                  <a:ext uri="{FF2B5EF4-FFF2-40B4-BE49-F238E27FC236}">
                    <a16:creationId xmlns:a16="http://schemas.microsoft.com/office/drawing/2014/main" id="{3B9C537E-7FEA-8D9A-9311-6E5A5013F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8" y="33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4" name="Freeform 504">
                <a:extLst>
                  <a:ext uri="{FF2B5EF4-FFF2-40B4-BE49-F238E27FC236}">
                    <a16:creationId xmlns:a16="http://schemas.microsoft.com/office/drawing/2014/main" id="{3AE90941-4E95-FF12-DC41-5C087F31D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6" y="114"/>
                    </a:moveTo>
                    <a:lnTo>
                      <a:pt x="72" y="105"/>
                    </a:lnTo>
                    <a:lnTo>
                      <a:pt x="128" y="96"/>
                    </a:lnTo>
                    <a:lnTo>
                      <a:pt x="113" y="0"/>
                    </a:lnTo>
                    <a:lnTo>
                      <a:pt x="57" y="9"/>
                    </a:lnTo>
                    <a:lnTo>
                      <a:pt x="0" y="18"/>
                    </a:lnTo>
                    <a:lnTo>
                      <a:pt x="16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5" name="Freeform 505">
                <a:extLst>
                  <a:ext uri="{FF2B5EF4-FFF2-40B4-BE49-F238E27FC236}">
                    <a16:creationId xmlns:a16="http://schemas.microsoft.com/office/drawing/2014/main" id="{A8E71963-AD1E-4C42-53B6-2BB410ADF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6" y="114"/>
                    </a:moveTo>
                    <a:lnTo>
                      <a:pt x="72" y="105"/>
                    </a:lnTo>
                    <a:lnTo>
                      <a:pt x="128" y="96"/>
                    </a:lnTo>
                    <a:lnTo>
                      <a:pt x="113" y="0"/>
                    </a:lnTo>
                    <a:lnTo>
                      <a:pt x="57" y="9"/>
                    </a:lnTo>
                    <a:lnTo>
                      <a:pt x="0" y="18"/>
                    </a:lnTo>
                    <a:lnTo>
                      <a:pt x="16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6" name="Freeform 506">
                <a:extLst>
                  <a:ext uri="{FF2B5EF4-FFF2-40B4-BE49-F238E27FC236}">
                    <a16:creationId xmlns:a16="http://schemas.microsoft.com/office/drawing/2014/main" id="{26F306EA-3F45-C51B-D2C9-165A102BE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3345"/>
                <a:ext cx="8" cy="2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0" y="15"/>
                    </a:moveTo>
                    <a:lnTo>
                      <a:pt x="56" y="6"/>
                    </a:lnTo>
                    <a:lnTo>
                      <a:pt x="55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7" name="Line 507">
                <a:extLst>
                  <a:ext uri="{FF2B5EF4-FFF2-40B4-BE49-F238E27FC236}">
                    <a16:creationId xmlns:a16="http://schemas.microsoft.com/office/drawing/2014/main" id="{3024803F-0ED6-EA54-14EF-4B4751888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6" y="33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8" name="Freeform 508">
                <a:extLst>
                  <a:ext uri="{FF2B5EF4-FFF2-40B4-BE49-F238E27FC236}">
                    <a16:creationId xmlns:a16="http://schemas.microsoft.com/office/drawing/2014/main" id="{99EEA368-4A8D-14B1-374B-349AB790A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331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25" y="124"/>
                    </a:move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29"/>
                    </a:lnTo>
                    <a:lnTo>
                      <a:pt x="25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9" name="Freeform 509">
                <a:extLst>
                  <a:ext uri="{FF2B5EF4-FFF2-40B4-BE49-F238E27FC236}">
                    <a16:creationId xmlns:a16="http://schemas.microsoft.com/office/drawing/2014/main" id="{5EC9F31F-446B-91A1-5849-1F9BDE446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331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25" y="124"/>
                    </a:move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29"/>
                    </a:lnTo>
                    <a:lnTo>
                      <a:pt x="25" y="1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0" name="Freeform 510">
                <a:extLst>
                  <a:ext uri="{FF2B5EF4-FFF2-40B4-BE49-F238E27FC236}">
                    <a16:creationId xmlns:a16="http://schemas.microsoft.com/office/drawing/2014/main" id="{4D813D62-DB50-7350-E880-F8D464E6A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330"/>
                <a:ext cx="8" cy="3"/>
              </a:xfrm>
              <a:custGeom>
                <a:avLst/>
                <a:gdLst>
                  <a:gd name="T0" fmla="*/ 0 w 55"/>
                  <a:gd name="T1" fmla="*/ 0 h 21"/>
                  <a:gd name="T2" fmla="*/ 0 w 55"/>
                  <a:gd name="T3" fmla="*/ 0 h 21"/>
                  <a:gd name="T4" fmla="*/ 0 w 55"/>
                  <a:gd name="T5" fmla="*/ 0 h 21"/>
                  <a:gd name="T6" fmla="*/ 0 w 55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1"/>
                  <a:gd name="T14" fmla="*/ 55 w 55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1">
                    <a:moveTo>
                      <a:pt x="0" y="21"/>
                    </a:moveTo>
                    <a:lnTo>
                      <a:pt x="55" y="6"/>
                    </a:lnTo>
                    <a:lnTo>
                      <a:pt x="53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1" name="Line 511">
                <a:extLst>
                  <a:ext uri="{FF2B5EF4-FFF2-40B4-BE49-F238E27FC236}">
                    <a16:creationId xmlns:a16="http://schemas.microsoft.com/office/drawing/2014/main" id="{12DB5D98-7892-C5CE-6435-43EF67E16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2" y="333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2" name="Freeform 512">
                <a:extLst>
                  <a:ext uri="{FF2B5EF4-FFF2-40B4-BE49-F238E27FC236}">
                    <a16:creationId xmlns:a16="http://schemas.microsoft.com/office/drawing/2014/main" id="{500E02F7-A2D9-1A7F-1FA5-D44587DD4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317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35" y="132"/>
                    </a:moveTo>
                    <a:lnTo>
                      <a:pt x="88" y="112"/>
                    </a:lnTo>
                    <a:lnTo>
                      <a:pt x="141" y="91"/>
                    </a:lnTo>
                    <a:lnTo>
                      <a:pt x="106" y="0"/>
                    </a:lnTo>
                    <a:lnTo>
                      <a:pt x="53" y="21"/>
                    </a:lnTo>
                    <a:lnTo>
                      <a:pt x="0" y="41"/>
                    </a:lnTo>
                    <a:lnTo>
                      <a:pt x="35" y="1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3" name="Freeform 513">
                <a:extLst>
                  <a:ext uri="{FF2B5EF4-FFF2-40B4-BE49-F238E27FC236}">
                    <a16:creationId xmlns:a16="http://schemas.microsoft.com/office/drawing/2014/main" id="{165112C5-4B06-0FCD-06EF-3D9C07F5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317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35" y="132"/>
                    </a:moveTo>
                    <a:lnTo>
                      <a:pt x="88" y="112"/>
                    </a:lnTo>
                    <a:lnTo>
                      <a:pt x="141" y="91"/>
                    </a:lnTo>
                    <a:lnTo>
                      <a:pt x="106" y="0"/>
                    </a:lnTo>
                    <a:lnTo>
                      <a:pt x="53" y="21"/>
                    </a:lnTo>
                    <a:lnTo>
                      <a:pt x="0" y="41"/>
                    </a:lnTo>
                    <a:lnTo>
                      <a:pt x="35" y="1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4" name="Freeform 514">
                <a:extLst>
                  <a:ext uri="{FF2B5EF4-FFF2-40B4-BE49-F238E27FC236}">
                    <a16:creationId xmlns:a16="http://schemas.microsoft.com/office/drawing/2014/main" id="{64595F7C-24FD-DBD8-09E7-0EB3B3F64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3317"/>
                <a:ext cx="8" cy="3"/>
              </a:xfrm>
              <a:custGeom>
                <a:avLst/>
                <a:gdLst>
                  <a:gd name="T0" fmla="*/ 0 w 53"/>
                  <a:gd name="T1" fmla="*/ 0 h 26"/>
                  <a:gd name="T2" fmla="*/ 0 w 53"/>
                  <a:gd name="T3" fmla="*/ 0 h 26"/>
                  <a:gd name="T4" fmla="*/ 0 w 53"/>
                  <a:gd name="T5" fmla="*/ 0 h 26"/>
                  <a:gd name="T6" fmla="*/ 0 w 53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6"/>
                  <a:gd name="T14" fmla="*/ 53 w 53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6">
                    <a:moveTo>
                      <a:pt x="0" y="26"/>
                    </a:moveTo>
                    <a:lnTo>
                      <a:pt x="53" y="5"/>
                    </a:lnTo>
                    <a:lnTo>
                      <a:pt x="51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5" name="Line 515">
                <a:extLst>
                  <a:ext uri="{FF2B5EF4-FFF2-40B4-BE49-F238E27FC236}">
                    <a16:creationId xmlns:a16="http://schemas.microsoft.com/office/drawing/2014/main" id="{FFDEF778-672E-9E55-9B55-7EF99AA69A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7" y="33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6" name="Freeform 516">
                <a:extLst>
                  <a:ext uri="{FF2B5EF4-FFF2-40B4-BE49-F238E27FC236}">
                    <a16:creationId xmlns:a16="http://schemas.microsoft.com/office/drawing/2014/main" id="{7DF3D15F-F122-21F4-C254-370C2DFE5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304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45" y="139"/>
                    </a:moveTo>
                    <a:lnTo>
                      <a:pt x="95" y="114"/>
                    </a:lnTo>
                    <a:lnTo>
                      <a:pt x="146" y="88"/>
                    </a:lnTo>
                    <a:lnTo>
                      <a:pt x="101" y="0"/>
                    </a:lnTo>
                    <a:lnTo>
                      <a:pt x="50" y="26"/>
                    </a:lnTo>
                    <a:lnTo>
                      <a:pt x="0" y="52"/>
                    </a:lnTo>
                    <a:lnTo>
                      <a:pt x="45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7" name="Freeform 517">
                <a:extLst>
                  <a:ext uri="{FF2B5EF4-FFF2-40B4-BE49-F238E27FC236}">
                    <a16:creationId xmlns:a16="http://schemas.microsoft.com/office/drawing/2014/main" id="{66AB3E9F-9885-A3EA-DACD-0925D1A02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304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45" y="139"/>
                    </a:moveTo>
                    <a:lnTo>
                      <a:pt x="95" y="114"/>
                    </a:lnTo>
                    <a:lnTo>
                      <a:pt x="146" y="88"/>
                    </a:lnTo>
                    <a:lnTo>
                      <a:pt x="101" y="0"/>
                    </a:lnTo>
                    <a:lnTo>
                      <a:pt x="50" y="26"/>
                    </a:lnTo>
                    <a:lnTo>
                      <a:pt x="0" y="52"/>
                    </a:lnTo>
                    <a:lnTo>
                      <a:pt x="45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8" name="Freeform 518">
                <a:extLst>
                  <a:ext uri="{FF2B5EF4-FFF2-40B4-BE49-F238E27FC236}">
                    <a16:creationId xmlns:a16="http://schemas.microsoft.com/office/drawing/2014/main" id="{B45B5D90-8A68-D54D-CC0B-3C4DDF259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303"/>
                <a:ext cx="7" cy="5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0" y="30"/>
                    </a:moveTo>
                    <a:lnTo>
                      <a:pt x="51" y="4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9" name="Line 519">
                <a:extLst>
                  <a:ext uri="{FF2B5EF4-FFF2-40B4-BE49-F238E27FC236}">
                    <a16:creationId xmlns:a16="http://schemas.microsoft.com/office/drawing/2014/main" id="{AE3570A7-F609-03EA-5841-1789B6B67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0" y="33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0" name="Freeform 520">
                <a:extLst>
                  <a:ext uri="{FF2B5EF4-FFF2-40B4-BE49-F238E27FC236}">
                    <a16:creationId xmlns:a16="http://schemas.microsoft.com/office/drawing/2014/main" id="{9EBC0A1D-43F8-F4E1-3AFF-B6AEAAABC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292"/>
                <a:ext cx="22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54" y="143"/>
                    </a:move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1" name="Freeform 521">
                <a:extLst>
                  <a:ext uri="{FF2B5EF4-FFF2-40B4-BE49-F238E27FC236}">
                    <a16:creationId xmlns:a16="http://schemas.microsoft.com/office/drawing/2014/main" id="{377528E0-E700-E6DB-CAAC-14A9647841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292"/>
                <a:ext cx="22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54" y="143"/>
                    </a:move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2" name="Freeform 522">
                <a:extLst>
                  <a:ext uri="{FF2B5EF4-FFF2-40B4-BE49-F238E27FC236}">
                    <a16:creationId xmlns:a16="http://schemas.microsoft.com/office/drawing/2014/main" id="{7A653A9B-31C3-274C-3DD4-59992F1D2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3291"/>
                <a:ext cx="7" cy="5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0" y="36"/>
                    </a:moveTo>
                    <a:lnTo>
                      <a:pt x="47" y="6"/>
                    </a:lnTo>
                    <a:lnTo>
                      <a:pt x="44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3" name="Line 523">
                <a:extLst>
                  <a:ext uri="{FF2B5EF4-FFF2-40B4-BE49-F238E27FC236}">
                    <a16:creationId xmlns:a16="http://schemas.microsoft.com/office/drawing/2014/main" id="{326BEDB8-4E0A-7D20-1142-E5647A97C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31" y="32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4" name="Freeform 524">
                <a:extLst>
                  <a:ext uri="{FF2B5EF4-FFF2-40B4-BE49-F238E27FC236}">
                    <a16:creationId xmlns:a16="http://schemas.microsoft.com/office/drawing/2014/main" id="{C157F9CE-2A30-4212-F0A3-6E1A816FC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280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62" y="148"/>
                    </a:moveTo>
                    <a:lnTo>
                      <a:pt x="105" y="112"/>
                    </a:lnTo>
                    <a:lnTo>
                      <a:pt x="149" y="76"/>
                    </a:lnTo>
                    <a:lnTo>
                      <a:pt x="87" y="0"/>
                    </a:ln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5" name="Freeform 525">
                <a:extLst>
                  <a:ext uri="{FF2B5EF4-FFF2-40B4-BE49-F238E27FC236}">
                    <a16:creationId xmlns:a16="http://schemas.microsoft.com/office/drawing/2014/main" id="{AA57D425-B53E-596A-0629-837511103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280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62" y="148"/>
                    </a:moveTo>
                    <a:lnTo>
                      <a:pt x="105" y="112"/>
                    </a:lnTo>
                    <a:lnTo>
                      <a:pt x="149" y="76"/>
                    </a:lnTo>
                    <a:lnTo>
                      <a:pt x="87" y="0"/>
                    </a:ln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6" name="Freeform 526">
                <a:extLst>
                  <a:ext uri="{FF2B5EF4-FFF2-40B4-BE49-F238E27FC236}">
                    <a16:creationId xmlns:a16="http://schemas.microsoft.com/office/drawing/2014/main" id="{41D13F62-F53B-5A07-9F84-74E4AC7F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3279"/>
                <a:ext cx="7" cy="6"/>
              </a:xfrm>
              <a:custGeom>
                <a:avLst/>
                <a:gdLst>
                  <a:gd name="T0" fmla="*/ 0 w 43"/>
                  <a:gd name="T1" fmla="*/ 0 h 41"/>
                  <a:gd name="T2" fmla="*/ 0 w 43"/>
                  <a:gd name="T3" fmla="*/ 0 h 41"/>
                  <a:gd name="T4" fmla="*/ 0 w 43"/>
                  <a:gd name="T5" fmla="*/ 0 h 41"/>
                  <a:gd name="T6" fmla="*/ 0 w 43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1"/>
                  <a:gd name="T14" fmla="*/ 43 w 43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1">
                    <a:moveTo>
                      <a:pt x="0" y="41"/>
                    </a:moveTo>
                    <a:lnTo>
                      <a:pt x="43" y="5"/>
                    </a:lnTo>
                    <a:lnTo>
                      <a:pt x="40" y="0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7" name="Line 527">
                <a:extLst>
                  <a:ext uri="{FF2B5EF4-FFF2-40B4-BE49-F238E27FC236}">
                    <a16:creationId xmlns:a16="http://schemas.microsoft.com/office/drawing/2014/main" id="{2E293F97-C553-8B9B-5359-AB3A62EC6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22" y="32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8" name="Freeform 528">
                <a:extLst>
                  <a:ext uri="{FF2B5EF4-FFF2-40B4-BE49-F238E27FC236}">
                    <a16:creationId xmlns:a16="http://schemas.microsoft.com/office/drawing/2014/main" id="{DE2A9C66-97F2-610C-DDC1-50317C293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269"/>
                <a:ext cx="21" cy="22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69" y="150"/>
                    </a:moveTo>
                    <a:lnTo>
                      <a:pt x="110" y="110"/>
                    </a:lnTo>
                    <a:lnTo>
                      <a:pt x="150" y="69"/>
                    </a:lnTo>
                    <a:lnTo>
                      <a:pt x="80" y="0"/>
                    </a:lnTo>
                    <a:lnTo>
                      <a:pt x="40" y="40"/>
                    </a:lnTo>
                    <a:lnTo>
                      <a:pt x="0" y="81"/>
                    </a:lnTo>
                    <a:lnTo>
                      <a:pt x="69" y="1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9" name="Freeform 529">
                <a:extLst>
                  <a:ext uri="{FF2B5EF4-FFF2-40B4-BE49-F238E27FC236}">
                    <a16:creationId xmlns:a16="http://schemas.microsoft.com/office/drawing/2014/main" id="{0680D4B8-DF04-4916-6070-7088F317F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269"/>
                <a:ext cx="21" cy="22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69" y="150"/>
                    </a:moveTo>
                    <a:lnTo>
                      <a:pt x="110" y="110"/>
                    </a:lnTo>
                    <a:lnTo>
                      <a:pt x="150" y="69"/>
                    </a:lnTo>
                    <a:lnTo>
                      <a:pt x="80" y="0"/>
                    </a:lnTo>
                    <a:lnTo>
                      <a:pt x="40" y="40"/>
                    </a:lnTo>
                    <a:lnTo>
                      <a:pt x="0" y="81"/>
                    </a:lnTo>
                    <a:lnTo>
                      <a:pt x="69" y="15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0" name="Freeform 530">
                <a:extLst>
                  <a:ext uri="{FF2B5EF4-FFF2-40B4-BE49-F238E27FC236}">
                    <a16:creationId xmlns:a16="http://schemas.microsoft.com/office/drawing/2014/main" id="{0A706A62-A8CC-B0E9-AA6B-37501B254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3269"/>
                <a:ext cx="6" cy="6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0" y="44"/>
                    </a:moveTo>
                    <a:lnTo>
                      <a:pt x="40" y="4"/>
                    </a:lnTo>
                    <a:lnTo>
                      <a:pt x="36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1" name="Line 531">
                <a:extLst>
                  <a:ext uri="{FF2B5EF4-FFF2-40B4-BE49-F238E27FC236}">
                    <a16:creationId xmlns:a16="http://schemas.microsoft.com/office/drawing/2014/main" id="{C6D0ACB2-000F-4B71-B068-7040B1600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2" y="32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2" name="Freeform 532">
                <a:extLst>
                  <a:ext uri="{FF2B5EF4-FFF2-40B4-BE49-F238E27FC236}">
                    <a16:creationId xmlns:a16="http://schemas.microsoft.com/office/drawing/2014/main" id="{6BFBFD76-0428-DD72-0D7F-EB3F101C8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260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6" y="149"/>
                    </a:moveTo>
                    <a:lnTo>
                      <a:pt x="112" y="105"/>
                    </a:lnTo>
                    <a:lnTo>
                      <a:pt x="148" y="61"/>
                    </a:lnTo>
                    <a:lnTo>
                      <a:pt x="72" y="0"/>
                    </a:lnTo>
                    <a:lnTo>
                      <a:pt x="36" y="43"/>
                    </a:lnTo>
                    <a:lnTo>
                      <a:pt x="0" y="87"/>
                    </a:lnTo>
                    <a:lnTo>
                      <a:pt x="76" y="1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3" name="Freeform 533">
                <a:extLst>
                  <a:ext uri="{FF2B5EF4-FFF2-40B4-BE49-F238E27FC236}">
                    <a16:creationId xmlns:a16="http://schemas.microsoft.com/office/drawing/2014/main" id="{41144511-5172-8C09-7D75-9390F7A8F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260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6" y="149"/>
                    </a:moveTo>
                    <a:lnTo>
                      <a:pt x="112" y="105"/>
                    </a:lnTo>
                    <a:lnTo>
                      <a:pt x="148" y="61"/>
                    </a:lnTo>
                    <a:lnTo>
                      <a:pt x="72" y="0"/>
                    </a:lnTo>
                    <a:lnTo>
                      <a:pt x="36" y="43"/>
                    </a:lnTo>
                    <a:lnTo>
                      <a:pt x="0" y="87"/>
                    </a:lnTo>
                    <a:lnTo>
                      <a:pt x="76" y="14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4" name="Freeform 534">
                <a:extLst>
                  <a:ext uri="{FF2B5EF4-FFF2-40B4-BE49-F238E27FC236}">
                    <a16:creationId xmlns:a16="http://schemas.microsoft.com/office/drawing/2014/main" id="{1F556283-B15E-F837-23C5-EAB44F573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3259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0" y="47"/>
                    </a:moveTo>
                    <a:lnTo>
                      <a:pt x="36" y="4"/>
                    </a:lnTo>
                    <a:lnTo>
                      <a:pt x="3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5" name="Line 535">
                <a:extLst>
                  <a:ext uri="{FF2B5EF4-FFF2-40B4-BE49-F238E27FC236}">
                    <a16:creationId xmlns:a16="http://schemas.microsoft.com/office/drawing/2014/main" id="{81B9B087-B008-92CF-746A-6B2C11382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00" y="32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6" name="Freeform 536">
                <a:extLst>
                  <a:ext uri="{FF2B5EF4-FFF2-40B4-BE49-F238E27FC236}">
                    <a16:creationId xmlns:a16="http://schemas.microsoft.com/office/drawing/2014/main" id="{714B16B9-1AAC-1A37-557C-ED8A06B0E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252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82" y="147"/>
                    </a:move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7" name="Freeform 537">
                <a:extLst>
                  <a:ext uri="{FF2B5EF4-FFF2-40B4-BE49-F238E27FC236}">
                    <a16:creationId xmlns:a16="http://schemas.microsoft.com/office/drawing/2014/main" id="{828BBD12-63BB-F846-F33B-2263D3661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252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82" y="147"/>
                    </a:move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8" name="Freeform 538">
                <a:extLst>
                  <a:ext uri="{FF2B5EF4-FFF2-40B4-BE49-F238E27FC236}">
                    <a16:creationId xmlns:a16="http://schemas.microsoft.com/office/drawing/2014/main" id="{596FC3F5-EEDD-34B6-505F-610D77360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3251"/>
                <a:ext cx="4" cy="8"/>
              </a:xfrm>
              <a:custGeom>
                <a:avLst/>
                <a:gdLst>
                  <a:gd name="T0" fmla="*/ 0 w 30"/>
                  <a:gd name="T1" fmla="*/ 0 h 51"/>
                  <a:gd name="T2" fmla="*/ 0 w 30"/>
                  <a:gd name="T3" fmla="*/ 0 h 51"/>
                  <a:gd name="T4" fmla="*/ 0 w 30"/>
                  <a:gd name="T5" fmla="*/ 0 h 51"/>
                  <a:gd name="T6" fmla="*/ 0 w 30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51"/>
                  <a:gd name="T14" fmla="*/ 30 w 30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51">
                    <a:moveTo>
                      <a:pt x="0" y="51"/>
                    </a:moveTo>
                    <a:lnTo>
                      <a:pt x="30" y="4"/>
                    </a:lnTo>
                    <a:lnTo>
                      <a:pt x="26" y="0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9" name="Line 539">
                <a:extLst>
                  <a:ext uri="{FF2B5EF4-FFF2-40B4-BE49-F238E27FC236}">
                    <a16:creationId xmlns:a16="http://schemas.microsoft.com/office/drawing/2014/main" id="{D189E49C-6B5E-1756-20F2-4B4AD4CB9C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88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0" name="Freeform 540">
                <a:extLst>
                  <a:ext uri="{FF2B5EF4-FFF2-40B4-BE49-F238E27FC236}">
                    <a16:creationId xmlns:a16="http://schemas.microsoft.com/office/drawing/2014/main" id="{01CC74D5-40AF-21DB-73E4-6FEF09381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245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88" y="146"/>
                    </a:moveTo>
                    <a:lnTo>
                      <a:pt x="114" y="96"/>
                    </a:lnTo>
                    <a:lnTo>
                      <a:pt x="140" y="45"/>
                    </a:lnTo>
                    <a:lnTo>
                      <a:pt x="52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88" y="1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1" name="Freeform 541">
                <a:extLst>
                  <a:ext uri="{FF2B5EF4-FFF2-40B4-BE49-F238E27FC236}">
                    <a16:creationId xmlns:a16="http://schemas.microsoft.com/office/drawing/2014/main" id="{880E2799-DE7A-A800-C8DB-7162EF462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245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88" y="146"/>
                    </a:moveTo>
                    <a:lnTo>
                      <a:pt x="114" y="96"/>
                    </a:lnTo>
                    <a:lnTo>
                      <a:pt x="140" y="45"/>
                    </a:lnTo>
                    <a:lnTo>
                      <a:pt x="52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88" y="14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2" name="Freeform 542">
                <a:extLst>
                  <a:ext uri="{FF2B5EF4-FFF2-40B4-BE49-F238E27FC236}">
                    <a16:creationId xmlns:a16="http://schemas.microsoft.com/office/drawing/2014/main" id="{C7B14919-319B-D6EF-84CD-C821979B64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3245"/>
                <a:ext cx="4" cy="7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0" y="53"/>
                    </a:moveTo>
                    <a:lnTo>
                      <a:pt x="26" y="2"/>
                    </a:lnTo>
                    <a:lnTo>
                      <a:pt x="20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3" name="Line 543">
                <a:extLst>
                  <a:ext uri="{FF2B5EF4-FFF2-40B4-BE49-F238E27FC236}">
                    <a16:creationId xmlns:a16="http://schemas.microsoft.com/office/drawing/2014/main" id="{B9FFBDBE-14A5-C02E-6D67-94406DACC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4" y="32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4" name="Freeform 544">
                <a:extLst>
                  <a:ext uri="{FF2B5EF4-FFF2-40B4-BE49-F238E27FC236}">
                    <a16:creationId xmlns:a16="http://schemas.microsoft.com/office/drawing/2014/main" id="{2E5FF600-2F8B-E5DC-6F61-CE62CBC8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240"/>
                <a:ext cx="19" cy="20"/>
              </a:xfrm>
              <a:custGeom>
                <a:avLst/>
                <a:gdLst>
                  <a:gd name="T0" fmla="*/ 0 w 131"/>
                  <a:gd name="T1" fmla="*/ 0 h 141"/>
                  <a:gd name="T2" fmla="*/ 0 w 131"/>
                  <a:gd name="T3" fmla="*/ 0 h 141"/>
                  <a:gd name="T4" fmla="*/ 0 w 131"/>
                  <a:gd name="T5" fmla="*/ 0 h 141"/>
                  <a:gd name="T6" fmla="*/ 0 w 131"/>
                  <a:gd name="T7" fmla="*/ 0 h 141"/>
                  <a:gd name="T8" fmla="*/ 0 w 131"/>
                  <a:gd name="T9" fmla="*/ 0 h 141"/>
                  <a:gd name="T10" fmla="*/ 0 w 131"/>
                  <a:gd name="T11" fmla="*/ 0 h 141"/>
                  <a:gd name="T12" fmla="*/ 0 w 131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1"/>
                  <a:gd name="T23" fmla="*/ 131 w 131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1">
                    <a:moveTo>
                      <a:pt x="91" y="141"/>
                    </a:moveTo>
                    <a:lnTo>
                      <a:pt x="111" y="88"/>
                    </a:lnTo>
                    <a:lnTo>
                      <a:pt x="131" y="35"/>
                    </a:lnTo>
                    <a:lnTo>
                      <a:pt x="41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91" y="1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5" name="Freeform 545">
                <a:extLst>
                  <a:ext uri="{FF2B5EF4-FFF2-40B4-BE49-F238E27FC236}">
                    <a16:creationId xmlns:a16="http://schemas.microsoft.com/office/drawing/2014/main" id="{F9365DE5-E83D-9884-C061-23E98C5FC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240"/>
                <a:ext cx="19" cy="20"/>
              </a:xfrm>
              <a:custGeom>
                <a:avLst/>
                <a:gdLst>
                  <a:gd name="T0" fmla="*/ 0 w 131"/>
                  <a:gd name="T1" fmla="*/ 0 h 141"/>
                  <a:gd name="T2" fmla="*/ 0 w 131"/>
                  <a:gd name="T3" fmla="*/ 0 h 141"/>
                  <a:gd name="T4" fmla="*/ 0 w 131"/>
                  <a:gd name="T5" fmla="*/ 0 h 141"/>
                  <a:gd name="T6" fmla="*/ 0 w 131"/>
                  <a:gd name="T7" fmla="*/ 0 h 141"/>
                  <a:gd name="T8" fmla="*/ 0 w 131"/>
                  <a:gd name="T9" fmla="*/ 0 h 141"/>
                  <a:gd name="T10" fmla="*/ 0 w 131"/>
                  <a:gd name="T11" fmla="*/ 0 h 141"/>
                  <a:gd name="T12" fmla="*/ 0 w 131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1"/>
                  <a:gd name="T23" fmla="*/ 131 w 131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1">
                    <a:moveTo>
                      <a:pt x="91" y="141"/>
                    </a:moveTo>
                    <a:lnTo>
                      <a:pt x="111" y="88"/>
                    </a:lnTo>
                    <a:lnTo>
                      <a:pt x="131" y="35"/>
                    </a:lnTo>
                    <a:lnTo>
                      <a:pt x="41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91" y="14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6" name="Freeform 546">
                <a:extLst>
                  <a:ext uri="{FF2B5EF4-FFF2-40B4-BE49-F238E27FC236}">
                    <a16:creationId xmlns:a16="http://schemas.microsoft.com/office/drawing/2014/main" id="{5ED41849-AB09-5DB5-24B8-887D7829F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8" y="3239"/>
                <a:ext cx="3" cy="8"/>
              </a:xfrm>
              <a:custGeom>
                <a:avLst/>
                <a:gdLst>
                  <a:gd name="T0" fmla="*/ 0 w 21"/>
                  <a:gd name="T1" fmla="*/ 0 h 55"/>
                  <a:gd name="T2" fmla="*/ 0 w 21"/>
                  <a:gd name="T3" fmla="*/ 0 h 55"/>
                  <a:gd name="T4" fmla="*/ 0 w 21"/>
                  <a:gd name="T5" fmla="*/ 0 h 55"/>
                  <a:gd name="T6" fmla="*/ 0 w 21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55"/>
                  <a:gd name="T14" fmla="*/ 21 w 2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55">
                    <a:moveTo>
                      <a:pt x="0" y="55"/>
                    </a:moveTo>
                    <a:lnTo>
                      <a:pt x="21" y="2"/>
                    </a:lnTo>
                    <a:lnTo>
                      <a:pt x="15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7" name="Line 547">
                <a:extLst>
                  <a:ext uri="{FF2B5EF4-FFF2-40B4-BE49-F238E27FC236}">
                    <a16:creationId xmlns:a16="http://schemas.microsoft.com/office/drawing/2014/main" id="{2CC7816E-FFAC-1D97-5C49-B3D20D305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60" y="32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8" name="Freeform 548">
                <a:extLst>
                  <a:ext uri="{FF2B5EF4-FFF2-40B4-BE49-F238E27FC236}">
                    <a16:creationId xmlns:a16="http://schemas.microsoft.com/office/drawing/2014/main" id="{182DD44D-BA8C-9EB0-D430-ED91FFE2D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236"/>
                <a:ext cx="17" cy="19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96" y="136"/>
                    </a:moveTo>
                    <a:lnTo>
                      <a:pt x="110" y="81"/>
                    </a:lnTo>
                    <a:lnTo>
                      <a:pt x="125" y="26"/>
                    </a:lnTo>
                    <a:lnTo>
                      <a:pt x="30" y="0"/>
                    </a:lnTo>
                    <a:lnTo>
                      <a:pt x="15" y="55"/>
                    </a:lnTo>
                    <a:lnTo>
                      <a:pt x="0" y="110"/>
                    </a:lnTo>
                    <a:lnTo>
                      <a:pt x="9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9" name="Freeform 549">
                <a:extLst>
                  <a:ext uri="{FF2B5EF4-FFF2-40B4-BE49-F238E27FC236}">
                    <a16:creationId xmlns:a16="http://schemas.microsoft.com/office/drawing/2014/main" id="{916B3054-3A17-8588-1887-24623FFE8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236"/>
                <a:ext cx="17" cy="19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96" y="136"/>
                    </a:moveTo>
                    <a:lnTo>
                      <a:pt x="110" y="81"/>
                    </a:lnTo>
                    <a:lnTo>
                      <a:pt x="125" y="26"/>
                    </a:lnTo>
                    <a:lnTo>
                      <a:pt x="30" y="0"/>
                    </a:lnTo>
                    <a:lnTo>
                      <a:pt x="15" y="55"/>
                    </a:lnTo>
                    <a:lnTo>
                      <a:pt x="0" y="110"/>
                    </a:lnTo>
                    <a:lnTo>
                      <a:pt x="96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0" name="Freeform 550">
                <a:extLst>
                  <a:ext uri="{FF2B5EF4-FFF2-40B4-BE49-F238E27FC236}">
                    <a16:creationId xmlns:a16="http://schemas.microsoft.com/office/drawing/2014/main" id="{B369FFB4-6063-94DA-DE13-D0B52C1B6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5" y="323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0" y="56"/>
                    </a:moveTo>
                    <a:lnTo>
                      <a:pt x="15" y="1"/>
                    </a:lnTo>
                    <a:lnTo>
                      <a:pt x="9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1" name="Line 551">
                <a:extLst>
                  <a:ext uri="{FF2B5EF4-FFF2-40B4-BE49-F238E27FC236}">
                    <a16:creationId xmlns:a16="http://schemas.microsoft.com/office/drawing/2014/main" id="{B32D9860-214D-9E43-2830-9F15FEC024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46" y="32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2" name="Freeform 552">
                <a:extLst>
                  <a:ext uri="{FF2B5EF4-FFF2-40B4-BE49-F238E27FC236}">
                    <a16:creationId xmlns:a16="http://schemas.microsoft.com/office/drawing/2014/main" id="{F8B463BC-B9DD-3BD0-8F2F-920814671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233"/>
                <a:ext cx="16" cy="19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97" y="128"/>
                    </a:moveTo>
                    <a:lnTo>
                      <a:pt x="106" y="72"/>
                    </a:lnTo>
                    <a:lnTo>
                      <a:pt x="115" y="16"/>
                    </a:lnTo>
                    <a:lnTo>
                      <a:pt x="18" y="0"/>
                    </a:lnTo>
                    <a:lnTo>
                      <a:pt x="9" y="57"/>
                    </a:lnTo>
                    <a:lnTo>
                      <a:pt x="0" y="113"/>
                    </a:lnTo>
                    <a:lnTo>
                      <a:pt x="97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3" name="Freeform 553">
                <a:extLst>
                  <a:ext uri="{FF2B5EF4-FFF2-40B4-BE49-F238E27FC236}">
                    <a16:creationId xmlns:a16="http://schemas.microsoft.com/office/drawing/2014/main" id="{E26A2978-5057-7A74-C737-3A5D4887A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233"/>
                <a:ext cx="16" cy="19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97" y="128"/>
                    </a:moveTo>
                    <a:lnTo>
                      <a:pt x="106" y="72"/>
                    </a:lnTo>
                    <a:lnTo>
                      <a:pt x="115" y="16"/>
                    </a:lnTo>
                    <a:lnTo>
                      <a:pt x="18" y="0"/>
                    </a:lnTo>
                    <a:lnTo>
                      <a:pt x="9" y="57"/>
                    </a:lnTo>
                    <a:lnTo>
                      <a:pt x="0" y="113"/>
                    </a:lnTo>
                    <a:lnTo>
                      <a:pt x="97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4" name="Freeform 554">
                <a:extLst>
                  <a:ext uri="{FF2B5EF4-FFF2-40B4-BE49-F238E27FC236}">
                    <a16:creationId xmlns:a16="http://schemas.microsoft.com/office/drawing/2014/main" id="{20D9AA75-EF67-5451-F0BE-61CE8C54F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3233"/>
                <a:ext cx="1" cy="8"/>
              </a:xfrm>
              <a:custGeom>
                <a:avLst/>
                <a:gdLst>
                  <a:gd name="T0" fmla="*/ 0 w 9"/>
                  <a:gd name="T1" fmla="*/ 0 h 57"/>
                  <a:gd name="T2" fmla="*/ 0 w 9"/>
                  <a:gd name="T3" fmla="*/ 0 h 57"/>
                  <a:gd name="T4" fmla="*/ 0 w 9"/>
                  <a:gd name="T5" fmla="*/ 0 h 57"/>
                  <a:gd name="T6" fmla="*/ 0 w 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7"/>
                  <a:gd name="T14" fmla="*/ 9 w 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7">
                    <a:moveTo>
                      <a:pt x="0" y="57"/>
                    </a:moveTo>
                    <a:lnTo>
                      <a:pt x="9" y="0"/>
                    </a:lnTo>
                    <a:lnTo>
                      <a:pt x="3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5" name="Line 555">
                <a:extLst>
                  <a:ext uri="{FF2B5EF4-FFF2-40B4-BE49-F238E27FC236}">
                    <a16:creationId xmlns:a16="http://schemas.microsoft.com/office/drawing/2014/main" id="{18CDB51C-A068-84D4-1743-2BC19D398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1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6" name="Freeform 556">
                <a:extLst>
                  <a:ext uri="{FF2B5EF4-FFF2-40B4-BE49-F238E27FC236}">
                    <a16:creationId xmlns:a16="http://schemas.microsoft.com/office/drawing/2014/main" id="{6E05638B-B413-AEB9-94C6-CD561E98A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4" cy="16"/>
              </a:xfrm>
              <a:custGeom>
                <a:avLst/>
                <a:gdLst>
                  <a:gd name="T0" fmla="*/ 0 w 102"/>
                  <a:gd name="T1" fmla="*/ 0 h 117"/>
                  <a:gd name="T2" fmla="*/ 0 w 102"/>
                  <a:gd name="T3" fmla="*/ 0 h 117"/>
                  <a:gd name="T4" fmla="*/ 0 w 102"/>
                  <a:gd name="T5" fmla="*/ 0 h 117"/>
                  <a:gd name="T6" fmla="*/ 0 w 102"/>
                  <a:gd name="T7" fmla="*/ 0 h 117"/>
                  <a:gd name="T8" fmla="*/ 0 w 102"/>
                  <a:gd name="T9" fmla="*/ 0 h 117"/>
                  <a:gd name="T10" fmla="*/ 0 w 102"/>
                  <a:gd name="T11" fmla="*/ 0 h 117"/>
                  <a:gd name="T12" fmla="*/ 0 w 102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7"/>
                  <a:gd name="T23" fmla="*/ 102 w 102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7">
                    <a:moveTo>
                      <a:pt x="97" y="117"/>
                    </a:moveTo>
                    <a:lnTo>
                      <a:pt x="99" y="61"/>
                    </a:lnTo>
                    <a:lnTo>
                      <a:pt x="102" y="4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97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7" name="Freeform 557">
                <a:extLst>
                  <a:ext uri="{FF2B5EF4-FFF2-40B4-BE49-F238E27FC236}">
                    <a16:creationId xmlns:a16="http://schemas.microsoft.com/office/drawing/2014/main" id="{81F5985C-7EA6-AD81-8F1F-1F381E98C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4" cy="16"/>
              </a:xfrm>
              <a:custGeom>
                <a:avLst/>
                <a:gdLst>
                  <a:gd name="T0" fmla="*/ 0 w 102"/>
                  <a:gd name="T1" fmla="*/ 0 h 117"/>
                  <a:gd name="T2" fmla="*/ 0 w 102"/>
                  <a:gd name="T3" fmla="*/ 0 h 117"/>
                  <a:gd name="T4" fmla="*/ 0 w 102"/>
                  <a:gd name="T5" fmla="*/ 0 h 117"/>
                  <a:gd name="T6" fmla="*/ 0 w 102"/>
                  <a:gd name="T7" fmla="*/ 0 h 117"/>
                  <a:gd name="T8" fmla="*/ 0 w 102"/>
                  <a:gd name="T9" fmla="*/ 0 h 117"/>
                  <a:gd name="T10" fmla="*/ 0 w 102"/>
                  <a:gd name="T11" fmla="*/ 0 h 117"/>
                  <a:gd name="T12" fmla="*/ 0 w 102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7"/>
                  <a:gd name="T23" fmla="*/ 102 w 102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7">
                    <a:moveTo>
                      <a:pt x="97" y="117"/>
                    </a:moveTo>
                    <a:lnTo>
                      <a:pt x="99" y="61"/>
                    </a:lnTo>
                    <a:lnTo>
                      <a:pt x="102" y="4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97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8" name="Freeform 558">
                <a:extLst>
                  <a:ext uri="{FF2B5EF4-FFF2-40B4-BE49-F238E27FC236}">
                    <a16:creationId xmlns:a16="http://schemas.microsoft.com/office/drawing/2014/main" id="{E1ABFB1D-0083-6E87-6F1B-4D52C81A5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9" name="Line 559">
                <a:extLst>
                  <a:ext uri="{FF2B5EF4-FFF2-40B4-BE49-F238E27FC236}">
                    <a16:creationId xmlns:a16="http://schemas.microsoft.com/office/drawing/2014/main" id="{759A741D-74DD-4FA8-A0AE-0BD4EB98D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0" name="Freeform 560">
                <a:extLst>
                  <a:ext uri="{FF2B5EF4-FFF2-40B4-BE49-F238E27FC236}">
                    <a16:creationId xmlns:a16="http://schemas.microsoft.com/office/drawing/2014/main" id="{13EEFD3B-9E21-56FE-2759-0E97564C8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233"/>
                <a:ext cx="14" cy="16"/>
              </a:xfrm>
              <a:custGeom>
                <a:avLst/>
                <a:gdLst>
                  <a:gd name="T0" fmla="*/ 0 w 103"/>
                  <a:gd name="T1" fmla="*/ 0 h 117"/>
                  <a:gd name="T2" fmla="*/ 0 w 103"/>
                  <a:gd name="T3" fmla="*/ 0 h 117"/>
                  <a:gd name="T4" fmla="*/ 0 w 103"/>
                  <a:gd name="T5" fmla="*/ 0 h 117"/>
                  <a:gd name="T6" fmla="*/ 0 w 103"/>
                  <a:gd name="T7" fmla="*/ 0 h 117"/>
                  <a:gd name="T8" fmla="*/ 0 w 103"/>
                  <a:gd name="T9" fmla="*/ 0 h 117"/>
                  <a:gd name="T10" fmla="*/ 0 w 103"/>
                  <a:gd name="T11" fmla="*/ 0 h 117"/>
                  <a:gd name="T12" fmla="*/ 0 w 10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7"/>
                  <a:gd name="T23" fmla="*/ 103 w 10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7">
                    <a:moveTo>
                      <a:pt x="103" y="112"/>
                    </a:moveTo>
                    <a:lnTo>
                      <a:pt x="101" y="56"/>
                    </a:lnTo>
                    <a:lnTo>
                      <a:pt x="99" y="0"/>
                    </a:lnTo>
                    <a:lnTo>
                      <a:pt x="0" y="4"/>
                    </a:lnTo>
                    <a:lnTo>
                      <a:pt x="2" y="61"/>
                    </a:lnTo>
                    <a:lnTo>
                      <a:pt x="4" y="117"/>
                    </a:lnTo>
                    <a:lnTo>
                      <a:pt x="10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1" name="Freeform 561">
                <a:extLst>
                  <a:ext uri="{FF2B5EF4-FFF2-40B4-BE49-F238E27FC236}">
                    <a16:creationId xmlns:a16="http://schemas.microsoft.com/office/drawing/2014/main" id="{A57CBE3F-594C-0EA5-B84A-0406774BD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233"/>
                <a:ext cx="14" cy="16"/>
              </a:xfrm>
              <a:custGeom>
                <a:avLst/>
                <a:gdLst>
                  <a:gd name="T0" fmla="*/ 0 w 103"/>
                  <a:gd name="T1" fmla="*/ 0 h 117"/>
                  <a:gd name="T2" fmla="*/ 0 w 103"/>
                  <a:gd name="T3" fmla="*/ 0 h 117"/>
                  <a:gd name="T4" fmla="*/ 0 w 103"/>
                  <a:gd name="T5" fmla="*/ 0 h 117"/>
                  <a:gd name="T6" fmla="*/ 0 w 103"/>
                  <a:gd name="T7" fmla="*/ 0 h 117"/>
                  <a:gd name="T8" fmla="*/ 0 w 103"/>
                  <a:gd name="T9" fmla="*/ 0 h 117"/>
                  <a:gd name="T10" fmla="*/ 0 w 103"/>
                  <a:gd name="T11" fmla="*/ 0 h 117"/>
                  <a:gd name="T12" fmla="*/ 0 w 10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7"/>
                  <a:gd name="T23" fmla="*/ 103 w 10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7">
                    <a:moveTo>
                      <a:pt x="103" y="112"/>
                    </a:moveTo>
                    <a:lnTo>
                      <a:pt x="101" y="56"/>
                    </a:lnTo>
                    <a:lnTo>
                      <a:pt x="99" y="0"/>
                    </a:lnTo>
                    <a:lnTo>
                      <a:pt x="0" y="4"/>
                    </a:lnTo>
                    <a:lnTo>
                      <a:pt x="2" y="61"/>
                    </a:lnTo>
                    <a:lnTo>
                      <a:pt x="4" y="117"/>
                    </a:lnTo>
                    <a:lnTo>
                      <a:pt x="10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2" name="Freeform 562">
                <a:extLst>
                  <a:ext uri="{FF2B5EF4-FFF2-40B4-BE49-F238E27FC236}">
                    <a16:creationId xmlns:a16="http://schemas.microsoft.com/office/drawing/2014/main" id="{03F4E143-2F80-230E-2C88-8E0454506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3233"/>
                <a:ext cx="1" cy="8"/>
              </a:xfrm>
              <a:custGeom>
                <a:avLst/>
                <a:gdLst>
                  <a:gd name="T0" fmla="*/ 0 w 9"/>
                  <a:gd name="T1" fmla="*/ 0 h 57"/>
                  <a:gd name="T2" fmla="*/ 0 w 9"/>
                  <a:gd name="T3" fmla="*/ 0 h 57"/>
                  <a:gd name="T4" fmla="*/ 0 w 9"/>
                  <a:gd name="T5" fmla="*/ 0 h 57"/>
                  <a:gd name="T6" fmla="*/ 0 w 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7"/>
                  <a:gd name="T14" fmla="*/ 9 w 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7">
                    <a:moveTo>
                      <a:pt x="9" y="57"/>
                    </a:moveTo>
                    <a:lnTo>
                      <a:pt x="7" y="0"/>
                    </a:lnTo>
                    <a:lnTo>
                      <a:pt x="0" y="0"/>
                    </a:lnTo>
                    <a:lnTo>
                      <a:pt x="9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3" name="Line 563">
                <a:extLst>
                  <a:ext uri="{FF2B5EF4-FFF2-40B4-BE49-F238E27FC236}">
                    <a16:creationId xmlns:a16="http://schemas.microsoft.com/office/drawing/2014/main" id="{7E017CB7-1FA6-4E5D-0E70-BDA43E999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2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4" name="Freeform 564">
                <a:extLst>
                  <a:ext uri="{FF2B5EF4-FFF2-40B4-BE49-F238E27FC236}">
                    <a16:creationId xmlns:a16="http://schemas.microsoft.com/office/drawing/2014/main" id="{55701006-81D0-410D-B732-66F824A1D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33"/>
                <a:ext cx="16" cy="19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14" y="113"/>
                    </a:moveTo>
                    <a:lnTo>
                      <a:pt x="105" y="57"/>
                    </a:lnTo>
                    <a:lnTo>
                      <a:pt x="96" y="0"/>
                    </a:lnTo>
                    <a:lnTo>
                      <a:pt x="0" y="16"/>
                    </a:lnTo>
                    <a:lnTo>
                      <a:pt x="9" y="72"/>
                    </a:lnTo>
                    <a:lnTo>
                      <a:pt x="17" y="128"/>
                    </a:lnTo>
                    <a:lnTo>
                      <a:pt x="114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5" name="Freeform 565">
                <a:extLst>
                  <a:ext uri="{FF2B5EF4-FFF2-40B4-BE49-F238E27FC236}">
                    <a16:creationId xmlns:a16="http://schemas.microsoft.com/office/drawing/2014/main" id="{B541F7A8-781D-11C8-7699-6BE6AA6FA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33"/>
                <a:ext cx="16" cy="19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14" y="113"/>
                    </a:moveTo>
                    <a:lnTo>
                      <a:pt x="105" y="57"/>
                    </a:lnTo>
                    <a:lnTo>
                      <a:pt x="96" y="0"/>
                    </a:lnTo>
                    <a:lnTo>
                      <a:pt x="0" y="16"/>
                    </a:lnTo>
                    <a:lnTo>
                      <a:pt x="9" y="72"/>
                    </a:lnTo>
                    <a:lnTo>
                      <a:pt x="17" y="128"/>
                    </a:lnTo>
                    <a:lnTo>
                      <a:pt x="114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6" name="Freeform 566">
                <a:extLst>
                  <a:ext uri="{FF2B5EF4-FFF2-40B4-BE49-F238E27FC236}">
                    <a16:creationId xmlns:a16="http://schemas.microsoft.com/office/drawing/2014/main" id="{CFEBE902-5BE5-2AF0-6966-06045AF9C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3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56"/>
                    </a:moveTo>
                    <a:lnTo>
                      <a:pt x="6" y="0"/>
                    </a:lnTo>
                    <a:lnTo>
                      <a:pt x="0" y="1"/>
                    </a:lnTo>
                    <a:lnTo>
                      <a:pt x="15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7" name="Line 567">
                <a:extLst>
                  <a:ext uri="{FF2B5EF4-FFF2-40B4-BE49-F238E27FC236}">
                    <a16:creationId xmlns:a16="http://schemas.microsoft.com/office/drawing/2014/main" id="{707AE4F1-BD19-A99A-25FB-4C6383C1B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87" y="32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8" name="Freeform 568">
                <a:extLst>
                  <a:ext uri="{FF2B5EF4-FFF2-40B4-BE49-F238E27FC236}">
                    <a16:creationId xmlns:a16="http://schemas.microsoft.com/office/drawing/2014/main" id="{81D3370A-3471-1F30-C87D-3EF840B7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236"/>
                <a:ext cx="17" cy="19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123" y="110"/>
                    </a:moveTo>
                    <a:lnTo>
                      <a:pt x="109" y="55"/>
                    </a:lnTo>
                    <a:lnTo>
                      <a:pt x="94" y="0"/>
                    </a:lnTo>
                    <a:lnTo>
                      <a:pt x="0" y="26"/>
                    </a:lnTo>
                    <a:lnTo>
                      <a:pt x="14" y="81"/>
                    </a:lnTo>
                    <a:lnTo>
                      <a:pt x="29" y="136"/>
                    </a:lnTo>
                    <a:lnTo>
                      <a:pt x="123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9" name="Freeform 569">
                <a:extLst>
                  <a:ext uri="{FF2B5EF4-FFF2-40B4-BE49-F238E27FC236}">
                    <a16:creationId xmlns:a16="http://schemas.microsoft.com/office/drawing/2014/main" id="{D06357B2-9432-AF19-DFA3-5C4AF00FB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236"/>
                <a:ext cx="17" cy="19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123" y="110"/>
                    </a:moveTo>
                    <a:lnTo>
                      <a:pt x="109" y="55"/>
                    </a:lnTo>
                    <a:lnTo>
                      <a:pt x="94" y="0"/>
                    </a:lnTo>
                    <a:lnTo>
                      <a:pt x="0" y="26"/>
                    </a:lnTo>
                    <a:lnTo>
                      <a:pt x="14" y="81"/>
                    </a:lnTo>
                    <a:lnTo>
                      <a:pt x="29" y="136"/>
                    </a:lnTo>
                    <a:lnTo>
                      <a:pt x="123" y="1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0" name="Freeform 570">
                <a:extLst>
                  <a:ext uri="{FF2B5EF4-FFF2-40B4-BE49-F238E27FC236}">
                    <a16:creationId xmlns:a16="http://schemas.microsoft.com/office/drawing/2014/main" id="{E60C4DDA-0212-EAA5-0DD8-E4678971F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239"/>
                <a:ext cx="3" cy="8"/>
              </a:xfrm>
              <a:custGeom>
                <a:avLst/>
                <a:gdLst>
                  <a:gd name="T0" fmla="*/ 0 w 20"/>
                  <a:gd name="T1" fmla="*/ 0 h 55"/>
                  <a:gd name="T2" fmla="*/ 0 w 20"/>
                  <a:gd name="T3" fmla="*/ 0 h 55"/>
                  <a:gd name="T4" fmla="*/ 0 w 20"/>
                  <a:gd name="T5" fmla="*/ 0 h 55"/>
                  <a:gd name="T6" fmla="*/ 0 w 20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55"/>
                  <a:gd name="T14" fmla="*/ 20 w 20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55">
                    <a:moveTo>
                      <a:pt x="20" y="55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1" name="Line 571">
                <a:extLst>
                  <a:ext uri="{FF2B5EF4-FFF2-40B4-BE49-F238E27FC236}">
                    <a16:creationId xmlns:a16="http://schemas.microsoft.com/office/drawing/2014/main" id="{68A76BDC-2BD2-C4CE-3970-54DCB3020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3" y="32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2" name="Freeform 572">
                <a:extLst>
                  <a:ext uri="{FF2B5EF4-FFF2-40B4-BE49-F238E27FC236}">
                    <a16:creationId xmlns:a16="http://schemas.microsoft.com/office/drawing/2014/main" id="{A2AE5B24-75B7-1B93-C047-0F24CD004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240"/>
                <a:ext cx="18" cy="20"/>
              </a:xfrm>
              <a:custGeom>
                <a:avLst/>
                <a:gdLst>
                  <a:gd name="T0" fmla="*/ 0 w 132"/>
                  <a:gd name="T1" fmla="*/ 0 h 141"/>
                  <a:gd name="T2" fmla="*/ 0 w 132"/>
                  <a:gd name="T3" fmla="*/ 0 h 141"/>
                  <a:gd name="T4" fmla="*/ 0 w 132"/>
                  <a:gd name="T5" fmla="*/ 0 h 141"/>
                  <a:gd name="T6" fmla="*/ 0 w 132"/>
                  <a:gd name="T7" fmla="*/ 0 h 141"/>
                  <a:gd name="T8" fmla="*/ 0 w 132"/>
                  <a:gd name="T9" fmla="*/ 0 h 141"/>
                  <a:gd name="T10" fmla="*/ 0 w 132"/>
                  <a:gd name="T11" fmla="*/ 0 h 141"/>
                  <a:gd name="T12" fmla="*/ 0 w 132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1"/>
                  <a:gd name="T23" fmla="*/ 132 w 132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1">
                    <a:moveTo>
                      <a:pt x="132" y="106"/>
                    </a:moveTo>
                    <a:lnTo>
                      <a:pt x="112" y="53"/>
                    </a:lnTo>
                    <a:lnTo>
                      <a:pt x="92" y="0"/>
                    </a:lnTo>
                    <a:lnTo>
                      <a:pt x="0" y="35"/>
                    </a:lnTo>
                    <a:lnTo>
                      <a:pt x="20" y="88"/>
                    </a:lnTo>
                    <a:lnTo>
                      <a:pt x="40" y="141"/>
                    </a:lnTo>
                    <a:lnTo>
                      <a:pt x="132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3" name="Freeform 573">
                <a:extLst>
                  <a:ext uri="{FF2B5EF4-FFF2-40B4-BE49-F238E27FC236}">
                    <a16:creationId xmlns:a16="http://schemas.microsoft.com/office/drawing/2014/main" id="{94DF3883-22CC-E3DA-E3B6-F38EA828F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240"/>
                <a:ext cx="18" cy="20"/>
              </a:xfrm>
              <a:custGeom>
                <a:avLst/>
                <a:gdLst>
                  <a:gd name="T0" fmla="*/ 0 w 132"/>
                  <a:gd name="T1" fmla="*/ 0 h 141"/>
                  <a:gd name="T2" fmla="*/ 0 w 132"/>
                  <a:gd name="T3" fmla="*/ 0 h 141"/>
                  <a:gd name="T4" fmla="*/ 0 w 132"/>
                  <a:gd name="T5" fmla="*/ 0 h 141"/>
                  <a:gd name="T6" fmla="*/ 0 w 132"/>
                  <a:gd name="T7" fmla="*/ 0 h 141"/>
                  <a:gd name="T8" fmla="*/ 0 w 132"/>
                  <a:gd name="T9" fmla="*/ 0 h 141"/>
                  <a:gd name="T10" fmla="*/ 0 w 132"/>
                  <a:gd name="T11" fmla="*/ 0 h 141"/>
                  <a:gd name="T12" fmla="*/ 0 w 132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1"/>
                  <a:gd name="T23" fmla="*/ 132 w 132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1">
                    <a:moveTo>
                      <a:pt x="132" y="106"/>
                    </a:moveTo>
                    <a:lnTo>
                      <a:pt x="112" y="53"/>
                    </a:lnTo>
                    <a:lnTo>
                      <a:pt x="92" y="0"/>
                    </a:lnTo>
                    <a:lnTo>
                      <a:pt x="0" y="35"/>
                    </a:lnTo>
                    <a:lnTo>
                      <a:pt x="20" y="88"/>
                    </a:lnTo>
                    <a:lnTo>
                      <a:pt x="40" y="141"/>
                    </a:lnTo>
                    <a:lnTo>
                      <a:pt x="132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4" name="Freeform 574">
                <a:extLst>
                  <a:ext uri="{FF2B5EF4-FFF2-40B4-BE49-F238E27FC236}">
                    <a16:creationId xmlns:a16="http://schemas.microsoft.com/office/drawing/2014/main" id="{CE8F8FC5-047C-5DA4-47F8-59CC20DDC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3245"/>
                <a:ext cx="3" cy="7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26" y="53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6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5" name="Line 575">
                <a:extLst>
                  <a:ext uri="{FF2B5EF4-FFF2-40B4-BE49-F238E27FC236}">
                    <a16:creationId xmlns:a16="http://schemas.microsoft.com/office/drawing/2014/main" id="{DF955F40-9A92-71C6-CD77-D53A98890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59" y="32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6" name="Freeform 576">
                <a:extLst>
                  <a:ext uri="{FF2B5EF4-FFF2-40B4-BE49-F238E27FC236}">
                    <a16:creationId xmlns:a16="http://schemas.microsoft.com/office/drawing/2014/main" id="{3545EC9C-E7D6-F433-30EB-7FF517307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45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139" y="101"/>
                    </a:moveTo>
                    <a:lnTo>
                      <a:pt x="113" y="51"/>
                    </a:lnTo>
                    <a:lnTo>
                      <a:pt x="87" y="0"/>
                    </a:lnTo>
                    <a:lnTo>
                      <a:pt x="0" y="45"/>
                    </a:lnTo>
                    <a:lnTo>
                      <a:pt x="26" y="96"/>
                    </a:lnTo>
                    <a:lnTo>
                      <a:pt x="51" y="146"/>
                    </a:lnTo>
                    <a:lnTo>
                      <a:pt x="139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7" name="Freeform 577">
                <a:extLst>
                  <a:ext uri="{FF2B5EF4-FFF2-40B4-BE49-F238E27FC236}">
                    <a16:creationId xmlns:a16="http://schemas.microsoft.com/office/drawing/2014/main" id="{EF9C33C0-BB23-0D24-E744-F5B484787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45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139" y="101"/>
                    </a:moveTo>
                    <a:lnTo>
                      <a:pt x="113" y="51"/>
                    </a:lnTo>
                    <a:lnTo>
                      <a:pt x="87" y="0"/>
                    </a:lnTo>
                    <a:lnTo>
                      <a:pt x="0" y="45"/>
                    </a:lnTo>
                    <a:lnTo>
                      <a:pt x="26" y="96"/>
                    </a:lnTo>
                    <a:lnTo>
                      <a:pt x="51" y="146"/>
                    </a:lnTo>
                    <a:lnTo>
                      <a:pt x="139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8" name="Freeform 578">
                <a:extLst>
                  <a:ext uri="{FF2B5EF4-FFF2-40B4-BE49-F238E27FC236}">
                    <a16:creationId xmlns:a16="http://schemas.microsoft.com/office/drawing/2014/main" id="{94279362-CBDA-11CF-6C06-B60EDAB55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51"/>
                <a:ext cx="4" cy="8"/>
              </a:xfrm>
              <a:custGeom>
                <a:avLst/>
                <a:gdLst>
                  <a:gd name="T0" fmla="*/ 0 w 31"/>
                  <a:gd name="T1" fmla="*/ 0 h 51"/>
                  <a:gd name="T2" fmla="*/ 0 w 31"/>
                  <a:gd name="T3" fmla="*/ 0 h 51"/>
                  <a:gd name="T4" fmla="*/ 0 w 31"/>
                  <a:gd name="T5" fmla="*/ 0 h 51"/>
                  <a:gd name="T6" fmla="*/ 0 w 31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1"/>
                  <a:gd name="T14" fmla="*/ 31 w 3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1">
                    <a:moveTo>
                      <a:pt x="31" y="51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1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9" name="Line 579">
                <a:extLst>
                  <a:ext uri="{FF2B5EF4-FFF2-40B4-BE49-F238E27FC236}">
                    <a16:creationId xmlns:a16="http://schemas.microsoft.com/office/drawing/2014/main" id="{8A24D82F-A41E-70A0-3DA7-2CC3BD23C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6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0" name="Freeform 580">
                <a:extLst>
                  <a:ext uri="{FF2B5EF4-FFF2-40B4-BE49-F238E27FC236}">
                    <a16:creationId xmlns:a16="http://schemas.microsoft.com/office/drawing/2014/main" id="{C6640EAA-686A-4FA7-09DF-772E47FF78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252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143" y="94"/>
                    </a:move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1" name="Freeform 581">
                <a:extLst>
                  <a:ext uri="{FF2B5EF4-FFF2-40B4-BE49-F238E27FC236}">
                    <a16:creationId xmlns:a16="http://schemas.microsoft.com/office/drawing/2014/main" id="{2DC03B36-5197-7713-312C-8E999A14C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252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143" y="94"/>
                    </a:move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2" name="Freeform 582">
                <a:extLst>
                  <a:ext uri="{FF2B5EF4-FFF2-40B4-BE49-F238E27FC236}">
                    <a16:creationId xmlns:a16="http://schemas.microsoft.com/office/drawing/2014/main" id="{22069D84-94C1-ED89-2E44-A6DF866A7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3259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36" y="47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6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3" name="Line 583">
                <a:extLst>
                  <a:ext uri="{FF2B5EF4-FFF2-40B4-BE49-F238E27FC236}">
                    <a16:creationId xmlns:a16="http://schemas.microsoft.com/office/drawing/2014/main" id="{F442A5D4-5061-75D0-627A-BAF497AEB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3" y="32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4" name="Freeform 584">
                <a:extLst>
                  <a:ext uri="{FF2B5EF4-FFF2-40B4-BE49-F238E27FC236}">
                    <a16:creationId xmlns:a16="http://schemas.microsoft.com/office/drawing/2014/main" id="{97865DCC-58BB-AFF9-6ED3-48EF11707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0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148" y="87"/>
                    </a:moveTo>
                    <a:lnTo>
                      <a:pt x="112" y="43"/>
                    </a:lnTo>
                    <a:lnTo>
                      <a:pt x="76" y="0"/>
                    </a:lnTo>
                    <a:lnTo>
                      <a:pt x="0" y="61"/>
                    </a:lnTo>
                    <a:lnTo>
                      <a:pt x="35" y="105"/>
                    </a:lnTo>
                    <a:lnTo>
                      <a:pt x="71" y="149"/>
                    </a:lnTo>
                    <a:lnTo>
                      <a:pt x="148" y="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5" name="Freeform 585">
                <a:extLst>
                  <a:ext uri="{FF2B5EF4-FFF2-40B4-BE49-F238E27FC236}">
                    <a16:creationId xmlns:a16="http://schemas.microsoft.com/office/drawing/2014/main" id="{7F2AD566-B051-3C4A-0A58-81D46C87E3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0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148" y="87"/>
                    </a:moveTo>
                    <a:lnTo>
                      <a:pt x="112" y="43"/>
                    </a:lnTo>
                    <a:lnTo>
                      <a:pt x="76" y="0"/>
                    </a:lnTo>
                    <a:lnTo>
                      <a:pt x="0" y="61"/>
                    </a:lnTo>
                    <a:lnTo>
                      <a:pt x="35" y="105"/>
                    </a:lnTo>
                    <a:lnTo>
                      <a:pt x="71" y="149"/>
                    </a:lnTo>
                    <a:lnTo>
                      <a:pt x="148" y="8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6" name="Freeform 586">
                <a:extLst>
                  <a:ext uri="{FF2B5EF4-FFF2-40B4-BE49-F238E27FC236}">
                    <a16:creationId xmlns:a16="http://schemas.microsoft.com/office/drawing/2014/main" id="{826E3B04-7F6C-9D1B-1C12-E36F84B49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9"/>
                <a:ext cx="5" cy="6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40" y="44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4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7" name="Line 587">
                <a:extLst>
                  <a:ext uri="{FF2B5EF4-FFF2-40B4-BE49-F238E27FC236}">
                    <a16:creationId xmlns:a16="http://schemas.microsoft.com/office/drawing/2014/main" id="{C58175E7-6714-3F4F-788D-1C57BB0D6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22" y="32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8" name="Freeform 588">
                <a:extLst>
                  <a:ext uri="{FF2B5EF4-FFF2-40B4-BE49-F238E27FC236}">
                    <a16:creationId xmlns:a16="http://schemas.microsoft.com/office/drawing/2014/main" id="{34F56926-FC2D-C2E7-14EA-D04394E77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269"/>
                <a:ext cx="21" cy="22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151" y="81"/>
                    </a:moveTo>
                    <a:lnTo>
                      <a:pt x="110" y="40"/>
                    </a:lnTo>
                    <a:lnTo>
                      <a:pt x="70" y="0"/>
                    </a:lnTo>
                    <a:lnTo>
                      <a:pt x="0" y="69"/>
                    </a:lnTo>
                    <a:lnTo>
                      <a:pt x="41" y="110"/>
                    </a:lnTo>
                    <a:lnTo>
                      <a:pt x="81" y="150"/>
                    </a:lnTo>
                    <a:lnTo>
                      <a:pt x="151" y="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9" name="Freeform 589">
                <a:extLst>
                  <a:ext uri="{FF2B5EF4-FFF2-40B4-BE49-F238E27FC236}">
                    <a16:creationId xmlns:a16="http://schemas.microsoft.com/office/drawing/2014/main" id="{84341A47-2B18-894E-F13B-54731AEFC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269"/>
                <a:ext cx="21" cy="22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151" y="81"/>
                    </a:moveTo>
                    <a:lnTo>
                      <a:pt x="110" y="40"/>
                    </a:lnTo>
                    <a:lnTo>
                      <a:pt x="70" y="0"/>
                    </a:lnTo>
                    <a:lnTo>
                      <a:pt x="0" y="69"/>
                    </a:lnTo>
                    <a:lnTo>
                      <a:pt x="41" y="110"/>
                    </a:lnTo>
                    <a:lnTo>
                      <a:pt x="81" y="150"/>
                    </a:lnTo>
                    <a:lnTo>
                      <a:pt x="151" y="8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0" name="Freeform 590">
                <a:extLst>
                  <a:ext uri="{FF2B5EF4-FFF2-40B4-BE49-F238E27FC236}">
                    <a16:creationId xmlns:a16="http://schemas.microsoft.com/office/drawing/2014/main" id="{4045212F-2B31-1F58-7662-459060E25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3279"/>
                <a:ext cx="6" cy="6"/>
              </a:xfrm>
              <a:custGeom>
                <a:avLst/>
                <a:gdLst>
                  <a:gd name="T0" fmla="*/ 0 w 44"/>
                  <a:gd name="T1" fmla="*/ 0 h 41"/>
                  <a:gd name="T2" fmla="*/ 0 w 44"/>
                  <a:gd name="T3" fmla="*/ 0 h 41"/>
                  <a:gd name="T4" fmla="*/ 0 w 44"/>
                  <a:gd name="T5" fmla="*/ 0 h 41"/>
                  <a:gd name="T6" fmla="*/ 0 w 44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4"/>
                  <a:gd name="T13" fmla="*/ 0 h 41"/>
                  <a:gd name="T14" fmla="*/ 44 w 44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4" h="41">
                    <a:moveTo>
                      <a:pt x="44" y="41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4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1" name="Line 591">
                <a:extLst>
                  <a:ext uri="{FF2B5EF4-FFF2-40B4-BE49-F238E27FC236}">
                    <a16:creationId xmlns:a16="http://schemas.microsoft.com/office/drawing/2014/main" id="{D1F6BB1B-9A37-C0D6-0DEF-FD8805A03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1" y="32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2" name="Freeform 592">
                <a:extLst>
                  <a:ext uri="{FF2B5EF4-FFF2-40B4-BE49-F238E27FC236}">
                    <a16:creationId xmlns:a16="http://schemas.microsoft.com/office/drawing/2014/main" id="{3A75E355-67F0-4927-52DC-7D023A65D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80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150" y="72"/>
                    </a:moveTo>
                    <a:lnTo>
                      <a:pt x="106" y="36"/>
                    </a:lnTo>
                    <a:lnTo>
                      <a:pt x="62" y="0"/>
                    </a:lnTo>
                    <a:lnTo>
                      <a:pt x="0" y="76"/>
                    </a:lnTo>
                    <a:lnTo>
                      <a:pt x="44" y="112"/>
                    </a:lnTo>
                    <a:lnTo>
                      <a:pt x="88" y="148"/>
                    </a:lnTo>
                    <a:lnTo>
                      <a:pt x="150" y="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3" name="Freeform 593">
                <a:extLst>
                  <a:ext uri="{FF2B5EF4-FFF2-40B4-BE49-F238E27FC236}">
                    <a16:creationId xmlns:a16="http://schemas.microsoft.com/office/drawing/2014/main" id="{5D6180D6-A7CA-1332-4C92-2A46DFAB7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80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150" y="72"/>
                    </a:moveTo>
                    <a:lnTo>
                      <a:pt x="106" y="36"/>
                    </a:lnTo>
                    <a:lnTo>
                      <a:pt x="62" y="0"/>
                    </a:lnTo>
                    <a:lnTo>
                      <a:pt x="0" y="76"/>
                    </a:lnTo>
                    <a:lnTo>
                      <a:pt x="44" y="112"/>
                    </a:lnTo>
                    <a:lnTo>
                      <a:pt x="88" y="148"/>
                    </a:lnTo>
                    <a:lnTo>
                      <a:pt x="150" y="7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4" name="Freeform 594">
                <a:extLst>
                  <a:ext uri="{FF2B5EF4-FFF2-40B4-BE49-F238E27FC236}">
                    <a16:creationId xmlns:a16="http://schemas.microsoft.com/office/drawing/2014/main" id="{BD423C0C-CBB7-FFBB-C6FA-E19048037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91"/>
                <a:ext cx="7" cy="5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47" y="36"/>
                    </a:moveTo>
                    <a:lnTo>
                      <a:pt x="3" y="0"/>
                    </a:lnTo>
                    <a:lnTo>
                      <a:pt x="0" y="6"/>
                    </a:lnTo>
                    <a:lnTo>
                      <a:pt x="47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5" name="Line 595">
                <a:extLst>
                  <a:ext uri="{FF2B5EF4-FFF2-40B4-BE49-F238E27FC236}">
                    <a16:creationId xmlns:a16="http://schemas.microsoft.com/office/drawing/2014/main" id="{43C7CF9D-6C97-0DAD-3114-5C4E06FF0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2" y="32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6" name="Freeform 596">
                <a:extLst>
                  <a:ext uri="{FF2B5EF4-FFF2-40B4-BE49-F238E27FC236}">
                    <a16:creationId xmlns:a16="http://schemas.microsoft.com/office/drawing/2014/main" id="{2643E986-0670-9E56-05BE-65BA35986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292"/>
                <a:ext cx="21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148" y="60"/>
                    </a:move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7" name="Freeform 597">
                <a:extLst>
                  <a:ext uri="{FF2B5EF4-FFF2-40B4-BE49-F238E27FC236}">
                    <a16:creationId xmlns:a16="http://schemas.microsoft.com/office/drawing/2014/main" id="{9C825100-B03E-4298-46EA-7B7C8D438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292"/>
                <a:ext cx="21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148" y="60"/>
                    </a:move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8" name="Freeform 598">
                <a:extLst>
                  <a:ext uri="{FF2B5EF4-FFF2-40B4-BE49-F238E27FC236}">
                    <a16:creationId xmlns:a16="http://schemas.microsoft.com/office/drawing/2014/main" id="{2B8FD1FE-E461-0541-60D1-6916C0245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303"/>
                <a:ext cx="7" cy="5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50" y="30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5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9" name="Line 599">
                <a:extLst>
                  <a:ext uri="{FF2B5EF4-FFF2-40B4-BE49-F238E27FC236}">
                    <a16:creationId xmlns:a16="http://schemas.microsoft.com/office/drawing/2014/main" id="{CA1F521D-7FDE-36B1-1049-3D4DC0624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4" y="33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0" name="Freeform 600">
                <a:extLst>
                  <a:ext uri="{FF2B5EF4-FFF2-40B4-BE49-F238E27FC236}">
                    <a16:creationId xmlns:a16="http://schemas.microsoft.com/office/drawing/2014/main" id="{4A31553E-2358-1152-7201-443BB15C4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04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45" y="52"/>
                    </a:moveTo>
                    <a:lnTo>
                      <a:pt x="94" y="26"/>
                    </a:lnTo>
                    <a:lnTo>
                      <a:pt x="44" y="0"/>
                    </a:lnTo>
                    <a:lnTo>
                      <a:pt x="0" y="88"/>
                    </a:lnTo>
                    <a:lnTo>
                      <a:pt x="50" y="114"/>
                    </a:lnTo>
                    <a:lnTo>
                      <a:pt x="101" y="139"/>
                    </a:lnTo>
                    <a:lnTo>
                      <a:pt x="145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1" name="Freeform 601">
                <a:extLst>
                  <a:ext uri="{FF2B5EF4-FFF2-40B4-BE49-F238E27FC236}">
                    <a16:creationId xmlns:a16="http://schemas.microsoft.com/office/drawing/2014/main" id="{904D195C-CAF3-E5B8-DA1A-E9668C980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04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45" y="52"/>
                    </a:moveTo>
                    <a:lnTo>
                      <a:pt x="94" y="26"/>
                    </a:lnTo>
                    <a:lnTo>
                      <a:pt x="44" y="0"/>
                    </a:lnTo>
                    <a:lnTo>
                      <a:pt x="0" y="88"/>
                    </a:lnTo>
                    <a:lnTo>
                      <a:pt x="50" y="114"/>
                    </a:lnTo>
                    <a:lnTo>
                      <a:pt x="101" y="139"/>
                    </a:lnTo>
                    <a:lnTo>
                      <a:pt x="145" y="5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2" name="Freeform 602">
                <a:extLst>
                  <a:ext uri="{FF2B5EF4-FFF2-40B4-BE49-F238E27FC236}">
                    <a16:creationId xmlns:a16="http://schemas.microsoft.com/office/drawing/2014/main" id="{126FA336-A950-5FD2-9C01-90A523822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17"/>
                <a:ext cx="8" cy="3"/>
              </a:xfrm>
              <a:custGeom>
                <a:avLst/>
                <a:gdLst>
                  <a:gd name="T0" fmla="*/ 0 w 52"/>
                  <a:gd name="T1" fmla="*/ 0 h 26"/>
                  <a:gd name="T2" fmla="*/ 0 w 52"/>
                  <a:gd name="T3" fmla="*/ 0 h 26"/>
                  <a:gd name="T4" fmla="*/ 0 w 52"/>
                  <a:gd name="T5" fmla="*/ 0 h 26"/>
                  <a:gd name="T6" fmla="*/ 0 w 5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6"/>
                  <a:gd name="T14" fmla="*/ 52 w 52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6">
                    <a:moveTo>
                      <a:pt x="52" y="26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2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3" name="Line 603">
                <a:extLst>
                  <a:ext uri="{FF2B5EF4-FFF2-40B4-BE49-F238E27FC236}">
                    <a16:creationId xmlns:a16="http://schemas.microsoft.com/office/drawing/2014/main" id="{8EDC56D4-5414-56B3-FE7E-B01056AD3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7" y="33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4" name="Freeform 604">
                <a:extLst>
                  <a:ext uri="{FF2B5EF4-FFF2-40B4-BE49-F238E27FC236}">
                    <a16:creationId xmlns:a16="http://schemas.microsoft.com/office/drawing/2014/main" id="{7070F2B6-E3CB-1AFC-D1DE-F9D434429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17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41" y="43"/>
                    </a:moveTo>
                    <a:lnTo>
                      <a:pt x="88" y="22"/>
                    </a:lnTo>
                    <a:lnTo>
                      <a:pt x="36" y="0"/>
                    </a:lnTo>
                    <a:lnTo>
                      <a:pt x="0" y="91"/>
                    </a:lnTo>
                    <a:lnTo>
                      <a:pt x="53" y="113"/>
                    </a:lnTo>
                    <a:lnTo>
                      <a:pt x="105" y="134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5" name="Freeform 605">
                <a:extLst>
                  <a:ext uri="{FF2B5EF4-FFF2-40B4-BE49-F238E27FC236}">
                    <a16:creationId xmlns:a16="http://schemas.microsoft.com/office/drawing/2014/main" id="{9D495BA8-A94F-AD62-F4E7-3154AAA59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17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41" y="43"/>
                    </a:moveTo>
                    <a:lnTo>
                      <a:pt x="88" y="22"/>
                    </a:lnTo>
                    <a:lnTo>
                      <a:pt x="36" y="0"/>
                    </a:lnTo>
                    <a:lnTo>
                      <a:pt x="0" y="91"/>
                    </a:lnTo>
                    <a:lnTo>
                      <a:pt x="53" y="113"/>
                    </a:lnTo>
                    <a:lnTo>
                      <a:pt x="105" y="134"/>
                    </a:lnTo>
                    <a:lnTo>
                      <a:pt x="141" y="4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6" name="Freeform 606">
                <a:extLst>
                  <a:ext uri="{FF2B5EF4-FFF2-40B4-BE49-F238E27FC236}">
                    <a16:creationId xmlns:a16="http://schemas.microsoft.com/office/drawing/2014/main" id="{3AAC17F6-622D-29BE-6C1E-354978095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30"/>
                <a:ext cx="8" cy="3"/>
              </a:xfrm>
              <a:custGeom>
                <a:avLst/>
                <a:gdLst>
                  <a:gd name="T0" fmla="*/ 0 w 55"/>
                  <a:gd name="T1" fmla="*/ 0 h 22"/>
                  <a:gd name="T2" fmla="*/ 0 w 55"/>
                  <a:gd name="T3" fmla="*/ 0 h 22"/>
                  <a:gd name="T4" fmla="*/ 0 w 55"/>
                  <a:gd name="T5" fmla="*/ 0 h 22"/>
                  <a:gd name="T6" fmla="*/ 0 w 5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2"/>
                  <a:gd name="T14" fmla="*/ 55 w 55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2">
                    <a:moveTo>
                      <a:pt x="55" y="22"/>
                    </a:moveTo>
                    <a:lnTo>
                      <a:pt x="2" y="0"/>
                    </a:lnTo>
                    <a:lnTo>
                      <a:pt x="0" y="7"/>
                    </a:lnTo>
                    <a:lnTo>
                      <a:pt x="55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7" name="Line 607">
                <a:extLst>
                  <a:ext uri="{FF2B5EF4-FFF2-40B4-BE49-F238E27FC236}">
                    <a16:creationId xmlns:a16="http://schemas.microsoft.com/office/drawing/2014/main" id="{C5B673A2-4822-6193-D74A-8B67C03CF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2" y="333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8" name="Freeform 608">
                <a:extLst>
                  <a:ext uri="{FF2B5EF4-FFF2-40B4-BE49-F238E27FC236}">
                    <a16:creationId xmlns:a16="http://schemas.microsoft.com/office/drawing/2014/main" id="{787E4234-6221-ACE0-4B14-5CDBA7149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31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35" y="29"/>
                    </a:moveTo>
                    <a:lnTo>
                      <a:pt x="80" y="15"/>
                    </a:lnTo>
                    <a:lnTo>
                      <a:pt x="25" y="0"/>
                    </a:lnTo>
                    <a:lnTo>
                      <a:pt x="0" y="95"/>
                    </a:ln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9" name="Freeform 609">
                <a:extLst>
                  <a:ext uri="{FF2B5EF4-FFF2-40B4-BE49-F238E27FC236}">
                    <a16:creationId xmlns:a16="http://schemas.microsoft.com/office/drawing/2014/main" id="{B31707CD-2188-AAF3-7899-B3644E9CB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31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35" y="29"/>
                    </a:moveTo>
                    <a:lnTo>
                      <a:pt x="80" y="15"/>
                    </a:lnTo>
                    <a:lnTo>
                      <a:pt x="25" y="0"/>
                    </a:lnTo>
                    <a:lnTo>
                      <a:pt x="0" y="95"/>
                    </a:ln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0" name="Freeform 610">
                <a:extLst>
                  <a:ext uri="{FF2B5EF4-FFF2-40B4-BE49-F238E27FC236}">
                    <a16:creationId xmlns:a16="http://schemas.microsoft.com/office/drawing/2014/main" id="{9581EEDD-DC50-988B-6BB2-CBCD51997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45"/>
                <a:ext cx="8" cy="2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56" y="15"/>
                    </a:moveTo>
                    <a:lnTo>
                      <a:pt x="1" y="0"/>
                    </a:lnTo>
                    <a:lnTo>
                      <a:pt x="0" y="6"/>
                    </a:lnTo>
                    <a:lnTo>
                      <a:pt x="56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1" name="Line 611">
                <a:extLst>
                  <a:ext uri="{FF2B5EF4-FFF2-40B4-BE49-F238E27FC236}">
                    <a16:creationId xmlns:a16="http://schemas.microsoft.com/office/drawing/2014/main" id="{425F0091-1605-7C3C-46F0-260E2FD79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8" y="33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2" name="Freeform 612">
                <a:extLst>
                  <a:ext uri="{FF2B5EF4-FFF2-40B4-BE49-F238E27FC236}">
                    <a16:creationId xmlns:a16="http://schemas.microsoft.com/office/drawing/2014/main" id="{B7CEEA68-E5DF-89C8-808C-B66D1AFBD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28" y="18"/>
                    </a:move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lnTo>
                      <a:pt x="56" y="105"/>
                    </a:lnTo>
                    <a:lnTo>
                      <a:pt x="112" y="114"/>
                    </a:lnTo>
                    <a:lnTo>
                      <a:pt x="1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3" name="Freeform 613">
                <a:extLst>
                  <a:ext uri="{FF2B5EF4-FFF2-40B4-BE49-F238E27FC236}">
                    <a16:creationId xmlns:a16="http://schemas.microsoft.com/office/drawing/2014/main" id="{8820A392-B85B-F2F7-C129-28932C25C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28" y="18"/>
                    </a:move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lnTo>
                      <a:pt x="56" y="105"/>
                    </a:lnTo>
                    <a:lnTo>
                      <a:pt x="112" y="114"/>
                    </a:lnTo>
                    <a:lnTo>
                      <a:pt x="128" y="1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4" name="Freeform 614">
                <a:extLst>
                  <a:ext uri="{FF2B5EF4-FFF2-40B4-BE49-F238E27FC236}">
                    <a16:creationId xmlns:a16="http://schemas.microsoft.com/office/drawing/2014/main" id="{71819522-EFAB-D590-BCC8-96DFD439B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59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9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5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5" name="Line 615">
                <a:extLst>
                  <a:ext uri="{FF2B5EF4-FFF2-40B4-BE49-F238E27FC236}">
                    <a16:creationId xmlns:a16="http://schemas.microsoft.com/office/drawing/2014/main" id="{7207FF5D-CBEA-02DF-AEF4-5033D0A7A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33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6" name="Freeform 616">
                <a:extLst>
                  <a:ext uri="{FF2B5EF4-FFF2-40B4-BE49-F238E27FC236}">
                    <a16:creationId xmlns:a16="http://schemas.microsoft.com/office/drawing/2014/main" id="{106C27AB-CF71-AA48-DC25-F4BF8B915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60"/>
                <a:ext cx="17" cy="15"/>
              </a:xfrm>
              <a:custGeom>
                <a:avLst/>
                <a:gdLst>
                  <a:gd name="T0" fmla="*/ 0 w 116"/>
                  <a:gd name="T1" fmla="*/ 0 h 103"/>
                  <a:gd name="T2" fmla="*/ 0 w 116"/>
                  <a:gd name="T3" fmla="*/ 0 h 103"/>
                  <a:gd name="T4" fmla="*/ 0 w 116"/>
                  <a:gd name="T5" fmla="*/ 0 h 103"/>
                  <a:gd name="T6" fmla="*/ 0 w 116"/>
                  <a:gd name="T7" fmla="*/ 0 h 103"/>
                  <a:gd name="T8" fmla="*/ 0 w 116"/>
                  <a:gd name="T9" fmla="*/ 0 h 103"/>
                  <a:gd name="T10" fmla="*/ 0 w 116"/>
                  <a:gd name="T11" fmla="*/ 0 h 103"/>
                  <a:gd name="T12" fmla="*/ 0 w 116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3"/>
                  <a:gd name="T23" fmla="*/ 116 w 116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3">
                    <a:moveTo>
                      <a:pt x="116" y="5"/>
                    </a:moveTo>
                    <a:lnTo>
                      <a:pt x="60" y="2"/>
                    </a:lnTo>
                    <a:lnTo>
                      <a:pt x="4" y="0"/>
                    </a:lnTo>
                    <a:lnTo>
                      <a:pt x="0" y="99"/>
                    </a:lnTo>
                    <a:lnTo>
                      <a:pt x="56" y="101"/>
                    </a:lnTo>
                    <a:lnTo>
                      <a:pt x="112" y="103"/>
                    </a:lnTo>
                    <a:lnTo>
                      <a:pt x="11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7" name="Freeform 617">
                <a:extLst>
                  <a:ext uri="{FF2B5EF4-FFF2-40B4-BE49-F238E27FC236}">
                    <a16:creationId xmlns:a16="http://schemas.microsoft.com/office/drawing/2014/main" id="{CD21D033-F031-1520-D101-28A6FF7B7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60"/>
                <a:ext cx="17" cy="15"/>
              </a:xfrm>
              <a:custGeom>
                <a:avLst/>
                <a:gdLst>
                  <a:gd name="T0" fmla="*/ 0 w 116"/>
                  <a:gd name="T1" fmla="*/ 0 h 103"/>
                  <a:gd name="T2" fmla="*/ 0 w 116"/>
                  <a:gd name="T3" fmla="*/ 0 h 103"/>
                  <a:gd name="T4" fmla="*/ 0 w 116"/>
                  <a:gd name="T5" fmla="*/ 0 h 103"/>
                  <a:gd name="T6" fmla="*/ 0 w 116"/>
                  <a:gd name="T7" fmla="*/ 0 h 103"/>
                  <a:gd name="T8" fmla="*/ 0 w 116"/>
                  <a:gd name="T9" fmla="*/ 0 h 103"/>
                  <a:gd name="T10" fmla="*/ 0 w 116"/>
                  <a:gd name="T11" fmla="*/ 0 h 103"/>
                  <a:gd name="T12" fmla="*/ 0 w 116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3"/>
                  <a:gd name="T23" fmla="*/ 116 w 116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3">
                    <a:moveTo>
                      <a:pt x="116" y="5"/>
                    </a:moveTo>
                    <a:lnTo>
                      <a:pt x="60" y="2"/>
                    </a:lnTo>
                    <a:lnTo>
                      <a:pt x="4" y="0"/>
                    </a:lnTo>
                    <a:lnTo>
                      <a:pt x="0" y="99"/>
                    </a:lnTo>
                    <a:lnTo>
                      <a:pt x="56" y="101"/>
                    </a:lnTo>
                    <a:lnTo>
                      <a:pt x="112" y="103"/>
                    </a:lnTo>
                    <a:lnTo>
                      <a:pt x="116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8" name="Freeform 618">
                <a:extLst>
                  <a:ext uri="{FF2B5EF4-FFF2-40B4-BE49-F238E27FC236}">
                    <a16:creationId xmlns:a16="http://schemas.microsoft.com/office/drawing/2014/main" id="{DC4A285F-577B-AD8B-3E1C-EC412212B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8" cy="1"/>
              </a:xfrm>
              <a:custGeom>
                <a:avLst/>
                <a:gdLst>
                  <a:gd name="T0" fmla="*/ 0 w 56"/>
                  <a:gd name="T1" fmla="*/ 0 h 4"/>
                  <a:gd name="T2" fmla="*/ 0 w 56"/>
                  <a:gd name="T3" fmla="*/ 0 h 4"/>
                  <a:gd name="T4" fmla="*/ 0 w 56"/>
                  <a:gd name="T5" fmla="*/ 0 h 4"/>
                  <a:gd name="T6" fmla="*/ 0 w 56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4"/>
                  <a:gd name="T14" fmla="*/ 56 w 56"/>
                  <a:gd name="T15" fmla="*/ 4 h 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4">
                    <a:moveTo>
                      <a:pt x="56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9" name="Line 619">
                <a:extLst>
                  <a:ext uri="{FF2B5EF4-FFF2-40B4-BE49-F238E27FC236}">
                    <a16:creationId xmlns:a16="http://schemas.microsoft.com/office/drawing/2014/main" id="{E83929C4-1A23-E9E6-EFBD-654B8FA6A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5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0" name="Freeform 620">
                <a:extLst>
                  <a:ext uri="{FF2B5EF4-FFF2-40B4-BE49-F238E27FC236}">
                    <a16:creationId xmlns:a16="http://schemas.microsoft.com/office/drawing/2014/main" id="{4367DEC7-5448-CB6C-80DC-9D0425406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17" cy="15"/>
              </a:xfrm>
              <a:custGeom>
                <a:avLst/>
                <a:gdLst>
                  <a:gd name="T0" fmla="*/ 0 w 116"/>
                  <a:gd name="T1" fmla="*/ 0 h 102"/>
                  <a:gd name="T2" fmla="*/ 0 w 116"/>
                  <a:gd name="T3" fmla="*/ 0 h 102"/>
                  <a:gd name="T4" fmla="*/ 0 w 116"/>
                  <a:gd name="T5" fmla="*/ 0 h 102"/>
                  <a:gd name="T6" fmla="*/ 0 w 116"/>
                  <a:gd name="T7" fmla="*/ 0 h 102"/>
                  <a:gd name="T8" fmla="*/ 0 w 116"/>
                  <a:gd name="T9" fmla="*/ 0 h 102"/>
                  <a:gd name="T10" fmla="*/ 0 w 116"/>
                  <a:gd name="T11" fmla="*/ 0 h 102"/>
                  <a:gd name="T12" fmla="*/ 0 w 116"/>
                  <a:gd name="T13" fmla="*/ 0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2"/>
                  <a:gd name="T23" fmla="*/ 116 w 116"/>
                  <a:gd name="T24" fmla="*/ 102 h 10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2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4" y="102"/>
                    </a:lnTo>
                    <a:lnTo>
                      <a:pt x="60" y="100"/>
                    </a:lnTo>
                    <a:lnTo>
                      <a:pt x="116" y="9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1" name="Freeform 621">
                <a:extLst>
                  <a:ext uri="{FF2B5EF4-FFF2-40B4-BE49-F238E27FC236}">
                    <a16:creationId xmlns:a16="http://schemas.microsoft.com/office/drawing/2014/main" id="{585DCF00-D31E-456E-7C20-AF1F6C670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17" cy="15"/>
              </a:xfrm>
              <a:custGeom>
                <a:avLst/>
                <a:gdLst>
                  <a:gd name="T0" fmla="*/ 0 w 116"/>
                  <a:gd name="T1" fmla="*/ 0 h 102"/>
                  <a:gd name="T2" fmla="*/ 0 w 116"/>
                  <a:gd name="T3" fmla="*/ 0 h 102"/>
                  <a:gd name="T4" fmla="*/ 0 w 116"/>
                  <a:gd name="T5" fmla="*/ 0 h 102"/>
                  <a:gd name="T6" fmla="*/ 0 w 116"/>
                  <a:gd name="T7" fmla="*/ 0 h 102"/>
                  <a:gd name="T8" fmla="*/ 0 w 116"/>
                  <a:gd name="T9" fmla="*/ 0 h 102"/>
                  <a:gd name="T10" fmla="*/ 0 w 116"/>
                  <a:gd name="T11" fmla="*/ 0 h 102"/>
                  <a:gd name="T12" fmla="*/ 0 w 116"/>
                  <a:gd name="T13" fmla="*/ 0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2"/>
                  <a:gd name="T23" fmla="*/ 116 w 116"/>
                  <a:gd name="T24" fmla="*/ 102 h 10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2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4" y="102"/>
                    </a:lnTo>
                    <a:lnTo>
                      <a:pt x="60" y="100"/>
                    </a:lnTo>
                    <a:lnTo>
                      <a:pt x="116" y="98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2" name="Freeform 622">
                <a:extLst>
                  <a:ext uri="{FF2B5EF4-FFF2-40B4-BE49-F238E27FC236}">
                    <a16:creationId xmlns:a16="http://schemas.microsoft.com/office/drawing/2014/main" id="{AA64EB40-3D73-9092-BDCE-CA4E88C24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9"/>
                <a:ext cx="8" cy="1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0"/>
                    </a:moveTo>
                    <a:lnTo>
                      <a:pt x="0" y="2"/>
                    </a:lnTo>
                    <a:lnTo>
                      <a:pt x="0" y="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3" name="Line 623">
                <a:extLst>
                  <a:ext uri="{FF2B5EF4-FFF2-40B4-BE49-F238E27FC236}">
                    <a16:creationId xmlns:a16="http://schemas.microsoft.com/office/drawing/2014/main" id="{B1593358-9465-C639-E79A-532441B01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33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4" name="Freeform 624">
                <a:extLst>
                  <a:ext uri="{FF2B5EF4-FFF2-40B4-BE49-F238E27FC236}">
                    <a16:creationId xmlns:a16="http://schemas.microsoft.com/office/drawing/2014/main" id="{EB8C5F21-2BF4-7883-6B74-DC8090A4A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12" y="0"/>
                    </a:moveTo>
                    <a:lnTo>
                      <a:pt x="56" y="9"/>
                    </a:lnTo>
                    <a:lnTo>
                      <a:pt x="0" y="18"/>
                    </a:lnTo>
                    <a:lnTo>
                      <a:pt x="16" y="114"/>
                    </a:lnTo>
                    <a:lnTo>
                      <a:pt x="72" y="105"/>
                    </a:lnTo>
                    <a:lnTo>
                      <a:pt x="128" y="9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5" name="Freeform 625">
                <a:extLst>
                  <a:ext uri="{FF2B5EF4-FFF2-40B4-BE49-F238E27FC236}">
                    <a16:creationId xmlns:a16="http://schemas.microsoft.com/office/drawing/2014/main" id="{18FFCB36-4F9A-AFE9-C141-341720F81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12" y="0"/>
                    </a:moveTo>
                    <a:lnTo>
                      <a:pt x="56" y="9"/>
                    </a:lnTo>
                    <a:lnTo>
                      <a:pt x="0" y="18"/>
                    </a:lnTo>
                    <a:lnTo>
                      <a:pt x="16" y="114"/>
                    </a:lnTo>
                    <a:lnTo>
                      <a:pt x="72" y="105"/>
                    </a:lnTo>
                    <a:lnTo>
                      <a:pt x="128" y="96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6" name="Freeform 626">
                <a:extLst>
                  <a:ext uri="{FF2B5EF4-FFF2-40B4-BE49-F238E27FC236}">
                    <a16:creationId xmlns:a16="http://schemas.microsoft.com/office/drawing/2014/main" id="{1A1DE0E8-55EE-C25F-D9B5-26F54A433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2"/>
                <a:ext cx="8" cy="3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56" y="0"/>
                    </a:moveTo>
                    <a:lnTo>
                      <a:pt x="0" y="9"/>
                    </a:lnTo>
                    <a:lnTo>
                      <a:pt x="1" y="15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7" name="Line 627">
                <a:extLst>
                  <a:ext uri="{FF2B5EF4-FFF2-40B4-BE49-F238E27FC236}">
                    <a16:creationId xmlns:a16="http://schemas.microsoft.com/office/drawing/2014/main" id="{6DDA1420-E985-C8AF-97C8-45D108CDC1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8" y="34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8" name="Freeform 628">
                <a:extLst>
                  <a:ext uri="{FF2B5EF4-FFF2-40B4-BE49-F238E27FC236}">
                    <a16:creationId xmlns:a16="http://schemas.microsoft.com/office/drawing/2014/main" id="{7EDAE0D1-B782-3CCF-72DE-4C14CC874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0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10" y="0"/>
                    </a:moveTo>
                    <a:lnTo>
                      <a:pt x="55" y="14"/>
                    </a:lnTo>
                    <a:lnTo>
                      <a:pt x="0" y="29"/>
                    </a:lnTo>
                    <a:lnTo>
                      <a:pt x="25" y="124"/>
                    </a:ln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9" name="Freeform 629">
                <a:extLst>
                  <a:ext uri="{FF2B5EF4-FFF2-40B4-BE49-F238E27FC236}">
                    <a16:creationId xmlns:a16="http://schemas.microsoft.com/office/drawing/2014/main" id="{72778050-7C04-EA45-736B-2289E42E5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0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10" y="0"/>
                    </a:moveTo>
                    <a:lnTo>
                      <a:pt x="55" y="14"/>
                    </a:lnTo>
                    <a:lnTo>
                      <a:pt x="0" y="29"/>
                    </a:lnTo>
                    <a:lnTo>
                      <a:pt x="25" y="124"/>
                    </a:ln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0" name="Freeform 630">
                <a:extLst>
                  <a:ext uri="{FF2B5EF4-FFF2-40B4-BE49-F238E27FC236}">
                    <a16:creationId xmlns:a16="http://schemas.microsoft.com/office/drawing/2014/main" id="{E85EDD2F-ECA9-4591-27F1-045BD1AD4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6"/>
                <a:ext cx="8" cy="3"/>
              </a:xfrm>
              <a:custGeom>
                <a:avLst/>
                <a:gdLst>
                  <a:gd name="T0" fmla="*/ 0 w 55"/>
                  <a:gd name="T1" fmla="*/ 0 h 21"/>
                  <a:gd name="T2" fmla="*/ 0 w 55"/>
                  <a:gd name="T3" fmla="*/ 0 h 21"/>
                  <a:gd name="T4" fmla="*/ 0 w 55"/>
                  <a:gd name="T5" fmla="*/ 0 h 21"/>
                  <a:gd name="T6" fmla="*/ 0 w 55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1"/>
                  <a:gd name="T14" fmla="*/ 55 w 55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1">
                    <a:moveTo>
                      <a:pt x="55" y="0"/>
                    </a:moveTo>
                    <a:lnTo>
                      <a:pt x="0" y="14"/>
                    </a:lnTo>
                    <a:lnTo>
                      <a:pt x="2" y="21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1" name="Line 631">
                <a:extLst>
                  <a:ext uri="{FF2B5EF4-FFF2-40B4-BE49-F238E27FC236}">
                    <a16:creationId xmlns:a16="http://schemas.microsoft.com/office/drawing/2014/main" id="{B49B4E9C-62F3-B849-E7DB-D69271481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2" y="34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2" name="Freeform 632">
                <a:extLst>
                  <a:ext uri="{FF2B5EF4-FFF2-40B4-BE49-F238E27FC236}">
                    <a16:creationId xmlns:a16="http://schemas.microsoft.com/office/drawing/2014/main" id="{FE3C98A1-773D-78C9-48DA-6B78B8C31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3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05" y="0"/>
                    </a:moveTo>
                    <a:lnTo>
                      <a:pt x="53" y="22"/>
                    </a:lnTo>
                    <a:lnTo>
                      <a:pt x="0" y="43"/>
                    </a:lnTo>
                    <a:lnTo>
                      <a:pt x="36" y="134"/>
                    </a:lnTo>
                    <a:lnTo>
                      <a:pt x="88" y="113"/>
                    </a:lnTo>
                    <a:lnTo>
                      <a:pt x="141" y="9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3" name="Freeform 633">
                <a:extLst>
                  <a:ext uri="{FF2B5EF4-FFF2-40B4-BE49-F238E27FC236}">
                    <a16:creationId xmlns:a16="http://schemas.microsoft.com/office/drawing/2014/main" id="{521CAB69-0860-458B-0DD5-FC4C0950C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3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05" y="0"/>
                    </a:moveTo>
                    <a:lnTo>
                      <a:pt x="53" y="22"/>
                    </a:lnTo>
                    <a:lnTo>
                      <a:pt x="0" y="43"/>
                    </a:lnTo>
                    <a:lnTo>
                      <a:pt x="36" y="134"/>
                    </a:lnTo>
                    <a:lnTo>
                      <a:pt x="88" y="113"/>
                    </a:lnTo>
                    <a:lnTo>
                      <a:pt x="141" y="91"/>
                    </a:lnTo>
                    <a:lnTo>
                      <a:pt x="10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4" name="Freeform 634">
                <a:extLst>
                  <a:ext uri="{FF2B5EF4-FFF2-40B4-BE49-F238E27FC236}">
                    <a16:creationId xmlns:a16="http://schemas.microsoft.com/office/drawing/2014/main" id="{5C44CD64-416D-6B44-78F8-D0F70E323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9"/>
                <a:ext cx="8" cy="4"/>
              </a:xfrm>
              <a:custGeom>
                <a:avLst/>
                <a:gdLst>
                  <a:gd name="T0" fmla="*/ 0 w 52"/>
                  <a:gd name="T1" fmla="*/ 0 h 25"/>
                  <a:gd name="T2" fmla="*/ 0 w 52"/>
                  <a:gd name="T3" fmla="*/ 0 h 25"/>
                  <a:gd name="T4" fmla="*/ 0 w 52"/>
                  <a:gd name="T5" fmla="*/ 0 h 25"/>
                  <a:gd name="T6" fmla="*/ 0 w 52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5"/>
                  <a:gd name="T14" fmla="*/ 52 w 52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5">
                    <a:moveTo>
                      <a:pt x="52" y="0"/>
                    </a:moveTo>
                    <a:lnTo>
                      <a:pt x="0" y="21"/>
                    </a:lnTo>
                    <a:lnTo>
                      <a:pt x="2" y="25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5" name="Line 635">
                <a:extLst>
                  <a:ext uri="{FF2B5EF4-FFF2-40B4-BE49-F238E27FC236}">
                    <a16:creationId xmlns:a16="http://schemas.microsoft.com/office/drawing/2014/main" id="{AA05E55F-7ED6-0BF4-098D-337071405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7" y="34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6" name="Freeform 636">
                <a:extLst>
                  <a:ext uri="{FF2B5EF4-FFF2-40B4-BE49-F238E27FC236}">
                    <a16:creationId xmlns:a16="http://schemas.microsoft.com/office/drawing/2014/main" id="{06DC8B39-6B8E-2DDE-2FC3-2FFDD78AC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5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01" y="0"/>
                    </a:moveTo>
                    <a:lnTo>
                      <a:pt x="50" y="26"/>
                    </a:lnTo>
                    <a:lnTo>
                      <a:pt x="0" y="51"/>
                    </a:lnTo>
                    <a:lnTo>
                      <a:pt x="44" y="139"/>
                    </a:lnTo>
                    <a:lnTo>
                      <a:pt x="94" y="113"/>
                    </a:lnTo>
                    <a:lnTo>
                      <a:pt x="145" y="8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7" name="Freeform 637">
                <a:extLst>
                  <a:ext uri="{FF2B5EF4-FFF2-40B4-BE49-F238E27FC236}">
                    <a16:creationId xmlns:a16="http://schemas.microsoft.com/office/drawing/2014/main" id="{B77D403F-8523-3E44-6143-F893151F3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5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01" y="0"/>
                    </a:moveTo>
                    <a:lnTo>
                      <a:pt x="50" y="26"/>
                    </a:lnTo>
                    <a:lnTo>
                      <a:pt x="0" y="51"/>
                    </a:lnTo>
                    <a:lnTo>
                      <a:pt x="44" y="139"/>
                    </a:lnTo>
                    <a:lnTo>
                      <a:pt x="94" y="113"/>
                    </a:lnTo>
                    <a:lnTo>
                      <a:pt x="145" y="87"/>
                    </a:lnTo>
                    <a:lnTo>
                      <a:pt x="10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8" name="Freeform 638">
                <a:extLst>
                  <a:ext uri="{FF2B5EF4-FFF2-40B4-BE49-F238E27FC236}">
                    <a16:creationId xmlns:a16="http://schemas.microsoft.com/office/drawing/2014/main" id="{E4BB1554-105B-EEA3-1F19-A9893F7D7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42"/>
                <a:ext cx="7" cy="4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50" y="0"/>
                    </a:moveTo>
                    <a:lnTo>
                      <a:pt x="0" y="26"/>
                    </a:lnTo>
                    <a:lnTo>
                      <a:pt x="3" y="3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9" name="Line 639">
                <a:extLst>
                  <a:ext uri="{FF2B5EF4-FFF2-40B4-BE49-F238E27FC236}">
                    <a16:creationId xmlns:a16="http://schemas.microsoft.com/office/drawing/2014/main" id="{09B1F32F-EF56-517D-5D18-DA1CD1930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4" y="34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0" name="Freeform 640">
                <a:extLst>
                  <a:ext uri="{FF2B5EF4-FFF2-40B4-BE49-F238E27FC236}">
                    <a16:creationId xmlns:a16="http://schemas.microsoft.com/office/drawing/2014/main" id="{273870BB-5F7F-3D3D-9D05-E41B290E4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37"/>
                <a:ext cx="21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94" y="0"/>
                    </a:move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1" name="Freeform 641">
                <a:extLst>
                  <a:ext uri="{FF2B5EF4-FFF2-40B4-BE49-F238E27FC236}">
                    <a16:creationId xmlns:a16="http://schemas.microsoft.com/office/drawing/2014/main" id="{36CAA0F1-944E-B98F-DC4C-8471183D8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37"/>
                <a:ext cx="21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94" y="0"/>
                    </a:move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2" name="Freeform 642">
                <a:extLst>
                  <a:ext uri="{FF2B5EF4-FFF2-40B4-BE49-F238E27FC236}">
                    <a16:creationId xmlns:a16="http://schemas.microsoft.com/office/drawing/2014/main" id="{82A4A407-46FF-CD4F-7388-9E3E5C72D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53"/>
                <a:ext cx="7" cy="6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47" y="0"/>
                    </a:moveTo>
                    <a:lnTo>
                      <a:pt x="0" y="30"/>
                    </a:lnTo>
                    <a:lnTo>
                      <a:pt x="3" y="3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3" name="Line 643">
                <a:extLst>
                  <a:ext uri="{FF2B5EF4-FFF2-40B4-BE49-F238E27FC236}">
                    <a16:creationId xmlns:a16="http://schemas.microsoft.com/office/drawing/2014/main" id="{01ADB48F-E768-72E2-8221-954450AE5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2" y="34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4" name="Freeform 644">
                <a:extLst>
                  <a:ext uri="{FF2B5EF4-FFF2-40B4-BE49-F238E27FC236}">
                    <a16:creationId xmlns:a16="http://schemas.microsoft.com/office/drawing/2014/main" id="{D799BCC7-8E24-29C3-39FC-CA3EF6A97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48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88" y="0"/>
                    </a:move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lnTo>
                      <a:pt x="106" y="112"/>
                    </a:lnTo>
                    <a:lnTo>
                      <a:pt x="150" y="7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5" name="Freeform 645">
                <a:extLst>
                  <a:ext uri="{FF2B5EF4-FFF2-40B4-BE49-F238E27FC236}">
                    <a16:creationId xmlns:a16="http://schemas.microsoft.com/office/drawing/2014/main" id="{2C5BDB7B-90B5-6056-5DEB-9332BC309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48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88" y="0"/>
                    </a:move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lnTo>
                      <a:pt x="106" y="112"/>
                    </a:lnTo>
                    <a:lnTo>
                      <a:pt x="150" y="77"/>
                    </a:lnTo>
                    <a:lnTo>
                      <a:pt x="8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6" name="Freeform 646">
                <a:extLst>
                  <a:ext uri="{FF2B5EF4-FFF2-40B4-BE49-F238E27FC236}">
                    <a16:creationId xmlns:a16="http://schemas.microsoft.com/office/drawing/2014/main" id="{CFE30CE0-870E-182C-C68B-769E9EDF2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3464"/>
                <a:ext cx="6" cy="6"/>
              </a:xfrm>
              <a:custGeom>
                <a:avLst/>
                <a:gdLst>
                  <a:gd name="T0" fmla="*/ 0 w 44"/>
                  <a:gd name="T1" fmla="*/ 0 h 41"/>
                  <a:gd name="T2" fmla="*/ 0 w 44"/>
                  <a:gd name="T3" fmla="*/ 0 h 41"/>
                  <a:gd name="T4" fmla="*/ 0 w 44"/>
                  <a:gd name="T5" fmla="*/ 0 h 41"/>
                  <a:gd name="T6" fmla="*/ 0 w 44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4"/>
                  <a:gd name="T13" fmla="*/ 0 h 41"/>
                  <a:gd name="T14" fmla="*/ 44 w 44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4" h="41">
                    <a:moveTo>
                      <a:pt x="44" y="0"/>
                    </a:moveTo>
                    <a:lnTo>
                      <a:pt x="0" y="36"/>
                    </a:lnTo>
                    <a:lnTo>
                      <a:pt x="3" y="4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7" name="Line 647">
                <a:extLst>
                  <a:ext uri="{FF2B5EF4-FFF2-40B4-BE49-F238E27FC236}">
                    <a16:creationId xmlns:a16="http://schemas.microsoft.com/office/drawing/2014/main" id="{513B247C-2405-3441-F9B0-F94C2BFB7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1" y="34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8" name="Freeform 648">
                <a:extLst>
                  <a:ext uri="{FF2B5EF4-FFF2-40B4-BE49-F238E27FC236}">
                    <a16:creationId xmlns:a16="http://schemas.microsoft.com/office/drawing/2014/main" id="{E2985BAC-E712-F1C9-3993-A6F028BB2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459"/>
                <a:ext cx="21" cy="21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81" y="0"/>
                    </a:moveTo>
                    <a:lnTo>
                      <a:pt x="41" y="40"/>
                    </a:lnTo>
                    <a:lnTo>
                      <a:pt x="0" y="81"/>
                    </a:lnTo>
                    <a:lnTo>
                      <a:pt x="70" y="150"/>
                    </a:lnTo>
                    <a:lnTo>
                      <a:pt x="110" y="110"/>
                    </a:lnTo>
                    <a:lnTo>
                      <a:pt x="151" y="70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9" name="Freeform 649">
                <a:extLst>
                  <a:ext uri="{FF2B5EF4-FFF2-40B4-BE49-F238E27FC236}">
                    <a16:creationId xmlns:a16="http://schemas.microsoft.com/office/drawing/2014/main" id="{C176ECDF-ECFD-A7B4-ACA8-F792EBDD6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459"/>
                <a:ext cx="21" cy="21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81" y="0"/>
                    </a:moveTo>
                    <a:lnTo>
                      <a:pt x="41" y="40"/>
                    </a:lnTo>
                    <a:lnTo>
                      <a:pt x="0" y="81"/>
                    </a:lnTo>
                    <a:lnTo>
                      <a:pt x="70" y="150"/>
                    </a:lnTo>
                    <a:lnTo>
                      <a:pt x="110" y="110"/>
                    </a:lnTo>
                    <a:lnTo>
                      <a:pt x="151" y="70"/>
                    </a:lnTo>
                    <a:lnTo>
                      <a:pt x="8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0" name="Freeform 650">
                <a:extLst>
                  <a:ext uri="{FF2B5EF4-FFF2-40B4-BE49-F238E27FC236}">
                    <a16:creationId xmlns:a16="http://schemas.microsoft.com/office/drawing/2014/main" id="{18894308-0DAE-8279-C0B7-6E64F54DA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74"/>
                <a:ext cx="5" cy="7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40" y="0"/>
                    </a:moveTo>
                    <a:lnTo>
                      <a:pt x="0" y="40"/>
                    </a:lnTo>
                    <a:lnTo>
                      <a:pt x="5" y="4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1" name="Line 651">
                <a:extLst>
                  <a:ext uri="{FF2B5EF4-FFF2-40B4-BE49-F238E27FC236}">
                    <a16:creationId xmlns:a16="http://schemas.microsoft.com/office/drawing/2014/main" id="{B5729956-CB7E-4258-D9DC-5291E4E4C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2" y="34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2" name="Freeform 652">
                <a:extLst>
                  <a:ext uri="{FF2B5EF4-FFF2-40B4-BE49-F238E27FC236}">
                    <a16:creationId xmlns:a16="http://schemas.microsoft.com/office/drawing/2014/main" id="{2EA56CB3-F769-08BE-0BBD-FFE9C8E3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68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1" y="0"/>
                    </a:moveTo>
                    <a:lnTo>
                      <a:pt x="35" y="44"/>
                    </a:lnTo>
                    <a:lnTo>
                      <a:pt x="0" y="88"/>
                    </a:lnTo>
                    <a:lnTo>
                      <a:pt x="76" y="149"/>
                    </a:lnTo>
                    <a:lnTo>
                      <a:pt x="112" y="106"/>
                    </a:lnTo>
                    <a:lnTo>
                      <a:pt x="148" y="62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3" name="Freeform 653">
                <a:extLst>
                  <a:ext uri="{FF2B5EF4-FFF2-40B4-BE49-F238E27FC236}">
                    <a16:creationId xmlns:a16="http://schemas.microsoft.com/office/drawing/2014/main" id="{9EF6A2E2-4487-BD94-BA39-EC7312D96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68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1" y="0"/>
                    </a:moveTo>
                    <a:lnTo>
                      <a:pt x="35" y="44"/>
                    </a:lnTo>
                    <a:lnTo>
                      <a:pt x="0" y="88"/>
                    </a:lnTo>
                    <a:lnTo>
                      <a:pt x="76" y="149"/>
                    </a:lnTo>
                    <a:lnTo>
                      <a:pt x="112" y="106"/>
                    </a:lnTo>
                    <a:lnTo>
                      <a:pt x="148" y="62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4" name="Freeform 654">
                <a:extLst>
                  <a:ext uri="{FF2B5EF4-FFF2-40B4-BE49-F238E27FC236}">
                    <a16:creationId xmlns:a16="http://schemas.microsoft.com/office/drawing/2014/main" id="{DBFDB251-785D-B9B8-4955-1F022F2A0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3483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36" y="0"/>
                    </a:moveTo>
                    <a:lnTo>
                      <a:pt x="0" y="43"/>
                    </a:lnTo>
                    <a:lnTo>
                      <a:pt x="5" y="47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5" name="Line 655">
                <a:extLst>
                  <a:ext uri="{FF2B5EF4-FFF2-40B4-BE49-F238E27FC236}">
                    <a16:creationId xmlns:a16="http://schemas.microsoft.com/office/drawing/2014/main" id="{6198C200-7FDF-28F4-44B3-0801AE57A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3" y="34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6" name="Freeform 656">
                <a:extLst>
                  <a:ext uri="{FF2B5EF4-FFF2-40B4-BE49-F238E27FC236}">
                    <a16:creationId xmlns:a16="http://schemas.microsoft.com/office/drawing/2014/main" id="{9CF044EB-09AE-829B-20E2-AD8277EA2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476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61" y="0"/>
                    </a:move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7" name="Freeform 657">
                <a:extLst>
                  <a:ext uri="{FF2B5EF4-FFF2-40B4-BE49-F238E27FC236}">
                    <a16:creationId xmlns:a16="http://schemas.microsoft.com/office/drawing/2014/main" id="{96B40DDC-ED3E-6F37-C2B3-6C2457071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476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61" y="0"/>
                    </a:move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8" name="Freeform 658">
                <a:extLst>
                  <a:ext uri="{FF2B5EF4-FFF2-40B4-BE49-F238E27FC236}">
                    <a16:creationId xmlns:a16="http://schemas.microsoft.com/office/drawing/2014/main" id="{90BF5484-0F02-7CB3-8409-53B282EBC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91"/>
                <a:ext cx="4" cy="7"/>
              </a:xfrm>
              <a:custGeom>
                <a:avLst/>
                <a:gdLst>
                  <a:gd name="T0" fmla="*/ 0 w 31"/>
                  <a:gd name="T1" fmla="*/ 0 h 51"/>
                  <a:gd name="T2" fmla="*/ 0 w 31"/>
                  <a:gd name="T3" fmla="*/ 0 h 51"/>
                  <a:gd name="T4" fmla="*/ 0 w 31"/>
                  <a:gd name="T5" fmla="*/ 0 h 51"/>
                  <a:gd name="T6" fmla="*/ 0 w 31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1"/>
                  <a:gd name="T14" fmla="*/ 31 w 3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1">
                    <a:moveTo>
                      <a:pt x="31" y="0"/>
                    </a:moveTo>
                    <a:lnTo>
                      <a:pt x="0" y="48"/>
                    </a:lnTo>
                    <a:lnTo>
                      <a:pt x="5" y="5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9" name="Line 659">
                <a:extLst>
                  <a:ext uri="{FF2B5EF4-FFF2-40B4-BE49-F238E27FC236}">
                    <a16:creationId xmlns:a16="http://schemas.microsoft.com/office/drawing/2014/main" id="{BE764CF4-38E3-B52D-83E1-4C0C9A960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6" y="34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0" name="Freeform 660">
                <a:extLst>
                  <a:ext uri="{FF2B5EF4-FFF2-40B4-BE49-F238E27FC236}">
                    <a16:creationId xmlns:a16="http://schemas.microsoft.com/office/drawing/2014/main" id="{083EABA8-F3DE-2D1B-7E98-07AB1AFAD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83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51" y="0"/>
                    </a:moveTo>
                    <a:lnTo>
                      <a:pt x="26" y="50"/>
                    </a:lnTo>
                    <a:lnTo>
                      <a:pt x="0" y="101"/>
                    </a:lnTo>
                    <a:lnTo>
                      <a:pt x="87" y="146"/>
                    </a:lnTo>
                    <a:lnTo>
                      <a:pt x="113" y="95"/>
                    </a:lnTo>
                    <a:lnTo>
                      <a:pt x="139" y="45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1" name="Freeform 661">
                <a:extLst>
                  <a:ext uri="{FF2B5EF4-FFF2-40B4-BE49-F238E27FC236}">
                    <a16:creationId xmlns:a16="http://schemas.microsoft.com/office/drawing/2014/main" id="{01CD0533-6238-E8B6-1EAD-58B0D303C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83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51" y="0"/>
                    </a:moveTo>
                    <a:lnTo>
                      <a:pt x="26" y="50"/>
                    </a:lnTo>
                    <a:lnTo>
                      <a:pt x="0" y="101"/>
                    </a:lnTo>
                    <a:lnTo>
                      <a:pt x="87" y="146"/>
                    </a:lnTo>
                    <a:lnTo>
                      <a:pt x="113" y="95"/>
                    </a:lnTo>
                    <a:lnTo>
                      <a:pt x="139" y="45"/>
                    </a:lnTo>
                    <a:lnTo>
                      <a:pt x="5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2" name="Freeform 662">
                <a:extLst>
                  <a:ext uri="{FF2B5EF4-FFF2-40B4-BE49-F238E27FC236}">
                    <a16:creationId xmlns:a16="http://schemas.microsoft.com/office/drawing/2014/main" id="{D64EEBA0-C8B5-AB6B-8F18-3E839CA2B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3497"/>
                <a:ext cx="3" cy="8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26" y="0"/>
                    </a:moveTo>
                    <a:lnTo>
                      <a:pt x="0" y="51"/>
                    </a:lnTo>
                    <a:lnTo>
                      <a:pt x="6" y="53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3" name="Line 663">
                <a:extLst>
                  <a:ext uri="{FF2B5EF4-FFF2-40B4-BE49-F238E27FC236}">
                    <a16:creationId xmlns:a16="http://schemas.microsoft.com/office/drawing/2014/main" id="{AB5C7109-D7A3-4AE1-B80A-D53F942E3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35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4" name="Freeform 664">
                <a:extLst>
                  <a:ext uri="{FF2B5EF4-FFF2-40B4-BE49-F238E27FC236}">
                    <a16:creationId xmlns:a16="http://schemas.microsoft.com/office/drawing/2014/main" id="{DC835124-76F6-C35F-4CE0-E859F90ED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490"/>
                <a:ext cx="18" cy="20"/>
              </a:xfrm>
              <a:custGeom>
                <a:avLst/>
                <a:gdLst>
                  <a:gd name="T0" fmla="*/ 0 w 132"/>
                  <a:gd name="T1" fmla="*/ 0 h 140"/>
                  <a:gd name="T2" fmla="*/ 0 w 132"/>
                  <a:gd name="T3" fmla="*/ 0 h 140"/>
                  <a:gd name="T4" fmla="*/ 0 w 132"/>
                  <a:gd name="T5" fmla="*/ 0 h 140"/>
                  <a:gd name="T6" fmla="*/ 0 w 132"/>
                  <a:gd name="T7" fmla="*/ 0 h 140"/>
                  <a:gd name="T8" fmla="*/ 0 w 132"/>
                  <a:gd name="T9" fmla="*/ 0 h 140"/>
                  <a:gd name="T10" fmla="*/ 0 w 132"/>
                  <a:gd name="T11" fmla="*/ 0 h 140"/>
                  <a:gd name="T12" fmla="*/ 0 w 132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0"/>
                  <a:gd name="T23" fmla="*/ 132 w 132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0">
                    <a:moveTo>
                      <a:pt x="40" y="0"/>
                    </a:moveTo>
                    <a:lnTo>
                      <a:pt x="20" y="52"/>
                    </a:lnTo>
                    <a:lnTo>
                      <a:pt x="0" y="105"/>
                    </a:lnTo>
                    <a:lnTo>
                      <a:pt x="92" y="140"/>
                    </a:lnTo>
                    <a:lnTo>
                      <a:pt x="112" y="87"/>
                    </a:lnTo>
                    <a:lnTo>
                      <a:pt x="132" y="3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5" name="Freeform 665">
                <a:extLst>
                  <a:ext uri="{FF2B5EF4-FFF2-40B4-BE49-F238E27FC236}">
                    <a16:creationId xmlns:a16="http://schemas.microsoft.com/office/drawing/2014/main" id="{20DD538A-1060-CC8D-E1F1-C229FD3BB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490"/>
                <a:ext cx="18" cy="20"/>
              </a:xfrm>
              <a:custGeom>
                <a:avLst/>
                <a:gdLst>
                  <a:gd name="T0" fmla="*/ 0 w 132"/>
                  <a:gd name="T1" fmla="*/ 0 h 140"/>
                  <a:gd name="T2" fmla="*/ 0 w 132"/>
                  <a:gd name="T3" fmla="*/ 0 h 140"/>
                  <a:gd name="T4" fmla="*/ 0 w 132"/>
                  <a:gd name="T5" fmla="*/ 0 h 140"/>
                  <a:gd name="T6" fmla="*/ 0 w 132"/>
                  <a:gd name="T7" fmla="*/ 0 h 140"/>
                  <a:gd name="T8" fmla="*/ 0 w 132"/>
                  <a:gd name="T9" fmla="*/ 0 h 140"/>
                  <a:gd name="T10" fmla="*/ 0 w 132"/>
                  <a:gd name="T11" fmla="*/ 0 h 140"/>
                  <a:gd name="T12" fmla="*/ 0 w 132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0"/>
                  <a:gd name="T23" fmla="*/ 132 w 132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0">
                    <a:moveTo>
                      <a:pt x="40" y="0"/>
                    </a:moveTo>
                    <a:lnTo>
                      <a:pt x="20" y="52"/>
                    </a:lnTo>
                    <a:lnTo>
                      <a:pt x="0" y="105"/>
                    </a:lnTo>
                    <a:lnTo>
                      <a:pt x="92" y="140"/>
                    </a:lnTo>
                    <a:lnTo>
                      <a:pt x="112" y="87"/>
                    </a:lnTo>
                    <a:lnTo>
                      <a:pt x="132" y="34"/>
                    </a:lnTo>
                    <a:lnTo>
                      <a:pt x="4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6" name="Freeform 666">
                <a:extLst>
                  <a:ext uri="{FF2B5EF4-FFF2-40B4-BE49-F238E27FC236}">
                    <a16:creationId xmlns:a16="http://schemas.microsoft.com/office/drawing/2014/main" id="{54FB70E3-F586-76F7-190C-5EC740347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502"/>
                <a:ext cx="3" cy="8"/>
              </a:xfrm>
              <a:custGeom>
                <a:avLst/>
                <a:gdLst>
                  <a:gd name="T0" fmla="*/ 0 w 20"/>
                  <a:gd name="T1" fmla="*/ 0 h 55"/>
                  <a:gd name="T2" fmla="*/ 0 w 20"/>
                  <a:gd name="T3" fmla="*/ 0 h 55"/>
                  <a:gd name="T4" fmla="*/ 0 w 20"/>
                  <a:gd name="T5" fmla="*/ 0 h 55"/>
                  <a:gd name="T6" fmla="*/ 0 w 20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55"/>
                  <a:gd name="T14" fmla="*/ 20 w 20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55">
                    <a:moveTo>
                      <a:pt x="20" y="0"/>
                    </a:moveTo>
                    <a:lnTo>
                      <a:pt x="0" y="53"/>
                    </a:lnTo>
                    <a:lnTo>
                      <a:pt x="6" y="5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7" name="Line 667">
                <a:extLst>
                  <a:ext uri="{FF2B5EF4-FFF2-40B4-BE49-F238E27FC236}">
                    <a16:creationId xmlns:a16="http://schemas.microsoft.com/office/drawing/2014/main" id="{EB1B5F43-0EC4-D4D5-853A-17DC329C1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3" y="351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8" name="Freeform 668">
                <a:extLst>
                  <a:ext uri="{FF2B5EF4-FFF2-40B4-BE49-F238E27FC236}">
                    <a16:creationId xmlns:a16="http://schemas.microsoft.com/office/drawing/2014/main" id="{5ACC1773-31F2-B52B-7125-86EE2A052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494"/>
                <a:ext cx="17" cy="20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29" y="0"/>
                    </a:moveTo>
                    <a:lnTo>
                      <a:pt x="14" y="55"/>
                    </a:lnTo>
                    <a:lnTo>
                      <a:pt x="0" y="110"/>
                    </a:lnTo>
                    <a:lnTo>
                      <a:pt x="94" y="136"/>
                    </a:lnTo>
                    <a:lnTo>
                      <a:pt x="109" y="81"/>
                    </a:lnTo>
                    <a:lnTo>
                      <a:pt x="123" y="26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9" name="Freeform 669">
                <a:extLst>
                  <a:ext uri="{FF2B5EF4-FFF2-40B4-BE49-F238E27FC236}">
                    <a16:creationId xmlns:a16="http://schemas.microsoft.com/office/drawing/2014/main" id="{8D914162-9CED-5625-6C4F-4E7158261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494"/>
                <a:ext cx="17" cy="20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29" y="0"/>
                    </a:moveTo>
                    <a:lnTo>
                      <a:pt x="14" y="55"/>
                    </a:lnTo>
                    <a:lnTo>
                      <a:pt x="0" y="110"/>
                    </a:lnTo>
                    <a:lnTo>
                      <a:pt x="94" y="136"/>
                    </a:lnTo>
                    <a:lnTo>
                      <a:pt x="109" y="81"/>
                    </a:lnTo>
                    <a:lnTo>
                      <a:pt x="123" y="26"/>
                    </a:lnTo>
                    <a:lnTo>
                      <a:pt x="2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0" name="Freeform 670">
                <a:extLst>
                  <a:ext uri="{FF2B5EF4-FFF2-40B4-BE49-F238E27FC236}">
                    <a16:creationId xmlns:a16="http://schemas.microsoft.com/office/drawing/2014/main" id="{7270D29E-6FA3-68F2-395D-D5212D4C0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50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0"/>
                    </a:moveTo>
                    <a:lnTo>
                      <a:pt x="0" y="55"/>
                    </a:lnTo>
                    <a:lnTo>
                      <a:pt x="6" y="5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1" name="Line 671">
                <a:extLst>
                  <a:ext uri="{FF2B5EF4-FFF2-40B4-BE49-F238E27FC236}">
                    <a16:creationId xmlns:a16="http://schemas.microsoft.com/office/drawing/2014/main" id="{DFD63EB9-DDEB-8AFE-BA72-90E52E311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7" y="35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2" name="Freeform 672">
                <a:extLst>
                  <a:ext uri="{FF2B5EF4-FFF2-40B4-BE49-F238E27FC236}">
                    <a16:creationId xmlns:a16="http://schemas.microsoft.com/office/drawing/2014/main" id="{EB3A02BA-B541-96BE-323B-838B42B5C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498"/>
                <a:ext cx="16" cy="18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7" y="0"/>
                    </a:moveTo>
                    <a:lnTo>
                      <a:pt x="9" y="56"/>
                    </a:lnTo>
                    <a:lnTo>
                      <a:pt x="0" y="112"/>
                    </a:lnTo>
                    <a:lnTo>
                      <a:pt x="96" y="128"/>
                    </a:lnTo>
                    <a:lnTo>
                      <a:pt x="105" y="72"/>
                    </a:lnTo>
                    <a:lnTo>
                      <a:pt x="114" y="1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3" name="Freeform 673">
                <a:extLst>
                  <a:ext uri="{FF2B5EF4-FFF2-40B4-BE49-F238E27FC236}">
                    <a16:creationId xmlns:a16="http://schemas.microsoft.com/office/drawing/2014/main" id="{97385F70-AF89-44EB-9CB1-8B3383394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498"/>
                <a:ext cx="16" cy="18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7" y="0"/>
                    </a:moveTo>
                    <a:lnTo>
                      <a:pt x="9" y="56"/>
                    </a:lnTo>
                    <a:lnTo>
                      <a:pt x="0" y="112"/>
                    </a:lnTo>
                    <a:lnTo>
                      <a:pt x="96" y="128"/>
                    </a:lnTo>
                    <a:lnTo>
                      <a:pt x="105" y="72"/>
                    </a:lnTo>
                    <a:lnTo>
                      <a:pt x="114" y="16"/>
                    </a:lnTo>
                    <a:lnTo>
                      <a:pt x="1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4" name="Freeform 674">
                <a:extLst>
                  <a:ext uri="{FF2B5EF4-FFF2-40B4-BE49-F238E27FC236}">
                    <a16:creationId xmlns:a16="http://schemas.microsoft.com/office/drawing/2014/main" id="{6AA95D62-7AB2-3B4E-316C-FCC8DCCD7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3508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9" y="0"/>
                    </a:moveTo>
                    <a:lnTo>
                      <a:pt x="0" y="56"/>
                    </a:lnTo>
                    <a:lnTo>
                      <a:pt x="7" y="5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5" name="Line 675">
                <a:extLst>
                  <a:ext uri="{FF2B5EF4-FFF2-40B4-BE49-F238E27FC236}">
                    <a16:creationId xmlns:a16="http://schemas.microsoft.com/office/drawing/2014/main" id="{5E8F4037-3489-D8D7-D36F-D393C8ED9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351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97" name="Group 676">
              <a:extLst>
                <a:ext uri="{FF2B5EF4-FFF2-40B4-BE49-F238E27FC236}">
                  <a16:creationId xmlns:a16="http://schemas.microsoft.com/office/drawing/2014/main" id="{9C44AF87-4CED-5D52-345B-700E139FD8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" y="2878"/>
              <a:ext cx="1523" cy="893"/>
              <a:chOff x="2999" y="2878"/>
              <a:chExt cx="1523" cy="893"/>
            </a:xfrm>
          </p:grpSpPr>
          <p:sp>
            <p:nvSpPr>
              <p:cNvPr id="976" name="Freeform 677">
                <a:extLst>
                  <a:ext uri="{FF2B5EF4-FFF2-40B4-BE49-F238E27FC236}">
                    <a16:creationId xmlns:a16="http://schemas.microsoft.com/office/drawing/2014/main" id="{E525C75F-83B4-9307-9DFC-A4E6C61CD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500"/>
                <a:ext cx="14" cy="17"/>
              </a:xfrm>
              <a:custGeom>
                <a:avLst/>
                <a:gdLst>
                  <a:gd name="T0" fmla="*/ 0 w 103"/>
                  <a:gd name="T1" fmla="*/ 0 h 116"/>
                  <a:gd name="T2" fmla="*/ 0 w 103"/>
                  <a:gd name="T3" fmla="*/ 0 h 116"/>
                  <a:gd name="T4" fmla="*/ 0 w 103"/>
                  <a:gd name="T5" fmla="*/ 0 h 116"/>
                  <a:gd name="T6" fmla="*/ 0 w 103"/>
                  <a:gd name="T7" fmla="*/ 0 h 116"/>
                  <a:gd name="T8" fmla="*/ 0 w 103"/>
                  <a:gd name="T9" fmla="*/ 0 h 116"/>
                  <a:gd name="T10" fmla="*/ 0 w 103"/>
                  <a:gd name="T11" fmla="*/ 0 h 116"/>
                  <a:gd name="T12" fmla="*/ 0 w 103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6"/>
                  <a:gd name="T23" fmla="*/ 103 w 103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6">
                    <a:moveTo>
                      <a:pt x="4" y="0"/>
                    </a:moveTo>
                    <a:lnTo>
                      <a:pt x="2" y="56"/>
                    </a:lnTo>
                    <a:lnTo>
                      <a:pt x="0" y="112"/>
                    </a:lnTo>
                    <a:lnTo>
                      <a:pt x="99" y="116"/>
                    </a:lnTo>
                    <a:lnTo>
                      <a:pt x="101" y="60"/>
                    </a:lnTo>
                    <a:lnTo>
                      <a:pt x="103" y="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7" name="Freeform 678">
                <a:extLst>
                  <a:ext uri="{FF2B5EF4-FFF2-40B4-BE49-F238E27FC236}">
                    <a16:creationId xmlns:a16="http://schemas.microsoft.com/office/drawing/2014/main" id="{8FD63A0A-A0BF-0C43-05F7-9297836D3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500"/>
                <a:ext cx="14" cy="17"/>
              </a:xfrm>
              <a:custGeom>
                <a:avLst/>
                <a:gdLst>
                  <a:gd name="T0" fmla="*/ 0 w 103"/>
                  <a:gd name="T1" fmla="*/ 0 h 116"/>
                  <a:gd name="T2" fmla="*/ 0 w 103"/>
                  <a:gd name="T3" fmla="*/ 0 h 116"/>
                  <a:gd name="T4" fmla="*/ 0 w 103"/>
                  <a:gd name="T5" fmla="*/ 0 h 116"/>
                  <a:gd name="T6" fmla="*/ 0 w 103"/>
                  <a:gd name="T7" fmla="*/ 0 h 116"/>
                  <a:gd name="T8" fmla="*/ 0 w 103"/>
                  <a:gd name="T9" fmla="*/ 0 h 116"/>
                  <a:gd name="T10" fmla="*/ 0 w 103"/>
                  <a:gd name="T11" fmla="*/ 0 h 116"/>
                  <a:gd name="T12" fmla="*/ 0 w 103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6"/>
                  <a:gd name="T23" fmla="*/ 103 w 103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6">
                    <a:moveTo>
                      <a:pt x="4" y="0"/>
                    </a:moveTo>
                    <a:lnTo>
                      <a:pt x="2" y="56"/>
                    </a:lnTo>
                    <a:lnTo>
                      <a:pt x="0" y="112"/>
                    </a:lnTo>
                    <a:lnTo>
                      <a:pt x="99" y="116"/>
                    </a:lnTo>
                    <a:lnTo>
                      <a:pt x="101" y="60"/>
                    </a:lnTo>
                    <a:lnTo>
                      <a:pt x="10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8" name="Freeform 679">
                <a:extLst>
                  <a:ext uri="{FF2B5EF4-FFF2-40B4-BE49-F238E27FC236}">
                    <a16:creationId xmlns:a16="http://schemas.microsoft.com/office/drawing/2014/main" id="{A26508EB-D07B-87B9-CE86-C10D8573D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9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9" name="Line 680">
                <a:extLst>
                  <a:ext uri="{FF2B5EF4-FFF2-40B4-BE49-F238E27FC236}">
                    <a16:creationId xmlns:a16="http://schemas.microsoft.com/office/drawing/2014/main" id="{C6DFB0ED-6DD4-F12B-2A9D-7FBE5EF51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5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0" name="Freeform 681">
                <a:extLst>
                  <a:ext uri="{FF2B5EF4-FFF2-40B4-BE49-F238E27FC236}">
                    <a16:creationId xmlns:a16="http://schemas.microsoft.com/office/drawing/2014/main" id="{E4581DC2-767B-335D-E5CF-A5AE7CA99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0"/>
                <a:ext cx="14" cy="17"/>
              </a:xfrm>
              <a:custGeom>
                <a:avLst/>
                <a:gdLst>
                  <a:gd name="T0" fmla="*/ 0 w 102"/>
                  <a:gd name="T1" fmla="*/ 0 h 116"/>
                  <a:gd name="T2" fmla="*/ 0 w 102"/>
                  <a:gd name="T3" fmla="*/ 0 h 116"/>
                  <a:gd name="T4" fmla="*/ 0 w 102"/>
                  <a:gd name="T5" fmla="*/ 0 h 116"/>
                  <a:gd name="T6" fmla="*/ 0 w 102"/>
                  <a:gd name="T7" fmla="*/ 0 h 116"/>
                  <a:gd name="T8" fmla="*/ 0 w 102"/>
                  <a:gd name="T9" fmla="*/ 0 h 116"/>
                  <a:gd name="T10" fmla="*/ 0 w 102"/>
                  <a:gd name="T11" fmla="*/ 0 h 116"/>
                  <a:gd name="T12" fmla="*/ 0 w 102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6"/>
                  <a:gd name="T23" fmla="*/ 102 w 102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6">
                    <a:moveTo>
                      <a:pt x="0" y="4"/>
                    </a:moveTo>
                    <a:lnTo>
                      <a:pt x="2" y="60"/>
                    </a:lnTo>
                    <a:lnTo>
                      <a:pt x="4" y="116"/>
                    </a:lnTo>
                    <a:lnTo>
                      <a:pt x="102" y="112"/>
                    </a:lnTo>
                    <a:lnTo>
                      <a:pt x="99" y="56"/>
                    </a:lnTo>
                    <a:lnTo>
                      <a:pt x="97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1" name="Freeform 682">
                <a:extLst>
                  <a:ext uri="{FF2B5EF4-FFF2-40B4-BE49-F238E27FC236}">
                    <a16:creationId xmlns:a16="http://schemas.microsoft.com/office/drawing/2014/main" id="{8984FD2E-EBFF-1090-EDF4-FE0A06629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0"/>
                <a:ext cx="14" cy="17"/>
              </a:xfrm>
              <a:custGeom>
                <a:avLst/>
                <a:gdLst>
                  <a:gd name="T0" fmla="*/ 0 w 102"/>
                  <a:gd name="T1" fmla="*/ 0 h 116"/>
                  <a:gd name="T2" fmla="*/ 0 w 102"/>
                  <a:gd name="T3" fmla="*/ 0 h 116"/>
                  <a:gd name="T4" fmla="*/ 0 w 102"/>
                  <a:gd name="T5" fmla="*/ 0 h 116"/>
                  <a:gd name="T6" fmla="*/ 0 w 102"/>
                  <a:gd name="T7" fmla="*/ 0 h 116"/>
                  <a:gd name="T8" fmla="*/ 0 w 102"/>
                  <a:gd name="T9" fmla="*/ 0 h 116"/>
                  <a:gd name="T10" fmla="*/ 0 w 102"/>
                  <a:gd name="T11" fmla="*/ 0 h 116"/>
                  <a:gd name="T12" fmla="*/ 0 w 102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6"/>
                  <a:gd name="T23" fmla="*/ 102 w 102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6">
                    <a:moveTo>
                      <a:pt x="0" y="4"/>
                    </a:moveTo>
                    <a:lnTo>
                      <a:pt x="2" y="60"/>
                    </a:lnTo>
                    <a:lnTo>
                      <a:pt x="4" y="116"/>
                    </a:lnTo>
                    <a:lnTo>
                      <a:pt x="102" y="112"/>
                    </a:lnTo>
                    <a:lnTo>
                      <a:pt x="99" y="56"/>
                    </a:lnTo>
                    <a:lnTo>
                      <a:pt x="97" y="0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2" name="Freeform 683">
                <a:extLst>
                  <a:ext uri="{FF2B5EF4-FFF2-40B4-BE49-F238E27FC236}">
                    <a16:creationId xmlns:a16="http://schemas.microsoft.com/office/drawing/2014/main" id="{64C3361A-B205-73AB-BBB6-3E690E209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3508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0" y="0"/>
                    </a:moveTo>
                    <a:lnTo>
                      <a:pt x="3" y="56"/>
                    </a:lnTo>
                    <a:lnTo>
                      <a:pt x="9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3" name="Line 684">
                <a:extLst>
                  <a:ext uri="{FF2B5EF4-FFF2-40B4-BE49-F238E27FC236}">
                    <a16:creationId xmlns:a16="http://schemas.microsoft.com/office/drawing/2014/main" id="{128F482A-45B5-91C8-5005-1D3ACE61C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1" y="351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4" name="Freeform 685">
                <a:extLst>
                  <a:ext uri="{FF2B5EF4-FFF2-40B4-BE49-F238E27FC236}">
                    <a16:creationId xmlns:a16="http://schemas.microsoft.com/office/drawing/2014/main" id="{2E70D707-3BD9-B478-9FB7-DE7A19577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498"/>
                <a:ext cx="16" cy="18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0" y="16"/>
                    </a:moveTo>
                    <a:lnTo>
                      <a:pt x="9" y="72"/>
                    </a:lnTo>
                    <a:lnTo>
                      <a:pt x="18" y="128"/>
                    </a:lnTo>
                    <a:lnTo>
                      <a:pt x="115" y="112"/>
                    </a:lnTo>
                    <a:lnTo>
                      <a:pt x="106" y="56"/>
                    </a:lnTo>
                    <a:lnTo>
                      <a:pt x="97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5" name="Freeform 686">
                <a:extLst>
                  <a:ext uri="{FF2B5EF4-FFF2-40B4-BE49-F238E27FC236}">
                    <a16:creationId xmlns:a16="http://schemas.microsoft.com/office/drawing/2014/main" id="{C13A1C0B-C1CF-2B65-D78A-6EB26478C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498"/>
                <a:ext cx="16" cy="18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0" y="16"/>
                    </a:moveTo>
                    <a:lnTo>
                      <a:pt x="9" y="72"/>
                    </a:lnTo>
                    <a:lnTo>
                      <a:pt x="18" y="128"/>
                    </a:lnTo>
                    <a:lnTo>
                      <a:pt x="115" y="112"/>
                    </a:lnTo>
                    <a:lnTo>
                      <a:pt x="106" y="56"/>
                    </a:lnTo>
                    <a:lnTo>
                      <a:pt x="97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6" name="Freeform 687">
                <a:extLst>
                  <a:ext uri="{FF2B5EF4-FFF2-40B4-BE49-F238E27FC236}">
                    <a16:creationId xmlns:a16="http://schemas.microsoft.com/office/drawing/2014/main" id="{6DD43E73-60F7-C4FC-B35D-2A1966201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5" y="350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0" y="0"/>
                    </a:moveTo>
                    <a:lnTo>
                      <a:pt x="9" y="56"/>
                    </a:lnTo>
                    <a:lnTo>
                      <a:pt x="15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7" name="Line 688">
                <a:extLst>
                  <a:ext uri="{FF2B5EF4-FFF2-40B4-BE49-F238E27FC236}">
                    <a16:creationId xmlns:a16="http://schemas.microsoft.com/office/drawing/2014/main" id="{A3EE8039-DBD2-FE74-E312-B9445CF9CA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46" y="35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8" name="Freeform 689">
                <a:extLst>
                  <a:ext uri="{FF2B5EF4-FFF2-40B4-BE49-F238E27FC236}">
                    <a16:creationId xmlns:a16="http://schemas.microsoft.com/office/drawing/2014/main" id="{C444098F-9C92-8AB7-0768-DE8C54F66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94"/>
                <a:ext cx="17" cy="20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0" y="26"/>
                    </a:moveTo>
                    <a:lnTo>
                      <a:pt x="15" y="81"/>
                    </a:lnTo>
                    <a:lnTo>
                      <a:pt x="30" y="136"/>
                    </a:lnTo>
                    <a:lnTo>
                      <a:pt x="125" y="110"/>
                    </a:lnTo>
                    <a:lnTo>
                      <a:pt x="110" y="55"/>
                    </a:lnTo>
                    <a:lnTo>
                      <a:pt x="96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9" name="Freeform 690">
                <a:extLst>
                  <a:ext uri="{FF2B5EF4-FFF2-40B4-BE49-F238E27FC236}">
                    <a16:creationId xmlns:a16="http://schemas.microsoft.com/office/drawing/2014/main" id="{714B95AB-CB5B-E56C-E928-CF8EBC3E3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94"/>
                <a:ext cx="17" cy="20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0" y="26"/>
                    </a:moveTo>
                    <a:lnTo>
                      <a:pt x="15" y="81"/>
                    </a:lnTo>
                    <a:lnTo>
                      <a:pt x="30" y="136"/>
                    </a:lnTo>
                    <a:lnTo>
                      <a:pt x="125" y="110"/>
                    </a:lnTo>
                    <a:lnTo>
                      <a:pt x="110" y="55"/>
                    </a:lnTo>
                    <a:lnTo>
                      <a:pt x="96" y="0"/>
                    </a:lnTo>
                    <a:lnTo>
                      <a:pt x="0" y="2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0" name="Freeform 691">
                <a:extLst>
                  <a:ext uri="{FF2B5EF4-FFF2-40B4-BE49-F238E27FC236}">
                    <a16:creationId xmlns:a16="http://schemas.microsoft.com/office/drawing/2014/main" id="{F978B78A-5B09-982C-4A6F-50F8EEA29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8" y="3502"/>
                <a:ext cx="3" cy="8"/>
              </a:xfrm>
              <a:custGeom>
                <a:avLst/>
                <a:gdLst>
                  <a:gd name="T0" fmla="*/ 0 w 21"/>
                  <a:gd name="T1" fmla="*/ 0 h 55"/>
                  <a:gd name="T2" fmla="*/ 0 w 21"/>
                  <a:gd name="T3" fmla="*/ 0 h 55"/>
                  <a:gd name="T4" fmla="*/ 0 w 21"/>
                  <a:gd name="T5" fmla="*/ 0 h 55"/>
                  <a:gd name="T6" fmla="*/ 0 w 21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55"/>
                  <a:gd name="T14" fmla="*/ 21 w 2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55">
                    <a:moveTo>
                      <a:pt x="0" y="0"/>
                    </a:moveTo>
                    <a:lnTo>
                      <a:pt x="15" y="55"/>
                    </a:lnTo>
                    <a:lnTo>
                      <a:pt x="21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1" name="Line 692">
                <a:extLst>
                  <a:ext uri="{FF2B5EF4-FFF2-40B4-BE49-F238E27FC236}">
                    <a16:creationId xmlns:a16="http://schemas.microsoft.com/office/drawing/2014/main" id="{5C072C8A-907D-A929-C247-6E47386D7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0" y="351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2" name="Freeform 693">
                <a:extLst>
                  <a:ext uri="{FF2B5EF4-FFF2-40B4-BE49-F238E27FC236}">
                    <a16:creationId xmlns:a16="http://schemas.microsoft.com/office/drawing/2014/main" id="{B6CCDD2C-64C0-AAEC-4B3B-C57609BEF7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490"/>
                <a:ext cx="19" cy="20"/>
              </a:xfrm>
              <a:custGeom>
                <a:avLst/>
                <a:gdLst>
                  <a:gd name="T0" fmla="*/ 0 w 131"/>
                  <a:gd name="T1" fmla="*/ 0 h 140"/>
                  <a:gd name="T2" fmla="*/ 0 w 131"/>
                  <a:gd name="T3" fmla="*/ 0 h 140"/>
                  <a:gd name="T4" fmla="*/ 0 w 131"/>
                  <a:gd name="T5" fmla="*/ 0 h 140"/>
                  <a:gd name="T6" fmla="*/ 0 w 131"/>
                  <a:gd name="T7" fmla="*/ 0 h 140"/>
                  <a:gd name="T8" fmla="*/ 0 w 131"/>
                  <a:gd name="T9" fmla="*/ 0 h 140"/>
                  <a:gd name="T10" fmla="*/ 0 w 131"/>
                  <a:gd name="T11" fmla="*/ 0 h 140"/>
                  <a:gd name="T12" fmla="*/ 0 w 131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0"/>
                  <a:gd name="T23" fmla="*/ 131 w 131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0">
                    <a:moveTo>
                      <a:pt x="0" y="34"/>
                    </a:moveTo>
                    <a:lnTo>
                      <a:pt x="20" y="87"/>
                    </a:lnTo>
                    <a:lnTo>
                      <a:pt x="41" y="140"/>
                    </a:lnTo>
                    <a:lnTo>
                      <a:pt x="131" y="105"/>
                    </a:lnTo>
                    <a:lnTo>
                      <a:pt x="111" y="52"/>
                    </a:lnTo>
                    <a:lnTo>
                      <a:pt x="91" y="0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3" name="Freeform 694">
                <a:extLst>
                  <a:ext uri="{FF2B5EF4-FFF2-40B4-BE49-F238E27FC236}">
                    <a16:creationId xmlns:a16="http://schemas.microsoft.com/office/drawing/2014/main" id="{A3BDCDA8-A326-5657-1D34-C67EA1DE3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490"/>
                <a:ext cx="19" cy="20"/>
              </a:xfrm>
              <a:custGeom>
                <a:avLst/>
                <a:gdLst>
                  <a:gd name="T0" fmla="*/ 0 w 131"/>
                  <a:gd name="T1" fmla="*/ 0 h 140"/>
                  <a:gd name="T2" fmla="*/ 0 w 131"/>
                  <a:gd name="T3" fmla="*/ 0 h 140"/>
                  <a:gd name="T4" fmla="*/ 0 w 131"/>
                  <a:gd name="T5" fmla="*/ 0 h 140"/>
                  <a:gd name="T6" fmla="*/ 0 w 131"/>
                  <a:gd name="T7" fmla="*/ 0 h 140"/>
                  <a:gd name="T8" fmla="*/ 0 w 131"/>
                  <a:gd name="T9" fmla="*/ 0 h 140"/>
                  <a:gd name="T10" fmla="*/ 0 w 131"/>
                  <a:gd name="T11" fmla="*/ 0 h 140"/>
                  <a:gd name="T12" fmla="*/ 0 w 131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0"/>
                  <a:gd name="T23" fmla="*/ 131 w 131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0">
                    <a:moveTo>
                      <a:pt x="0" y="34"/>
                    </a:moveTo>
                    <a:lnTo>
                      <a:pt x="20" y="87"/>
                    </a:lnTo>
                    <a:lnTo>
                      <a:pt x="41" y="140"/>
                    </a:lnTo>
                    <a:lnTo>
                      <a:pt x="131" y="105"/>
                    </a:lnTo>
                    <a:lnTo>
                      <a:pt x="111" y="52"/>
                    </a:lnTo>
                    <a:lnTo>
                      <a:pt x="91" y="0"/>
                    </a:lnTo>
                    <a:lnTo>
                      <a:pt x="0" y="3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4" name="Freeform 695">
                <a:extLst>
                  <a:ext uri="{FF2B5EF4-FFF2-40B4-BE49-F238E27FC236}">
                    <a16:creationId xmlns:a16="http://schemas.microsoft.com/office/drawing/2014/main" id="{238F8E1D-0F74-7CEC-9EBD-4F100EEC1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3497"/>
                <a:ext cx="4" cy="8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0" y="0"/>
                    </a:moveTo>
                    <a:lnTo>
                      <a:pt x="20" y="53"/>
                    </a:lnTo>
                    <a:lnTo>
                      <a:pt x="26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5" name="Line 696">
                <a:extLst>
                  <a:ext uri="{FF2B5EF4-FFF2-40B4-BE49-F238E27FC236}">
                    <a16:creationId xmlns:a16="http://schemas.microsoft.com/office/drawing/2014/main" id="{93E35881-B700-541B-3D76-A99FFB627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4" y="35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6" name="Freeform 697">
                <a:extLst>
                  <a:ext uri="{FF2B5EF4-FFF2-40B4-BE49-F238E27FC236}">
                    <a16:creationId xmlns:a16="http://schemas.microsoft.com/office/drawing/2014/main" id="{F88B6695-F3CD-574C-9C69-A1676E613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483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0" y="45"/>
                    </a:moveTo>
                    <a:lnTo>
                      <a:pt x="26" y="95"/>
                    </a:lnTo>
                    <a:lnTo>
                      <a:pt x="52" y="146"/>
                    </a:lnTo>
                    <a:lnTo>
                      <a:pt x="140" y="101"/>
                    </a:lnTo>
                    <a:lnTo>
                      <a:pt x="114" y="50"/>
                    </a:lnTo>
                    <a:lnTo>
                      <a:pt x="88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7" name="Freeform 698">
                <a:extLst>
                  <a:ext uri="{FF2B5EF4-FFF2-40B4-BE49-F238E27FC236}">
                    <a16:creationId xmlns:a16="http://schemas.microsoft.com/office/drawing/2014/main" id="{59204093-E122-4B04-F513-BFF51E2FE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483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0" y="45"/>
                    </a:moveTo>
                    <a:lnTo>
                      <a:pt x="26" y="95"/>
                    </a:lnTo>
                    <a:lnTo>
                      <a:pt x="52" y="146"/>
                    </a:lnTo>
                    <a:lnTo>
                      <a:pt x="140" y="101"/>
                    </a:lnTo>
                    <a:lnTo>
                      <a:pt x="114" y="50"/>
                    </a:lnTo>
                    <a:lnTo>
                      <a:pt x="88" y="0"/>
                    </a:lnTo>
                    <a:lnTo>
                      <a:pt x="0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8" name="Freeform 699">
                <a:extLst>
                  <a:ext uri="{FF2B5EF4-FFF2-40B4-BE49-F238E27FC236}">
                    <a16:creationId xmlns:a16="http://schemas.microsoft.com/office/drawing/2014/main" id="{EB21E983-4894-EF8B-3585-719592076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3491"/>
                <a:ext cx="4" cy="7"/>
              </a:xfrm>
              <a:custGeom>
                <a:avLst/>
                <a:gdLst>
                  <a:gd name="T0" fmla="*/ 0 w 30"/>
                  <a:gd name="T1" fmla="*/ 0 h 51"/>
                  <a:gd name="T2" fmla="*/ 0 w 30"/>
                  <a:gd name="T3" fmla="*/ 0 h 51"/>
                  <a:gd name="T4" fmla="*/ 0 w 30"/>
                  <a:gd name="T5" fmla="*/ 0 h 51"/>
                  <a:gd name="T6" fmla="*/ 0 w 30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51"/>
                  <a:gd name="T14" fmla="*/ 30 w 30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51">
                    <a:moveTo>
                      <a:pt x="0" y="0"/>
                    </a:moveTo>
                    <a:lnTo>
                      <a:pt x="26" y="51"/>
                    </a:lnTo>
                    <a:lnTo>
                      <a:pt x="30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9" name="Line 700">
                <a:extLst>
                  <a:ext uri="{FF2B5EF4-FFF2-40B4-BE49-F238E27FC236}">
                    <a16:creationId xmlns:a16="http://schemas.microsoft.com/office/drawing/2014/main" id="{E94C33CD-C2F7-4ED8-A2C8-9CBB802FE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88" y="34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0" name="Freeform 701">
                <a:extLst>
                  <a:ext uri="{FF2B5EF4-FFF2-40B4-BE49-F238E27FC236}">
                    <a16:creationId xmlns:a16="http://schemas.microsoft.com/office/drawing/2014/main" id="{FD9D6B61-CFA6-FC3E-B2BF-8DAF1559A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476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0" y="52"/>
                    </a:move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1" name="Freeform 702">
                <a:extLst>
                  <a:ext uri="{FF2B5EF4-FFF2-40B4-BE49-F238E27FC236}">
                    <a16:creationId xmlns:a16="http://schemas.microsoft.com/office/drawing/2014/main" id="{D1032C18-BFD3-8162-37F3-E99753ED5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476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0" y="52"/>
                    </a:move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2" name="Freeform 703">
                <a:extLst>
                  <a:ext uri="{FF2B5EF4-FFF2-40B4-BE49-F238E27FC236}">
                    <a16:creationId xmlns:a16="http://schemas.microsoft.com/office/drawing/2014/main" id="{B0CFD21E-2E18-7B62-6E51-11E044133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3483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0" y="0"/>
                    </a:moveTo>
                    <a:lnTo>
                      <a:pt x="30" y="47"/>
                    </a:lnTo>
                    <a:lnTo>
                      <a:pt x="36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3" name="Line 704">
                <a:extLst>
                  <a:ext uri="{FF2B5EF4-FFF2-40B4-BE49-F238E27FC236}">
                    <a16:creationId xmlns:a16="http://schemas.microsoft.com/office/drawing/2014/main" id="{138D8137-A3A5-FD7C-8929-9CB0FB2A4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0" y="34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4" name="Freeform 705">
                <a:extLst>
                  <a:ext uri="{FF2B5EF4-FFF2-40B4-BE49-F238E27FC236}">
                    <a16:creationId xmlns:a16="http://schemas.microsoft.com/office/drawing/2014/main" id="{696D7500-37F6-581A-BDD4-8446A24F6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468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0" y="62"/>
                    </a:moveTo>
                    <a:lnTo>
                      <a:pt x="36" y="106"/>
                    </a:lnTo>
                    <a:lnTo>
                      <a:pt x="72" y="149"/>
                    </a:lnTo>
                    <a:lnTo>
                      <a:pt x="148" y="88"/>
                    </a:lnTo>
                    <a:lnTo>
                      <a:pt x="112" y="44"/>
                    </a:lnTo>
                    <a:lnTo>
                      <a:pt x="76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5" name="Freeform 706">
                <a:extLst>
                  <a:ext uri="{FF2B5EF4-FFF2-40B4-BE49-F238E27FC236}">
                    <a16:creationId xmlns:a16="http://schemas.microsoft.com/office/drawing/2014/main" id="{358F6709-8A72-0AD1-83E0-C1ECBAA630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468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0" y="62"/>
                    </a:moveTo>
                    <a:lnTo>
                      <a:pt x="36" y="106"/>
                    </a:lnTo>
                    <a:lnTo>
                      <a:pt x="72" y="149"/>
                    </a:lnTo>
                    <a:lnTo>
                      <a:pt x="148" y="88"/>
                    </a:lnTo>
                    <a:lnTo>
                      <a:pt x="112" y="44"/>
                    </a:lnTo>
                    <a:lnTo>
                      <a:pt x="76" y="0"/>
                    </a:lnTo>
                    <a:lnTo>
                      <a:pt x="0" y="6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6" name="Freeform 707">
                <a:extLst>
                  <a:ext uri="{FF2B5EF4-FFF2-40B4-BE49-F238E27FC236}">
                    <a16:creationId xmlns:a16="http://schemas.microsoft.com/office/drawing/2014/main" id="{1D02BA22-4D2E-1166-9320-5BB567E0D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3474"/>
                <a:ext cx="6" cy="7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0" y="0"/>
                    </a:moveTo>
                    <a:lnTo>
                      <a:pt x="36" y="44"/>
                    </a:lnTo>
                    <a:lnTo>
                      <a:pt x="4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7" name="Line 708">
                <a:extLst>
                  <a:ext uri="{FF2B5EF4-FFF2-40B4-BE49-F238E27FC236}">
                    <a16:creationId xmlns:a16="http://schemas.microsoft.com/office/drawing/2014/main" id="{B11A4981-71BF-5175-E317-CFBD6CB07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2" y="34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8" name="Freeform 709">
                <a:extLst>
                  <a:ext uri="{FF2B5EF4-FFF2-40B4-BE49-F238E27FC236}">
                    <a16:creationId xmlns:a16="http://schemas.microsoft.com/office/drawing/2014/main" id="{0C45CE2A-8AB9-4E3C-2944-5F088BA18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459"/>
                <a:ext cx="21" cy="21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0" y="70"/>
                    </a:moveTo>
                    <a:lnTo>
                      <a:pt x="40" y="110"/>
                    </a:lnTo>
                    <a:lnTo>
                      <a:pt x="80" y="150"/>
                    </a:lnTo>
                    <a:lnTo>
                      <a:pt x="150" y="81"/>
                    </a:lnTo>
                    <a:lnTo>
                      <a:pt x="110" y="40"/>
                    </a:lnTo>
                    <a:lnTo>
                      <a:pt x="69" y="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9" name="Freeform 710">
                <a:extLst>
                  <a:ext uri="{FF2B5EF4-FFF2-40B4-BE49-F238E27FC236}">
                    <a16:creationId xmlns:a16="http://schemas.microsoft.com/office/drawing/2014/main" id="{19EEDD49-6C85-2E0B-B083-7E2A6CA45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459"/>
                <a:ext cx="21" cy="21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0" y="70"/>
                    </a:moveTo>
                    <a:lnTo>
                      <a:pt x="40" y="110"/>
                    </a:lnTo>
                    <a:lnTo>
                      <a:pt x="80" y="150"/>
                    </a:lnTo>
                    <a:lnTo>
                      <a:pt x="150" y="81"/>
                    </a:lnTo>
                    <a:lnTo>
                      <a:pt x="110" y="40"/>
                    </a:lnTo>
                    <a:lnTo>
                      <a:pt x="69" y="0"/>
                    </a:lnTo>
                    <a:lnTo>
                      <a:pt x="0" y="7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0" name="Freeform 711">
                <a:extLst>
                  <a:ext uri="{FF2B5EF4-FFF2-40B4-BE49-F238E27FC236}">
                    <a16:creationId xmlns:a16="http://schemas.microsoft.com/office/drawing/2014/main" id="{CA88F133-2F6A-A742-DBC1-D6174D20C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3464"/>
                <a:ext cx="7" cy="6"/>
              </a:xfrm>
              <a:custGeom>
                <a:avLst/>
                <a:gdLst>
                  <a:gd name="T0" fmla="*/ 0 w 43"/>
                  <a:gd name="T1" fmla="*/ 0 h 41"/>
                  <a:gd name="T2" fmla="*/ 0 w 43"/>
                  <a:gd name="T3" fmla="*/ 0 h 41"/>
                  <a:gd name="T4" fmla="*/ 0 w 43"/>
                  <a:gd name="T5" fmla="*/ 0 h 41"/>
                  <a:gd name="T6" fmla="*/ 0 w 43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1"/>
                  <a:gd name="T14" fmla="*/ 43 w 43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1">
                    <a:moveTo>
                      <a:pt x="0" y="0"/>
                    </a:moveTo>
                    <a:lnTo>
                      <a:pt x="40" y="41"/>
                    </a:lnTo>
                    <a:lnTo>
                      <a:pt x="4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1" name="Line 712">
                <a:extLst>
                  <a:ext uri="{FF2B5EF4-FFF2-40B4-BE49-F238E27FC236}">
                    <a16:creationId xmlns:a16="http://schemas.microsoft.com/office/drawing/2014/main" id="{0029148D-9493-30AF-623F-83E02C63B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2" y="34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2" name="Freeform 713">
                <a:extLst>
                  <a:ext uri="{FF2B5EF4-FFF2-40B4-BE49-F238E27FC236}">
                    <a16:creationId xmlns:a16="http://schemas.microsoft.com/office/drawing/2014/main" id="{72FB4F6F-3AFF-2FC0-266F-0C549BCEF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448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0" y="77"/>
                    </a:moveTo>
                    <a:lnTo>
                      <a:pt x="44" y="112"/>
                    </a:lnTo>
                    <a:lnTo>
                      <a:pt x="87" y="148"/>
                    </a:lnTo>
                    <a:lnTo>
                      <a:pt x="149" y="72"/>
                    </a:lnTo>
                    <a:lnTo>
                      <a:pt x="105" y="36"/>
                    </a:lnTo>
                    <a:lnTo>
                      <a:pt x="62" y="0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3" name="Freeform 714">
                <a:extLst>
                  <a:ext uri="{FF2B5EF4-FFF2-40B4-BE49-F238E27FC236}">
                    <a16:creationId xmlns:a16="http://schemas.microsoft.com/office/drawing/2014/main" id="{4729A85F-AFC9-B781-D9F2-BBE36ECFD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448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0" y="77"/>
                    </a:moveTo>
                    <a:lnTo>
                      <a:pt x="44" y="112"/>
                    </a:lnTo>
                    <a:lnTo>
                      <a:pt x="87" y="148"/>
                    </a:lnTo>
                    <a:lnTo>
                      <a:pt x="149" y="72"/>
                    </a:lnTo>
                    <a:lnTo>
                      <a:pt x="105" y="36"/>
                    </a:lnTo>
                    <a:lnTo>
                      <a:pt x="62" y="0"/>
                    </a:lnTo>
                    <a:lnTo>
                      <a:pt x="0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4" name="Freeform 715">
                <a:extLst>
                  <a:ext uri="{FF2B5EF4-FFF2-40B4-BE49-F238E27FC236}">
                    <a16:creationId xmlns:a16="http://schemas.microsoft.com/office/drawing/2014/main" id="{17362318-4714-FFCA-F5CE-6B63F98CA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3453"/>
                <a:ext cx="7" cy="6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0" y="0"/>
                    </a:moveTo>
                    <a:lnTo>
                      <a:pt x="44" y="36"/>
                    </a:lnTo>
                    <a:lnTo>
                      <a:pt x="47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5" name="Line 716">
                <a:extLst>
                  <a:ext uri="{FF2B5EF4-FFF2-40B4-BE49-F238E27FC236}">
                    <a16:creationId xmlns:a16="http://schemas.microsoft.com/office/drawing/2014/main" id="{CB2E4B88-B3C3-2FA1-973C-17A2A98F3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1" y="34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6" name="Freeform 717">
                <a:extLst>
                  <a:ext uri="{FF2B5EF4-FFF2-40B4-BE49-F238E27FC236}">
                    <a16:creationId xmlns:a16="http://schemas.microsoft.com/office/drawing/2014/main" id="{37CDC7AD-C70C-F9F6-B919-F85383A82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437"/>
                <a:ext cx="22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0" y="83"/>
                    </a:move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7" name="Freeform 718">
                <a:extLst>
                  <a:ext uri="{FF2B5EF4-FFF2-40B4-BE49-F238E27FC236}">
                    <a16:creationId xmlns:a16="http://schemas.microsoft.com/office/drawing/2014/main" id="{742E7687-7FE0-7051-7611-D371ADA42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437"/>
                <a:ext cx="22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0" y="83"/>
                    </a:move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8" name="Freeform 719">
                <a:extLst>
                  <a:ext uri="{FF2B5EF4-FFF2-40B4-BE49-F238E27FC236}">
                    <a16:creationId xmlns:a16="http://schemas.microsoft.com/office/drawing/2014/main" id="{9DAA808E-EE4B-90E0-832E-EA14024D3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442"/>
                <a:ext cx="7" cy="4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0" y="0"/>
                    </a:moveTo>
                    <a:lnTo>
                      <a:pt x="47" y="30"/>
                    </a:lnTo>
                    <a:lnTo>
                      <a:pt x="5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9" name="Line 720">
                <a:extLst>
                  <a:ext uri="{FF2B5EF4-FFF2-40B4-BE49-F238E27FC236}">
                    <a16:creationId xmlns:a16="http://schemas.microsoft.com/office/drawing/2014/main" id="{FC1A4C66-E108-1999-9A77-806BB753A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0" y="34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0" name="Freeform 721">
                <a:extLst>
                  <a:ext uri="{FF2B5EF4-FFF2-40B4-BE49-F238E27FC236}">
                    <a16:creationId xmlns:a16="http://schemas.microsoft.com/office/drawing/2014/main" id="{BB14F17E-0432-8868-D795-330A4077B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425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0" y="87"/>
                    </a:moveTo>
                    <a:lnTo>
                      <a:pt x="50" y="113"/>
                    </a:lnTo>
                    <a:lnTo>
                      <a:pt x="101" y="139"/>
                    </a:lnTo>
                    <a:lnTo>
                      <a:pt x="146" y="51"/>
                    </a:lnTo>
                    <a:lnTo>
                      <a:pt x="95" y="26"/>
                    </a:lnTo>
                    <a:lnTo>
                      <a:pt x="45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1" name="Freeform 722">
                <a:extLst>
                  <a:ext uri="{FF2B5EF4-FFF2-40B4-BE49-F238E27FC236}">
                    <a16:creationId xmlns:a16="http://schemas.microsoft.com/office/drawing/2014/main" id="{8D1CC514-E09D-90E7-7508-4DEC52189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425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0" y="87"/>
                    </a:moveTo>
                    <a:lnTo>
                      <a:pt x="50" y="113"/>
                    </a:lnTo>
                    <a:lnTo>
                      <a:pt x="101" y="139"/>
                    </a:lnTo>
                    <a:lnTo>
                      <a:pt x="146" y="51"/>
                    </a:lnTo>
                    <a:lnTo>
                      <a:pt x="95" y="26"/>
                    </a:lnTo>
                    <a:lnTo>
                      <a:pt x="45" y="0"/>
                    </a:lnTo>
                    <a:lnTo>
                      <a:pt x="0" y="8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2" name="Freeform 723">
                <a:extLst>
                  <a:ext uri="{FF2B5EF4-FFF2-40B4-BE49-F238E27FC236}">
                    <a16:creationId xmlns:a16="http://schemas.microsoft.com/office/drawing/2014/main" id="{090C80C7-953D-996E-DA80-BDFF2F769E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3429"/>
                <a:ext cx="8" cy="4"/>
              </a:xfrm>
              <a:custGeom>
                <a:avLst/>
                <a:gdLst>
                  <a:gd name="T0" fmla="*/ 0 w 53"/>
                  <a:gd name="T1" fmla="*/ 0 h 25"/>
                  <a:gd name="T2" fmla="*/ 0 w 53"/>
                  <a:gd name="T3" fmla="*/ 0 h 25"/>
                  <a:gd name="T4" fmla="*/ 0 w 53"/>
                  <a:gd name="T5" fmla="*/ 0 h 25"/>
                  <a:gd name="T6" fmla="*/ 0 w 53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5"/>
                  <a:gd name="T14" fmla="*/ 53 w 53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5">
                    <a:moveTo>
                      <a:pt x="0" y="0"/>
                    </a:moveTo>
                    <a:lnTo>
                      <a:pt x="51" y="25"/>
                    </a:lnTo>
                    <a:lnTo>
                      <a:pt x="53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3" name="Line 724">
                <a:extLst>
                  <a:ext uri="{FF2B5EF4-FFF2-40B4-BE49-F238E27FC236}">
                    <a16:creationId xmlns:a16="http://schemas.microsoft.com/office/drawing/2014/main" id="{D59D17AA-0E4C-F9AB-07FA-FA48EDE70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7" y="34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4" name="Freeform 725">
                <a:extLst>
                  <a:ext uri="{FF2B5EF4-FFF2-40B4-BE49-F238E27FC236}">
                    <a16:creationId xmlns:a16="http://schemas.microsoft.com/office/drawing/2014/main" id="{94F11218-0152-FEC1-90FA-7D13B812E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413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0" y="91"/>
                    </a:moveTo>
                    <a:lnTo>
                      <a:pt x="53" y="112"/>
                    </a:lnTo>
                    <a:lnTo>
                      <a:pt x="106" y="132"/>
                    </a:lnTo>
                    <a:lnTo>
                      <a:pt x="141" y="41"/>
                    </a:lnTo>
                    <a:lnTo>
                      <a:pt x="88" y="21"/>
                    </a:lnTo>
                    <a:lnTo>
                      <a:pt x="35" y="0"/>
                    </a:lnTo>
                    <a:lnTo>
                      <a:pt x="0" y="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5" name="Freeform 726">
                <a:extLst>
                  <a:ext uri="{FF2B5EF4-FFF2-40B4-BE49-F238E27FC236}">
                    <a16:creationId xmlns:a16="http://schemas.microsoft.com/office/drawing/2014/main" id="{A56156E4-936E-3085-7F7E-D2BF0A0D6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413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0" y="91"/>
                    </a:moveTo>
                    <a:lnTo>
                      <a:pt x="53" y="112"/>
                    </a:lnTo>
                    <a:lnTo>
                      <a:pt x="106" y="132"/>
                    </a:lnTo>
                    <a:lnTo>
                      <a:pt x="141" y="41"/>
                    </a:lnTo>
                    <a:lnTo>
                      <a:pt x="88" y="21"/>
                    </a:lnTo>
                    <a:lnTo>
                      <a:pt x="35" y="0"/>
                    </a:lnTo>
                    <a:lnTo>
                      <a:pt x="0" y="9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6" name="Freeform 727">
                <a:extLst>
                  <a:ext uri="{FF2B5EF4-FFF2-40B4-BE49-F238E27FC236}">
                    <a16:creationId xmlns:a16="http://schemas.microsoft.com/office/drawing/2014/main" id="{21F3B2ED-942D-E4E2-92D3-95E5B8D15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416"/>
                <a:ext cx="8" cy="3"/>
              </a:xfrm>
              <a:custGeom>
                <a:avLst/>
                <a:gdLst>
                  <a:gd name="T0" fmla="*/ 0 w 55"/>
                  <a:gd name="T1" fmla="*/ 0 h 20"/>
                  <a:gd name="T2" fmla="*/ 0 w 55"/>
                  <a:gd name="T3" fmla="*/ 0 h 20"/>
                  <a:gd name="T4" fmla="*/ 0 w 55"/>
                  <a:gd name="T5" fmla="*/ 0 h 20"/>
                  <a:gd name="T6" fmla="*/ 0 w 55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0"/>
                  <a:gd name="T14" fmla="*/ 55 w 55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0">
                    <a:moveTo>
                      <a:pt x="0" y="0"/>
                    </a:moveTo>
                    <a:lnTo>
                      <a:pt x="53" y="20"/>
                    </a:lnTo>
                    <a:lnTo>
                      <a:pt x="55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7" name="Line 728">
                <a:extLst>
                  <a:ext uri="{FF2B5EF4-FFF2-40B4-BE49-F238E27FC236}">
                    <a16:creationId xmlns:a16="http://schemas.microsoft.com/office/drawing/2014/main" id="{1D4A1A22-5749-257B-DE2E-1DD829F20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34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8" name="Freeform 729">
                <a:extLst>
                  <a:ext uri="{FF2B5EF4-FFF2-40B4-BE49-F238E27FC236}">
                    <a16:creationId xmlns:a16="http://schemas.microsoft.com/office/drawing/2014/main" id="{857CA733-A99E-E22F-0A1B-E66C919AD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400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0" y="95"/>
                    </a:move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lnTo>
                      <a:pt x="80" y="14"/>
                    </a:lnTo>
                    <a:lnTo>
                      <a:pt x="25" y="0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9" name="Freeform 730">
                <a:extLst>
                  <a:ext uri="{FF2B5EF4-FFF2-40B4-BE49-F238E27FC236}">
                    <a16:creationId xmlns:a16="http://schemas.microsoft.com/office/drawing/2014/main" id="{D3A34D42-4410-811D-6616-1BD42EAC2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400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0" y="95"/>
                    </a:move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lnTo>
                      <a:pt x="80" y="14"/>
                    </a:lnTo>
                    <a:lnTo>
                      <a:pt x="25" y="0"/>
                    </a:lnTo>
                    <a:lnTo>
                      <a:pt x="0" y="9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0" name="Freeform 731">
                <a:extLst>
                  <a:ext uri="{FF2B5EF4-FFF2-40B4-BE49-F238E27FC236}">
                    <a16:creationId xmlns:a16="http://schemas.microsoft.com/office/drawing/2014/main" id="{3AC71CBE-128B-5B20-6C9E-D14C73997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3402"/>
                <a:ext cx="8" cy="3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0" y="0"/>
                    </a:moveTo>
                    <a:lnTo>
                      <a:pt x="55" y="15"/>
                    </a:lnTo>
                    <a:lnTo>
                      <a:pt x="56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1" name="Line 732">
                <a:extLst>
                  <a:ext uri="{FF2B5EF4-FFF2-40B4-BE49-F238E27FC236}">
                    <a16:creationId xmlns:a16="http://schemas.microsoft.com/office/drawing/2014/main" id="{4E29263C-952B-1D02-2D13-824582790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6" y="34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2" name="Freeform 733">
                <a:extLst>
                  <a:ext uri="{FF2B5EF4-FFF2-40B4-BE49-F238E27FC236}">
                    <a16:creationId xmlns:a16="http://schemas.microsoft.com/office/drawing/2014/main" id="{05995C54-2587-7872-3AE9-BB1E138DF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0" y="96"/>
                    </a:moveTo>
                    <a:lnTo>
                      <a:pt x="57" y="105"/>
                    </a:lnTo>
                    <a:lnTo>
                      <a:pt x="113" y="114"/>
                    </a:lnTo>
                    <a:lnTo>
                      <a:pt x="128" y="18"/>
                    </a:ln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3" name="Freeform 734">
                <a:extLst>
                  <a:ext uri="{FF2B5EF4-FFF2-40B4-BE49-F238E27FC236}">
                    <a16:creationId xmlns:a16="http://schemas.microsoft.com/office/drawing/2014/main" id="{9BBB9EEA-52E3-9E79-3261-E93E0C697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0" y="96"/>
                    </a:moveTo>
                    <a:lnTo>
                      <a:pt x="57" y="105"/>
                    </a:lnTo>
                    <a:lnTo>
                      <a:pt x="113" y="114"/>
                    </a:lnTo>
                    <a:lnTo>
                      <a:pt x="128" y="18"/>
                    </a:ln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4" name="Freeform 735">
                <a:extLst>
                  <a:ext uri="{FF2B5EF4-FFF2-40B4-BE49-F238E27FC236}">
                    <a16:creationId xmlns:a16="http://schemas.microsoft.com/office/drawing/2014/main" id="{F834FB6F-619F-ED4F-62F8-5B382ED31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3389"/>
                <a:ext cx="8" cy="1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0"/>
                    </a:moveTo>
                    <a:lnTo>
                      <a:pt x="56" y="9"/>
                    </a:lnTo>
                    <a:lnTo>
                      <a:pt x="56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Line 736">
                <a:extLst>
                  <a:ext uri="{FF2B5EF4-FFF2-40B4-BE49-F238E27FC236}">
                    <a16:creationId xmlns:a16="http://schemas.microsoft.com/office/drawing/2014/main" id="{6C731F4C-9657-B05B-DAEA-E38793801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8" y="33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Freeform 737">
                <a:extLst>
                  <a:ext uri="{FF2B5EF4-FFF2-40B4-BE49-F238E27FC236}">
                    <a16:creationId xmlns:a16="http://schemas.microsoft.com/office/drawing/2014/main" id="{FE221758-8697-8F4D-38D1-2A49D60ED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74"/>
                <a:ext cx="17" cy="15"/>
              </a:xfrm>
              <a:custGeom>
                <a:avLst/>
                <a:gdLst>
                  <a:gd name="T0" fmla="*/ 0 w 118"/>
                  <a:gd name="T1" fmla="*/ 0 h 104"/>
                  <a:gd name="T2" fmla="*/ 0 w 118"/>
                  <a:gd name="T3" fmla="*/ 0 h 104"/>
                  <a:gd name="T4" fmla="*/ 0 w 118"/>
                  <a:gd name="T5" fmla="*/ 0 h 104"/>
                  <a:gd name="T6" fmla="*/ 0 w 118"/>
                  <a:gd name="T7" fmla="*/ 0 h 104"/>
                  <a:gd name="T8" fmla="*/ 0 w 118"/>
                  <a:gd name="T9" fmla="*/ 0 h 104"/>
                  <a:gd name="T10" fmla="*/ 0 w 118"/>
                  <a:gd name="T11" fmla="*/ 0 h 104"/>
                  <a:gd name="T12" fmla="*/ 0 w 118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4"/>
                  <a:gd name="T23" fmla="*/ 118 w 118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4">
                    <a:moveTo>
                      <a:pt x="0" y="97"/>
                    </a:moveTo>
                    <a:lnTo>
                      <a:pt x="56" y="101"/>
                    </a:lnTo>
                    <a:lnTo>
                      <a:pt x="112" y="104"/>
                    </a:lnTo>
                    <a:lnTo>
                      <a:pt x="118" y="7"/>
                    </a:lnTo>
                    <a:lnTo>
                      <a:pt x="62" y="3"/>
                    </a:lnTo>
                    <a:lnTo>
                      <a:pt x="6" y="0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Freeform 738">
                <a:extLst>
                  <a:ext uri="{FF2B5EF4-FFF2-40B4-BE49-F238E27FC236}">
                    <a16:creationId xmlns:a16="http://schemas.microsoft.com/office/drawing/2014/main" id="{8FC81F4F-236D-1784-763B-75F47CA5A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74"/>
                <a:ext cx="17" cy="15"/>
              </a:xfrm>
              <a:custGeom>
                <a:avLst/>
                <a:gdLst>
                  <a:gd name="T0" fmla="*/ 0 w 118"/>
                  <a:gd name="T1" fmla="*/ 0 h 104"/>
                  <a:gd name="T2" fmla="*/ 0 w 118"/>
                  <a:gd name="T3" fmla="*/ 0 h 104"/>
                  <a:gd name="T4" fmla="*/ 0 w 118"/>
                  <a:gd name="T5" fmla="*/ 0 h 104"/>
                  <a:gd name="T6" fmla="*/ 0 w 118"/>
                  <a:gd name="T7" fmla="*/ 0 h 104"/>
                  <a:gd name="T8" fmla="*/ 0 w 118"/>
                  <a:gd name="T9" fmla="*/ 0 h 104"/>
                  <a:gd name="T10" fmla="*/ 0 w 118"/>
                  <a:gd name="T11" fmla="*/ 0 h 104"/>
                  <a:gd name="T12" fmla="*/ 0 w 118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4"/>
                  <a:gd name="T23" fmla="*/ 118 w 118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4">
                    <a:moveTo>
                      <a:pt x="0" y="97"/>
                    </a:moveTo>
                    <a:lnTo>
                      <a:pt x="56" y="101"/>
                    </a:lnTo>
                    <a:lnTo>
                      <a:pt x="112" y="104"/>
                    </a:lnTo>
                    <a:lnTo>
                      <a:pt x="118" y="7"/>
                    </a:lnTo>
                    <a:lnTo>
                      <a:pt x="62" y="3"/>
                    </a:lnTo>
                    <a:lnTo>
                      <a:pt x="6" y="0"/>
                    </a:lnTo>
                    <a:lnTo>
                      <a:pt x="0" y="9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Freeform 739">
                <a:extLst>
                  <a:ext uri="{FF2B5EF4-FFF2-40B4-BE49-F238E27FC236}">
                    <a16:creationId xmlns:a16="http://schemas.microsoft.com/office/drawing/2014/main" id="{C461B85A-549C-E377-AF4D-35788A177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1" y="337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0" y="3"/>
                    </a:moveTo>
                    <a:lnTo>
                      <a:pt x="56" y="7"/>
                    </a:lnTo>
                    <a:lnTo>
                      <a:pt x="56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Line 740">
                <a:extLst>
                  <a:ext uri="{FF2B5EF4-FFF2-40B4-BE49-F238E27FC236}">
                    <a16:creationId xmlns:a16="http://schemas.microsoft.com/office/drawing/2014/main" id="{9F65BAAC-79FB-2D0E-B4F6-FBDA5A5D3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9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Freeform 741">
                <a:extLst>
                  <a:ext uri="{FF2B5EF4-FFF2-40B4-BE49-F238E27FC236}">
                    <a16:creationId xmlns:a16="http://schemas.microsoft.com/office/drawing/2014/main" id="{6CBB451D-2C9E-7939-35C3-BF72BAFBC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9"/>
                <a:ext cx="16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Freeform 742">
                <a:extLst>
                  <a:ext uri="{FF2B5EF4-FFF2-40B4-BE49-F238E27FC236}">
                    <a16:creationId xmlns:a16="http://schemas.microsoft.com/office/drawing/2014/main" id="{91952B11-B56E-BEA7-7F8F-1EE5BA097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9"/>
                <a:ext cx="16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Freeform 743">
                <a:extLst>
                  <a:ext uri="{FF2B5EF4-FFF2-40B4-BE49-F238E27FC236}">
                    <a16:creationId xmlns:a16="http://schemas.microsoft.com/office/drawing/2014/main" id="{8FA9EA15-E5AC-8E70-992B-967116255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900"/>
                <a:ext cx="16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0" y="5940"/>
                    </a:move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Freeform 744">
                <a:extLst>
                  <a:ext uri="{FF2B5EF4-FFF2-40B4-BE49-F238E27FC236}">
                    <a16:creationId xmlns:a16="http://schemas.microsoft.com/office/drawing/2014/main" id="{9E66CF35-8ABC-6291-526E-7BEAB45D2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900"/>
                <a:ext cx="16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0" y="5940"/>
                    </a:move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Freeform 745">
                <a:extLst>
                  <a:ext uri="{FF2B5EF4-FFF2-40B4-BE49-F238E27FC236}">
                    <a16:creationId xmlns:a16="http://schemas.microsoft.com/office/drawing/2014/main" id="{480F212F-FAE4-F814-E048-6B2E48CEB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Freeform 746">
                <a:extLst>
                  <a:ext uri="{FF2B5EF4-FFF2-40B4-BE49-F238E27FC236}">
                    <a16:creationId xmlns:a16="http://schemas.microsoft.com/office/drawing/2014/main" id="{DA66B836-6E82-DFEC-87C3-707C7A073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Freeform 747">
                <a:extLst>
                  <a:ext uri="{FF2B5EF4-FFF2-40B4-BE49-F238E27FC236}">
                    <a16:creationId xmlns:a16="http://schemas.microsoft.com/office/drawing/2014/main" id="{9ED4F0A1-25F3-8C1D-229C-DE3B54E19F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3375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Freeform 748">
                <a:extLst>
                  <a:ext uri="{FF2B5EF4-FFF2-40B4-BE49-F238E27FC236}">
                    <a16:creationId xmlns:a16="http://schemas.microsoft.com/office/drawing/2014/main" id="{94BB25F7-1875-6194-3E2A-3F3DD0EDB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3375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Freeform 749">
                <a:extLst>
                  <a:ext uri="{FF2B5EF4-FFF2-40B4-BE49-F238E27FC236}">
                    <a16:creationId xmlns:a16="http://schemas.microsoft.com/office/drawing/2014/main" id="{55D4EC32-5B97-3197-BA33-907A93A95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900"/>
                <a:ext cx="17" cy="475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Freeform 750">
                <a:extLst>
                  <a:ext uri="{FF2B5EF4-FFF2-40B4-BE49-F238E27FC236}">
                    <a16:creationId xmlns:a16="http://schemas.microsoft.com/office/drawing/2014/main" id="{9AB89340-401C-1D32-BF72-D05770385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900"/>
                <a:ext cx="17" cy="475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Freeform 751">
                <a:extLst>
                  <a:ext uri="{FF2B5EF4-FFF2-40B4-BE49-F238E27FC236}">
                    <a16:creationId xmlns:a16="http://schemas.microsoft.com/office/drawing/2014/main" id="{5E9FFC0A-A298-AC68-594F-0B034766F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Freeform 752">
                <a:extLst>
                  <a:ext uri="{FF2B5EF4-FFF2-40B4-BE49-F238E27FC236}">
                    <a16:creationId xmlns:a16="http://schemas.microsoft.com/office/drawing/2014/main" id="{C2E95601-D9E6-4697-775D-AB0021CE1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Line 753">
                <a:extLst>
                  <a:ext uri="{FF2B5EF4-FFF2-40B4-BE49-F238E27FC236}">
                    <a16:creationId xmlns:a16="http://schemas.microsoft.com/office/drawing/2014/main" id="{A87D8FCC-9F12-9340-2F4E-4D079D52C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574"/>
                <a:ext cx="1" cy="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Line 754">
                <a:extLst>
                  <a:ext uri="{FF2B5EF4-FFF2-40B4-BE49-F238E27FC236}">
                    <a16:creationId xmlns:a16="http://schemas.microsoft.com/office/drawing/2014/main" id="{2373787D-B2ED-CCEC-FCF2-2D650814C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511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Line 755">
                <a:extLst>
                  <a:ext uri="{FF2B5EF4-FFF2-40B4-BE49-F238E27FC236}">
                    <a16:creationId xmlns:a16="http://schemas.microsoft.com/office/drawing/2014/main" id="{F9FD7A30-0435-F7FF-3A9C-C056B50D7D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448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Line 756">
                <a:extLst>
                  <a:ext uri="{FF2B5EF4-FFF2-40B4-BE49-F238E27FC236}">
                    <a16:creationId xmlns:a16="http://schemas.microsoft.com/office/drawing/2014/main" id="{9E4211AA-356A-619D-AF34-1F78B1308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385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Line 757">
                <a:extLst>
                  <a:ext uri="{FF2B5EF4-FFF2-40B4-BE49-F238E27FC236}">
                    <a16:creationId xmlns:a16="http://schemas.microsoft.com/office/drawing/2014/main" id="{FFE95B85-D5CC-8507-9CC0-19B857F80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322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Line 758">
                <a:extLst>
                  <a:ext uri="{FF2B5EF4-FFF2-40B4-BE49-F238E27FC236}">
                    <a16:creationId xmlns:a16="http://schemas.microsoft.com/office/drawing/2014/main" id="{3B2BEA72-D47A-6FE6-160A-08C971598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259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Line 759">
                <a:extLst>
                  <a:ext uri="{FF2B5EF4-FFF2-40B4-BE49-F238E27FC236}">
                    <a16:creationId xmlns:a16="http://schemas.microsoft.com/office/drawing/2014/main" id="{004E8A78-725C-1D02-0115-4AF15029C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197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9" name="Line 760">
                <a:extLst>
                  <a:ext uri="{FF2B5EF4-FFF2-40B4-BE49-F238E27FC236}">
                    <a16:creationId xmlns:a16="http://schemas.microsoft.com/office/drawing/2014/main" id="{94A39230-8126-C655-4E3C-91AB8F5FE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125"/>
                <a:ext cx="1" cy="5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0" name="Freeform 761">
                <a:extLst>
                  <a:ext uri="{FF2B5EF4-FFF2-40B4-BE49-F238E27FC236}">
                    <a16:creationId xmlns:a16="http://schemas.microsoft.com/office/drawing/2014/main" id="{7F335676-3509-658D-010D-44E22699A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3749"/>
                <a:ext cx="16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1" name="Freeform 762">
                <a:extLst>
                  <a:ext uri="{FF2B5EF4-FFF2-40B4-BE49-F238E27FC236}">
                    <a16:creationId xmlns:a16="http://schemas.microsoft.com/office/drawing/2014/main" id="{016C4A19-1AC9-E8A3-0952-4B12C1CD2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3749"/>
                <a:ext cx="16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2" name="Freeform 763">
                <a:extLst>
                  <a:ext uri="{FF2B5EF4-FFF2-40B4-BE49-F238E27FC236}">
                    <a16:creationId xmlns:a16="http://schemas.microsoft.com/office/drawing/2014/main" id="{D2164A9D-5909-F69B-AF7B-13503EACA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84"/>
                <a:ext cx="16" cy="765"/>
              </a:xfrm>
              <a:custGeom>
                <a:avLst/>
                <a:gdLst>
                  <a:gd name="T0" fmla="*/ 0 w 114"/>
                  <a:gd name="T1" fmla="*/ 0 h 5356"/>
                  <a:gd name="T2" fmla="*/ 0 w 114"/>
                  <a:gd name="T3" fmla="*/ 0 h 5356"/>
                  <a:gd name="T4" fmla="*/ 0 w 114"/>
                  <a:gd name="T5" fmla="*/ 0 h 5356"/>
                  <a:gd name="T6" fmla="*/ 0 w 114"/>
                  <a:gd name="T7" fmla="*/ 0 h 5356"/>
                  <a:gd name="T8" fmla="*/ 0 w 114"/>
                  <a:gd name="T9" fmla="*/ 0 h 5356"/>
                  <a:gd name="T10" fmla="*/ 0 w 114"/>
                  <a:gd name="T11" fmla="*/ 0 h 5356"/>
                  <a:gd name="T12" fmla="*/ 0 w 114"/>
                  <a:gd name="T13" fmla="*/ 0 h 53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356"/>
                  <a:gd name="T23" fmla="*/ 114 w 114"/>
                  <a:gd name="T24" fmla="*/ 5356 h 53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356">
                    <a:moveTo>
                      <a:pt x="0" y="5356"/>
                    </a:moveTo>
                    <a:lnTo>
                      <a:pt x="57" y="5356"/>
                    </a:lnTo>
                    <a:lnTo>
                      <a:pt x="114" y="5356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3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3" name="Freeform 764">
                <a:extLst>
                  <a:ext uri="{FF2B5EF4-FFF2-40B4-BE49-F238E27FC236}">
                    <a16:creationId xmlns:a16="http://schemas.microsoft.com/office/drawing/2014/main" id="{FFA9A6D5-5CB8-6507-86DA-3CAB8D5C1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84"/>
                <a:ext cx="16" cy="765"/>
              </a:xfrm>
              <a:custGeom>
                <a:avLst/>
                <a:gdLst>
                  <a:gd name="T0" fmla="*/ 0 w 114"/>
                  <a:gd name="T1" fmla="*/ 0 h 5356"/>
                  <a:gd name="T2" fmla="*/ 0 w 114"/>
                  <a:gd name="T3" fmla="*/ 0 h 5356"/>
                  <a:gd name="T4" fmla="*/ 0 w 114"/>
                  <a:gd name="T5" fmla="*/ 0 h 5356"/>
                  <a:gd name="T6" fmla="*/ 0 w 114"/>
                  <a:gd name="T7" fmla="*/ 0 h 5356"/>
                  <a:gd name="T8" fmla="*/ 0 w 114"/>
                  <a:gd name="T9" fmla="*/ 0 h 5356"/>
                  <a:gd name="T10" fmla="*/ 0 w 114"/>
                  <a:gd name="T11" fmla="*/ 0 h 5356"/>
                  <a:gd name="T12" fmla="*/ 0 w 114"/>
                  <a:gd name="T13" fmla="*/ 0 h 53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356"/>
                  <a:gd name="T23" fmla="*/ 114 w 114"/>
                  <a:gd name="T24" fmla="*/ 5356 h 53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356">
                    <a:moveTo>
                      <a:pt x="0" y="5356"/>
                    </a:moveTo>
                    <a:lnTo>
                      <a:pt x="57" y="5356"/>
                    </a:lnTo>
                    <a:lnTo>
                      <a:pt x="114" y="5356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3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4" name="Freeform 765">
                <a:extLst>
                  <a:ext uri="{FF2B5EF4-FFF2-40B4-BE49-F238E27FC236}">
                    <a16:creationId xmlns:a16="http://schemas.microsoft.com/office/drawing/2014/main" id="{F97BB343-6CDA-C76D-3BFF-1780F2739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76"/>
                <a:ext cx="16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2" y="45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5" name="Freeform 766">
                <a:extLst>
                  <a:ext uri="{FF2B5EF4-FFF2-40B4-BE49-F238E27FC236}">
                    <a16:creationId xmlns:a16="http://schemas.microsoft.com/office/drawing/2014/main" id="{EE6CAC68-1F9F-A7F8-18EF-21C747134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76"/>
                <a:ext cx="16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2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6" name="Freeform 767">
                <a:extLst>
                  <a:ext uri="{FF2B5EF4-FFF2-40B4-BE49-F238E27FC236}">
                    <a16:creationId xmlns:a16="http://schemas.microsoft.com/office/drawing/2014/main" id="{C988C384-F65F-1A5A-4143-5378C2A8F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7" name="Freeform 768">
                <a:extLst>
                  <a:ext uri="{FF2B5EF4-FFF2-40B4-BE49-F238E27FC236}">
                    <a16:creationId xmlns:a16="http://schemas.microsoft.com/office/drawing/2014/main" id="{522F0278-120A-3E89-B046-CFFE25494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8" name="Freeform 769">
                <a:extLst>
                  <a:ext uri="{FF2B5EF4-FFF2-40B4-BE49-F238E27FC236}">
                    <a16:creationId xmlns:a16="http://schemas.microsoft.com/office/drawing/2014/main" id="{6C971F70-DBB9-9924-33B6-1A3DA3DF2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3741"/>
                <a:ext cx="469" cy="16"/>
              </a:xfrm>
              <a:custGeom>
                <a:avLst/>
                <a:gdLst>
                  <a:gd name="T0" fmla="*/ 0 w 3281"/>
                  <a:gd name="T1" fmla="*/ 0 h 113"/>
                  <a:gd name="T2" fmla="*/ 0 w 3281"/>
                  <a:gd name="T3" fmla="*/ 0 h 113"/>
                  <a:gd name="T4" fmla="*/ 0 w 3281"/>
                  <a:gd name="T5" fmla="*/ 0 h 113"/>
                  <a:gd name="T6" fmla="*/ 0 w 3281"/>
                  <a:gd name="T7" fmla="*/ 0 h 113"/>
                  <a:gd name="T8" fmla="*/ 0 w 3281"/>
                  <a:gd name="T9" fmla="*/ 0 h 113"/>
                  <a:gd name="T10" fmla="*/ 0 w 3281"/>
                  <a:gd name="T11" fmla="*/ 0 h 113"/>
                  <a:gd name="T12" fmla="*/ 0 w 3281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81"/>
                  <a:gd name="T22" fmla="*/ 0 h 113"/>
                  <a:gd name="T23" fmla="*/ 3281 w 3281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81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281" y="113"/>
                    </a:lnTo>
                    <a:lnTo>
                      <a:pt x="3281" y="57"/>
                    </a:lnTo>
                    <a:lnTo>
                      <a:pt x="32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9" name="Freeform 770">
                <a:extLst>
                  <a:ext uri="{FF2B5EF4-FFF2-40B4-BE49-F238E27FC236}">
                    <a16:creationId xmlns:a16="http://schemas.microsoft.com/office/drawing/2014/main" id="{E6C6EEC6-22D3-FFD9-000F-EB36EF4A8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3741"/>
                <a:ext cx="469" cy="16"/>
              </a:xfrm>
              <a:custGeom>
                <a:avLst/>
                <a:gdLst>
                  <a:gd name="T0" fmla="*/ 0 w 3281"/>
                  <a:gd name="T1" fmla="*/ 0 h 113"/>
                  <a:gd name="T2" fmla="*/ 0 w 3281"/>
                  <a:gd name="T3" fmla="*/ 0 h 113"/>
                  <a:gd name="T4" fmla="*/ 0 w 3281"/>
                  <a:gd name="T5" fmla="*/ 0 h 113"/>
                  <a:gd name="T6" fmla="*/ 0 w 3281"/>
                  <a:gd name="T7" fmla="*/ 0 h 113"/>
                  <a:gd name="T8" fmla="*/ 0 w 3281"/>
                  <a:gd name="T9" fmla="*/ 0 h 113"/>
                  <a:gd name="T10" fmla="*/ 0 w 3281"/>
                  <a:gd name="T11" fmla="*/ 0 h 113"/>
                  <a:gd name="T12" fmla="*/ 0 w 3281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81"/>
                  <a:gd name="T22" fmla="*/ 0 h 113"/>
                  <a:gd name="T23" fmla="*/ 3281 w 3281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81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281" y="113"/>
                    </a:lnTo>
                    <a:lnTo>
                      <a:pt x="3281" y="57"/>
                    </a:lnTo>
                    <a:lnTo>
                      <a:pt x="3281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0" name="Freeform 771">
                <a:extLst>
                  <a:ext uri="{FF2B5EF4-FFF2-40B4-BE49-F238E27FC236}">
                    <a16:creationId xmlns:a16="http://schemas.microsoft.com/office/drawing/2014/main" id="{85523571-73BE-2F6A-6B85-E6D1AECE9D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3741"/>
                <a:ext cx="8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1" name="Freeform 772">
                <a:extLst>
                  <a:ext uri="{FF2B5EF4-FFF2-40B4-BE49-F238E27FC236}">
                    <a16:creationId xmlns:a16="http://schemas.microsoft.com/office/drawing/2014/main" id="{5EA33F4C-25B5-ED2F-8979-D4108D24B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3741"/>
                <a:ext cx="8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2" name="Freeform 773">
                <a:extLst>
                  <a:ext uri="{FF2B5EF4-FFF2-40B4-BE49-F238E27FC236}">
                    <a16:creationId xmlns:a16="http://schemas.microsoft.com/office/drawing/2014/main" id="{51D1E8F9-4FB3-CE11-5F14-14365F31A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2892"/>
                <a:ext cx="9" cy="16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3" name="Freeform 774">
                <a:extLst>
                  <a:ext uri="{FF2B5EF4-FFF2-40B4-BE49-F238E27FC236}">
                    <a16:creationId xmlns:a16="http://schemas.microsoft.com/office/drawing/2014/main" id="{72AFA859-C074-76E9-64AB-A039E6F5F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2892"/>
                <a:ext cx="9" cy="16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4" name="Freeform 775">
                <a:extLst>
                  <a:ext uri="{FF2B5EF4-FFF2-40B4-BE49-F238E27FC236}">
                    <a16:creationId xmlns:a16="http://schemas.microsoft.com/office/drawing/2014/main" id="{59012AFD-B2F9-332F-6C45-023C40D38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2892"/>
                <a:ext cx="156" cy="16"/>
              </a:xfrm>
              <a:custGeom>
                <a:avLst/>
                <a:gdLst>
                  <a:gd name="T0" fmla="*/ 0 w 1094"/>
                  <a:gd name="T1" fmla="*/ 0 h 113"/>
                  <a:gd name="T2" fmla="*/ 0 w 1094"/>
                  <a:gd name="T3" fmla="*/ 0 h 113"/>
                  <a:gd name="T4" fmla="*/ 0 w 1094"/>
                  <a:gd name="T5" fmla="*/ 0 h 113"/>
                  <a:gd name="T6" fmla="*/ 0 w 1094"/>
                  <a:gd name="T7" fmla="*/ 0 h 113"/>
                  <a:gd name="T8" fmla="*/ 0 w 1094"/>
                  <a:gd name="T9" fmla="*/ 0 h 113"/>
                  <a:gd name="T10" fmla="*/ 0 w 1094"/>
                  <a:gd name="T11" fmla="*/ 0 h 113"/>
                  <a:gd name="T12" fmla="*/ 0 w 1094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94"/>
                  <a:gd name="T22" fmla="*/ 0 h 113"/>
                  <a:gd name="T23" fmla="*/ 1094 w 1094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94" h="113">
                    <a:moveTo>
                      <a:pt x="1094" y="113"/>
                    </a:moveTo>
                    <a:lnTo>
                      <a:pt x="1094" y="57"/>
                    </a:lnTo>
                    <a:lnTo>
                      <a:pt x="1094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094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5" name="Freeform 776">
                <a:extLst>
                  <a:ext uri="{FF2B5EF4-FFF2-40B4-BE49-F238E27FC236}">
                    <a16:creationId xmlns:a16="http://schemas.microsoft.com/office/drawing/2014/main" id="{5C22D66D-6B34-A21B-9C6A-DEAB838C0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2892"/>
                <a:ext cx="156" cy="16"/>
              </a:xfrm>
              <a:custGeom>
                <a:avLst/>
                <a:gdLst>
                  <a:gd name="T0" fmla="*/ 0 w 1094"/>
                  <a:gd name="T1" fmla="*/ 0 h 113"/>
                  <a:gd name="T2" fmla="*/ 0 w 1094"/>
                  <a:gd name="T3" fmla="*/ 0 h 113"/>
                  <a:gd name="T4" fmla="*/ 0 w 1094"/>
                  <a:gd name="T5" fmla="*/ 0 h 113"/>
                  <a:gd name="T6" fmla="*/ 0 w 1094"/>
                  <a:gd name="T7" fmla="*/ 0 h 113"/>
                  <a:gd name="T8" fmla="*/ 0 w 1094"/>
                  <a:gd name="T9" fmla="*/ 0 h 113"/>
                  <a:gd name="T10" fmla="*/ 0 w 1094"/>
                  <a:gd name="T11" fmla="*/ 0 h 113"/>
                  <a:gd name="T12" fmla="*/ 0 w 1094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94"/>
                  <a:gd name="T22" fmla="*/ 0 h 113"/>
                  <a:gd name="T23" fmla="*/ 1094 w 1094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94" h="113">
                    <a:moveTo>
                      <a:pt x="1094" y="113"/>
                    </a:moveTo>
                    <a:lnTo>
                      <a:pt x="1094" y="57"/>
                    </a:lnTo>
                    <a:lnTo>
                      <a:pt x="1094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094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6" name="Freeform 777">
                <a:extLst>
                  <a:ext uri="{FF2B5EF4-FFF2-40B4-BE49-F238E27FC236}">
                    <a16:creationId xmlns:a16="http://schemas.microsoft.com/office/drawing/2014/main" id="{12C920F9-A45B-200D-98DF-4FFD34417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7" name="Freeform 778">
                <a:extLst>
                  <a:ext uri="{FF2B5EF4-FFF2-40B4-BE49-F238E27FC236}">
                    <a16:creationId xmlns:a16="http://schemas.microsoft.com/office/drawing/2014/main" id="{0DDF03BE-189E-35B2-39F7-0BCB10576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8" name="Line 779">
                <a:extLst>
                  <a:ext uri="{FF2B5EF4-FFF2-40B4-BE49-F238E27FC236}">
                    <a16:creationId xmlns:a16="http://schemas.microsoft.com/office/drawing/2014/main" id="{3EC79F5E-0C3E-23B8-7B21-24A3A51C3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241"/>
                <a:ext cx="53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9" name="Line 780">
                <a:extLst>
                  <a:ext uri="{FF2B5EF4-FFF2-40B4-BE49-F238E27FC236}">
                    <a16:creationId xmlns:a16="http://schemas.microsoft.com/office/drawing/2014/main" id="{2410E8FF-F26A-4B1F-F62D-579C770D7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509"/>
                <a:ext cx="53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0" name="Line 781">
                <a:extLst>
                  <a:ext uri="{FF2B5EF4-FFF2-40B4-BE49-F238E27FC236}">
                    <a16:creationId xmlns:a16="http://schemas.microsoft.com/office/drawing/2014/main" id="{169339C3-8F09-AB0D-AFA6-8C22E66D9B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7" y="3378"/>
                <a:ext cx="22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1" name="Line 782">
                <a:extLst>
                  <a:ext uri="{FF2B5EF4-FFF2-40B4-BE49-F238E27FC236}">
                    <a16:creationId xmlns:a16="http://schemas.microsoft.com/office/drawing/2014/main" id="{CBAB70F7-9638-91F6-9AEA-069BFBD15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5" y="3375"/>
                <a:ext cx="2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2" name="Line 783">
                <a:extLst>
                  <a:ext uri="{FF2B5EF4-FFF2-40B4-BE49-F238E27FC236}">
                    <a16:creationId xmlns:a16="http://schemas.microsoft.com/office/drawing/2014/main" id="{C961E529-2B14-D3D5-8734-6476BB2E6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7" y="3375"/>
                <a:ext cx="22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3" name="Line 784">
                <a:extLst>
                  <a:ext uri="{FF2B5EF4-FFF2-40B4-BE49-F238E27FC236}">
                    <a16:creationId xmlns:a16="http://schemas.microsoft.com/office/drawing/2014/main" id="{4A6F4ED1-4C1F-2F9C-CB01-F30320D81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642"/>
                <a:ext cx="1" cy="1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4" name="Line 785">
                <a:extLst>
                  <a:ext uri="{FF2B5EF4-FFF2-40B4-BE49-F238E27FC236}">
                    <a16:creationId xmlns:a16="http://schemas.microsoft.com/office/drawing/2014/main" id="{8CEB9A6F-60C7-210F-8092-3042AE56B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600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5" name="Line 786">
                <a:extLst>
                  <a:ext uri="{FF2B5EF4-FFF2-40B4-BE49-F238E27FC236}">
                    <a16:creationId xmlns:a16="http://schemas.microsoft.com/office/drawing/2014/main" id="{E7C614F0-FBF1-1FF2-297A-EBC0A3206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356"/>
                <a:ext cx="1" cy="2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6" name="Line 787">
                <a:extLst>
                  <a:ext uri="{FF2B5EF4-FFF2-40B4-BE49-F238E27FC236}">
                    <a16:creationId xmlns:a16="http://schemas.microsoft.com/office/drawing/2014/main" id="{61B82D69-6FE7-913B-0C89-19469C0CC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314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7" name="Line 788">
                <a:extLst>
                  <a:ext uri="{FF2B5EF4-FFF2-40B4-BE49-F238E27FC236}">
                    <a16:creationId xmlns:a16="http://schemas.microsoft.com/office/drawing/2014/main" id="{790807A6-31CA-2335-EDCE-FBF4DB751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070"/>
                <a:ext cx="1" cy="2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8" name="Line 789">
                <a:extLst>
                  <a:ext uri="{FF2B5EF4-FFF2-40B4-BE49-F238E27FC236}">
                    <a16:creationId xmlns:a16="http://schemas.microsoft.com/office/drawing/2014/main" id="{63AAEF3E-58EF-C85C-F049-6CF9E2C62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028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9" name="Line 790">
                <a:extLst>
                  <a:ext uri="{FF2B5EF4-FFF2-40B4-BE49-F238E27FC236}">
                    <a16:creationId xmlns:a16="http://schemas.microsoft.com/office/drawing/2014/main" id="{51B4D956-5AFC-4963-1942-0C65D3F50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2878"/>
                <a:ext cx="1" cy="1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0" name="Line 791">
                <a:extLst>
                  <a:ext uri="{FF2B5EF4-FFF2-40B4-BE49-F238E27FC236}">
                    <a16:creationId xmlns:a16="http://schemas.microsoft.com/office/drawing/2014/main" id="{BC353868-07B1-6B79-E721-88400689E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91" y="3375"/>
                <a:ext cx="24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1" name="Line 792">
                <a:extLst>
                  <a:ext uri="{FF2B5EF4-FFF2-40B4-BE49-F238E27FC236}">
                    <a16:creationId xmlns:a16="http://schemas.microsoft.com/office/drawing/2014/main" id="{4C1A2E1F-4B3D-C016-E7EB-319BFBF700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49" y="3375"/>
                <a:ext cx="2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2" name="Line 793">
                <a:extLst>
                  <a:ext uri="{FF2B5EF4-FFF2-40B4-BE49-F238E27FC236}">
                    <a16:creationId xmlns:a16="http://schemas.microsoft.com/office/drawing/2014/main" id="{5B4D0FDE-1379-19BC-B979-F6203137B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5" y="3375"/>
                <a:ext cx="2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3" name="Line 794">
                <a:extLst>
                  <a:ext uri="{FF2B5EF4-FFF2-40B4-BE49-F238E27FC236}">
                    <a16:creationId xmlns:a16="http://schemas.microsoft.com/office/drawing/2014/main" id="{B1D57DB5-8AEE-9E33-E3E6-A47C428C0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3375"/>
                <a:ext cx="2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4" name="Line 795">
                <a:extLst>
                  <a:ext uri="{FF2B5EF4-FFF2-40B4-BE49-F238E27FC236}">
                    <a16:creationId xmlns:a16="http://schemas.microsoft.com/office/drawing/2014/main" id="{5D221694-83B2-2251-23CC-35F50390C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9" y="3375"/>
                <a:ext cx="24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5" name="Freeform 796">
                <a:extLst>
                  <a:ext uri="{FF2B5EF4-FFF2-40B4-BE49-F238E27FC236}">
                    <a16:creationId xmlns:a16="http://schemas.microsoft.com/office/drawing/2014/main" id="{87BC07D5-9F97-E546-19B4-FA80EFCE2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75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7" y="1"/>
                    </a:moveTo>
                    <a:lnTo>
                      <a:pt x="113" y="0"/>
                    </a:lnTo>
                    <a:lnTo>
                      <a:pt x="113" y="12"/>
                    </a:lnTo>
                    <a:lnTo>
                      <a:pt x="108" y="25"/>
                    </a:lnTo>
                    <a:lnTo>
                      <a:pt x="101" y="35"/>
                    </a:lnTo>
                    <a:lnTo>
                      <a:pt x="94" y="45"/>
                    </a:lnTo>
                    <a:lnTo>
                      <a:pt x="82" y="52"/>
                    </a:lnTo>
                    <a:lnTo>
                      <a:pt x="71" y="56"/>
                    </a:lnTo>
                    <a:lnTo>
                      <a:pt x="58" y="57"/>
                    </a:lnTo>
                    <a:lnTo>
                      <a:pt x="45" y="57"/>
                    </a:lnTo>
                    <a:lnTo>
                      <a:pt x="33" y="53"/>
                    </a:lnTo>
                    <a:lnTo>
                      <a:pt x="23" y="46"/>
                    </a:lnTo>
                    <a:lnTo>
                      <a:pt x="13" y="38"/>
                    </a:lnTo>
                    <a:lnTo>
                      <a:pt x="6" y="27"/>
                    </a:lnTo>
                    <a:lnTo>
                      <a:pt x="2" y="16"/>
                    </a:lnTo>
                    <a:lnTo>
                      <a:pt x="0" y="2"/>
                    </a:lnTo>
                    <a:lnTo>
                      <a:pt x="5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6" name="Freeform 797">
                <a:extLst>
                  <a:ext uri="{FF2B5EF4-FFF2-40B4-BE49-F238E27FC236}">
                    <a16:creationId xmlns:a16="http://schemas.microsoft.com/office/drawing/2014/main" id="{DC673752-4677-5346-AF6D-0F583B04F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75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113" y="0"/>
                    </a:moveTo>
                    <a:lnTo>
                      <a:pt x="113" y="12"/>
                    </a:lnTo>
                    <a:lnTo>
                      <a:pt x="108" y="25"/>
                    </a:lnTo>
                    <a:lnTo>
                      <a:pt x="101" y="35"/>
                    </a:lnTo>
                    <a:lnTo>
                      <a:pt x="94" y="45"/>
                    </a:lnTo>
                    <a:lnTo>
                      <a:pt x="82" y="52"/>
                    </a:lnTo>
                    <a:lnTo>
                      <a:pt x="71" y="56"/>
                    </a:lnTo>
                    <a:lnTo>
                      <a:pt x="58" y="57"/>
                    </a:lnTo>
                    <a:lnTo>
                      <a:pt x="45" y="57"/>
                    </a:lnTo>
                    <a:lnTo>
                      <a:pt x="33" y="53"/>
                    </a:lnTo>
                    <a:lnTo>
                      <a:pt x="23" y="46"/>
                    </a:lnTo>
                    <a:lnTo>
                      <a:pt x="13" y="38"/>
                    </a:lnTo>
                    <a:lnTo>
                      <a:pt x="6" y="27"/>
                    </a:lnTo>
                    <a:lnTo>
                      <a:pt x="2" y="16"/>
                    </a:lnTo>
                    <a:lnTo>
                      <a:pt x="0" y="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7" name="Freeform 798">
                <a:extLst>
                  <a:ext uri="{FF2B5EF4-FFF2-40B4-BE49-F238E27FC236}">
                    <a16:creationId xmlns:a16="http://schemas.microsoft.com/office/drawing/2014/main" id="{85507507-987D-9721-BA62-10779A1F6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50"/>
                <a:ext cx="16" cy="25"/>
              </a:xfrm>
              <a:custGeom>
                <a:avLst/>
                <a:gdLst>
                  <a:gd name="T0" fmla="*/ 0 w 117"/>
                  <a:gd name="T1" fmla="*/ 0 h 175"/>
                  <a:gd name="T2" fmla="*/ 0 w 117"/>
                  <a:gd name="T3" fmla="*/ 0 h 175"/>
                  <a:gd name="T4" fmla="*/ 0 w 117"/>
                  <a:gd name="T5" fmla="*/ 0 h 175"/>
                  <a:gd name="T6" fmla="*/ 0 w 117"/>
                  <a:gd name="T7" fmla="*/ 0 h 175"/>
                  <a:gd name="T8" fmla="*/ 0 w 117"/>
                  <a:gd name="T9" fmla="*/ 0 h 175"/>
                  <a:gd name="T10" fmla="*/ 0 w 117"/>
                  <a:gd name="T11" fmla="*/ 0 h 175"/>
                  <a:gd name="T12" fmla="*/ 0 w 11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75"/>
                  <a:gd name="T23" fmla="*/ 117 w 11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75">
                    <a:moveTo>
                      <a:pt x="4" y="175"/>
                    </a:moveTo>
                    <a:lnTo>
                      <a:pt x="61" y="174"/>
                    </a:lnTo>
                    <a:lnTo>
                      <a:pt x="117" y="173"/>
                    </a:lnTo>
                    <a:lnTo>
                      <a:pt x="112" y="0"/>
                    </a:lnTo>
                    <a:lnTo>
                      <a:pt x="56" y="1"/>
                    </a:lnTo>
                    <a:lnTo>
                      <a:pt x="0" y="2"/>
                    </a:lnTo>
                    <a:lnTo>
                      <a:pt x="4" y="1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8" name="Freeform 799">
                <a:extLst>
                  <a:ext uri="{FF2B5EF4-FFF2-40B4-BE49-F238E27FC236}">
                    <a16:creationId xmlns:a16="http://schemas.microsoft.com/office/drawing/2014/main" id="{B68362C0-8501-5DF9-8F36-0CCE1931E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50"/>
                <a:ext cx="16" cy="25"/>
              </a:xfrm>
              <a:custGeom>
                <a:avLst/>
                <a:gdLst>
                  <a:gd name="T0" fmla="*/ 0 w 117"/>
                  <a:gd name="T1" fmla="*/ 0 h 175"/>
                  <a:gd name="T2" fmla="*/ 0 w 117"/>
                  <a:gd name="T3" fmla="*/ 0 h 175"/>
                  <a:gd name="T4" fmla="*/ 0 w 117"/>
                  <a:gd name="T5" fmla="*/ 0 h 175"/>
                  <a:gd name="T6" fmla="*/ 0 w 117"/>
                  <a:gd name="T7" fmla="*/ 0 h 175"/>
                  <a:gd name="T8" fmla="*/ 0 w 117"/>
                  <a:gd name="T9" fmla="*/ 0 h 175"/>
                  <a:gd name="T10" fmla="*/ 0 w 117"/>
                  <a:gd name="T11" fmla="*/ 0 h 175"/>
                  <a:gd name="T12" fmla="*/ 0 w 11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75"/>
                  <a:gd name="T23" fmla="*/ 117 w 11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75">
                    <a:moveTo>
                      <a:pt x="4" y="175"/>
                    </a:moveTo>
                    <a:lnTo>
                      <a:pt x="61" y="174"/>
                    </a:lnTo>
                    <a:lnTo>
                      <a:pt x="117" y="173"/>
                    </a:lnTo>
                    <a:lnTo>
                      <a:pt x="112" y="0"/>
                    </a:lnTo>
                    <a:lnTo>
                      <a:pt x="56" y="1"/>
                    </a:lnTo>
                    <a:lnTo>
                      <a:pt x="0" y="2"/>
                    </a:lnTo>
                    <a:lnTo>
                      <a:pt x="4" y="17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9" name="Freeform 800">
                <a:extLst>
                  <a:ext uri="{FF2B5EF4-FFF2-40B4-BE49-F238E27FC236}">
                    <a16:creationId xmlns:a16="http://schemas.microsoft.com/office/drawing/2014/main" id="{8632BFEC-B64E-4B9C-686A-E6BEEACC7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349"/>
                <a:ext cx="8" cy="1"/>
              </a:xfrm>
              <a:custGeom>
                <a:avLst/>
                <a:gdLst>
                  <a:gd name="T0" fmla="*/ 0 w 56"/>
                  <a:gd name="T1" fmla="*/ 0 h 5"/>
                  <a:gd name="T2" fmla="*/ 0 w 56"/>
                  <a:gd name="T3" fmla="*/ 0 h 5"/>
                  <a:gd name="T4" fmla="*/ 0 w 56"/>
                  <a:gd name="T5" fmla="*/ 0 h 5"/>
                  <a:gd name="T6" fmla="*/ 0 w 56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5"/>
                  <a:gd name="T14" fmla="*/ 56 w 56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5">
                    <a:moveTo>
                      <a:pt x="0" y="5"/>
                    </a:moveTo>
                    <a:lnTo>
                      <a:pt x="56" y="4"/>
                    </a:lnTo>
                    <a:lnTo>
                      <a:pt x="56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0" name="Line 801">
                <a:extLst>
                  <a:ext uri="{FF2B5EF4-FFF2-40B4-BE49-F238E27FC236}">
                    <a16:creationId xmlns:a16="http://schemas.microsoft.com/office/drawing/2014/main" id="{61532B1A-5CAE-1957-E73A-B68781324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5" y="334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1" name="Freeform 802">
                <a:extLst>
                  <a:ext uri="{FF2B5EF4-FFF2-40B4-BE49-F238E27FC236}">
                    <a16:creationId xmlns:a16="http://schemas.microsoft.com/office/drawing/2014/main" id="{CBDEBD2A-2A95-49AC-8A33-EC40ED260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3325"/>
                <a:ext cx="19" cy="26"/>
              </a:xfrm>
              <a:custGeom>
                <a:avLst/>
                <a:gdLst>
                  <a:gd name="T0" fmla="*/ 0 w 129"/>
                  <a:gd name="T1" fmla="*/ 0 h 182"/>
                  <a:gd name="T2" fmla="*/ 0 w 129"/>
                  <a:gd name="T3" fmla="*/ 0 h 182"/>
                  <a:gd name="T4" fmla="*/ 0 w 129"/>
                  <a:gd name="T5" fmla="*/ 0 h 182"/>
                  <a:gd name="T6" fmla="*/ 0 w 129"/>
                  <a:gd name="T7" fmla="*/ 0 h 182"/>
                  <a:gd name="T8" fmla="*/ 0 w 129"/>
                  <a:gd name="T9" fmla="*/ 0 h 182"/>
                  <a:gd name="T10" fmla="*/ 0 w 129"/>
                  <a:gd name="T11" fmla="*/ 0 h 182"/>
                  <a:gd name="T12" fmla="*/ 0 w 129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82"/>
                  <a:gd name="T23" fmla="*/ 129 w 129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82">
                    <a:moveTo>
                      <a:pt x="17" y="182"/>
                    </a:moveTo>
                    <a:lnTo>
                      <a:pt x="73" y="176"/>
                    </a:lnTo>
                    <a:lnTo>
                      <a:pt x="129" y="171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1"/>
                    </a:lnTo>
                    <a:lnTo>
                      <a:pt x="17" y="1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2" name="Freeform 803">
                <a:extLst>
                  <a:ext uri="{FF2B5EF4-FFF2-40B4-BE49-F238E27FC236}">
                    <a16:creationId xmlns:a16="http://schemas.microsoft.com/office/drawing/2014/main" id="{F7B92921-60FD-23DC-D476-B68C34D0F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3325"/>
                <a:ext cx="19" cy="26"/>
              </a:xfrm>
              <a:custGeom>
                <a:avLst/>
                <a:gdLst>
                  <a:gd name="T0" fmla="*/ 0 w 129"/>
                  <a:gd name="T1" fmla="*/ 0 h 182"/>
                  <a:gd name="T2" fmla="*/ 0 w 129"/>
                  <a:gd name="T3" fmla="*/ 0 h 182"/>
                  <a:gd name="T4" fmla="*/ 0 w 129"/>
                  <a:gd name="T5" fmla="*/ 0 h 182"/>
                  <a:gd name="T6" fmla="*/ 0 w 129"/>
                  <a:gd name="T7" fmla="*/ 0 h 182"/>
                  <a:gd name="T8" fmla="*/ 0 w 129"/>
                  <a:gd name="T9" fmla="*/ 0 h 182"/>
                  <a:gd name="T10" fmla="*/ 0 w 129"/>
                  <a:gd name="T11" fmla="*/ 0 h 182"/>
                  <a:gd name="T12" fmla="*/ 0 w 129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82"/>
                  <a:gd name="T23" fmla="*/ 129 w 129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82">
                    <a:moveTo>
                      <a:pt x="17" y="182"/>
                    </a:moveTo>
                    <a:lnTo>
                      <a:pt x="73" y="176"/>
                    </a:lnTo>
                    <a:lnTo>
                      <a:pt x="129" y="171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1"/>
                    </a:lnTo>
                    <a:lnTo>
                      <a:pt x="17" y="18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3" name="Freeform 804">
                <a:extLst>
                  <a:ext uri="{FF2B5EF4-FFF2-40B4-BE49-F238E27FC236}">
                    <a16:creationId xmlns:a16="http://schemas.microsoft.com/office/drawing/2014/main" id="{EEA95A2B-0AC2-6DC9-3F4C-D9E985016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3324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9"/>
                    </a:moveTo>
                    <a:lnTo>
                      <a:pt x="56" y="3"/>
                    </a:lnTo>
                    <a:lnTo>
                      <a:pt x="56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4" name="Line 805">
                <a:extLst>
                  <a:ext uri="{FF2B5EF4-FFF2-40B4-BE49-F238E27FC236}">
                    <a16:creationId xmlns:a16="http://schemas.microsoft.com/office/drawing/2014/main" id="{A4F51346-731A-A614-468B-604CF7214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2" y="33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5" name="Freeform 806">
                <a:extLst>
                  <a:ext uri="{FF2B5EF4-FFF2-40B4-BE49-F238E27FC236}">
                    <a16:creationId xmlns:a16="http://schemas.microsoft.com/office/drawing/2014/main" id="{ECB84428-0447-E5D8-8FAE-82CB8C930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27" y="188"/>
                    </a:moveTo>
                    <a:lnTo>
                      <a:pt x="83" y="179"/>
                    </a:lnTo>
                    <a:lnTo>
                      <a:pt x="139" y="170"/>
                    </a:lnTo>
                    <a:lnTo>
                      <a:pt x="112" y="0"/>
                    </a:lnTo>
                    <a:lnTo>
                      <a:pt x="56" y="9"/>
                    </a:lnTo>
                    <a:lnTo>
                      <a:pt x="0" y="18"/>
                    </a:lnTo>
                    <a:lnTo>
                      <a:pt x="27" y="1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6" name="Freeform 807">
                <a:extLst>
                  <a:ext uri="{FF2B5EF4-FFF2-40B4-BE49-F238E27FC236}">
                    <a16:creationId xmlns:a16="http://schemas.microsoft.com/office/drawing/2014/main" id="{8D3D09F7-1263-925D-7566-622AD6375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27" y="188"/>
                    </a:moveTo>
                    <a:lnTo>
                      <a:pt x="83" y="179"/>
                    </a:lnTo>
                    <a:lnTo>
                      <a:pt x="139" y="170"/>
                    </a:lnTo>
                    <a:lnTo>
                      <a:pt x="112" y="0"/>
                    </a:lnTo>
                    <a:lnTo>
                      <a:pt x="56" y="9"/>
                    </a:lnTo>
                    <a:lnTo>
                      <a:pt x="0" y="18"/>
                    </a:lnTo>
                    <a:lnTo>
                      <a:pt x="27" y="18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7" name="Freeform 808">
                <a:extLst>
                  <a:ext uri="{FF2B5EF4-FFF2-40B4-BE49-F238E27FC236}">
                    <a16:creationId xmlns:a16="http://schemas.microsoft.com/office/drawing/2014/main" id="{F433C56B-2157-63D9-04C1-289E4A150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3300"/>
                <a:ext cx="8" cy="1"/>
              </a:xfrm>
              <a:custGeom>
                <a:avLst/>
                <a:gdLst>
                  <a:gd name="T0" fmla="*/ 0 w 56"/>
                  <a:gd name="T1" fmla="*/ 0 h 12"/>
                  <a:gd name="T2" fmla="*/ 0 w 56"/>
                  <a:gd name="T3" fmla="*/ 0 h 12"/>
                  <a:gd name="T4" fmla="*/ 0 w 56"/>
                  <a:gd name="T5" fmla="*/ 0 h 12"/>
                  <a:gd name="T6" fmla="*/ 0 w 56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2"/>
                  <a:gd name="T14" fmla="*/ 56 w 56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2">
                    <a:moveTo>
                      <a:pt x="0" y="12"/>
                    </a:moveTo>
                    <a:lnTo>
                      <a:pt x="56" y="3"/>
                    </a:lnTo>
                    <a:lnTo>
                      <a:pt x="55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8" name="Line 809">
                <a:extLst>
                  <a:ext uri="{FF2B5EF4-FFF2-40B4-BE49-F238E27FC236}">
                    <a16:creationId xmlns:a16="http://schemas.microsoft.com/office/drawing/2014/main" id="{5CE3E2CD-7948-A1A7-3D29-14F9EDE1B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8" y="33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9" name="Freeform 810">
                <a:extLst>
                  <a:ext uri="{FF2B5EF4-FFF2-40B4-BE49-F238E27FC236}">
                    <a16:creationId xmlns:a16="http://schemas.microsoft.com/office/drawing/2014/main" id="{B9B4C526-D5E8-BD04-23C3-09637E6AE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37" y="193"/>
                    </a:moveTo>
                    <a:lnTo>
                      <a:pt x="92" y="180"/>
                    </a:lnTo>
                    <a:lnTo>
                      <a:pt x="147" y="168"/>
                    </a:lnTo>
                    <a:lnTo>
                      <a:pt x="110" y="0"/>
                    </a:lnTo>
                    <a:lnTo>
                      <a:pt x="55" y="12"/>
                    </a:lnTo>
                    <a:lnTo>
                      <a:pt x="0" y="24"/>
                    </a:lnTo>
                    <a:lnTo>
                      <a:pt x="37" y="1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0" name="Freeform 811">
                <a:extLst>
                  <a:ext uri="{FF2B5EF4-FFF2-40B4-BE49-F238E27FC236}">
                    <a16:creationId xmlns:a16="http://schemas.microsoft.com/office/drawing/2014/main" id="{515C6B8D-2028-A1F2-5C9A-F2E212F2B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37" y="193"/>
                    </a:moveTo>
                    <a:lnTo>
                      <a:pt x="92" y="180"/>
                    </a:lnTo>
                    <a:lnTo>
                      <a:pt x="147" y="168"/>
                    </a:lnTo>
                    <a:lnTo>
                      <a:pt x="110" y="0"/>
                    </a:lnTo>
                    <a:lnTo>
                      <a:pt x="55" y="12"/>
                    </a:lnTo>
                    <a:lnTo>
                      <a:pt x="0" y="24"/>
                    </a:lnTo>
                    <a:lnTo>
                      <a:pt x="37" y="19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1" name="Freeform 812">
                <a:extLst>
                  <a:ext uri="{FF2B5EF4-FFF2-40B4-BE49-F238E27FC236}">
                    <a16:creationId xmlns:a16="http://schemas.microsoft.com/office/drawing/2014/main" id="{ED5C00A2-3305-7B39-51E1-CAA26460D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3275"/>
                <a:ext cx="8" cy="2"/>
              </a:xfrm>
              <a:custGeom>
                <a:avLst/>
                <a:gdLst>
                  <a:gd name="T0" fmla="*/ 0 w 55"/>
                  <a:gd name="T1" fmla="*/ 0 h 16"/>
                  <a:gd name="T2" fmla="*/ 0 w 55"/>
                  <a:gd name="T3" fmla="*/ 0 h 16"/>
                  <a:gd name="T4" fmla="*/ 0 w 55"/>
                  <a:gd name="T5" fmla="*/ 0 h 16"/>
                  <a:gd name="T6" fmla="*/ 0 w 5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6"/>
                  <a:gd name="T14" fmla="*/ 55 w 5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6">
                    <a:moveTo>
                      <a:pt x="0" y="16"/>
                    </a:moveTo>
                    <a:lnTo>
                      <a:pt x="55" y="4"/>
                    </a:lnTo>
                    <a:lnTo>
                      <a:pt x="54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2" name="Line 813">
                <a:extLst>
                  <a:ext uri="{FF2B5EF4-FFF2-40B4-BE49-F238E27FC236}">
                    <a16:creationId xmlns:a16="http://schemas.microsoft.com/office/drawing/2014/main" id="{431275CA-4546-C067-889F-8BA62DC89D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3" y="327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3" name="Freeform 814">
                <a:extLst>
                  <a:ext uri="{FF2B5EF4-FFF2-40B4-BE49-F238E27FC236}">
                    <a16:creationId xmlns:a16="http://schemas.microsoft.com/office/drawing/2014/main" id="{B4FC6811-C7B5-BDB1-C351-F5DDB2579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48" y="197"/>
                    </a:moveTo>
                    <a:lnTo>
                      <a:pt x="102" y="181"/>
                    </a:lnTo>
                    <a:lnTo>
                      <a:pt x="156" y="165"/>
                    </a:lnTo>
                    <a:lnTo>
                      <a:pt x="108" y="0"/>
                    </a:lnTo>
                    <a:lnTo>
                      <a:pt x="54" y="16"/>
                    </a:lnTo>
                    <a:lnTo>
                      <a:pt x="0" y="32"/>
                    </a:lnTo>
                    <a:lnTo>
                      <a:pt x="48" y="1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4" name="Freeform 815">
                <a:extLst>
                  <a:ext uri="{FF2B5EF4-FFF2-40B4-BE49-F238E27FC236}">
                    <a16:creationId xmlns:a16="http://schemas.microsoft.com/office/drawing/2014/main" id="{B3092F32-9F26-D6FD-DF31-4BC8CCF62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48" y="197"/>
                    </a:moveTo>
                    <a:lnTo>
                      <a:pt x="102" y="181"/>
                    </a:lnTo>
                    <a:lnTo>
                      <a:pt x="156" y="165"/>
                    </a:lnTo>
                    <a:lnTo>
                      <a:pt x="108" y="0"/>
                    </a:lnTo>
                    <a:lnTo>
                      <a:pt x="54" y="16"/>
                    </a:lnTo>
                    <a:lnTo>
                      <a:pt x="0" y="32"/>
                    </a:lnTo>
                    <a:lnTo>
                      <a:pt x="48" y="19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5" name="Freeform 816">
                <a:extLst>
                  <a:ext uri="{FF2B5EF4-FFF2-40B4-BE49-F238E27FC236}">
                    <a16:creationId xmlns:a16="http://schemas.microsoft.com/office/drawing/2014/main" id="{ED042FA6-1E2D-37F2-F599-2AD20E19C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8" y="3251"/>
                <a:ext cx="8" cy="3"/>
              </a:xfrm>
              <a:custGeom>
                <a:avLst/>
                <a:gdLst>
                  <a:gd name="T0" fmla="*/ 0 w 54"/>
                  <a:gd name="T1" fmla="*/ 0 h 19"/>
                  <a:gd name="T2" fmla="*/ 0 w 54"/>
                  <a:gd name="T3" fmla="*/ 0 h 19"/>
                  <a:gd name="T4" fmla="*/ 0 w 54"/>
                  <a:gd name="T5" fmla="*/ 0 h 19"/>
                  <a:gd name="T6" fmla="*/ 0 w 54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"/>
                  <a:gd name="T13" fmla="*/ 0 h 19"/>
                  <a:gd name="T14" fmla="*/ 54 w 54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" h="19">
                    <a:moveTo>
                      <a:pt x="0" y="19"/>
                    </a:moveTo>
                    <a:lnTo>
                      <a:pt x="54" y="3"/>
                    </a:lnTo>
                    <a:lnTo>
                      <a:pt x="53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6" name="Line 817">
                <a:extLst>
                  <a:ext uri="{FF2B5EF4-FFF2-40B4-BE49-F238E27FC236}">
                    <a16:creationId xmlns:a16="http://schemas.microsoft.com/office/drawing/2014/main" id="{AA15E874-2445-2674-9213-49962AE42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96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7" name="Freeform 818">
                <a:extLst>
                  <a:ext uri="{FF2B5EF4-FFF2-40B4-BE49-F238E27FC236}">
                    <a16:creationId xmlns:a16="http://schemas.microsoft.com/office/drawing/2014/main" id="{0F09AC1D-0FA6-655C-2C47-EF319F987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3228"/>
                <a:ext cx="24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58" y="200"/>
                    </a:moveTo>
                    <a:lnTo>
                      <a:pt x="111" y="181"/>
                    </a:lnTo>
                    <a:lnTo>
                      <a:pt x="164" y="162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9"/>
                    </a:lnTo>
                    <a:lnTo>
                      <a:pt x="58" y="2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8" name="Freeform 819">
                <a:extLst>
                  <a:ext uri="{FF2B5EF4-FFF2-40B4-BE49-F238E27FC236}">
                    <a16:creationId xmlns:a16="http://schemas.microsoft.com/office/drawing/2014/main" id="{8AE7D2D8-CEB0-2072-A6AF-A4CF1FA97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3228"/>
                <a:ext cx="24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58" y="200"/>
                    </a:moveTo>
                    <a:lnTo>
                      <a:pt x="111" y="181"/>
                    </a:lnTo>
                    <a:lnTo>
                      <a:pt x="164" y="162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9"/>
                    </a:lnTo>
                    <a:lnTo>
                      <a:pt x="58" y="20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9" name="Freeform 820">
                <a:extLst>
                  <a:ext uri="{FF2B5EF4-FFF2-40B4-BE49-F238E27FC236}">
                    <a16:creationId xmlns:a16="http://schemas.microsoft.com/office/drawing/2014/main" id="{F26B314D-EA00-9BE9-C5A3-98DAB1E21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0" y="3228"/>
                <a:ext cx="7" cy="3"/>
              </a:xfrm>
              <a:custGeom>
                <a:avLst/>
                <a:gdLst>
                  <a:gd name="T0" fmla="*/ 0 w 52"/>
                  <a:gd name="T1" fmla="*/ 0 h 22"/>
                  <a:gd name="T2" fmla="*/ 0 w 52"/>
                  <a:gd name="T3" fmla="*/ 0 h 22"/>
                  <a:gd name="T4" fmla="*/ 0 w 52"/>
                  <a:gd name="T5" fmla="*/ 0 h 22"/>
                  <a:gd name="T6" fmla="*/ 0 w 52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2"/>
                  <a:gd name="T14" fmla="*/ 52 w 52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2">
                    <a:moveTo>
                      <a:pt x="0" y="22"/>
                    </a:moveTo>
                    <a:lnTo>
                      <a:pt x="52" y="3"/>
                    </a:lnTo>
                    <a:lnTo>
                      <a:pt x="51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0" name="Line 821">
                <a:extLst>
                  <a:ext uri="{FF2B5EF4-FFF2-40B4-BE49-F238E27FC236}">
                    <a16:creationId xmlns:a16="http://schemas.microsoft.com/office/drawing/2014/main" id="{528F8C22-4344-221A-1877-F0A21979A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87" y="322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1" name="Freeform 822">
                <a:extLst>
                  <a:ext uri="{FF2B5EF4-FFF2-40B4-BE49-F238E27FC236}">
                    <a16:creationId xmlns:a16="http://schemas.microsoft.com/office/drawing/2014/main" id="{8DFAA436-3F12-2E01-C4FF-BEFCF8C21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3205"/>
                <a:ext cx="24" cy="29"/>
              </a:xfrm>
              <a:custGeom>
                <a:avLst/>
                <a:gdLst>
                  <a:gd name="T0" fmla="*/ 0 w 170"/>
                  <a:gd name="T1" fmla="*/ 0 h 203"/>
                  <a:gd name="T2" fmla="*/ 0 w 170"/>
                  <a:gd name="T3" fmla="*/ 0 h 203"/>
                  <a:gd name="T4" fmla="*/ 0 w 170"/>
                  <a:gd name="T5" fmla="*/ 0 h 203"/>
                  <a:gd name="T6" fmla="*/ 0 w 170"/>
                  <a:gd name="T7" fmla="*/ 0 h 203"/>
                  <a:gd name="T8" fmla="*/ 0 w 170"/>
                  <a:gd name="T9" fmla="*/ 0 h 203"/>
                  <a:gd name="T10" fmla="*/ 0 w 170"/>
                  <a:gd name="T11" fmla="*/ 0 h 203"/>
                  <a:gd name="T12" fmla="*/ 0 w 170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203"/>
                  <a:gd name="T23" fmla="*/ 170 w 170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203">
                    <a:moveTo>
                      <a:pt x="67" y="203"/>
                    </a:moveTo>
                    <a:lnTo>
                      <a:pt x="119" y="180"/>
                    </a:lnTo>
                    <a:lnTo>
                      <a:pt x="170" y="158"/>
                    </a:lnTo>
                    <a:lnTo>
                      <a:pt x="103" y="0"/>
                    </a:lnTo>
                    <a:lnTo>
                      <a:pt x="51" y="22"/>
                    </a:lnTo>
                    <a:lnTo>
                      <a:pt x="0" y="45"/>
                    </a:lnTo>
                    <a:lnTo>
                      <a:pt x="67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2" name="Freeform 823">
                <a:extLst>
                  <a:ext uri="{FF2B5EF4-FFF2-40B4-BE49-F238E27FC236}">
                    <a16:creationId xmlns:a16="http://schemas.microsoft.com/office/drawing/2014/main" id="{A70F0D60-E9B6-AE0A-600D-33DBB4567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3205"/>
                <a:ext cx="24" cy="29"/>
              </a:xfrm>
              <a:custGeom>
                <a:avLst/>
                <a:gdLst>
                  <a:gd name="T0" fmla="*/ 0 w 170"/>
                  <a:gd name="T1" fmla="*/ 0 h 203"/>
                  <a:gd name="T2" fmla="*/ 0 w 170"/>
                  <a:gd name="T3" fmla="*/ 0 h 203"/>
                  <a:gd name="T4" fmla="*/ 0 w 170"/>
                  <a:gd name="T5" fmla="*/ 0 h 203"/>
                  <a:gd name="T6" fmla="*/ 0 w 170"/>
                  <a:gd name="T7" fmla="*/ 0 h 203"/>
                  <a:gd name="T8" fmla="*/ 0 w 170"/>
                  <a:gd name="T9" fmla="*/ 0 h 203"/>
                  <a:gd name="T10" fmla="*/ 0 w 170"/>
                  <a:gd name="T11" fmla="*/ 0 h 203"/>
                  <a:gd name="T12" fmla="*/ 0 w 170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203"/>
                  <a:gd name="T23" fmla="*/ 170 w 170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203">
                    <a:moveTo>
                      <a:pt x="67" y="203"/>
                    </a:moveTo>
                    <a:lnTo>
                      <a:pt x="119" y="180"/>
                    </a:lnTo>
                    <a:lnTo>
                      <a:pt x="170" y="158"/>
                    </a:lnTo>
                    <a:lnTo>
                      <a:pt x="103" y="0"/>
                    </a:lnTo>
                    <a:lnTo>
                      <a:pt x="51" y="22"/>
                    </a:lnTo>
                    <a:lnTo>
                      <a:pt x="0" y="45"/>
                    </a:lnTo>
                    <a:lnTo>
                      <a:pt x="67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3" name="Freeform 824">
                <a:extLst>
                  <a:ext uri="{FF2B5EF4-FFF2-40B4-BE49-F238E27FC236}">
                    <a16:creationId xmlns:a16="http://schemas.microsoft.com/office/drawing/2014/main" id="{AECACD42-4EFC-AFEE-7043-7F5181D80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3204"/>
                <a:ext cx="8" cy="4"/>
              </a:xfrm>
              <a:custGeom>
                <a:avLst/>
                <a:gdLst>
                  <a:gd name="T0" fmla="*/ 0 w 52"/>
                  <a:gd name="T1" fmla="*/ 0 h 26"/>
                  <a:gd name="T2" fmla="*/ 0 w 52"/>
                  <a:gd name="T3" fmla="*/ 0 h 26"/>
                  <a:gd name="T4" fmla="*/ 0 w 52"/>
                  <a:gd name="T5" fmla="*/ 0 h 26"/>
                  <a:gd name="T6" fmla="*/ 0 w 5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6"/>
                  <a:gd name="T14" fmla="*/ 52 w 52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6">
                    <a:moveTo>
                      <a:pt x="0" y="26"/>
                    </a:moveTo>
                    <a:lnTo>
                      <a:pt x="52" y="4"/>
                    </a:lnTo>
                    <a:lnTo>
                      <a:pt x="51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4" name="Line 825">
                <a:extLst>
                  <a:ext uri="{FF2B5EF4-FFF2-40B4-BE49-F238E27FC236}">
                    <a16:creationId xmlns:a16="http://schemas.microsoft.com/office/drawing/2014/main" id="{D909B361-FACE-9A01-6BB7-F590ACE24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78" y="32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5" name="Freeform 826">
                <a:extLst>
                  <a:ext uri="{FF2B5EF4-FFF2-40B4-BE49-F238E27FC236}">
                    <a16:creationId xmlns:a16="http://schemas.microsoft.com/office/drawing/2014/main" id="{BA93F775-CFDA-DD1B-A0C7-011B00F589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3183"/>
                <a:ext cx="26" cy="29"/>
              </a:xfrm>
              <a:custGeom>
                <a:avLst/>
                <a:gdLst>
                  <a:gd name="T0" fmla="*/ 0 w 180"/>
                  <a:gd name="T1" fmla="*/ 0 h 204"/>
                  <a:gd name="T2" fmla="*/ 0 w 180"/>
                  <a:gd name="T3" fmla="*/ 0 h 204"/>
                  <a:gd name="T4" fmla="*/ 0 w 180"/>
                  <a:gd name="T5" fmla="*/ 0 h 204"/>
                  <a:gd name="T6" fmla="*/ 0 w 180"/>
                  <a:gd name="T7" fmla="*/ 0 h 204"/>
                  <a:gd name="T8" fmla="*/ 0 w 180"/>
                  <a:gd name="T9" fmla="*/ 0 h 204"/>
                  <a:gd name="T10" fmla="*/ 0 w 180"/>
                  <a:gd name="T11" fmla="*/ 0 h 204"/>
                  <a:gd name="T12" fmla="*/ 0 w 18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204"/>
                  <a:gd name="T23" fmla="*/ 180 w 18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204">
                    <a:moveTo>
                      <a:pt x="79" y="204"/>
                    </a:moveTo>
                    <a:lnTo>
                      <a:pt x="129" y="178"/>
                    </a:lnTo>
                    <a:lnTo>
                      <a:pt x="180" y="152"/>
                    </a:lnTo>
                    <a:lnTo>
                      <a:pt x="101" y="0"/>
                    </a:lnTo>
                    <a:lnTo>
                      <a:pt x="51" y="26"/>
                    </a:lnTo>
                    <a:lnTo>
                      <a:pt x="0" y="51"/>
                    </a:lnTo>
                    <a:lnTo>
                      <a:pt x="79" y="2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6" name="Freeform 827">
                <a:extLst>
                  <a:ext uri="{FF2B5EF4-FFF2-40B4-BE49-F238E27FC236}">
                    <a16:creationId xmlns:a16="http://schemas.microsoft.com/office/drawing/2014/main" id="{B96864D2-373F-2776-6E08-E5AFD7493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3183"/>
                <a:ext cx="26" cy="29"/>
              </a:xfrm>
              <a:custGeom>
                <a:avLst/>
                <a:gdLst>
                  <a:gd name="T0" fmla="*/ 0 w 180"/>
                  <a:gd name="T1" fmla="*/ 0 h 204"/>
                  <a:gd name="T2" fmla="*/ 0 w 180"/>
                  <a:gd name="T3" fmla="*/ 0 h 204"/>
                  <a:gd name="T4" fmla="*/ 0 w 180"/>
                  <a:gd name="T5" fmla="*/ 0 h 204"/>
                  <a:gd name="T6" fmla="*/ 0 w 180"/>
                  <a:gd name="T7" fmla="*/ 0 h 204"/>
                  <a:gd name="T8" fmla="*/ 0 w 180"/>
                  <a:gd name="T9" fmla="*/ 0 h 204"/>
                  <a:gd name="T10" fmla="*/ 0 w 180"/>
                  <a:gd name="T11" fmla="*/ 0 h 204"/>
                  <a:gd name="T12" fmla="*/ 0 w 18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204"/>
                  <a:gd name="T23" fmla="*/ 180 w 18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204">
                    <a:moveTo>
                      <a:pt x="79" y="204"/>
                    </a:moveTo>
                    <a:lnTo>
                      <a:pt x="129" y="178"/>
                    </a:lnTo>
                    <a:lnTo>
                      <a:pt x="180" y="152"/>
                    </a:lnTo>
                    <a:lnTo>
                      <a:pt x="101" y="0"/>
                    </a:lnTo>
                    <a:lnTo>
                      <a:pt x="51" y="26"/>
                    </a:lnTo>
                    <a:lnTo>
                      <a:pt x="0" y="51"/>
                    </a:lnTo>
                    <a:lnTo>
                      <a:pt x="79" y="20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7" name="Freeform 828">
                <a:extLst>
                  <a:ext uri="{FF2B5EF4-FFF2-40B4-BE49-F238E27FC236}">
                    <a16:creationId xmlns:a16="http://schemas.microsoft.com/office/drawing/2014/main" id="{AA770FDB-1902-FD54-4993-704F1C05F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3182"/>
                <a:ext cx="7" cy="4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0" y="30"/>
                    </a:moveTo>
                    <a:lnTo>
                      <a:pt x="50" y="4"/>
                    </a:lnTo>
                    <a:lnTo>
                      <a:pt x="48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8" name="Line 829">
                <a:extLst>
                  <a:ext uri="{FF2B5EF4-FFF2-40B4-BE49-F238E27FC236}">
                    <a16:creationId xmlns:a16="http://schemas.microsoft.com/office/drawing/2014/main" id="{19C922FC-97E7-7033-B234-AEBB31774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6" y="318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9" name="Freeform 830">
                <a:extLst>
                  <a:ext uri="{FF2B5EF4-FFF2-40B4-BE49-F238E27FC236}">
                    <a16:creationId xmlns:a16="http://schemas.microsoft.com/office/drawing/2014/main" id="{672BFDE7-C45C-7F23-EBA4-BDEC1FB5A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87" y="207"/>
                    </a:moveTo>
                    <a:lnTo>
                      <a:pt x="136" y="178"/>
                    </a:lnTo>
                    <a:lnTo>
                      <a:pt x="184" y="148"/>
                    </a:lnTo>
                    <a:lnTo>
                      <a:pt x="96" y="0"/>
                    </a:lnTo>
                    <a:lnTo>
                      <a:pt x="48" y="30"/>
                    </a:lnTo>
                    <a:lnTo>
                      <a:pt x="0" y="59"/>
                    </a:lnTo>
                    <a:lnTo>
                      <a:pt x="87" y="20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0" name="Freeform 831">
                <a:extLst>
                  <a:ext uri="{FF2B5EF4-FFF2-40B4-BE49-F238E27FC236}">
                    <a16:creationId xmlns:a16="http://schemas.microsoft.com/office/drawing/2014/main" id="{F9AC8EDE-4730-C6C4-780B-CC1ABC74A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87" y="207"/>
                    </a:moveTo>
                    <a:lnTo>
                      <a:pt x="136" y="178"/>
                    </a:lnTo>
                    <a:lnTo>
                      <a:pt x="184" y="148"/>
                    </a:lnTo>
                    <a:lnTo>
                      <a:pt x="96" y="0"/>
                    </a:lnTo>
                    <a:lnTo>
                      <a:pt x="48" y="30"/>
                    </a:lnTo>
                    <a:lnTo>
                      <a:pt x="0" y="59"/>
                    </a:lnTo>
                    <a:lnTo>
                      <a:pt x="87" y="20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1" name="Freeform 832">
                <a:extLst>
                  <a:ext uri="{FF2B5EF4-FFF2-40B4-BE49-F238E27FC236}">
                    <a16:creationId xmlns:a16="http://schemas.microsoft.com/office/drawing/2014/main" id="{3E405850-BD65-9085-9726-5CB9EFC5C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7" y="3161"/>
                <a:ext cx="6" cy="4"/>
              </a:xfrm>
              <a:custGeom>
                <a:avLst/>
                <a:gdLst>
                  <a:gd name="T0" fmla="*/ 0 w 48"/>
                  <a:gd name="T1" fmla="*/ 0 h 32"/>
                  <a:gd name="T2" fmla="*/ 0 w 48"/>
                  <a:gd name="T3" fmla="*/ 0 h 32"/>
                  <a:gd name="T4" fmla="*/ 0 w 48"/>
                  <a:gd name="T5" fmla="*/ 0 h 32"/>
                  <a:gd name="T6" fmla="*/ 0 w 48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32"/>
                  <a:gd name="T14" fmla="*/ 48 w 48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32">
                    <a:moveTo>
                      <a:pt x="0" y="32"/>
                    </a:moveTo>
                    <a:lnTo>
                      <a:pt x="48" y="2"/>
                    </a:lnTo>
                    <a:lnTo>
                      <a:pt x="47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2" name="Line 833">
                <a:extLst>
                  <a:ext uri="{FF2B5EF4-FFF2-40B4-BE49-F238E27FC236}">
                    <a16:creationId xmlns:a16="http://schemas.microsoft.com/office/drawing/2014/main" id="{032E27A2-9CD0-61E2-9AA1-894A6674C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53" y="31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3" name="Freeform 834">
                <a:extLst>
                  <a:ext uri="{FF2B5EF4-FFF2-40B4-BE49-F238E27FC236}">
                    <a16:creationId xmlns:a16="http://schemas.microsoft.com/office/drawing/2014/main" id="{BFE9EB09-8DA5-99FD-A466-97AA5F9D5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3141"/>
                <a:ext cx="27" cy="29"/>
              </a:xfrm>
              <a:custGeom>
                <a:avLst/>
                <a:gdLst>
                  <a:gd name="T0" fmla="*/ 0 w 190"/>
                  <a:gd name="T1" fmla="*/ 0 h 204"/>
                  <a:gd name="T2" fmla="*/ 0 w 190"/>
                  <a:gd name="T3" fmla="*/ 0 h 204"/>
                  <a:gd name="T4" fmla="*/ 0 w 190"/>
                  <a:gd name="T5" fmla="*/ 0 h 204"/>
                  <a:gd name="T6" fmla="*/ 0 w 190"/>
                  <a:gd name="T7" fmla="*/ 0 h 204"/>
                  <a:gd name="T8" fmla="*/ 0 w 190"/>
                  <a:gd name="T9" fmla="*/ 0 h 204"/>
                  <a:gd name="T10" fmla="*/ 0 w 190"/>
                  <a:gd name="T11" fmla="*/ 0 h 204"/>
                  <a:gd name="T12" fmla="*/ 0 w 19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0"/>
                  <a:gd name="T22" fmla="*/ 0 h 204"/>
                  <a:gd name="T23" fmla="*/ 190 w 19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0" h="204">
                    <a:moveTo>
                      <a:pt x="96" y="204"/>
                    </a:moveTo>
                    <a:lnTo>
                      <a:pt x="143" y="173"/>
                    </a:lnTo>
                    <a:lnTo>
                      <a:pt x="190" y="141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96" y="2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4" name="Freeform 835">
                <a:extLst>
                  <a:ext uri="{FF2B5EF4-FFF2-40B4-BE49-F238E27FC236}">
                    <a16:creationId xmlns:a16="http://schemas.microsoft.com/office/drawing/2014/main" id="{D47C35D1-740B-ABB4-46F1-C33148F19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3141"/>
                <a:ext cx="27" cy="29"/>
              </a:xfrm>
              <a:custGeom>
                <a:avLst/>
                <a:gdLst>
                  <a:gd name="T0" fmla="*/ 0 w 190"/>
                  <a:gd name="T1" fmla="*/ 0 h 204"/>
                  <a:gd name="T2" fmla="*/ 0 w 190"/>
                  <a:gd name="T3" fmla="*/ 0 h 204"/>
                  <a:gd name="T4" fmla="*/ 0 w 190"/>
                  <a:gd name="T5" fmla="*/ 0 h 204"/>
                  <a:gd name="T6" fmla="*/ 0 w 190"/>
                  <a:gd name="T7" fmla="*/ 0 h 204"/>
                  <a:gd name="T8" fmla="*/ 0 w 190"/>
                  <a:gd name="T9" fmla="*/ 0 h 204"/>
                  <a:gd name="T10" fmla="*/ 0 w 190"/>
                  <a:gd name="T11" fmla="*/ 0 h 204"/>
                  <a:gd name="T12" fmla="*/ 0 w 19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0"/>
                  <a:gd name="T22" fmla="*/ 0 h 204"/>
                  <a:gd name="T23" fmla="*/ 190 w 19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0" h="204">
                    <a:moveTo>
                      <a:pt x="96" y="204"/>
                    </a:moveTo>
                    <a:lnTo>
                      <a:pt x="143" y="173"/>
                    </a:lnTo>
                    <a:lnTo>
                      <a:pt x="190" y="141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96" y="20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5" name="Freeform 836">
                <a:extLst>
                  <a:ext uri="{FF2B5EF4-FFF2-40B4-BE49-F238E27FC236}">
                    <a16:creationId xmlns:a16="http://schemas.microsoft.com/office/drawing/2014/main" id="{2A405C9D-F855-0DEB-9D04-B04235938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3140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0" y="35"/>
                    </a:moveTo>
                    <a:lnTo>
                      <a:pt x="47" y="4"/>
                    </a:lnTo>
                    <a:lnTo>
                      <a:pt x="45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6" name="Line 837">
                <a:extLst>
                  <a:ext uri="{FF2B5EF4-FFF2-40B4-BE49-F238E27FC236}">
                    <a16:creationId xmlns:a16="http://schemas.microsoft.com/office/drawing/2014/main" id="{F7106F03-5C7B-4748-9F0A-9EEEEF253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39" y="31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7" name="Freeform 838">
                <a:extLst>
                  <a:ext uri="{FF2B5EF4-FFF2-40B4-BE49-F238E27FC236}">
                    <a16:creationId xmlns:a16="http://schemas.microsoft.com/office/drawing/2014/main" id="{35BBE816-1559-7CF9-61D8-9691F0612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3121"/>
                <a:ext cx="28" cy="29"/>
              </a:xfrm>
              <a:custGeom>
                <a:avLst/>
                <a:gdLst>
                  <a:gd name="T0" fmla="*/ 0 w 196"/>
                  <a:gd name="T1" fmla="*/ 0 h 205"/>
                  <a:gd name="T2" fmla="*/ 0 w 196"/>
                  <a:gd name="T3" fmla="*/ 0 h 205"/>
                  <a:gd name="T4" fmla="*/ 0 w 196"/>
                  <a:gd name="T5" fmla="*/ 0 h 205"/>
                  <a:gd name="T6" fmla="*/ 0 w 196"/>
                  <a:gd name="T7" fmla="*/ 0 h 205"/>
                  <a:gd name="T8" fmla="*/ 0 w 196"/>
                  <a:gd name="T9" fmla="*/ 0 h 205"/>
                  <a:gd name="T10" fmla="*/ 0 w 196"/>
                  <a:gd name="T11" fmla="*/ 0 h 205"/>
                  <a:gd name="T12" fmla="*/ 0 w 196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205"/>
                  <a:gd name="T23" fmla="*/ 196 w 196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205">
                    <a:moveTo>
                      <a:pt x="106" y="205"/>
                    </a:moveTo>
                    <a:lnTo>
                      <a:pt x="151" y="170"/>
                    </a:lnTo>
                    <a:lnTo>
                      <a:pt x="196" y="135"/>
                    </a:lnTo>
                    <a:lnTo>
                      <a:pt x="90" y="0"/>
                    </a:lnTo>
                    <a:lnTo>
                      <a:pt x="45" y="34"/>
                    </a:lnTo>
                    <a:lnTo>
                      <a:pt x="0" y="69"/>
                    </a:lnTo>
                    <a:lnTo>
                      <a:pt x="106" y="20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8" name="Freeform 839">
                <a:extLst>
                  <a:ext uri="{FF2B5EF4-FFF2-40B4-BE49-F238E27FC236}">
                    <a16:creationId xmlns:a16="http://schemas.microsoft.com/office/drawing/2014/main" id="{3A6D6251-F693-DAFA-79A4-6B6AC07BB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3121"/>
                <a:ext cx="28" cy="29"/>
              </a:xfrm>
              <a:custGeom>
                <a:avLst/>
                <a:gdLst>
                  <a:gd name="T0" fmla="*/ 0 w 196"/>
                  <a:gd name="T1" fmla="*/ 0 h 205"/>
                  <a:gd name="T2" fmla="*/ 0 w 196"/>
                  <a:gd name="T3" fmla="*/ 0 h 205"/>
                  <a:gd name="T4" fmla="*/ 0 w 196"/>
                  <a:gd name="T5" fmla="*/ 0 h 205"/>
                  <a:gd name="T6" fmla="*/ 0 w 196"/>
                  <a:gd name="T7" fmla="*/ 0 h 205"/>
                  <a:gd name="T8" fmla="*/ 0 w 196"/>
                  <a:gd name="T9" fmla="*/ 0 h 205"/>
                  <a:gd name="T10" fmla="*/ 0 w 196"/>
                  <a:gd name="T11" fmla="*/ 0 h 205"/>
                  <a:gd name="T12" fmla="*/ 0 w 196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205"/>
                  <a:gd name="T23" fmla="*/ 196 w 196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205">
                    <a:moveTo>
                      <a:pt x="106" y="205"/>
                    </a:moveTo>
                    <a:lnTo>
                      <a:pt x="151" y="170"/>
                    </a:lnTo>
                    <a:lnTo>
                      <a:pt x="196" y="135"/>
                    </a:lnTo>
                    <a:lnTo>
                      <a:pt x="90" y="0"/>
                    </a:lnTo>
                    <a:lnTo>
                      <a:pt x="45" y="34"/>
                    </a:lnTo>
                    <a:lnTo>
                      <a:pt x="0" y="69"/>
                    </a:lnTo>
                    <a:lnTo>
                      <a:pt x="106" y="20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9" name="Freeform 840">
                <a:extLst>
                  <a:ext uri="{FF2B5EF4-FFF2-40B4-BE49-F238E27FC236}">
                    <a16:creationId xmlns:a16="http://schemas.microsoft.com/office/drawing/2014/main" id="{F97CC3D0-39A0-55F6-3BF2-084B456F2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3120"/>
                <a:ext cx="6" cy="6"/>
              </a:xfrm>
              <a:custGeom>
                <a:avLst/>
                <a:gdLst>
                  <a:gd name="T0" fmla="*/ 0 w 45"/>
                  <a:gd name="T1" fmla="*/ 0 h 37"/>
                  <a:gd name="T2" fmla="*/ 0 w 45"/>
                  <a:gd name="T3" fmla="*/ 0 h 37"/>
                  <a:gd name="T4" fmla="*/ 0 w 45"/>
                  <a:gd name="T5" fmla="*/ 0 h 37"/>
                  <a:gd name="T6" fmla="*/ 0 w 45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7"/>
                  <a:gd name="T14" fmla="*/ 45 w 45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7">
                    <a:moveTo>
                      <a:pt x="0" y="37"/>
                    </a:moveTo>
                    <a:lnTo>
                      <a:pt x="45" y="3"/>
                    </a:lnTo>
                    <a:lnTo>
                      <a:pt x="43" y="0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0" name="Line 841">
                <a:extLst>
                  <a:ext uri="{FF2B5EF4-FFF2-40B4-BE49-F238E27FC236}">
                    <a16:creationId xmlns:a16="http://schemas.microsoft.com/office/drawing/2014/main" id="{C1DC7F3E-5825-BEE3-ABE9-73DFE9887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24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1" name="Freeform 842">
                <a:extLst>
                  <a:ext uri="{FF2B5EF4-FFF2-40B4-BE49-F238E27FC236}">
                    <a16:creationId xmlns:a16="http://schemas.microsoft.com/office/drawing/2014/main" id="{8CB2EB65-CBD8-FA33-2906-5C41EAA8B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3102"/>
                <a:ext cx="29" cy="29"/>
              </a:xfrm>
              <a:custGeom>
                <a:avLst/>
                <a:gdLst>
                  <a:gd name="T0" fmla="*/ 0 w 199"/>
                  <a:gd name="T1" fmla="*/ 0 h 203"/>
                  <a:gd name="T2" fmla="*/ 0 w 199"/>
                  <a:gd name="T3" fmla="*/ 0 h 203"/>
                  <a:gd name="T4" fmla="*/ 0 w 199"/>
                  <a:gd name="T5" fmla="*/ 0 h 203"/>
                  <a:gd name="T6" fmla="*/ 0 w 199"/>
                  <a:gd name="T7" fmla="*/ 0 h 203"/>
                  <a:gd name="T8" fmla="*/ 0 w 199"/>
                  <a:gd name="T9" fmla="*/ 0 h 203"/>
                  <a:gd name="T10" fmla="*/ 0 w 199"/>
                  <a:gd name="T11" fmla="*/ 0 h 203"/>
                  <a:gd name="T12" fmla="*/ 0 w 199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203"/>
                  <a:gd name="T23" fmla="*/ 199 w 199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203">
                    <a:moveTo>
                      <a:pt x="114" y="203"/>
                    </a:moveTo>
                    <a:lnTo>
                      <a:pt x="156" y="166"/>
                    </a:lnTo>
                    <a:lnTo>
                      <a:pt x="199" y="129"/>
                    </a:lnTo>
                    <a:lnTo>
                      <a:pt x="85" y="0"/>
                    </a:lnTo>
                    <a:lnTo>
                      <a:pt x="43" y="37"/>
                    </a:lnTo>
                    <a:lnTo>
                      <a:pt x="0" y="74"/>
                    </a:lnTo>
                    <a:lnTo>
                      <a:pt x="114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2" name="Freeform 843">
                <a:extLst>
                  <a:ext uri="{FF2B5EF4-FFF2-40B4-BE49-F238E27FC236}">
                    <a16:creationId xmlns:a16="http://schemas.microsoft.com/office/drawing/2014/main" id="{E65CA32E-1164-0D84-7521-3CF058FF3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3102"/>
                <a:ext cx="29" cy="29"/>
              </a:xfrm>
              <a:custGeom>
                <a:avLst/>
                <a:gdLst>
                  <a:gd name="T0" fmla="*/ 0 w 199"/>
                  <a:gd name="T1" fmla="*/ 0 h 203"/>
                  <a:gd name="T2" fmla="*/ 0 w 199"/>
                  <a:gd name="T3" fmla="*/ 0 h 203"/>
                  <a:gd name="T4" fmla="*/ 0 w 199"/>
                  <a:gd name="T5" fmla="*/ 0 h 203"/>
                  <a:gd name="T6" fmla="*/ 0 w 199"/>
                  <a:gd name="T7" fmla="*/ 0 h 203"/>
                  <a:gd name="T8" fmla="*/ 0 w 199"/>
                  <a:gd name="T9" fmla="*/ 0 h 203"/>
                  <a:gd name="T10" fmla="*/ 0 w 199"/>
                  <a:gd name="T11" fmla="*/ 0 h 203"/>
                  <a:gd name="T12" fmla="*/ 0 w 199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203"/>
                  <a:gd name="T23" fmla="*/ 199 w 199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203">
                    <a:moveTo>
                      <a:pt x="114" y="203"/>
                    </a:moveTo>
                    <a:lnTo>
                      <a:pt x="156" y="166"/>
                    </a:lnTo>
                    <a:lnTo>
                      <a:pt x="199" y="129"/>
                    </a:lnTo>
                    <a:lnTo>
                      <a:pt x="85" y="0"/>
                    </a:lnTo>
                    <a:lnTo>
                      <a:pt x="43" y="37"/>
                    </a:lnTo>
                    <a:lnTo>
                      <a:pt x="0" y="74"/>
                    </a:lnTo>
                    <a:lnTo>
                      <a:pt x="114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3" name="Freeform 844">
                <a:extLst>
                  <a:ext uri="{FF2B5EF4-FFF2-40B4-BE49-F238E27FC236}">
                    <a16:creationId xmlns:a16="http://schemas.microsoft.com/office/drawing/2014/main" id="{7375DD67-7C59-23C3-01AD-3BE898E7F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3101"/>
                <a:ext cx="6" cy="6"/>
              </a:xfrm>
              <a:custGeom>
                <a:avLst/>
                <a:gdLst>
                  <a:gd name="T0" fmla="*/ 0 w 42"/>
                  <a:gd name="T1" fmla="*/ 0 h 40"/>
                  <a:gd name="T2" fmla="*/ 0 w 42"/>
                  <a:gd name="T3" fmla="*/ 0 h 40"/>
                  <a:gd name="T4" fmla="*/ 0 w 42"/>
                  <a:gd name="T5" fmla="*/ 0 h 40"/>
                  <a:gd name="T6" fmla="*/ 0 w 42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0"/>
                  <a:gd name="T14" fmla="*/ 42 w 42"/>
                  <a:gd name="T15" fmla="*/ 40 h 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0">
                    <a:moveTo>
                      <a:pt x="0" y="40"/>
                    </a:moveTo>
                    <a:lnTo>
                      <a:pt x="42" y="3"/>
                    </a:lnTo>
                    <a:lnTo>
                      <a:pt x="40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4" name="Line 845">
                <a:extLst>
                  <a:ext uri="{FF2B5EF4-FFF2-40B4-BE49-F238E27FC236}">
                    <a16:creationId xmlns:a16="http://schemas.microsoft.com/office/drawing/2014/main" id="{7DE20A3B-5421-0457-A756-5AE4A79BE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07" y="310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5" name="Freeform 846">
                <a:extLst>
                  <a:ext uri="{FF2B5EF4-FFF2-40B4-BE49-F238E27FC236}">
                    <a16:creationId xmlns:a16="http://schemas.microsoft.com/office/drawing/2014/main" id="{A142F323-F989-D01B-BC17-6B70ACFD9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121" y="203"/>
                    </a:moveTo>
                    <a:lnTo>
                      <a:pt x="162" y="162"/>
                    </a:lnTo>
                    <a:lnTo>
                      <a:pt x="202" y="122"/>
                    </a:lnTo>
                    <a:lnTo>
                      <a:pt x="81" y="0"/>
                    </a:lnTo>
                    <a:lnTo>
                      <a:pt x="41" y="40"/>
                    </a:lnTo>
                    <a:lnTo>
                      <a:pt x="0" y="80"/>
                    </a:lnTo>
                    <a:lnTo>
                      <a:pt x="121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6" name="Freeform 847">
                <a:extLst>
                  <a:ext uri="{FF2B5EF4-FFF2-40B4-BE49-F238E27FC236}">
                    <a16:creationId xmlns:a16="http://schemas.microsoft.com/office/drawing/2014/main" id="{5E0F8015-31A7-EDDD-8D90-4CF869445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121" y="203"/>
                    </a:moveTo>
                    <a:lnTo>
                      <a:pt x="162" y="162"/>
                    </a:lnTo>
                    <a:lnTo>
                      <a:pt x="202" y="122"/>
                    </a:lnTo>
                    <a:lnTo>
                      <a:pt x="81" y="0"/>
                    </a:lnTo>
                    <a:lnTo>
                      <a:pt x="41" y="40"/>
                    </a:lnTo>
                    <a:lnTo>
                      <a:pt x="0" y="80"/>
                    </a:lnTo>
                    <a:lnTo>
                      <a:pt x="121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7" name="Freeform 848">
                <a:extLst>
                  <a:ext uri="{FF2B5EF4-FFF2-40B4-BE49-F238E27FC236}">
                    <a16:creationId xmlns:a16="http://schemas.microsoft.com/office/drawing/2014/main" id="{37B8C363-18C4-9466-B7C3-96EF020F5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4" y="3084"/>
                <a:ext cx="6" cy="6"/>
              </a:xfrm>
              <a:custGeom>
                <a:avLst/>
                <a:gdLst>
                  <a:gd name="T0" fmla="*/ 0 w 40"/>
                  <a:gd name="T1" fmla="*/ 0 h 43"/>
                  <a:gd name="T2" fmla="*/ 0 w 40"/>
                  <a:gd name="T3" fmla="*/ 0 h 43"/>
                  <a:gd name="T4" fmla="*/ 0 w 40"/>
                  <a:gd name="T5" fmla="*/ 0 h 43"/>
                  <a:gd name="T6" fmla="*/ 0 w 40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3"/>
                  <a:gd name="T14" fmla="*/ 40 w 40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3">
                    <a:moveTo>
                      <a:pt x="0" y="43"/>
                    </a:moveTo>
                    <a:lnTo>
                      <a:pt x="40" y="3"/>
                    </a:lnTo>
                    <a:lnTo>
                      <a:pt x="37" y="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8" name="Line 849">
                <a:extLst>
                  <a:ext uri="{FF2B5EF4-FFF2-40B4-BE49-F238E27FC236}">
                    <a16:creationId xmlns:a16="http://schemas.microsoft.com/office/drawing/2014/main" id="{68C11732-0848-419F-14CD-D8CF30A71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90" y="30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9" name="Freeform 850">
                <a:extLst>
                  <a:ext uri="{FF2B5EF4-FFF2-40B4-BE49-F238E27FC236}">
                    <a16:creationId xmlns:a16="http://schemas.microsoft.com/office/drawing/2014/main" id="{25B85892-2518-9D24-737D-41129373B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129" y="199"/>
                    </a:moveTo>
                    <a:lnTo>
                      <a:pt x="166" y="156"/>
                    </a:lnTo>
                    <a:lnTo>
                      <a:pt x="203" y="113"/>
                    </a:lnTo>
                    <a:lnTo>
                      <a:pt x="74" y="0"/>
                    </a:lnTo>
                    <a:lnTo>
                      <a:pt x="37" y="43"/>
                    </a:lnTo>
                    <a:lnTo>
                      <a:pt x="0" y="85"/>
                    </a:lnTo>
                    <a:lnTo>
                      <a:pt x="129" y="1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0" name="Freeform 851">
                <a:extLst>
                  <a:ext uri="{FF2B5EF4-FFF2-40B4-BE49-F238E27FC236}">
                    <a16:creationId xmlns:a16="http://schemas.microsoft.com/office/drawing/2014/main" id="{2E16EDAD-816C-5439-E108-7E93C80AB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129" y="199"/>
                    </a:moveTo>
                    <a:lnTo>
                      <a:pt x="166" y="156"/>
                    </a:lnTo>
                    <a:lnTo>
                      <a:pt x="203" y="113"/>
                    </a:lnTo>
                    <a:lnTo>
                      <a:pt x="74" y="0"/>
                    </a:lnTo>
                    <a:lnTo>
                      <a:pt x="37" y="43"/>
                    </a:lnTo>
                    <a:lnTo>
                      <a:pt x="0" y="85"/>
                    </a:lnTo>
                    <a:lnTo>
                      <a:pt x="129" y="19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1" name="Freeform 852">
                <a:extLst>
                  <a:ext uri="{FF2B5EF4-FFF2-40B4-BE49-F238E27FC236}">
                    <a16:creationId xmlns:a16="http://schemas.microsoft.com/office/drawing/2014/main" id="{A1108363-3F2A-AC62-1F83-04149980E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067"/>
                <a:ext cx="5" cy="7"/>
              </a:xfrm>
              <a:custGeom>
                <a:avLst/>
                <a:gdLst>
                  <a:gd name="T0" fmla="*/ 0 w 37"/>
                  <a:gd name="T1" fmla="*/ 0 h 45"/>
                  <a:gd name="T2" fmla="*/ 0 w 37"/>
                  <a:gd name="T3" fmla="*/ 0 h 45"/>
                  <a:gd name="T4" fmla="*/ 0 w 37"/>
                  <a:gd name="T5" fmla="*/ 0 h 45"/>
                  <a:gd name="T6" fmla="*/ 0 w 37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5"/>
                  <a:gd name="T14" fmla="*/ 37 w 37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5">
                    <a:moveTo>
                      <a:pt x="0" y="45"/>
                    </a:moveTo>
                    <a:lnTo>
                      <a:pt x="37" y="2"/>
                    </a:lnTo>
                    <a:lnTo>
                      <a:pt x="34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2" name="Line 853">
                <a:extLst>
                  <a:ext uri="{FF2B5EF4-FFF2-40B4-BE49-F238E27FC236}">
                    <a16:creationId xmlns:a16="http://schemas.microsoft.com/office/drawing/2014/main" id="{D2A3FDC0-AE25-6F3D-491C-232A9E68E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1" y="306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3" name="Freeform 854">
                <a:extLst>
                  <a:ext uri="{FF2B5EF4-FFF2-40B4-BE49-F238E27FC236}">
                    <a16:creationId xmlns:a16="http://schemas.microsoft.com/office/drawing/2014/main" id="{2E487586-148F-1021-5A7D-33589FAF2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3052"/>
                <a:ext cx="30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136" y="196"/>
                    </a:moveTo>
                    <a:lnTo>
                      <a:pt x="171" y="151"/>
                    </a:lnTo>
                    <a:lnTo>
                      <a:pt x="205" y="106"/>
                    </a:lnTo>
                    <a:lnTo>
                      <a:pt x="70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36" y="1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4" name="Freeform 855">
                <a:extLst>
                  <a:ext uri="{FF2B5EF4-FFF2-40B4-BE49-F238E27FC236}">
                    <a16:creationId xmlns:a16="http://schemas.microsoft.com/office/drawing/2014/main" id="{15B465FF-8ABD-F41B-01F9-81F38D33A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3052"/>
                <a:ext cx="30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136" y="196"/>
                    </a:moveTo>
                    <a:lnTo>
                      <a:pt x="171" y="151"/>
                    </a:lnTo>
                    <a:lnTo>
                      <a:pt x="205" y="106"/>
                    </a:lnTo>
                    <a:lnTo>
                      <a:pt x="70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36" y="1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5" name="Freeform 856">
                <a:extLst>
                  <a:ext uri="{FF2B5EF4-FFF2-40B4-BE49-F238E27FC236}">
                    <a16:creationId xmlns:a16="http://schemas.microsoft.com/office/drawing/2014/main" id="{33B2B790-D75B-7F66-940C-14061EC11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052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0" y="47"/>
                    </a:moveTo>
                    <a:lnTo>
                      <a:pt x="35" y="2"/>
                    </a:lnTo>
                    <a:lnTo>
                      <a:pt x="31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6" name="Line 857">
                <a:extLst>
                  <a:ext uri="{FF2B5EF4-FFF2-40B4-BE49-F238E27FC236}">
                    <a16:creationId xmlns:a16="http://schemas.microsoft.com/office/drawing/2014/main" id="{F7DED0BC-D03A-94B7-0488-0DDB127E0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51" y="305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7" name="Freeform 858">
                <a:extLst>
                  <a:ext uri="{FF2B5EF4-FFF2-40B4-BE49-F238E27FC236}">
                    <a16:creationId xmlns:a16="http://schemas.microsoft.com/office/drawing/2014/main" id="{F5CBF616-F9B3-4177-DCF3-ED5C037A5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8"/>
                <a:ext cx="29" cy="27"/>
              </a:xfrm>
              <a:custGeom>
                <a:avLst/>
                <a:gdLst>
                  <a:gd name="T0" fmla="*/ 0 w 204"/>
                  <a:gd name="T1" fmla="*/ 0 h 190"/>
                  <a:gd name="T2" fmla="*/ 0 w 204"/>
                  <a:gd name="T3" fmla="*/ 0 h 190"/>
                  <a:gd name="T4" fmla="*/ 0 w 204"/>
                  <a:gd name="T5" fmla="*/ 0 h 190"/>
                  <a:gd name="T6" fmla="*/ 0 w 204"/>
                  <a:gd name="T7" fmla="*/ 0 h 190"/>
                  <a:gd name="T8" fmla="*/ 0 w 204"/>
                  <a:gd name="T9" fmla="*/ 0 h 190"/>
                  <a:gd name="T10" fmla="*/ 0 w 204"/>
                  <a:gd name="T11" fmla="*/ 0 h 190"/>
                  <a:gd name="T12" fmla="*/ 0 w 204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90"/>
                  <a:gd name="T23" fmla="*/ 204 w 204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90">
                    <a:moveTo>
                      <a:pt x="141" y="190"/>
                    </a:moveTo>
                    <a:lnTo>
                      <a:pt x="173" y="143"/>
                    </a:lnTo>
                    <a:lnTo>
                      <a:pt x="204" y="9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41" y="1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8" name="Freeform 859">
                <a:extLst>
                  <a:ext uri="{FF2B5EF4-FFF2-40B4-BE49-F238E27FC236}">
                    <a16:creationId xmlns:a16="http://schemas.microsoft.com/office/drawing/2014/main" id="{10857442-05DA-AC71-2357-5633B331C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8"/>
                <a:ext cx="29" cy="27"/>
              </a:xfrm>
              <a:custGeom>
                <a:avLst/>
                <a:gdLst>
                  <a:gd name="T0" fmla="*/ 0 w 204"/>
                  <a:gd name="T1" fmla="*/ 0 h 190"/>
                  <a:gd name="T2" fmla="*/ 0 w 204"/>
                  <a:gd name="T3" fmla="*/ 0 h 190"/>
                  <a:gd name="T4" fmla="*/ 0 w 204"/>
                  <a:gd name="T5" fmla="*/ 0 h 190"/>
                  <a:gd name="T6" fmla="*/ 0 w 204"/>
                  <a:gd name="T7" fmla="*/ 0 h 190"/>
                  <a:gd name="T8" fmla="*/ 0 w 204"/>
                  <a:gd name="T9" fmla="*/ 0 h 190"/>
                  <a:gd name="T10" fmla="*/ 0 w 204"/>
                  <a:gd name="T11" fmla="*/ 0 h 190"/>
                  <a:gd name="T12" fmla="*/ 0 w 204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90"/>
                  <a:gd name="T23" fmla="*/ 204 w 204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90">
                    <a:moveTo>
                      <a:pt x="141" y="190"/>
                    </a:moveTo>
                    <a:lnTo>
                      <a:pt x="173" y="143"/>
                    </a:lnTo>
                    <a:lnTo>
                      <a:pt x="204" y="9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41" y="1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9" name="Freeform 860">
                <a:extLst>
                  <a:ext uri="{FF2B5EF4-FFF2-40B4-BE49-F238E27FC236}">
                    <a16:creationId xmlns:a16="http://schemas.microsoft.com/office/drawing/2014/main" id="{CFB989F8-031B-FF81-357F-149461F9C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3038"/>
                <a:ext cx="5" cy="7"/>
              </a:xfrm>
              <a:custGeom>
                <a:avLst/>
                <a:gdLst>
                  <a:gd name="T0" fmla="*/ 0 w 32"/>
                  <a:gd name="T1" fmla="*/ 0 h 49"/>
                  <a:gd name="T2" fmla="*/ 0 w 32"/>
                  <a:gd name="T3" fmla="*/ 0 h 49"/>
                  <a:gd name="T4" fmla="*/ 0 w 32"/>
                  <a:gd name="T5" fmla="*/ 0 h 49"/>
                  <a:gd name="T6" fmla="*/ 0 w 32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9"/>
                  <a:gd name="T14" fmla="*/ 32 w 32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9">
                    <a:moveTo>
                      <a:pt x="0" y="49"/>
                    </a:moveTo>
                    <a:lnTo>
                      <a:pt x="32" y="2"/>
                    </a:lnTo>
                    <a:lnTo>
                      <a:pt x="30" y="0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0" name="Line 861">
                <a:extLst>
                  <a:ext uri="{FF2B5EF4-FFF2-40B4-BE49-F238E27FC236}">
                    <a16:creationId xmlns:a16="http://schemas.microsoft.com/office/drawing/2014/main" id="{347D8CC9-9528-AF76-5670-88D74EEA66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0" y="303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1" name="Freeform 862">
                <a:extLst>
                  <a:ext uri="{FF2B5EF4-FFF2-40B4-BE49-F238E27FC236}">
                    <a16:creationId xmlns:a16="http://schemas.microsoft.com/office/drawing/2014/main" id="{AC1231F0-613E-7C57-FBA6-8669C3B7E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1" y="3025"/>
                <a:ext cx="29" cy="27"/>
              </a:xfrm>
              <a:custGeom>
                <a:avLst/>
                <a:gdLst>
                  <a:gd name="T0" fmla="*/ 0 w 207"/>
                  <a:gd name="T1" fmla="*/ 0 h 184"/>
                  <a:gd name="T2" fmla="*/ 0 w 207"/>
                  <a:gd name="T3" fmla="*/ 0 h 184"/>
                  <a:gd name="T4" fmla="*/ 0 w 207"/>
                  <a:gd name="T5" fmla="*/ 0 h 184"/>
                  <a:gd name="T6" fmla="*/ 0 w 207"/>
                  <a:gd name="T7" fmla="*/ 0 h 184"/>
                  <a:gd name="T8" fmla="*/ 0 w 207"/>
                  <a:gd name="T9" fmla="*/ 0 h 184"/>
                  <a:gd name="T10" fmla="*/ 0 w 207"/>
                  <a:gd name="T11" fmla="*/ 0 h 184"/>
                  <a:gd name="T12" fmla="*/ 0 w 207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7"/>
                  <a:gd name="T22" fmla="*/ 0 h 184"/>
                  <a:gd name="T23" fmla="*/ 207 w 207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7" h="184">
                    <a:moveTo>
                      <a:pt x="148" y="184"/>
                    </a:moveTo>
                    <a:lnTo>
                      <a:pt x="177" y="136"/>
                    </a:lnTo>
                    <a:lnTo>
                      <a:pt x="207" y="87"/>
                    </a:lnTo>
                    <a:lnTo>
                      <a:pt x="58" y="0"/>
                    </a:lnTo>
                    <a:lnTo>
                      <a:pt x="29" y="48"/>
                    </a:lnTo>
                    <a:lnTo>
                      <a:pt x="0" y="96"/>
                    </a:lnTo>
                    <a:lnTo>
                      <a:pt x="148" y="1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2" name="Freeform 863">
                <a:extLst>
                  <a:ext uri="{FF2B5EF4-FFF2-40B4-BE49-F238E27FC236}">
                    <a16:creationId xmlns:a16="http://schemas.microsoft.com/office/drawing/2014/main" id="{3124745F-2C3C-C66A-BF8E-02C3E562D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1" y="3025"/>
                <a:ext cx="29" cy="27"/>
              </a:xfrm>
              <a:custGeom>
                <a:avLst/>
                <a:gdLst>
                  <a:gd name="T0" fmla="*/ 0 w 207"/>
                  <a:gd name="T1" fmla="*/ 0 h 184"/>
                  <a:gd name="T2" fmla="*/ 0 w 207"/>
                  <a:gd name="T3" fmla="*/ 0 h 184"/>
                  <a:gd name="T4" fmla="*/ 0 w 207"/>
                  <a:gd name="T5" fmla="*/ 0 h 184"/>
                  <a:gd name="T6" fmla="*/ 0 w 207"/>
                  <a:gd name="T7" fmla="*/ 0 h 184"/>
                  <a:gd name="T8" fmla="*/ 0 w 207"/>
                  <a:gd name="T9" fmla="*/ 0 h 184"/>
                  <a:gd name="T10" fmla="*/ 0 w 207"/>
                  <a:gd name="T11" fmla="*/ 0 h 184"/>
                  <a:gd name="T12" fmla="*/ 0 w 207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7"/>
                  <a:gd name="T22" fmla="*/ 0 h 184"/>
                  <a:gd name="T23" fmla="*/ 207 w 207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7" h="184">
                    <a:moveTo>
                      <a:pt x="148" y="184"/>
                    </a:moveTo>
                    <a:lnTo>
                      <a:pt x="177" y="136"/>
                    </a:lnTo>
                    <a:lnTo>
                      <a:pt x="207" y="87"/>
                    </a:lnTo>
                    <a:lnTo>
                      <a:pt x="58" y="0"/>
                    </a:lnTo>
                    <a:lnTo>
                      <a:pt x="29" y="48"/>
                    </a:lnTo>
                    <a:lnTo>
                      <a:pt x="0" y="96"/>
                    </a:lnTo>
                    <a:lnTo>
                      <a:pt x="148" y="18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3" name="Freeform 864">
                <a:extLst>
                  <a:ext uri="{FF2B5EF4-FFF2-40B4-BE49-F238E27FC236}">
                    <a16:creationId xmlns:a16="http://schemas.microsoft.com/office/drawing/2014/main" id="{55CCC775-3A02-D492-317C-53E00D703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3025"/>
                <a:ext cx="4" cy="7"/>
              </a:xfrm>
              <a:custGeom>
                <a:avLst/>
                <a:gdLst>
                  <a:gd name="T0" fmla="*/ 0 w 29"/>
                  <a:gd name="T1" fmla="*/ 0 h 50"/>
                  <a:gd name="T2" fmla="*/ 0 w 29"/>
                  <a:gd name="T3" fmla="*/ 0 h 50"/>
                  <a:gd name="T4" fmla="*/ 0 w 29"/>
                  <a:gd name="T5" fmla="*/ 0 h 50"/>
                  <a:gd name="T6" fmla="*/ 0 w 29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0"/>
                  <a:gd name="T14" fmla="*/ 29 w 29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0">
                    <a:moveTo>
                      <a:pt x="0" y="50"/>
                    </a:moveTo>
                    <a:lnTo>
                      <a:pt x="29" y="2"/>
                    </a:lnTo>
                    <a:lnTo>
                      <a:pt x="26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4" name="Line 865">
                <a:extLst>
                  <a:ext uri="{FF2B5EF4-FFF2-40B4-BE49-F238E27FC236}">
                    <a16:creationId xmlns:a16="http://schemas.microsoft.com/office/drawing/2014/main" id="{85DA9D11-AAAB-1435-3E52-ACFAB240B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09" y="30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5" name="Freeform 866">
                <a:extLst>
                  <a:ext uri="{FF2B5EF4-FFF2-40B4-BE49-F238E27FC236}">
                    <a16:creationId xmlns:a16="http://schemas.microsoft.com/office/drawing/2014/main" id="{993E8DCF-382F-4CB3-D63A-9AD4A4F68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3014"/>
                <a:ext cx="29" cy="25"/>
              </a:xfrm>
              <a:custGeom>
                <a:avLst/>
                <a:gdLst>
                  <a:gd name="T0" fmla="*/ 0 w 204"/>
                  <a:gd name="T1" fmla="*/ 0 h 179"/>
                  <a:gd name="T2" fmla="*/ 0 w 204"/>
                  <a:gd name="T3" fmla="*/ 0 h 179"/>
                  <a:gd name="T4" fmla="*/ 0 w 204"/>
                  <a:gd name="T5" fmla="*/ 0 h 179"/>
                  <a:gd name="T6" fmla="*/ 0 w 204"/>
                  <a:gd name="T7" fmla="*/ 0 h 179"/>
                  <a:gd name="T8" fmla="*/ 0 w 204"/>
                  <a:gd name="T9" fmla="*/ 0 h 179"/>
                  <a:gd name="T10" fmla="*/ 0 w 204"/>
                  <a:gd name="T11" fmla="*/ 0 h 179"/>
                  <a:gd name="T12" fmla="*/ 0 w 204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79"/>
                  <a:gd name="T23" fmla="*/ 204 w 204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79">
                    <a:moveTo>
                      <a:pt x="152" y="179"/>
                    </a:moveTo>
                    <a:lnTo>
                      <a:pt x="178" y="128"/>
                    </a:lnTo>
                    <a:lnTo>
                      <a:pt x="204" y="78"/>
                    </a:lnTo>
                    <a:lnTo>
                      <a:pt x="51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152" y="1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6" name="Freeform 867">
                <a:extLst>
                  <a:ext uri="{FF2B5EF4-FFF2-40B4-BE49-F238E27FC236}">
                    <a16:creationId xmlns:a16="http://schemas.microsoft.com/office/drawing/2014/main" id="{7962531D-AE1F-88D4-1FBE-3EA76AEA2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3014"/>
                <a:ext cx="29" cy="25"/>
              </a:xfrm>
              <a:custGeom>
                <a:avLst/>
                <a:gdLst>
                  <a:gd name="T0" fmla="*/ 0 w 204"/>
                  <a:gd name="T1" fmla="*/ 0 h 179"/>
                  <a:gd name="T2" fmla="*/ 0 w 204"/>
                  <a:gd name="T3" fmla="*/ 0 h 179"/>
                  <a:gd name="T4" fmla="*/ 0 w 204"/>
                  <a:gd name="T5" fmla="*/ 0 h 179"/>
                  <a:gd name="T6" fmla="*/ 0 w 204"/>
                  <a:gd name="T7" fmla="*/ 0 h 179"/>
                  <a:gd name="T8" fmla="*/ 0 w 204"/>
                  <a:gd name="T9" fmla="*/ 0 h 179"/>
                  <a:gd name="T10" fmla="*/ 0 w 204"/>
                  <a:gd name="T11" fmla="*/ 0 h 179"/>
                  <a:gd name="T12" fmla="*/ 0 w 204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79"/>
                  <a:gd name="T23" fmla="*/ 204 w 204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79">
                    <a:moveTo>
                      <a:pt x="152" y="179"/>
                    </a:moveTo>
                    <a:lnTo>
                      <a:pt x="178" y="128"/>
                    </a:lnTo>
                    <a:lnTo>
                      <a:pt x="204" y="78"/>
                    </a:lnTo>
                    <a:lnTo>
                      <a:pt x="51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152" y="17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7" name="Freeform 868">
                <a:extLst>
                  <a:ext uri="{FF2B5EF4-FFF2-40B4-BE49-F238E27FC236}">
                    <a16:creationId xmlns:a16="http://schemas.microsoft.com/office/drawing/2014/main" id="{3E2FF390-395E-A915-2136-E785E3B98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3014"/>
                <a:ext cx="4" cy="7"/>
              </a:xfrm>
              <a:custGeom>
                <a:avLst/>
                <a:gdLst>
                  <a:gd name="T0" fmla="*/ 0 w 25"/>
                  <a:gd name="T1" fmla="*/ 0 h 52"/>
                  <a:gd name="T2" fmla="*/ 0 w 25"/>
                  <a:gd name="T3" fmla="*/ 0 h 52"/>
                  <a:gd name="T4" fmla="*/ 0 w 25"/>
                  <a:gd name="T5" fmla="*/ 0 h 52"/>
                  <a:gd name="T6" fmla="*/ 0 w 25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52"/>
                  <a:gd name="T14" fmla="*/ 25 w 25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52">
                    <a:moveTo>
                      <a:pt x="0" y="52"/>
                    </a:moveTo>
                    <a:lnTo>
                      <a:pt x="25" y="1"/>
                    </a:lnTo>
                    <a:lnTo>
                      <a:pt x="22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8" name="Line 869">
                <a:extLst>
                  <a:ext uri="{FF2B5EF4-FFF2-40B4-BE49-F238E27FC236}">
                    <a16:creationId xmlns:a16="http://schemas.microsoft.com/office/drawing/2014/main" id="{7F8E757A-5D79-3C59-AA39-97EAC296F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86" y="3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9" name="Freeform 870">
                <a:extLst>
                  <a:ext uri="{FF2B5EF4-FFF2-40B4-BE49-F238E27FC236}">
                    <a16:creationId xmlns:a16="http://schemas.microsoft.com/office/drawing/2014/main" id="{BFEEDAEF-342A-A9C1-DBD2-349C4BAB5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3004"/>
                <a:ext cx="29" cy="24"/>
              </a:xfrm>
              <a:custGeom>
                <a:avLst/>
                <a:gdLst>
                  <a:gd name="T0" fmla="*/ 0 w 203"/>
                  <a:gd name="T1" fmla="*/ 0 h 171"/>
                  <a:gd name="T2" fmla="*/ 0 w 203"/>
                  <a:gd name="T3" fmla="*/ 0 h 171"/>
                  <a:gd name="T4" fmla="*/ 0 w 203"/>
                  <a:gd name="T5" fmla="*/ 0 h 171"/>
                  <a:gd name="T6" fmla="*/ 0 w 203"/>
                  <a:gd name="T7" fmla="*/ 0 h 171"/>
                  <a:gd name="T8" fmla="*/ 0 w 203"/>
                  <a:gd name="T9" fmla="*/ 0 h 171"/>
                  <a:gd name="T10" fmla="*/ 0 w 203"/>
                  <a:gd name="T11" fmla="*/ 0 h 171"/>
                  <a:gd name="T12" fmla="*/ 0 w 203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71"/>
                  <a:gd name="T23" fmla="*/ 203 w 203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71">
                    <a:moveTo>
                      <a:pt x="158" y="171"/>
                    </a:moveTo>
                    <a:lnTo>
                      <a:pt x="181" y="120"/>
                    </a:lnTo>
                    <a:lnTo>
                      <a:pt x="203" y="68"/>
                    </a:lnTo>
                    <a:lnTo>
                      <a:pt x="45" y="0"/>
                    </a:lnTo>
                    <a:lnTo>
                      <a:pt x="22" y="51"/>
                    </a:lnTo>
                    <a:lnTo>
                      <a:pt x="0" y="103"/>
                    </a:lnTo>
                    <a:lnTo>
                      <a:pt x="158" y="1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0" name="Freeform 871">
                <a:extLst>
                  <a:ext uri="{FF2B5EF4-FFF2-40B4-BE49-F238E27FC236}">
                    <a16:creationId xmlns:a16="http://schemas.microsoft.com/office/drawing/2014/main" id="{610E9F60-6B49-5D53-2B15-6CDEC7D1CF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3004"/>
                <a:ext cx="29" cy="24"/>
              </a:xfrm>
              <a:custGeom>
                <a:avLst/>
                <a:gdLst>
                  <a:gd name="T0" fmla="*/ 0 w 203"/>
                  <a:gd name="T1" fmla="*/ 0 h 171"/>
                  <a:gd name="T2" fmla="*/ 0 w 203"/>
                  <a:gd name="T3" fmla="*/ 0 h 171"/>
                  <a:gd name="T4" fmla="*/ 0 w 203"/>
                  <a:gd name="T5" fmla="*/ 0 h 171"/>
                  <a:gd name="T6" fmla="*/ 0 w 203"/>
                  <a:gd name="T7" fmla="*/ 0 h 171"/>
                  <a:gd name="T8" fmla="*/ 0 w 203"/>
                  <a:gd name="T9" fmla="*/ 0 h 171"/>
                  <a:gd name="T10" fmla="*/ 0 w 203"/>
                  <a:gd name="T11" fmla="*/ 0 h 171"/>
                  <a:gd name="T12" fmla="*/ 0 w 203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71"/>
                  <a:gd name="T23" fmla="*/ 203 w 203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71">
                    <a:moveTo>
                      <a:pt x="158" y="171"/>
                    </a:moveTo>
                    <a:lnTo>
                      <a:pt x="181" y="120"/>
                    </a:lnTo>
                    <a:lnTo>
                      <a:pt x="203" y="68"/>
                    </a:lnTo>
                    <a:lnTo>
                      <a:pt x="45" y="0"/>
                    </a:lnTo>
                    <a:lnTo>
                      <a:pt x="22" y="51"/>
                    </a:lnTo>
                    <a:lnTo>
                      <a:pt x="0" y="103"/>
                    </a:lnTo>
                    <a:lnTo>
                      <a:pt x="158" y="17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1" name="Freeform 872">
                <a:extLst>
                  <a:ext uri="{FF2B5EF4-FFF2-40B4-BE49-F238E27FC236}">
                    <a16:creationId xmlns:a16="http://schemas.microsoft.com/office/drawing/2014/main" id="{80AD2B4F-0EBF-3E8E-6114-84B307DB8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3004"/>
                <a:ext cx="3" cy="7"/>
              </a:xfrm>
              <a:custGeom>
                <a:avLst/>
                <a:gdLst>
                  <a:gd name="T0" fmla="*/ 0 w 23"/>
                  <a:gd name="T1" fmla="*/ 0 h 52"/>
                  <a:gd name="T2" fmla="*/ 0 w 23"/>
                  <a:gd name="T3" fmla="*/ 0 h 52"/>
                  <a:gd name="T4" fmla="*/ 0 w 23"/>
                  <a:gd name="T5" fmla="*/ 0 h 52"/>
                  <a:gd name="T6" fmla="*/ 0 w 23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2"/>
                  <a:gd name="T14" fmla="*/ 23 w 23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2">
                    <a:moveTo>
                      <a:pt x="0" y="52"/>
                    </a:moveTo>
                    <a:lnTo>
                      <a:pt x="23" y="1"/>
                    </a:lnTo>
                    <a:lnTo>
                      <a:pt x="19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2" name="Line 873">
                <a:extLst>
                  <a:ext uri="{FF2B5EF4-FFF2-40B4-BE49-F238E27FC236}">
                    <a16:creationId xmlns:a16="http://schemas.microsoft.com/office/drawing/2014/main" id="{90E572FD-40B6-9F0E-E439-F1AF26D78A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63" y="30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3" name="Freeform 874">
                <a:extLst>
                  <a:ext uri="{FF2B5EF4-FFF2-40B4-BE49-F238E27FC236}">
                    <a16:creationId xmlns:a16="http://schemas.microsoft.com/office/drawing/2014/main" id="{3A09A905-A4FC-F6FB-F38C-2D8CD714A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995"/>
                <a:ext cx="28" cy="24"/>
              </a:xfrm>
              <a:custGeom>
                <a:avLst/>
                <a:gdLst>
                  <a:gd name="T0" fmla="*/ 0 w 199"/>
                  <a:gd name="T1" fmla="*/ 0 h 164"/>
                  <a:gd name="T2" fmla="*/ 0 w 199"/>
                  <a:gd name="T3" fmla="*/ 0 h 164"/>
                  <a:gd name="T4" fmla="*/ 0 w 199"/>
                  <a:gd name="T5" fmla="*/ 0 h 164"/>
                  <a:gd name="T6" fmla="*/ 0 w 199"/>
                  <a:gd name="T7" fmla="*/ 0 h 164"/>
                  <a:gd name="T8" fmla="*/ 0 w 199"/>
                  <a:gd name="T9" fmla="*/ 0 h 164"/>
                  <a:gd name="T10" fmla="*/ 0 w 199"/>
                  <a:gd name="T11" fmla="*/ 0 h 164"/>
                  <a:gd name="T12" fmla="*/ 0 w 199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164"/>
                  <a:gd name="T23" fmla="*/ 199 w 199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164">
                    <a:moveTo>
                      <a:pt x="161" y="164"/>
                    </a:moveTo>
                    <a:lnTo>
                      <a:pt x="180" y="111"/>
                    </a:lnTo>
                    <a:lnTo>
                      <a:pt x="199" y="59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61" y="1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4" name="Freeform 875">
                <a:extLst>
                  <a:ext uri="{FF2B5EF4-FFF2-40B4-BE49-F238E27FC236}">
                    <a16:creationId xmlns:a16="http://schemas.microsoft.com/office/drawing/2014/main" id="{D675528A-BF22-214A-32AB-51344FE42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995"/>
                <a:ext cx="28" cy="24"/>
              </a:xfrm>
              <a:custGeom>
                <a:avLst/>
                <a:gdLst>
                  <a:gd name="T0" fmla="*/ 0 w 199"/>
                  <a:gd name="T1" fmla="*/ 0 h 164"/>
                  <a:gd name="T2" fmla="*/ 0 w 199"/>
                  <a:gd name="T3" fmla="*/ 0 h 164"/>
                  <a:gd name="T4" fmla="*/ 0 w 199"/>
                  <a:gd name="T5" fmla="*/ 0 h 164"/>
                  <a:gd name="T6" fmla="*/ 0 w 199"/>
                  <a:gd name="T7" fmla="*/ 0 h 164"/>
                  <a:gd name="T8" fmla="*/ 0 w 199"/>
                  <a:gd name="T9" fmla="*/ 0 h 164"/>
                  <a:gd name="T10" fmla="*/ 0 w 199"/>
                  <a:gd name="T11" fmla="*/ 0 h 164"/>
                  <a:gd name="T12" fmla="*/ 0 w 199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164"/>
                  <a:gd name="T23" fmla="*/ 199 w 199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164">
                    <a:moveTo>
                      <a:pt x="161" y="164"/>
                    </a:moveTo>
                    <a:lnTo>
                      <a:pt x="180" y="111"/>
                    </a:lnTo>
                    <a:lnTo>
                      <a:pt x="199" y="59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61" y="16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5" name="Freeform 876">
                <a:extLst>
                  <a:ext uri="{FF2B5EF4-FFF2-40B4-BE49-F238E27FC236}">
                    <a16:creationId xmlns:a16="http://schemas.microsoft.com/office/drawing/2014/main" id="{43BB111A-5902-8225-FCE1-AC32C0DBA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2995"/>
                <a:ext cx="2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0" y="54"/>
                    </a:moveTo>
                    <a:lnTo>
                      <a:pt x="19" y="1"/>
                    </a:lnTo>
                    <a:lnTo>
                      <a:pt x="15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98" name="Group 877">
              <a:extLst>
                <a:ext uri="{FF2B5EF4-FFF2-40B4-BE49-F238E27FC236}">
                  <a16:creationId xmlns:a16="http://schemas.microsoft.com/office/drawing/2014/main" id="{922D465D-F4E9-3E8C-2087-37593533B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2976"/>
              <a:ext cx="657" cy="407"/>
              <a:chOff x="3018" y="2976"/>
              <a:chExt cx="657" cy="407"/>
            </a:xfrm>
          </p:grpSpPr>
          <p:sp>
            <p:nvSpPr>
              <p:cNvPr id="776" name="Line 878">
                <a:extLst>
                  <a:ext uri="{FF2B5EF4-FFF2-40B4-BE49-F238E27FC236}">
                    <a16:creationId xmlns:a16="http://schemas.microsoft.com/office/drawing/2014/main" id="{51FE467B-8381-4C3C-D1E8-F08FA1EFC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0" y="29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7" name="Freeform 879">
                <a:extLst>
                  <a:ext uri="{FF2B5EF4-FFF2-40B4-BE49-F238E27FC236}">
                    <a16:creationId xmlns:a16="http://schemas.microsoft.com/office/drawing/2014/main" id="{CA62E194-3F17-E93A-D032-EE8242044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65" y="156"/>
                    </a:moveTo>
                    <a:lnTo>
                      <a:pt x="181" y="102"/>
                    </a:lnTo>
                    <a:lnTo>
                      <a:pt x="196" y="48"/>
                    </a:lnTo>
                    <a:lnTo>
                      <a:pt x="31" y="0"/>
                    </a:lnTo>
                    <a:lnTo>
                      <a:pt x="16" y="54"/>
                    </a:lnTo>
                    <a:lnTo>
                      <a:pt x="0" y="108"/>
                    </a:lnTo>
                    <a:lnTo>
                      <a:pt x="165" y="1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8" name="Freeform 880">
                <a:extLst>
                  <a:ext uri="{FF2B5EF4-FFF2-40B4-BE49-F238E27FC236}">
                    <a16:creationId xmlns:a16="http://schemas.microsoft.com/office/drawing/2014/main" id="{48F8C312-4BF4-A498-8DC4-C31CA894D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65" y="156"/>
                    </a:moveTo>
                    <a:lnTo>
                      <a:pt x="181" y="102"/>
                    </a:lnTo>
                    <a:lnTo>
                      <a:pt x="196" y="48"/>
                    </a:lnTo>
                    <a:lnTo>
                      <a:pt x="31" y="0"/>
                    </a:lnTo>
                    <a:lnTo>
                      <a:pt x="16" y="54"/>
                    </a:lnTo>
                    <a:lnTo>
                      <a:pt x="0" y="108"/>
                    </a:lnTo>
                    <a:lnTo>
                      <a:pt x="165" y="1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9" name="Freeform 881">
                <a:extLst>
                  <a:ext uri="{FF2B5EF4-FFF2-40B4-BE49-F238E27FC236}">
                    <a16:creationId xmlns:a16="http://schemas.microsoft.com/office/drawing/2014/main" id="{0D8E81B3-0372-AAB6-3DE6-852EA42B4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2988"/>
                <a:ext cx="2" cy="8"/>
              </a:xfrm>
              <a:custGeom>
                <a:avLst/>
                <a:gdLst>
                  <a:gd name="T0" fmla="*/ 0 w 15"/>
                  <a:gd name="T1" fmla="*/ 0 h 55"/>
                  <a:gd name="T2" fmla="*/ 0 w 15"/>
                  <a:gd name="T3" fmla="*/ 0 h 55"/>
                  <a:gd name="T4" fmla="*/ 0 w 15"/>
                  <a:gd name="T5" fmla="*/ 0 h 55"/>
                  <a:gd name="T6" fmla="*/ 0 w 15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5"/>
                  <a:gd name="T14" fmla="*/ 15 w 15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5">
                    <a:moveTo>
                      <a:pt x="0" y="55"/>
                    </a:moveTo>
                    <a:lnTo>
                      <a:pt x="15" y="1"/>
                    </a:lnTo>
                    <a:lnTo>
                      <a:pt x="12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0" name="Line 882">
                <a:extLst>
                  <a:ext uri="{FF2B5EF4-FFF2-40B4-BE49-F238E27FC236}">
                    <a16:creationId xmlns:a16="http://schemas.microsoft.com/office/drawing/2014/main" id="{FC423613-EC93-EE44-3271-01E443215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6" y="298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1" name="Freeform 883">
                <a:extLst>
                  <a:ext uri="{FF2B5EF4-FFF2-40B4-BE49-F238E27FC236}">
                    <a16:creationId xmlns:a16="http://schemas.microsoft.com/office/drawing/2014/main" id="{402E13B6-484F-33DF-4D29-731B9DC41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2983"/>
                <a:ext cx="28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67" y="147"/>
                    </a:moveTo>
                    <a:lnTo>
                      <a:pt x="180" y="92"/>
                    </a:lnTo>
                    <a:lnTo>
                      <a:pt x="192" y="37"/>
                    </a:lnTo>
                    <a:lnTo>
                      <a:pt x="25" y="0"/>
                    </a:lnTo>
                    <a:lnTo>
                      <a:pt x="13" y="55"/>
                    </a:lnTo>
                    <a:lnTo>
                      <a:pt x="0" y="110"/>
                    </a:lnTo>
                    <a:lnTo>
                      <a:pt x="167" y="1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2" name="Freeform 884">
                <a:extLst>
                  <a:ext uri="{FF2B5EF4-FFF2-40B4-BE49-F238E27FC236}">
                    <a16:creationId xmlns:a16="http://schemas.microsoft.com/office/drawing/2014/main" id="{C72C6372-AD1D-4223-746C-2B2DF54EF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2983"/>
                <a:ext cx="28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67" y="147"/>
                    </a:moveTo>
                    <a:lnTo>
                      <a:pt x="180" y="92"/>
                    </a:lnTo>
                    <a:lnTo>
                      <a:pt x="192" y="37"/>
                    </a:lnTo>
                    <a:lnTo>
                      <a:pt x="25" y="0"/>
                    </a:lnTo>
                    <a:lnTo>
                      <a:pt x="13" y="55"/>
                    </a:lnTo>
                    <a:lnTo>
                      <a:pt x="0" y="110"/>
                    </a:lnTo>
                    <a:lnTo>
                      <a:pt x="167" y="1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3" name="Freeform 885">
                <a:extLst>
                  <a:ext uri="{FF2B5EF4-FFF2-40B4-BE49-F238E27FC236}">
                    <a16:creationId xmlns:a16="http://schemas.microsoft.com/office/drawing/2014/main" id="{E9DC22B2-B584-2723-DEF2-A091F755A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2983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56"/>
                    </a:moveTo>
                    <a:lnTo>
                      <a:pt x="12" y="1"/>
                    </a:lnTo>
                    <a:lnTo>
                      <a:pt x="9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4" name="Line 886">
                <a:extLst>
                  <a:ext uri="{FF2B5EF4-FFF2-40B4-BE49-F238E27FC236}">
                    <a16:creationId xmlns:a16="http://schemas.microsoft.com/office/drawing/2014/main" id="{EBB97E3E-2DE1-BEB3-A8BA-E515A1F14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91" y="29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5" name="Freeform 887">
                <a:extLst>
                  <a:ext uri="{FF2B5EF4-FFF2-40B4-BE49-F238E27FC236}">
                    <a16:creationId xmlns:a16="http://schemas.microsoft.com/office/drawing/2014/main" id="{01370A05-8953-F49C-40C4-97747B06E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979"/>
                <a:ext cx="26" cy="20"/>
              </a:xfrm>
              <a:custGeom>
                <a:avLst/>
                <a:gdLst>
                  <a:gd name="T0" fmla="*/ 0 w 188"/>
                  <a:gd name="T1" fmla="*/ 0 h 139"/>
                  <a:gd name="T2" fmla="*/ 0 w 188"/>
                  <a:gd name="T3" fmla="*/ 0 h 139"/>
                  <a:gd name="T4" fmla="*/ 0 w 188"/>
                  <a:gd name="T5" fmla="*/ 0 h 139"/>
                  <a:gd name="T6" fmla="*/ 0 w 188"/>
                  <a:gd name="T7" fmla="*/ 0 h 139"/>
                  <a:gd name="T8" fmla="*/ 0 w 188"/>
                  <a:gd name="T9" fmla="*/ 0 h 139"/>
                  <a:gd name="T10" fmla="*/ 0 w 188"/>
                  <a:gd name="T11" fmla="*/ 0 h 139"/>
                  <a:gd name="T12" fmla="*/ 0 w 188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8"/>
                  <a:gd name="T22" fmla="*/ 0 h 139"/>
                  <a:gd name="T23" fmla="*/ 188 w 188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8" h="139">
                    <a:moveTo>
                      <a:pt x="170" y="139"/>
                    </a:moveTo>
                    <a:lnTo>
                      <a:pt x="179" y="83"/>
                    </a:lnTo>
                    <a:lnTo>
                      <a:pt x="188" y="27"/>
                    </a:lnTo>
                    <a:lnTo>
                      <a:pt x="18" y="0"/>
                    </a:lnTo>
                    <a:lnTo>
                      <a:pt x="9" y="56"/>
                    </a:lnTo>
                    <a:lnTo>
                      <a:pt x="0" y="112"/>
                    </a:lnTo>
                    <a:lnTo>
                      <a:pt x="170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6" name="Freeform 888">
                <a:extLst>
                  <a:ext uri="{FF2B5EF4-FFF2-40B4-BE49-F238E27FC236}">
                    <a16:creationId xmlns:a16="http://schemas.microsoft.com/office/drawing/2014/main" id="{E9434F8D-AA1C-9CE3-E6C0-AE8249981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979"/>
                <a:ext cx="26" cy="20"/>
              </a:xfrm>
              <a:custGeom>
                <a:avLst/>
                <a:gdLst>
                  <a:gd name="T0" fmla="*/ 0 w 188"/>
                  <a:gd name="T1" fmla="*/ 0 h 139"/>
                  <a:gd name="T2" fmla="*/ 0 w 188"/>
                  <a:gd name="T3" fmla="*/ 0 h 139"/>
                  <a:gd name="T4" fmla="*/ 0 w 188"/>
                  <a:gd name="T5" fmla="*/ 0 h 139"/>
                  <a:gd name="T6" fmla="*/ 0 w 188"/>
                  <a:gd name="T7" fmla="*/ 0 h 139"/>
                  <a:gd name="T8" fmla="*/ 0 w 188"/>
                  <a:gd name="T9" fmla="*/ 0 h 139"/>
                  <a:gd name="T10" fmla="*/ 0 w 188"/>
                  <a:gd name="T11" fmla="*/ 0 h 139"/>
                  <a:gd name="T12" fmla="*/ 0 w 188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8"/>
                  <a:gd name="T22" fmla="*/ 0 h 139"/>
                  <a:gd name="T23" fmla="*/ 188 w 188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8" h="139">
                    <a:moveTo>
                      <a:pt x="170" y="139"/>
                    </a:moveTo>
                    <a:lnTo>
                      <a:pt x="179" y="83"/>
                    </a:lnTo>
                    <a:lnTo>
                      <a:pt x="188" y="27"/>
                    </a:lnTo>
                    <a:lnTo>
                      <a:pt x="18" y="0"/>
                    </a:lnTo>
                    <a:lnTo>
                      <a:pt x="9" y="56"/>
                    </a:lnTo>
                    <a:lnTo>
                      <a:pt x="0" y="112"/>
                    </a:lnTo>
                    <a:lnTo>
                      <a:pt x="170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7" name="Freeform 889">
                <a:extLst>
                  <a:ext uri="{FF2B5EF4-FFF2-40B4-BE49-F238E27FC236}">
                    <a16:creationId xmlns:a16="http://schemas.microsoft.com/office/drawing/2014/main" id="{B04A2035-B7B1-B112-013D-686988124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2979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0" y="56"/>
                    </a:moveTo>
                    <a:lnTo>
                      <a:pt x="9" y="0"/>
                    </a:lnTo>
                    <a:lnTo>
                      <a:pt x="6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8" name="Line 890">
                <a:extLst>
                  <a:ext uri="{FF2B5EF4-FFF2-40B4-BE49-F238E27FC236}">
                    <a16:creationId xmlns:a16="http://schemas.microsoft.com/office/drawing/2014/main" id="{66B8ED87-17E3-7D2C-EA17-F9395C891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67" y="29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9" name="Freeform 891">
                <a:extLst>
                  <a:ext uri="{FF2B5EF4-FFF2-40B4-BE49-F238E27FC236}">
                    <a16:creationId xmlns:a16="http://schemas.microsoft.com/office/drawing/2014/main" id="{FE716295-08E2-8CEF-1C4C-DDB147358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26" cy="18"/>
              </a:xfrm>
              <a:custGeom>
                <a:avLst/>
                <a:gdLst>
                  <a:gd name="T0" fmla="*/ 0 w 182"/>
                  <a:gd name="T1" fmla="*/ 0 h 129"/>
                  <a:gd name="T2" fmla="*/ 0 w 182"/>
                  <a:gd name="T3" fmla="*/ 0 h 129"/>
                  <a:gd name="T4" fmla="*/ 0 w 182"/>
                  <a:gd name="T5" fmla="*/ 0 h 129"/>
                  <a:gd name="T6" fmla="*/ 0 w 182"/>
                  <a:gd name="T7" fmla="*/ 0 h 129"/>
                  <a:gd name="T8" fmla="*/ 0 w 182"/>
                  <a:gd name="T9" fmla="*/ 0 h 129"/>
                  <a:gd name="T10" fmla="*/ 0 w 182"/>
                  <a:gd name="T11" fmla="*/ 0 h 129"/>
                  <a:gd name="T12" fmla="*/ 0 w 182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2"/>
                  <a:gd name="T22" fmla="*/ 0 h 129"/>
                  <a:gd name="T23" fmla="*/ 182 w 182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2" h="129">
                    <a:moveTo>
                      <a:pt x="170" y="129"/>
                    </a:moveTo>
                    <a:lnTo>
                      <a:pt x="176" y="73"/>
                    </a:lnTo>
                    <a:lnTo>
                      <a:pt x="182" y="17"/>
                    </a:lnTo>
                    <a:lnTo>
                      <a:pt x="11" y="0"/>
                    </a:lnTo>
                    <a:lnTo>
                      <a:pt x="5" y="56"/>
                    </a:lnTo>
                    <a:lnTo>
                      <a:pt x="0" y="112"/>
                    </a:lnTo>
                    <a:lnTo>
                      <a:pt x="170" y="1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0" name="Freeform 892">
                <a:extLst>
                  <a:ext uri="{FF2B5EF4-FFF2-40B4-BE49-F238E27FC236}">
                    <a16:creationId xmlns:a16="http://schemas.microsoft.com/office/drawing/2014/main" id="{F347793D-EE8D-918A-0E73-D181AAB44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26" cy="18"/>
              </a:xfrm>
              <a:custGeom>
                <a:avLst/>
                <a:gdLst>
                  <a:gd name="T0" fmla="*/ 0 w 182"/>
                  <a:gd name="T1" fmla="*/ 0 h 129"/>
                  <a:gd name="T2" fmla="*/ 0 w 182"/>
                  <a:gd name="T3" fmla="*/ 0 h 129"/>
                  <a:gd name="T4" fmla="*/ 0 w 182"/>
                  <a:gd name="T5" fmla="*/ 0 h 129"/>
                  <a:gd name="T6" fmla="*/ 0 w 182"/>
                  <a:gd name="T7" fmla="*/ 0 h 129"/>
                  <a:gd name="T8" fmla="*/ 0 w 182"/>
                  <a:gd name="T9" fmla="*/ 0 h 129"/>
                  <a:gd name="T10" fmla="*/ 0 w 182"/>
                  <a:gd name="T11" fmla="*/ 0 h 129"/>
                  <a:gd name="T12" fmla="*/ 0 w 182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2"/>
                  <a:gd name="T22" fmla="*/ 0 h 129"/>
                  <a:gd name="T23" fmla="*/ 182 w 182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2" h="129">
                    <a:moveTo>
                      <a:pt x="170" y="129"/>
                    </a:moveTo>
                    <a:lnTo>
                      <a:pt x="176" y="73"/>
                    </a:lnTo>
                    <a:lnTo>
                      <a:pt x="182" y="17"/>
                    </a:lnTo>
                    <a:lnTo>
                      <a:pt x="11" y="0"/>
                    </a:lnTo>
                    <a:lnTo>
                      <a:pt x="5" y="56"/>
                    </a:lnTo>
                    <a:lnTo>
                      <a:pt x="0" y="112"/>
                    </a:lnTo>
                    <a:lnTo>
                      <a:pt x="170" y="12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1" name="Freeform 893">
                <a:extLst>
                  <a:ext uri="{FF2B5EF4-FFF2-40B4-BE49-F238E27FC236}">
                    <a16:creationId xmlns:a16="http://schemas.microsoft.com/office/drawing/2014/main" id="{81189658-04F4-1522-90DF-2D21BEF05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56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2" name="Line 894">
                <a:extLst>
                  <a:ext uri="{FF2B5EF4-FFF2-40B4-BE49-F238E27FC236}">
                    <a16:creationId xmlns:a16="http://schemas.microsoft.com/office/drawing/2014/main" id="{F7FEADBB-36DB-E766-0AF8-1340F78FF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42" y="297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3" name="Freeform 895">
                <a:extLst>
                  <a:ext uri="{FF2B5EF4-FFF2-40B4-BE49-F238E27FC236}">
                    <a16:creationId xmlns:a16="http://schemas.microsoft.com/office/drawing/2014/main" id="{3D799CA6-A0B5-8DCF-553D-1786F1591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1" y="117"/>
                    </a:moveTo>
                    <a:lnTo>
                      <a:pt x="172" y="61"/>
                    </a:lnTo>
                    <a:lnTo>
                      <a:pt x="174" y="5"/>
                    </a:lnTo>
                    <a:lnTo>
                      <a:pt x="2" y="0"/>
                    </a:lnTo>
                    <a:lnTo>
                      <a:pt x="1" y="56"/>
                    </a:lnTo>
                    <a:lnTo>
                      <a:pt x="0" y="112"/>
                    </a:lnTo>
                    <a:lnTo>
                      <a:pt x="171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4" name="Freeform 896">
                <a:extLst>
                  <a:ext uri="{FF2B5EF4-FFF2-40B4-BE49-F238E27FC236}">
                    <a16:creationId xmlns:a16="http://schemas.microsoft.com/office/drawing/2014/main" id="{99DAD57D-3662-0A6A-2CC5-40E2CA46C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1" y="117"/>
                    </a:moveTo>
                    <a:lnTo>
                      <a:pt x="172" y="61"/>
                    </a:lnTo>
                    <a:lnTo>
                      <a:pt x="174" y="5"/>
                    </a:lnTo>
                    <a:lnTo>
                      <a:pt x="2" y="0"/>
                    </a:lnTo>
                    <a:lnTo>
                      <a:pt x="1" y="56"/>
                    </a:lnTo>
                    <a:lnTo>
                      <a:pt x="0" y="112"/>
                    </a:lnTo>
                    <a:lnTo>
                      <a:pt x="171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5" name="Freeform 897">
                <a:extLst>
                  <a:ext uri="{FF2B5EF4-FFF2-40B4-BE49-F238E27FC236}">
                    <a16:creationId xmlns:a16="http://schemas.microsoft.com/office/drawing/2014/main" id="{5381F426-B6EC-1AD7-D734-83794BA5C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1" cy="8"/>
              </a:xfrm>
              <a:custGeom>
                <a:avLst/>
                <a:gdLst>
                  <a:gd name="T0" fmla="*/ 1 w 2"/>
                  <a:gd name="T1" fmla="*/ 0 h 56"/>
                  <a:gd name="T2" fmla="*/ 1 w 2"/>
                  <a:gd name="T3" fmla="*/ 0 h 56"/>
                  <a:gd name="T4" fmla="*/ 0 w 2"/>
                  <a:gd name="T5" fmla="*/ 0 h 56"/>
                  <a:gd name="T6" fmla="*/ 1 w 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"/>
                  <a:gd name="T13" fmla="*/ 0 h 56"/>
                  <a:gd name="T14" fmla="*/ 2 w 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" h="56">
                    <a:moveTo>
                      <a:pt x="1" y="56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6" name="Line 898">
                <a:extLst>
                  <a:ext uri="{FF2B5EF4-FFF2-40B4-BE49-F238E27FC236}">
                    <a16:creationId xmlns:a16="http://schemas.microsoft.com/office/drawing/2014/main" id="{8497A068-2D9F-49EE-DB72-7EB222A06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29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7" name="Freeform 899">
                <a:extLst>
                  <a:ext uri="{FF2B5EF4-FFF2-40B4-BE49-F238E27FC236}">
                    <a16:creationId xmlns:a16="http://schemas.microsoft.com/office/drawing/2014/main" id="{8C0DDE60-1436-605E-610F-FE01E4254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4" y="112"/>
                    </a:moveTo>
                    <a:lnTo>
                      <a:pt x="173" y="56"/>
                    </a:lnTo>
                    <a:lnTo>
                      <a:pt x="172" y="0"/>
                    </a:lnTo>
                    <a:lnTo>
                      <a:pt x="0" y="5"/>
                    </a:lnTo>
                    <a:lnTo>
                      <a:pt x="1" y="61"/>
                    </a:lnTo>
                    <a:lnTo>
                      <a:pt x="2" y="117"/>
                    </a:lnTo>
                    <a:lnTo>
                      <a:pt x="174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8" name="Freeform 900">
                <a:extLst>
                  <a:ext uri="{FF2B5EF4-FFF2-40B4-BE49-F238E27FC236}">
                    <a16:creationId xmlns:a16="http://schemas.microsoft.com/office/drawing/2014/main" id="{7F50E228-07D3-CD94-B17D-F74735372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4" y="112"/>
                    </a:moveTo>
                    <a:lnTo>
                      <a:pt x="173" y="56"/>
                    </a:lnTo>
                    <a:lnTo>
                      <a:pt x="172" y="0"/>
                    </a:lnTo>
                    <a:lnTo>
                      <a:pt x="0" y="5"/>
                    </a:lnTo>
                    <a:lnTo>
                      <a:pt x="1" y="61"/>
                    </a:lnTo>
                    <a:lnTo>
                      <a:pt x="2" y="117"/>
                    </a:lnTo>
                    <a:lnTo>
                      <a:pt x="174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9" name="Freeform 901">
                <a:extLst>
                  <a:ext uri="{FF2B5EF4-FFF2-40B4-BE49-F238E27FC236}">
                    <a16:creationId xmlns:a16="http://schemas.microsoft.com/office/drawing/2014/main" id="{5F2E03C7-1153-2537-3859-738C0218F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7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6" y="56"/>
                    </a:moveTo>
                    <a:lnTo>
                      <a:pt x="5" y="0"/>
                    </a:lnTo>
                    <a:lnTo>
                      <a:pt x="0" y="0"/>
                    </a:lnTo>
                    <a:lnTo>
                      <a:pt x="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0" name="Line 902">
                <a:extLst>
                  <a:ext uri="{FF2B5EF4-FFF2-40B4-BE49-F238E27FC236}">
                    <a16:creationId xmlns:a16="http://schemas.microsoft.com/office/drawing/2014/main" id="{3E43355F-FA39-F4FF-45F7-E92BD528B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2" y="297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1" name="Freeform 903">
                <a:extLst>
                  <a:ext uri="{FF2B5EF4-FFF2-40B4-BE49-F238E27FC236}">
                    <a16:creationId xmlns:a16="http://schemas.microsoft.com/office/drawing/2014/main" id="{269DA8D5-27B8-EF69-682F-E46788566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7"/>
                <a:ext cx="26" cy="18"/>
              </a:xfrm>
              <a:custGeom>
                <a:avLst/>
                <a:gdLst>
                  <a:gd name="T0" fmla="*/ 0 w 183"/>
                  <a:gd name="T1" fmla="*/ 0 h 129"/>
                  <a:gd name="T2" fmla="*/ 0 w 183"/>
                  <a:gd name="T3" fmla="*/ 0 h 129"/>
                  <a:gd name="T4" fmla="*/ 0 w 183"/>
                  <a:gd name="T5" fmla="*/ 0 h 129"/>
                  <a:gd name="T6" fmla="*/ 0 w 183"/>
                  <a:gd name="T7" fmla="*/ 0 h 129"/>
                  <a:gd name="T8" fmla="*/ 0 w 183"/>
                  <a:gd name="T9" fmla="*/ 0 h 129"/>
                  <a:gd name="T10" fmla="*/ 0 w 183"/>
                  <a:gd name="T11" fmla="*/ 0 h 129"/>
                  <a:gd name="T12" fmla="*/ 0 w 183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3"/>
                  <a:gd name="T22" fmla="*/ 0 h 129"/>
                  <a:gd name="T23" fmla="*/ 183 w 183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3" h="129">
                    <a:moveTo>
                      <a:pt x="183" y="112"/>
                    </a:moveTo>
                    <a:lnTo>
                      <a:pt x="177" y="56"/>
                    </a:lnTo>
                    <a:lnTo>
                      <a:pt x="171" y="0"/>
                    </a:lnTo>
                    <a:lnTo>
                      <a:pt x="0" y="17"/>
                    </a:lnTo>
                    <a:lnTo>
                      <a:pt x="5" y="73"/>
                    </a:lnTo>
                    <a:lnTo>
                      <a:pt x="11" y="129"/>
                    </a:lnTo>
                    <a:lnTo>
                      <a:pt x="18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2" name="Freeform 904">
                <a:extLst>
                  <a:ext uri="{FF2B5EF4-FFF2-40B4-BE49-F238E27FC236}">
                    <a16:creationId xmlns:a16="http://schemas.microsoft.com/office/drawing/2014/main" id="{737B51B8-16C4-5450-F1F5-C9C217396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7"/>
                <a:ext cx="26" cy="18"/>
              </a:xfrm>
              <a:custGeom>
                <a:avLst/>
                <a:gdLst>
                  <a:gd name="T0" fmla="*/ 0 w 183"/>
                  <a:gd name="T1" fmla="*/ 0 h 129"/>
                  <a:gd name="T2" fmla="*/ 0 w 183"/>
                  <a:gd name="T3" fmla="*/ 0 h 129"/>
                  <a:gd name="T4" fmla="*/ 0 w 183"/>
                  <a:gd name="T5" fmla="*/ 0 h 129"/>
                  <a:gd name="T6" fmla="*/ 0 w 183"/>
                  <a:gd name="T7" fmla="*/ 0 h 129"/>
                  <a:gd name="T8" fmla="*/ 0 w 183"/>
                  <a:gd name="T9" fmla="*/ 0 h 129"/>
                  <a:gd name="T10" fmla="*/ 0 w 183"/>
                  <a:gd name="T11" fmla="*/ 0 h 129"/>
                  <a:gd name="T12" fmla="*/ 0 w 183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3"/>
                  <a:gd name="T22" fmla="*/ 0 h 129"/>
                  <a:gd name="T23" fmla="*/ 183 w 183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3" h="129">
                    <a:moveTo>
                      <a:pt x="183" y="112"/>
                    </a:moveTo>
                    <a:lnTo>
                      <a:pt x="177" y="56"/>
                    </a:lnTo>
                    <a:lnTo>
                      <a:pt x="171" y="0"/>
                    </a:lnTo>
                    <a:lnTo>
                      <a:pt x="0" y="17"/>
                    </a:lnTo>
                    <a:lnTo>
                      <a:pt x="5" y="73"/>
                    </a:lnTo>
                    <a:lnTo>
                      <a:pt x="11" y="129"/>
                    </a:lnTo>
                    <a:lnTo>
                      <a:pt x="18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3" name="Freeform 905">
                <a:extLst>
                  <a:ext uri="{FF2B5EF4-FFF2-40B4-BE49-F238E27FC236}">
                    <a16:creationId xmlns:a16="http://schemas.microsoft.com/office/drawing/2014/main" id="{9ECF4A48-76CE-11A4-1D92-9A382E4D5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9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9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9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4" name="Line 906">
                <a:extLst>
                  <a:ext uri="{FF2B5EF4-FFF2-40B4-BE49-F238E27FC236}">
                    <a16:creationId xmlns:a16="http://schemas.microsoft.com/office/drawing/2014/main" id="{F4668519-8522-0B48-6F6A-EFDBB807E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7" y="29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5" name="Freeform 907">
                <a:extLst>
                  <a:ext uri="{FF2B5EF4-FFF2-40B4-BE49-F238E27FC236}">
                    <a16:creationId xmlns:a16="http://schemas.microsoft.com/office/drawing/2014/main" id="{0E2A8884-B470-60AC-2612-A533BEE5C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79"/>
                <a:ext cx="27" cy="20"/>
              </a:xfrm>
              <a:custGeom>
                <a:avLst/>
                <a:gdLst>
                  <a:gd name="T0" fmla="*/ 0 w 187"/>
                  <a:gd name="T1" fmla="*/ 0 h 139"/>
                  <a:gd name="T2" fmla="*/ 0 w 187"/>
                  <a:gd name="T3" fmla="*/ 0 h 139"/>
                  <a:gd name="T4" fmla="*/ 0 w 187"/>
                  <a:gd name="T5" fmla="*/ 0 h 139"/>
                  <a:gd name="T6" fmla="*/ 0 w 187"/>
                  <a:gd name="T7" fmla="*/ 0 h 139"/>
                  <a:gd name="T8" fmla="*/ 0 w 187"/>
                  <a:gd name="T9" fmla="*/ 0 h 139"/>
                  <a:gd name="T10" fmla="*/ 0 w 187"/>
                  <a:gd name="T11" fmla="*/ 0 h 139"/>
                  <a:gd name="T12" fmla="*/ 0 w 18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7"/>
                  <a:gd name="T22" fmla="*/ 0 h 139"/>
                  <a:gd name="T23" fmla="*/ 187 w 18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7" h="139">
                    <a:moveTo>
                      <a:pt x="187" y="112"/>
                    </a:moveTo>
                    <a:lnTo>
                      <a:pt x="178" y="56"/>
                    </a:lnTo>
                    <a:lnTo>
                      <a:pt x="169" y="0"/>
                    </a:lnTo>
                    <a:lnTo>
                      <a:pt x="0" y="27"/>
                    </a:lnTo>
                    <a:lnTo>
                      <a:pt x="9" y="83"/>
                    </a:lnTo>
                    <a:lnTo>
                      <a:pt x="18" y="139"/>
                    </a:lnTo>
                    <a:lnTo>
                      <a:pt x="187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6" name="Freeform 908">
                <a:extLst>
                  <a:ext uri="{FF2B5EF4-FFF2-40B4-BE49-F238E27FC236}">
                    <a16:creationId xmlns:a16="http://schemas.microsoft.com/office/drawing/2014/main" id="{3A5A405D-5893-F72C-CEC4-0DE398FEE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79"/>
                <a:ext cx="27" cy="20"/>
              </a:xfrm>
              <a:custGeom>
                <a:avLst/>
                <a:gdLst>
                  <a:gd name="T0" fmla="*/ 0 w 187"/>
                  <a:gd name="T1" fmla="*/ 0 h 139"/>
                  <a:gd name="T2" fmla="*/ 0 w 187"/>
                  <a:gd name="T3" fmla="*/ 0 h 139"/>
                  <a:gd name="T4" fmla="*/ 0 w 187"/>
                  <a:gd name="T5" fmla="*/ 0 h 139"/>
                  <a:gd name="T6" fmla="*/ 0 w 187"/>
                  <a:gd name="T7" fmla="*/ 0 h 139"/>
                  <a:gd name="T8" fmla="*/ 0 w 187"/>
                  <a:gd name="T9" fmla="*/ 0 h 139"/>
                  <a:gd name="T10" fmla="*/ 0 w 187"/>
                  <a:gd name="T11" fmla="*/ 0 h 139"/>
                  <a:gd name="T12" fmla="*/ 0 w 18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7"/>
                  <a:gd name="T22" fmla="*/ 0 h 139"/>
                  <a:gd name="T23" fmla="*/ 187 w 18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7" h="139">
                    <a:moveTo>
                      <a:pt x="187" y="112"/>
                    </a:moveTo>
                    <a:lnTo>
                      <a:pt x="178" y="56"/>
                    </a:lnTo>
                    <a:lnTo>
                      <a:pt x="169" y="0"/>
                    </a:lnTo>
                    <a:lnTo>
                      <a:pt x="0" y="27"/>
                    </a:lnTo>
                    <a:lnTo>
                      <a:pt x="9" y="83"/>
                    </a:lnTo>
                    <a:lnTo>
                      <a:pt x="18" y="139"/>
                    </a:lnTo>
                    <a:lnTo>
                      <a:pt x="187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7" name="Freeform 909">
                <a:extLst>
                  <a:ext uri="{FF2B5EF4-FFF2-40B4-BE49-F238E27FC236}">
                    <a16:creationId xmlns:a16="http://schemas.microsoft.com/office/drawing/2014/main" id="{E33EE6EB-B73E-88D0-F45B-6349E2F98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83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12" y="56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8" name="Line 910">
                <a:extLst>
                  <a:ext uri="{FF2B5EF4-FFF2-40B4-BE49-F238E27FC236}">
                    <a16:creationId xmlns:a16="http://schemas.microsoft.com/office/drawing/2014/main" id="{60EDFF04-1F5B-1296-BDB6-C209FA965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2" y="29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9" name="Freeform 911">
                <a:extLst>
                  <a:ext uri="{FF2B5EF4-FFF2-40B4-BE49-F238E27FC236}">
                    <a16:creationId xmlns:a16="http://schemas.microsoft.com/office/drawing/2014/main" id="{12E2B39D-AE4D-7754-4777-E7EB54C4C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3"/>
                <a:ext cx="27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92" y="110"/>
                    </a:moveTo>
                    <a:lnTo>
                      <a:pt x="180" y="55"/>
                    </a:lnTo>
                    <a:lnTo>
                      <a:pt x="168" y="0"/>
                    </a:lnTo>
                    <a:lnTo>
                      <a:pt x="0" y="37"/>
                    </a:lnTo>
                    <a:lnTo>
                      <a:pt x="13" y="92"/>
                    </a:lnTo>
                    <a:lnTo>
                      <a:pt x="25" y="147"/>
                    </a:lnTo>
                    <a:lnTo>
                      <a:pt x="192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0" name="Freeform 912">
                <a:extLst>
                  <a:ext uri="{FF2B5EF4-FFF2-40B4-BE49-F238E27FC236}">
                    <a16:creationId xmlns:a16="http://schemas.microsoft.com/office/drawing/2014/main" id="{7D058A23-2FEC-2900-4A84-68EDF1774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3"/>
                <a:ext cx="27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92" y="110"/>
                    </a:moveTo>
                    <a:lnTo>
                      <a:pt x="180" y="55"/>
                    </a:lnTo>
                    <a:lnTo>
                      <a:pt x="168" y="0"/>
                    </a:lnTo>
                    <a:lnTo>
                      <a:pt x="0" y="37"/>
                    </a:lnTo>
                    <a:lnTo>
                      <a:pt x="13" y="92"/>
                    </a:lnTo>
                    <a:lnTo>
                      <a:pt x="25" y="147"/>
                    </a:lnTo>
                    <a:lnTo>
                      <a:pt x="192" y="1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1" name="Freeform 913">
                <a:extLst>
                  <a:ext uri="{FF2B5EF4-FFF2-40B4-BE49-F238E27FC236}">
                    <a16:creationId xmlns:a16="http://schemas.microsoft.com/office/drawing/2014/main" id="{D8B78A7F-9A8A-BB2A-C670-EBC7590A4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8"/>
                <a:ext cx="2" cy="8"/>
              </a:xfrm>
              <a:custGeom>
                <a:avLst/>
                <a:gdLst>
                  <a:gd name="T0" fmla="*/ 0 w 16"/>
                  <a:gd name="T1" fmla="*/ 0 h 55"/>
                  <a:gd name="T2" fmla="*/ 0 w 16"/>
                  <a:gd name="T3" fmla="*/ 0 h 55"/>
                  <a:gd name="T4" fmla="*/ 0 w 16"/>
                  <a:gd name="T5" fmla="*/ 0 h 55"/>
                  <a:gd name="T6" fmla="*/ 0 w 16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5"/>
                  <a:gd name="T14" fmla="*/ 16 w 16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5">
                    <a:moveTo>
                      <a:pt x="16" y="55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6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2" name="Line 914">
                <a:extLst>
                  <a:ext uri="{FF2B5EF4-FFF2-40B4-BE49-F238E27FC236}">
                    <a16:creationId xmlns:a16="http://schemas.microsoft.com/office/drawing/2014/main" id="{2CF50E5E-A9EE-6048-1003-015201C97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8" y="298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3" name="Freeform 915">
                <a:extLst>
                  <a:ext uri="{FF2B5EF4-FFF2-40B4-BE49-F238E27FC236}">
                    <a16:creationId xmlns:a16="http://schemas.microsoft.com/office/drawing/2014/main" id="{324BDE3C-DFA9-55F2-5C68-7765310E7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96" y="108"/>
                    </a:moveTo>
                    <a:lnTo>
                      <a:pt x="181" y="54"/>
                    </a:lnTo>
                    <a:lnTo>
                      <a:pt x="165" y="0"/>
                    </a:lnTo>
                    <a:lnTo>
                      <a:pt x="0" y="48"/>
                    </a:lnTo>
                    <a:lnTo>
                      <a:pt x="16" y="102"/>
                    </a:lnTo>
                    <a:lnTo>
                      <a:pt x="31" y="156"/>
                    </a:lnTo>
                    <a:lnTo>
                      <a:pt x="196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4" name="Freeform 916">
                <a:extLst>
                  <a:ext uri="{FF2B5EF4-FFF2-40B4-BE49-F238E27FC236}">
                    <a16:creationId xmlns:a16="http://schemas.microsoft.com/office/drawing/2014/main" id="{24680D86-A53E-6146-E02B-C0E7A8640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96" y="108"/>
                    </a:moveTo>
                    <a:lnTo>
                      <a:pt x="181" y="54"/>
                    </a:lnTo>
                    <a:lnTo>
                      <a:pt x="165" y="0"/>
                    </a:lnTo>
                    <a:lnTo>
                      <a:pt x="0" y="48"/>
                    </a:lnTo>
                    <a:lnTo>
                      <a:pt x="16" y="102"/>
                    </a:lnTo>
                    <a:lnTo>
                      <a:pt x="31" y="156"/>
                    </a:lnTo>
                    <a:lnTo>
                      <a:pt x="196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5" name="Freeform 917">
                <a:extLst>
                  <a:ext uri="{FF2B5EF4-FFF2-40B4-BE49-F238E27FC236}">
                    <a16:creationId xmlns:a16="http://schemas.microsoft.com/office/drawing/2014/main" id="{787786AA-52FE-C721-2141-C62F5140E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95"/>
                <a:ext cx="2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54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9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6" name="Line 918">
                <a:extLst>
                  <a:ext uri="{FF2B5EF4-FFF2-40B4-BE49-F238E27FC236}">
                    <a16:creationId xmlns:a16="http://schemas.microsoft.com/office/drawing/2014/main" id="{921C7B16-490C-2947-DE64-36EB49C23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4" y="29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7" name="Freeform 919">
                <a:extLst>
                  <a:ext uri="{FF2B5EF4-FFF2-40B4-BE49-F238E27FC236}">
                    <a16:creationId xmlns:a16="http://schemas.microsoft.com/office/drawing/2014/main" id="{0DA3397A-605D-389F-0352-9F49724AB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995"/>
                <a:ext cx="29" cy="24"/>
              </a:xfrm>
              <a:custGeom>
                <a:avLst/>
                <a:gdLst>
                  <a:gd name="T0" fmla="*/ 0 w 200"/>
                  <a:gd name="T1" fmla="*/ 0 h 164"/>
                  <a:gd name="T2" fmla="*/ 0 w 200"/>
                  <a:gd name="T3" fmla="*/ 0 h 164"/>
                  <a:gd name="T4" fmla="*/ 0 w 200"/>
                  <a:gd name="T5" fmla="*/ 0 h 164"/>
                  <a:gd name="T6" fmla="*/ 0 w 200"/>
                  <a:gd name="T7" fmla="*/ 0 h 164"/>
                  <a:gd name="T8" fmla="*/ 0 w 200"/>
                  <a:gd name="T9" fmla="*/ 0 h 164"/>
                  <a:gd name="T10" fmla="*/ 0 w 200"/>
                  <a:gd name="T11" fmla="*/ 0 h 164"/>
                  <a:gd name="T12" fmla="*/ 0 w 200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"/>
                  <a:gd name="T22" fmla="*/ 0 h 164"/>
                  <a:gd name="T23" fmla="*/ 200 w 200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" h="164">
                    <a:moveTo>
                      <a:pt x="200" y="106"/>
                    </a:moveTo>
                    <a:lnTo>
                      <a:pt x="181" y="53"/>
                    </a:lnTo>
                    <a:lnTo>
                      <a:pt x="162" y="0"/>
                    </a:lnTo>
                    <a:lnTo>
                      <a:pt x="0" y="59"/>
                    </a:lnTo>
                    <a:lnTo>
                      <a:pt x="19" y="111"/>
                    </a:lnTo>
                    <a:lnTo>
                      <a:pt x="38" y="164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8" name="Freeform 920">
                <a:extLst>
                  <a:ext uri="{FF2B5EF4-FFF2-40B4-BE49-F238E27FC236}">
                    <a16:creationId xmlns:a16="http://schemas.microsoft.com/office/drawing/2014/main" id="{318563EF-3376-F3CD-5451-3F6037B73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995"/>
                <a:ext cx="29" cy="24"/>
              </a:xfrm>
              <a:custGeom>
                <a:avLst/>
                <a:gdLst>
                  <a:gd name="T0" fmla="*/ 0 w 200"/>
                  <a:gd name="T1" fmla="*/ 0 h 164"/>
                  <a:gd name="T2" fmla="*/ 0 w 200"/>
                  <a:gd name="T3" fmla="*/ 0 h 164"/>
                  <a:gd name="T4" fmla="*/ 0 w 200"/>
                  <a:gd name="T5" fmla="*/ 0 h 164"/>
                  <a:gd name="T6" fmla="*/ 0 w 200"/>
                  <a:gd name="T7" fmla="*/ 0 h 164"/>
                  <a:gd name="T8" fmla="*/ 0 w 200"/>
                  <a:gd name="T9" fmla="*/ 0 h 164"/>
                  <a:gd name="T10" fmla="*/ 0 w 200"/>
                  <a:gd name="T11" fmla="*/ 0 h 164"/>
                  <a:gd name="T12" fmla="*/ 0 w 200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"/>
                  <a:gd name="T22" fmla="*/ 0 h 164"/>
                  <a:gd name="T23" fmla="*/ 200 w 200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" h="164">
                    <a:moveTo>
                      <a:pt x="200" y="106"/>
                    </a:moveTo>
                    <a:lnTo>
                      <a:pt x="181" y="53"/>
                    </a:lnTo>
                    <a:lnTo>
                      <a:pt x="162" y="0"/>
                    </a:lnTo>
                    <a:lnTo>
                      <a:pt x="0" y="59"/>
                    </a:lnTo>
                    <a:lnTo>
                      <a:pt x="19" y="111"/>
                    </a:lnTo>
                    <a:lnTo>
                      <a:pt x="38" y="164"/>
                    </a:lnTo>
                    <a:lnTo>
                      <a:pt x="200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9" name="Freeform 921">
                <a:extLst>
                  <a:ext uri="{FF2B5EF4-FFF2-40B4-BE49-F238E27FC236}">
                    <a16:creationId xmlns:a16="http://schemas.microsoft.com/office/drawing/2014/main" id="{8AC1E7EB-3158-F322-4A25-E858BDF1C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3004"/>
                <a:ext cx="3" cy="7"/>
              </a:xfrm>
              <a:custGeom>
                <a:avLst/>
                <a:gdLst>
                  <a:gd name="T0" fmla="*/ 0 w 22"/>
                  <a:gd name="T1" fmla="*/ 0 h 52"/>
                  <a:gd name="T2" fmla="*/ 0 w 22"/>
                  <a:gd name="T3" fmla="*/ 0 h 52"/>
                  <a:gd name="T4" fmla="*/ 0 w 22"/>
                  <a:gd name="T5" fmla="*/ 0 h 52"/>
                  <a:gd name="T6" fmla="*/ 0 w 22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2"/>
                  <a:gd name="T14" fmla="*/ 22 w 22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2">
                    <a:moveTo>
                      <a:pt x="22" y="52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22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0" name="Line 922">
                <a:extLst>
                  <a:ext uri="{FF2B5EF4-FFF2-40B4-BE49-F238E27FC236}">
                    <a16:creationId xmlns:a16="http://schemas.microsoft.com/office/drawing/2014/main" id="{AAD17846-D24E-E332-899C-9AE118762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0" y="30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1" name="Freeform 923">
                <a:extLst>
                  <a:ext uri="{FF2B5EF4-FFF2-40B4-BE49-F238E27FC236}">
                    <a16:creationId xmlns:a16="http://schemas.microsoft.com/office/drawing/2014/main" id="{461ABF3D-43FD-C382-AFD1-E0A45EA06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3004"/>
                <a:ext cx="28" cy="24"/>
              </a:xfrm>
              <a:custGeom>
                <a:avLst/>
                <a:gdLst>
                  <a:gd name="T0" fmla="*/ 0 w 202"/>
                  <a:gd name="T1" fmla="*/ 0 h 171"/>
                  <a:gd name="T2" fmla="*/ 0 w 202"/>
                  <a:gd name="T3" fmla="*/ 0 h 171"/>
                  <a:gd name="T4" fmla="*/ 0 w 202"/>
                  <a:gd name="T5" fmla="*/ 0 h 171"/>
                  <a:gd name="T6" fmla="*/ 0 w 202"/>
                  <a:gd name="T7" fmla="*/ 0 h 171"/>
                  <a:gd name="T8" fmla="*/ 0 w 202"/>
                  <a:gd name="T9" fmla="*/ 0 h 171"/>
                  <a:gd name="T10" fmla="*/ 0 w 202"/>
                  <a:gd name="T11" fmla="*/ 0 h 171"/>
                  <a:gd name="T12" fmla="*/ 0 w 202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171"/>
                  <a:gd name="T23" fmla="*/ 202 w 202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171">
                    <a:moveTo>
                      <a:pt x="202" y="103"/>
                    </a:moveTo>
                    <a:lnTo>
                      <a:pt x="179" y="51"/>
                    </a:lnTo>
                    <a:lnTo>
                      <a:pt x="157" y="0"/>
                    </a:lnTo>
                    <a:lnTo>
                      <a:pt x="0" y="68"/>
                    </a:lnTo>
                    <a:lnTo>
                      <a:pt x="22" y="120"/>
                    </a:lnTo>
                    <a:lnTo>
                      <a:pt x="44" y="171"/>
                    </a:lnTo>
                    <a:lnTo>
                      <a:pt x="202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2" name="Freeform 924">
                <a:extLst>
                  <a:ext uri="{FF2B5EF4-FFF2-40B4-BE49-F238E27FC236}">
                    <a16:creationId xmlns:a16="http://schemas.microsoft.com/office/drawing/2014/main" id="{31BABA15-3400-8A1B-E13B-9130A4473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3004"/>
                <a:ext cx="28" cy="24"/>
              </a:xfrm>
              <a:custGeom>
                <a:avLst/>
                <a:gdLst>
                  <a:gd name="T0" fmla="*/ 0 w 202"/>
                  <a:gd name="T1" fmla="*/ 0 h 171"/>
                  <a:gd name="T2" fmla="*/ 0 w 202"/>
                  <a:gd name="T3" fmla="*/ 0 h 171"/>
                  <a:gd name="T4" fmla="*/ 0 w 202"/>
                  <a:gd name="T5" fmla="*/ 0 h 171"/>
                  <a:gd name="T6" fmla="*/ 0 w 202"/>
                  <a:gd name="T7" fmla="*/ 0 h 171"/>
                  <a:gd name="T8" fmla="*/ 0 w 202"/>
                  <a:gd name="T9" fmla="*/ 0 h 171"/>
                  <a:gd name="T10" fmla="*/ 0 w 202"/>
                  <a:gd name="T11" fmla="*/ 0 h 171"/>
                  <a:gd name="T12" fmla="*/ 0 w 202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171"/>
                  <a:gd name="T23" fmla="*/ 202 w 202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171">
                    <a:moveTo>
                      <a:pt x="202" y="103"/>
                    </a:moveTo>
                    <a:lnTo>
                      <a:pt x="179" y="51"/>
                    </a:lnTo>
                    <a:lnTo>
                      <a:pt x="157" y="0"/>
                    </a:lnTo>
                    <a:lnTo>
                      <a:pt x="0" y="68"/>
                    </a:lnTo>
                    <a:lnTo>
                      <a:pt x="22" y="120"/>
                    </a:lnTo>
                    <a:lnTo>
                      <a:pt x="44" y="171"/>
                    </a:lnTo>
                    <a:lnTo>
                      <a:pt x="202" y="1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3" name="Freeform 925">
                <a:extLst>
                  <a:ext uri="{FF2B5EF4-FFF2-40B4-BE49-F238E27FC236}">
                    <a16:creationId xmlns:a16="http://schemas.microsoft.com/office/drawing/2014/main" id="{4F6C8429-EB10-45A3-3020-3F6B93B1C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7" y="3014"/>
                <a:ext cx="4" cy="7"/>
              </a:xfrm>
              <a:custGeom>
                <a:avLst/>
                <a:gdLst>
                  <a:gd name="T0" fmla="*/ 0 w 26"/>
                  <a:gd name="T1" fmla="*/ 0 h 52"/>
                  <a:gd name="T2" fmla="*/ 0 w 26"/>
                  <a:gd name="T3" fmla="*/ 0 h 52"/>
                  <a:gd name="T4" fmla="*/ 0 w 26"/>
                  <a:gd name="T5" fmla="*/ 0 h 52"/>
                  <a:gd name="T6" fmla="*/ 0 w 26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2"/>
                  <a:gd name="T14" fmla="*/ 26 w 26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2">
                    <a:moveTo>
                      <a:pt x="26" y="52"/>
                    </a:moveTo>
                    <a:lnTo>
                      <a:pt x="4" y="0"/>
                    </a:lnTo>
                    <a:lnTo>
                      <a:pt x="0" y="1"/>
                    </a:lnTo>
                    <a:lnTo>
                      <a:pt x="26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4" name="Line 926">
                <a:extLst>
                  <a:ext uri="{FF2B5EF4-FFF2-40B4-BE49-F238E27FC236}">
                    <a16:creationId xmlns:a16="http://schemas.microsoft.com/office/drawing/2014/main" id="{B5A210D2-8DE8-8BBB-490D-0B3BD55C2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47" y="3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5" name="Freeform 927">
                <a:extLst>
                  <a:ext uri="{FF2B5EF4-FFF2-40B4-BE49-F238E27FC236}">
                    <a16:creationId xmlns:a16="http://schemas.microsoft.com/office/drawing/2014/main" id="{06991421-11AA-E110-6628-3DCEEDC8C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14"/>
                <a:ext cx="29" cy="25"/>
              </a:xfrm>
              <a:custGeom>
                <a:avLst/>
                <a:gdLst>
                  <a:gd name="T0" fmla="*/ 0 w 206"/>
                  <a:gd name="T1" fmla="*/ 0 h 179"/>
                  <a:gd name="T2" fmla="*/ 0 w 206"/>
                  <a:gd name="T3" fmla="*/ 0 h 179"/>
                  <a:gd name="T4" fmla="*/ 0 w 206"/>
                  <a:gd name="T5" fmla="*/ 0 h 179"/>
                  <a:gd name="T6" fmla="*/ 0 w 206"/>
                  <a:gd name="T7" fmla="*/ 0 h 179"/>
                  <a:gd name="T8" fmla="*/ 0 w 206"/>
                  <a:gd name="T9" fmla="*/ 0 h 179"/>
                  <a:gd name="T10" fmla="*/ 0 w 206"/>
                  <a:gd name="T11" fmla="*/ 0 h 179"/>
                  <a:gd name="T12" fmla="*/ 0 w 206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79"/>
                  <a:gd name="T23" fmla="*/ 206 w 206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79">
                    <a:moveTo>
                      <a:pt x="206" y="101"/>
                    </a:moveTo>
                    <a:lnTo>
                      <a:pt x="180" y="51"/>
                    </a:lnTo>
                    <a:lnTo>
                      <a:pt x="154" y="0"/>
                    </a:lnTo>
                    <a:lnTo>
                      <a:pt x="0" y="78"/>
                    </a:lnTo>
                    <a:lnTo>
                      <a:pt x="26" y="128"/>
                    </a:lnTo>
                    <a:lnTo>
                      <a:pt x="52" y="179"/>
                    </a:lnTo>
                    <a:lnTo>
                      <a:pt x="206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6" name="Freeform 928">
                <a:extLst>
                  <a:ext uri="{FF2B5EF4-FFF2-40B4-BE49-F238E27FC236}">
                    <a16:creationId xmlns:a16="http://schemas.microsoft.com/office/drawing/2014/main" id="{33A9365B-1EDD-5CBF-FC63-E4D0328FF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14"/>
                <a:ext cx="29" cy="25"/>
              </a:xfrm>
              <a:custGeom>
                <a:avLst/>
                <a:gdLst>
                  <a:gd name="T0" fmla="*/ 0 w 206"/>
                  <a:gd name="T1" fmla="*/ 0 h 179"/>
                  <a:gd name="T2" fmla="*/ 0 w 206"/>
                  <a:gd name="T3" fmla="*/ 0 h 179"/>
                  <a:gd name="T4" fmla="*/ 0 w 206"/>
                  <a:gd name="T5" fmla="*/ 0 h 179"/>
                  <a:gd name="T6" fmla="*/ 0 w 206"/>
                  <a:gd name="T7" fmla="*/ 0 h 179"/>
                  <a:gd name="T8" fmla="*/ 0 w 206"/>
                  <a:gd name="T9" fmla="*/ 0 h 179"/>
                  <a:gd name="T10" fmla="*/ 0 w 206"/>
                  <a:gd name="T11" fmla="*/ 0 h 179"/>
                  <a:gd name="T12" fmla="*/ 0 w 206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79"/>
                  <a:gd name="T23" fmla="*/ 206 w 206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79">
                    <a:moveTo>
                      <a:pt x="206" y="101"/>
                    </a:moveTo>
                    <a:lnTo>
                      <a:pt x="180" y="51"/>
                    </a:lnTo>
                    <a:lnTo>
                      <a:pt x="154" y="0"/>
                    </a:lnTo>
                    <a:lnTo>
                      <a:pt x="0" y="78"/>
                    </a:lnTo>
                    <a:lnTo>
                      <a:pt x="26" y="128"/>
                    </a:lnTo>
                    <a:lnTo>
                      <a:pt x="52" y="179"/>
                    </a:lnTo>
                    <a:lnTo>
                      <a:pt x="206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7" name="Freeform 929">
                <a:extLst>
                  <a:ext uri="{FF2B5EF4-FFF2-40B4-BE49-F238E27FC236}">
                    <a16:creationId xmlns:a16="http://schemas.microsoft.com/office/drawing/2014/main" id="{424743B9-6D7D-FBC9-D62E-79048041D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25"/>
                <a:ext cx="4" cy="7"/>
              </a:xfrm>
              <a:custGeom>
                <a:avLst/>
                <a:gdLst>
                  <a:gd name="T0" fmla="*/ 0 w 29"/>
                  <a:gd name="T1" fmla="*/ 0 h 50"/>
                  <a:gd name="T2" fmla="*/ 0 w 29"/>
                  <a:gd name="T3" fmla="*/ 0 h 50"/>
                  <a:gd name="T4" fmla="*/ 0 w 29"/>
                  <a:gd name="T5" fmla="*/ 0 h 50"/>
                  <a:gd name="T6" fmla="*/ 0 w 29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0"/>
                  <a:gd name="T14" fmla="*/ 29 w 29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0">
                    <a:moveTo>
                      <a:pt x="29" y="50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29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8" name="Line 930">
                <a:extLst>
                  <a:ext uri="{FF2B5EF4-FFF2-40B4-BE49-F238E27FC236}">
                    <a16:creationId xmlns:a16="http://schemas.microsoft.com/office/drawing/2014/main" id="{DA206AB8-A55D-BA4F-4657-06F8A6173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5" y="30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9" name="Freeform 931">
                <a:extLst>
                  <a:ext uri="{FF2B5EF4-FFF2-40B4-BE49-F238E27FC236}">
                    <a16:creationId xmlns:a16="http://schemas.microsoft.com/office/drawing/2014/main" id="{12132FB8-8885-E534-33B9-523413EE4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25"/>
                <a:ext cx="30" cy="27"/>
              </a:xfrm>
              <a:custGeom>
                <a:avLst/>
                <a:gdLst>
                  <a:gd name="T0" fmla="*/ 0 w 206"/>
                  <a:gd name="T1" fmla="*/ 0 h 184"/>
                  <a:gd name="T2" fmla="*/ 0 w 206"/>
                  <a:gd name="T3" fmla="*/ 0 h 184"/>
                  <a:gd name="T4" fmla="*/ 0 w 206"/>
                  <a:gd name="T5" fmla="*/ 0 h 184"/>
                  <a:gd name="T6" fmla="*/ 0 w 206"/>
                  <a:gd name="T7" fmla="*/ 0 h 184"/>
                  <a:gd name="T8" fmla="*/ 0 w 206"/>
                  <a:gd name="T9" fmla="*/ 0 h 184"/>
                  <a:gd name="T10" fmla="*/ 0 w 206"/>
                  <a:gd name="T11" fmla="*/ 0 h 184"/>
                  <a:gd name="T12" fmla="*/ 0 w 206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84"/>
                  <a:gd name="T23" fmla="*/ 206 w 206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84">
                    <a:moveTo>
                      <a:pt x="206" y="96"/>
                    </a:moveTo>
                    <a:lnTo>
                      <a:pt x="177" y="48"/>
                    </a:lnTo>
                    <a:lnTo>
                      <a:pt x="148" y="0"/>
                    </a:lnTo>
                    <a:lnTo>
                      <a:pt x="0" y="87"/>
                    </a:lnTo>
                    <a:lnTo>
                      <a:pt x="29" y="136"/>
                    </a:lnTo>
                    <a:lnTo>
                      <a:pt x="58" y="184"/>
                    </a:lnTo>
                    <a:lnTo>
                      <a:pt x="20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0" name="Freeform 932">
                <a:extLst>
                  <a:ext uri="{FF2B5EF4-FFF2-40B4-BE49-F238E27FC236}">
                    <a16:creationId xmlns:a16="http://schemas.microsoft.com/office/drawing/2014/main" id="{3635BBE0-94C8-D096-318F-23A8B8D37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25"/>
                <a:ext cx="30" cy="27"/>
              </a:xfrm>
              <a:custGeom>
                <a:avLst/>
                <a:gdLst>
                  <a:gd name="T0" fmla="*/ 0 w 206"/>
                  <a:gd name="T1" fmla="*/ 0 h 184"/>
                  <a:gd name="T2" fmla="*/ 0 w 206"/>
                  <a:gd name="T3" fmla="*/ 0 h 184"/>
                  <a:gd name="T4" fmla="*/ 0 w 206"/>
                  <a:gd name="T5" fmla="*/ 0 h 184"/>
                  <a:gd name="T6" fmla="*/ 0 w 206"/>
                  <a:gd name="T7" fmla="*/ 0 h 184"/>
                  <a:gd name="T8" fmla="*/ 0 w 206"/>
                  <a:gd name="T9" fmla="*/ 0 h 184"/>
                  <a:gd name="T10" fmla="*/ 0 w 206"/>
                  <a:gd name="T11" fmla="*/ 0 h 184"/>
                  <a:gd name="T12" fmla="*/ 0 w 206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84"/>
                  <a:gd name="T23" fmla="*/ 206 w 206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84">
                    <a:moveTo>
                      <a:pt x="206" y="96"/>
                    </a:moveTo>
                    <a:lnTo>
                      <a:pt x="177" y="48"/>
                    </a:lnTo>
                    <a:lnTo>
                      <a:pt x="148" y="0"/>
                    </a:lnTo>
                    <a:lnTo>
                      <a:pt x="0" y="87"/>
                    </a:lnTo>
                    <a:lnTo>
                      <a:pt x="29" y="136"/>
                    </a:lnTo>
                    <a:lnTo>
                      <a:pt x="58" y="184"/>
                    </a:lnTo>
                    <a:lnTo>
                      <a:pt x="206" y="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1" name="Freeform 933">
                <a:extLst>
                  <a:ext uri="{FF2B5EF4-FFF2-40B4-BE49-F238E27FC236}">
                    <a16:creationId xmlns:a16="http://schemas.microsoft.com/office/drawing/2014/main" id="{5005CAB2-29B5-4E5D-0286-0FF2C65BA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38"/>
                <a:ext cx="5" cy="7"/>
              </a:xfrm>
              <a:custGeom>
                <a:avLst/>
                <a:gdLst>
                  <a:gd name="T0" fmla="*/ 0 w 31"/>
                  <a:gd name="T1" fmla="*/ 0 h 49"/>
                  <a:gd name="T2" fmla="*/ 0 w 31"/>
                  <a:gd name="T3" fmla="*/ 0 h 49"/>
                  <a:gd name="T4" fmla="*/ 0 w 31"/>
                  <a:gd name="T5" fmla="*/ 0 h 49"/>
                  <a:gd name="T6" fmla="*/ 0 w 31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49"/>
                  <a:gd name="T14" fmla="*/ 31 w 31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49">
                    <a:moveTo>
                      <a:pt x="31" y="49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31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2" name="Line 934">
                <a:extLst>
                  <a:ext uri="{FF2B5EF4-FFF2-40B4-BE49-F238E27FC236}">
                    <a16:creationId xmlns:a16="http://schemas.microsoft.com/office/drawing/2014/main" id="{BADD901C-2922-7554-9716-377C4EB7B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3" y="303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3" name="Freeform 935">
                <a:extLst>
                  <a:ext uri="{FF2B5EF4-FFF2-40B4-BE49-F238E27FC236}">
                    <a16:creationId xmlns:a16="http://schemas.microsoft.com/office/drawing/2014/main" id="{C100F167-8F31-420E-762C-A3ECD029A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3038"/>
                <a:ext cx="29" cy="27"/>
              </a:xfrm>
              <a:custGeom>
                <a:avLst/>
                <a:gdLst>
                  <a:gd name="T0" fmla="*/ 0 w 205"/>
                  <a:gd name="T1" fmla="*/ 0 h 190"/>
                  <a:gd name="T2" fmla="*/ 0 w 205"/>
                  <a:gd name="T3" fmla="*/ 0 h 190"/>
                  <a:gd name="T4" fmla="*/ 0 w 205"/>
                  <a:gd name="T5" fmla="*/ 0 h 190"/>
                  <a:gd name="T6" fmla="*/ 0 w 205"/>
                  <a:gd name="T7" fmla="*/ 0 h 190"/>
                  <a:gd name="T8" fmla="*/ 0 w 205"/>
                  <a:gd name="T9" fmla="*/ 0 h 190"/>
                  <a:gd name="T10" fmla="*/ 0 w 205"/>
                  <a:gd name="T11" fmla="*/ 0 h 190"/>
                  <a:gd name="T12" fmla="*/ 0 w 205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0"/>
                  <a:gd name="T23" fmla="*/ 205 w 205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0">
                    <a:moveTo>
                      <a:pt x="205" y="94"/>
                    </a:moveTo>
                    <a:lnTo>
                      <a:pt x="173" y="47"/>
                    </a:lnTo>
                    <a:lnTo>
                      <a:pt x="142" y="0"/>
                    </a:lnTo>
                    <a:lnTo>
                      <a:pt x="0" y="96"/>
                    </a:lnTo>
                    <a:lnTo>
                      <a:pt x="32" y="143"/>
                    </a:lnTo>
                    <a:lnTo>
                      <a:pt x="63" y="190"/>
                    </a:lnTo>
                    <a:lnTo>
                      <a:pt x="205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4" name="Freeform 936">
                <a:extLst>
                  <a:ext uri="{FF2B5EF4-FFF2-40B4-BE49-F238E27FC236}">
                    <a16:creationId xmlns:a16="http://schemas.microsoft.com/office/drawing/2014/main" id="{40F2B76A-DE28-9372-439F-74E441E8F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3038"/>
                <a:ext cx="29" cy="27"/>
              </a:xfrm>
              <a:custGeom>
                <a:avLst/>
                <a:gdLst>
                  <a:gd name="T0" fmla="*/ 0 w 205"/>
                  <a:gd name="T1" fmla="*/ 0 h 190"/>
                  <a:gd name="T2" fmla="*/ 0 w 205"/>
                  <a:gd name="T3" fmla="*/ 0 h 190"/>
                  <a:gd name="T4" fmla="*/ 0 w 205"/>
                  <a:gd name="T5" fmla="*/ 0 h 190"/>
                  <a:gd name="T6" fmla="*/ 0 w 205"/>
                  <a:gd name="T7" fmla="*/ 0 h 190"/>
                  <a:gd name="T8" fmla="*/ 0 w 205"/>
                  <a:gd name="T9" fmla="*/ 0 h 190"/>
                  <a:gd name="T10" fmla="*/ 0 w 205"/>
                  <a:gd name="T11" fmla="*/ 0 h 190"/>
                  <a:gd name="T12" fmla="*/ 0 w 205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0"/>
                  <a:gd name="T23" fmla="*/ 205 w 205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0">
                    <a:moveTo>
                      <a:pt x="205" y="94"/>
                    </a:moveTo>
                    <a:lnTo>
                      <a:pt x="173" y="47"/>
                    </a:lnTo>
                    <a:lnTo>
                      <a:pt x="142" y="0"/>
                    </a:lnTo>
                    <a:lnTo>
                      <a:pt x="0" y="96"/>
                    </a:lnTo>
                    <a:lnTo>
                      <a:pt x="32" y="143"/>
                    </a:lnTo>
                    <a:lnTo>
                      <a:pt x="63" y="190"/>
                    </a:lnTo>
                    <a:lnTo>
                      <a:pt x="205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5" name="Freeform 937">
                <a:extLst>
                  <a:ext uri="{FF2B5EF4-FFF2-40B4-BE49-F238E27FC236}">
                    <a16:creationId xmlns:a16="http://schemas.microsoft.com/office/drawing/2014/main" id="{F1F5B26D-156D-A795-C8B1-5E8472F53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" y="3052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47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3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6" name="Line 938">
                <a:extLst>
                  <a:ext uri="{FF2B5EF4-FFF2-40B4-BE49-F238E27FC236}">
                    <a16:creationId xmlns:a16="http://schemas.microsoft.com/office/drawing/2014/main" id="{5D361A7E-A1C8-9860-C131-7EC2EDB47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2" y="305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7" name="Freeform 939">
                <a:extLst>
                  <a:ext uri="{FF2B5EF4-FFF2-40B4-BE49-F238E27FC236}">
                    <a16:creationId xmlns:a16="http://schemas.microsoft.com/office/drawing/2014/main" id="{B9E9AA7A-B4D2-8B91-42D8-C695F0F4B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52"/>
                <a:ext cx="29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205" y="90"/>
                    </a:moveTo>
                    <a:lnTo>
                      <a:pt x="171" y="45"/>
                    </a:lnTo>
                    <a:lnTo>
                      <a:pt x="136" y="0"/>
                    </a:lnTo>
                    <a:lnTo>
                      <a:pt x="0" y="106"/>
                    </a:lnTo>
                    <a:lnTo>
                      <a:pt x="35" y="151"/>
                    </a:lnTo>
                    <a:lnTo>
                      <a:pt x="70" y="196"/>
                    </a:lnTo>
                    <a:lnTo>
                      <a:pt x="205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8" name="Freeform 940">
                <a:extLst>
                  <a:ext uri="{FF2B5EF4-FFF2-40B4-BE49-F238E27FC236}">
                    <a16:creationId xmlns:a16="http://schemas.microsoft.com/office/drawing/2014/main" id="{46A9BC2A-104C-1E72-B3E5-547E062C8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52"/>
                <a:ext cx="29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205" y="90"/>
                    </a:moveTo>
                    <a:lnTo>
                      <a:pt x="171" y="45"/>
                    </a:lnTo>
                    <a:lnTo>
                      <a:pt x="136" y="0"/>
                    </a:lnTo>
                    <a:lnTo>
                      <a:pt x="0" y="106"/>
                    </a:lnTo>
                    <a:lnTo>
                      <a:pt x="35" y="151"/>
                    </a:lnTo>
                    <a:lnTo>
                      <a:pt x="70" y="196"/>
                    </a:lnTo>
                    <a:lnTo>
                      <a:pt x="205" y="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9" name="Freeform 941">
                <a:extLst>
                  <a:ext uri="{FF2B5EF4-FFF2-40B4-BE49-F238E27FC236}">
                    <a16:creationId xmlns:a16="http://schemas.microsoft.com/office/drawing/2014/main" id="{331C3129-ABE5-800E-7175-B2EE8EAD6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67"/>
                <a:ext cx="5" cy="7"/>
              </a:xfrm>
              <a:custGeom>
                <a:avLst/>
                <a:gdLst>
                  <a:gd name="T0" fmla="*/ 0 w 37"/>
                  <a:gd name="T1" fmla="*/ 0 h 45"/>
                  <a:gd name="T2" fmla="*/ 0 w 37"/>
                  <a:gd name="T3" fmla="*/ 0 h 45"/>
                  <a:gd name="T4" fmla="*/ 0 w 37"/>
                  <a:gd name="T5" fmla="*/ 0 h 45"/>
                  <a:gd name="T6" fmla="*/ 0 w 37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5"/>
                  <a:gd name="T14" fmla="*/ 37 w 37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5">
                    <a:moveTo>
                      <a:pt x="37" y="45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37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0" name="Line 942">
                <a:extLst>
                  <a:ext uri="{FF2B5EF4-FFF2-40B4-BE49-F238E27FC236}">
                    <a16:creationId xmlns:a16="http://schemas.microsoft.com/office/drawing/2014/main" id="{F9EF6709-AE95-8D26-1A6F-11CB754E5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3" y="306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1" name="Freeform 943">
                <a:extLst>
                  <a:ext uri="{FF2B5EF4-FFF2-40B4-BE49-F238E27FC236}">
                    <a16:creationId xmlns:a16="http://schemas.microsoft.com/office/drawing/2014/main" id="{6D7A34CD-6095-0399-8E7B-92F16035F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203" y="85"/>
                    </a:moveTo>
                    <a:lnTo>
                      <a:pt x="166" y="43"/>
                    </a:lnTo>
                    <a:lnTo>
                      <a:pt x="129" y="0"/>
                    </a:lnTo>
                    <a:lnTo>
                      <a:pt x="0" y="113"/>
                    </a:lnTo>
                    <a:lnTo>
                      <a:pt x="37" y="156"/>
                    </a:lnTo>
                    <a:lnTo>
                      <a:pt x="74" y="199"/>
                    </a:lnTo>
                    <a:lnTo>
                      <a:pt x="203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2" name="Freeform 944">
                <a:extLst>
                  <a:ext uri="{FF2B5EF4-FFF2-40B4-BE49-F238E27FC236}">
                    <a16:creationId xmlns:a16="http://schemas.microsoft.com/office/drawing/2014/main" id="{2319D6ED-6D3E-204C-5ADA-98FB696E7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203" y="85"/>
                    </a:moveTo>
                    <a:lnTo>
                      <a:pt x="166" y="43"/>
                    </a:lnTo>
                    <a:lnTo>
                      <a:pt x="129" y="0"/>
                    </a:lnTo>
                    <a:lnTo>
                      <a:pt x="0" y="113"/>
                    </a:lnTo>
                    <a:lnTo>
                      <a:pt x="37" y="156"/>
                    </a:lnTo>
                    <a:lnTo>
                      <a:pt x="74" y="199"/>
                    </a:lnTo>
                    <a:lnTo>
                      <a:pt x="203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3" name="Freeform 945">
                <a:extLst>
                  <a:ext uri="{FF2B5EF4-FFF2-40B4-BE49-F238E27FC236}">
                    <a16:creationId xmlns:a16="http://schemas.microsoft.com/office/drawing/2014/main" id="{A42BC3BC-B27E-6D72-3D14-1DE0AA689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84"/>
                <a:ext cx="6" cy="6"/>
              </a:xfrm>
              <a:custGeom>
                <a:avLst/>
                <a:gdLst>
                  <a:gd name="T0" fmla="*/ 0 w 41"/>
                  <a:gd name="T1" fmla="*/ 0 h 43"/>
                  <a:gd name="T2" fmla="*/ 0 w 41"/>
                  <a:gd name="T3" fmla="*/ 0 h 43"/>
                  <a:gd name="T4" fmla="*/ 0 w 41"/>
                  <a:gd name="T5" fmla="*/ 0 h 43"/>
                  <a:gd name="T6" fmla="*/ 0 w 41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3"/>
                  <a:gd name="T14" fmla="*/ 41 w 41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3">
                    <a:moveTo>
                      <a:pt x="41" y="4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41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4" name="Line 946">
                <a:extLst>
                  <a:ext uri="{FF2B5EF4-FFF2-40B4-BE49-F238E27FC236}">
                    <a16:creationId xmlns:a16="http://schemas.microsoft.com/office/drawing/2014/main" id="{4FF4E8A7-C404-195D-2619-41E49D406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4" y="30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5" name="Freeform 947">
                <a:extLst>
                  <a:ext uri="{FF2B5EF4-FFF2-40B4-BE49-F238E27FC236}">
                    <a16:creationId xmlns:a16="http://schemas.microsoft.com/office/drawing/2014/main" id="{926E84B2-DD50-09EF-926F-F626CFFE3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202" y="80"/>
                    </a:moveTo>
                    <a:lnTo>
                      <a:pt x="162" y="40"/>
                    </a:lnTo>
                    <a:lnTo>
                      <a:pt x="121" y="0"/>
                    </a:lnTo>
                    <a:lnTo>
                      <a:pt x="0" y="122"/>
                    </a:lnTo>
                    <a:lnTo>
                      <a:pt x="41" y="162"/>
                    </a:lnTo>
                    <a:lnTo>
                      <a:pt x="81" y="203"/>
                    </a:lnTo>
                    <a:lnTo>
                      <a:pt x="202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6" name="Freeform 948">
                <a:extLst>
                  <a:ext uri="{FF2B5EF4-FFF2-40B4-BE49-F238E27FC236}">
                    <a16:creationId xmlns:a16="http://schemas.microsoft.com/office/drawing/2014/main" id="{7E46AE99-8266-D2BC-9481-AE0D44050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202" y="80"/>
                    </a:moveTo>
                    <a:lnTo>
                      <a:pt x="162" y="40"/>
                    </a:lnTo>
                    <a:lnTo>
                      <a:pt x="121" y="0"/>
                    </a:lnTo>
                    <a:lnTo>
                      <a:pt x="0" y="122"/>
                    </a:lnTo>
                    <a:lnTo>
                      <a:pt x="41" y="162"/>
                    </a:lnTo>
                    <a:lnTo>
                      <a:pt x="81" y="203"/>
                    </a:lnTo>
                    <a:lnTo>
                      <a:pt x="202" y="8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7" name="Freeform 949">
                <a:extLst>
                  <a:ext uri="{FF2B5EF4-FFF2-40B4-BE49-F238E27FC236}">
                    <a16:creationId xmlns:a16="http://schemas.microsoft.com/office/drawing/2014/main" id="{C406BA52-52CA-B53D-2F41-64E376377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101"/>
                <a:ext cx="6" cy="6"/>
              </a:xfrm>
              <a:custGeom>
                <a:avLst/>
                <a:gdLst>
                  <a:gd name="T0" fmla="*/ 0 w 43"/>
                  <a:gd name="T1" fmla="*/ 0 h 40"/>
                  <a:gd name="T2" fmla="*/ 0 w 43"/>
                  <a:gd name="T3" fmla="*/ 0 h 40"/>
                  <a:gd name="T4" fmla="*/ 0 w 43"/>
                  <a:gd name="T5" fmla="*/ 0 h 40"/>
                  <a:gd name="T6" fmla="*/ 0 w 43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0"/>
                  <a:gd name="T14" fmla="*/ 43 w 43"/>
                  <a:gd name="T15" fmla="*/ 40 h 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0">
                    <a:moveTo>
                      <a:pt x="43" y="4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43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8" name="Line 950">
                <a:extLst>
                  <a:ext uri="{FF2B5EF4-FFF2-40B4-BE49-F238E27FC236}">
                    <a16:creationId xmlns:a16="http://schemas.microsoft.com/office/drawing/2014/main" id="{7393904F-C1FA-470C-FAEA-83AB67D7D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26" y="310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9" name="Freeform 951">
                <a:extLst>
                  <a:ext uri="{FF2B5EF4-FFF2-40B4-BE49-F238E27FC236}">
                    <a16:creationId xmlns:a16="http://schemas.microsoft.com/office/drawing/2014/main" id="{030ED9F2-9B2B-49B2-3E69-D22DD2DF4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02"/>
                <a:ext cx="28" cy="29"/>
              </a:xfrm>
              <a:custGeom>
                <a:avLst/>
                <a:gdLst>
                  <a:gd name="T0" fmla="*/ 0 w 198"/>
                  <a:gd name="T1" fmla="*/ 0 h 203"/>
                  <a:gd name="T2" fmla="*/ 0 w 198"/>
                  <a:gd name="T3" fmla="*/ 0 h 203"/>
                  <a:gd name="T4" fmla="*/ 0 w 198"/>
                  <a:gd name="T5" fmla="*/ 0 h 203"/>
                  <a:gd name="T6" fmla="*/ 0 w 198"/>
                  <a:gd name="T7" fmla="*/ 0 h 203"/>
                  <a:gd name="T8" fmla="*/ 0 w 198"/>
                  <a:gd name="T9" fmla="*/ 0 h 203"/>
                  <a:gd name="T10" fmla="*/ 0 w 198"/>
                  <a:gd name="T11" fmla="*/ 0 h 203"/>
                  <a:gd name="T12" fmla="*/ 0 w 198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"/>
                  <a:gd name="T22" fmla="*/ 0 h 203"/>
                  <a:gd name="T23" fmla="*/ 198 w 198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8" h="203">
                    <a:moveTo>
                      <a:pt x="198" y="74"/>
                    </a:moveTo>
                    <a:lnTo>
                      <a:pt x="156" y="37"/>
                    </a:lnTo>
                    <a:lnTo>
                      <a:pt x="113" y="0"/>
                    </a:lnTo>
                    <a:lnTo>
                      <a:pt x="0" y="129"/>
                    </a:lnTo>
                    <a:lnTo>
                      <a:pt x="42" y="166"/>
                    </a:lnTo>
                    <a:lnTo>
                      <a:pt x="85" y="203"/>
                    </a:lnTo>
                    <a:lnTo>
                      <a:pt x="198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0" name="Freeform 952">
                <a:extLst>
                  <a:ext uri="{FF2B5EF4-FFF2-40B4-BE49-F238E27FC236}">
                    <a16:creationId xmlns:a16="http://schemas.microsoft.com/office/drawing/2014/main" id="{48B759A0-1FA7-C861-3150-2BC9FD26A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02"/>
                <a:ext cx="28" cy="29"/>
              </a:xfrm>
              <a:custGeom>
                <a:avLst/>
                <a:gdLst>
                  <a:gd name="T0" fmla="*/ 0 w 198"/>
                  <a:gd name="T1" fmla="*/ 0 h 203"/>
                  <a:gd name="T2" fmla="*/ 0 w 198"/>
                  <a:gd name="T3" fmla="*/ 0 h 203"/>
                  <a:gd name="T4" fmla="*/ 0 w 198"/>
                  <a:gd name="T5" fmla="*/ 0 h 203"/>
                  <a:gd name="T6" fmla="*/ 0 w 198"/>
                  <a:gd name="T7" fmla="*/ 0 h 203"/>
                  <a:gd name="T8" fmla="*/ 0 w 198"/>
                  <a:gd name="T9" fmla="*/ 0 h 203"/>
                  <a:gd name="T10" fmla="*/ 0 w 198"/>
                  <a:gd name="T11" fmla="*/ 0 h 203"/>
                  <a:gd name="T12" fmla="*/ 0 w 198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"/>
                  <a:gd name="T22" fmla="*/ 0 h 203"/>
                  <a:gd name="T23" fmla="*/ 198 w 198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8" h="203">
                    <a:moveTo>
                      <a:pt x="198" y="74"/>
                    </a:moveTo>
                    <a:lnTo>
                      <a:pt x="156" y="37"/>
                    </a:lnTo>
                    <a:lnTo>
                      <a:pt x="113" y="0"/>
                    </a:lnTo>
                    <a:lnTo>
                      <a:pt x="0" y="129"/>
                    </a:lnTo>
                    <a:lnTo>
                      <a:pt x="42" y="166"/>
                    </a:lnTo>
                    <a:lnTo>
                      <a:pt x="85" y="203"/>
                    </a:lnTo>
                    <a:lnTo>
                      <a:pt x="198" y="7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1" name="Freeform 953">
                <a:extLst>
                  <a:ext uri="{FF2B5EF4-FFF2-40B4-BE49-F238E27FC236}">
                    <a16:creationId xmlns:a16="http://schemas.microsoft.com/office/drawing/2014/main" id="{C659FA53-651F-C9A2-0757-A17D7C627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20"/>
                <a:ext cx="6" cy="6"/>
              </a:xfrm>
              <a:custGeom>
                <a:avLst/>
                <a:gdLst>
                  <a:gd name="T0" fmla="*/ 0 w 45"/>
                  <a:gd name="T1" fmla="*/ 0 h 37"/>
                  <a:gd name="T2" fmla="*/ 0 w 45"/>
                  <a:gd name="T3" fmla="*/ 0 h 37"/>
                  <a:gd name="T4" fmla="*/ 0 w 45"/>
                  <a:gd name="T5" fmla="*/ 0 h 37"/>
                  <a:gd name="T6" fmla="*/ 0 w 45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7"/>
                  <a:gd name="T14" fmla="*/ 45 w 45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7">
                    <a:moveTo>
                      <a:pt x="45" y="37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45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2" name="Line 954">
                <a:extLst>
                  <a:ext uri="{FF2B5EF4-FFF2-40B4-BE49-F238E27FC236}">
                    <a16:creationId xmlns:a16="http://schemas.microsoft.com/office/drawing/2014/main" id="{ADB3A3E0-BB46-E5BC-4AC9-664CAC584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0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3" name="Freeform 955">
                <a:extLst>
                  <a:ext uri="{FF2B5EF4-FFF2-40B4-BE49-F238E27FC236}">
                    <a16:creationId xmlns:a16="http://schemas.microsoft.com/office/drawing/2014/main" id="{3EAE8CF0-8862-0882-1A9C-388427212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3121"/>
                <a:ext cx="27" cy="29"/>
              </a:xfrm>
              <a:custGeom>
                <a:avLst/>
                <a:gdLst>
                  <a:gd name="T0" fmla="*/ 0 w 195"/>
                  <a:gd name="T1" fmla="*/ 0 h 205"/>
                  <a:gd name="T2" fmla="*/ 0 w 195"/>
                  <a:gd name="T3" fmla="*/ 0 h 205"/>
                  <a:gd name="T4" fmla="*/ 0 w 195"/>
                  <a:gd name="T5" fmla="*/ 0 h 205"/>
                  <a:gd name="T6" fmla="*/ 0 w 195"/>
                  <a:gd name="T7" fmla="*/ 0 h 205"/>
                  <a:gd name="T8" fmla="*/ 0 w 195"/>
                  <a:gd name="T9" fmla="*/ 0 h 205"/>
                  <a:gd name="T10" fmla="*/ 0 w 195"/>
                  <a:gd name="T11" fmla="*/ 0 h 205"/>
                  <a:gd name="T12" fmla="*/ 0 w 195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5"/>
                  <a:gd name="T22" fmla="*/ 0 h 205"/>
                  <a:gd name="T23" fmla="*/ 195 w 195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5" h="205">
                    <a:moveTo>
                      <a:pt x="195" y="69"/>
                    </a:moveTo>
                    <a:lnTo>
                      <a:pt x="150" y="34"/>
                    </a:lnTo>
                    <a:lnTo>
                      <a:pt x="105" y="0"/>
                    </a:lnTo>
                    <a:lnTo>
                      <a:pt x="0" y="135"/>
                    </a:lnTo>
                    <a:lnTo>
                      <a:pt x="45" y="170"/>
                    </a:lnTo>
                    <a:lnTo>
                      <a:pt x="90" y="205"/>
                    </a:lnTo>
                    <a:lnTo>
                      <a:pt x="195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4" name="Freeform 956">
                <a:extLst>
                  <a:ext uri="{FF2B5EF4-FFF2-40B4-BE49-F238E27FC236}">
                    <a16:creationId xmlns:a16="http://schemas.microsoft.com/office/drawing/2014/main" id="{5DE58E58-1CB8-AA27-5BC4-A3EB32372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3121"/>
                <a:ext cx="27" cy="29"/>
              </a:xfrm>
              <a:custGeom>
                <a:avLst/>
                <a:gdLst>
                  <a:gd name="T0" fmla="*/ 0 w 195"/>
                  <a:gd name="T1" fmla="*/ 0 h 205"/>
                  <a:gd name="T2" fmla="*/ 0 w 195"/>
                  <a:gd name="T3" fmla="*/ 0 h 205"/>
                  <a:gd name="T4" fmla="*/ 0 w 195"/>
                  <a:gd name="T5" fmla="*/ 0 h 205"/>
                  <a:gd name="T6" fmla="*/ 0 w 195"/>
                  <a:gd name="T7" fmla="*/ 0 h 205"/>
                  <a:gd name="T8" fmla="*/ 0 w 195"/>
                  <a:gd name="T9" fmla="*/ 0 h 205"/>
                  <a:gd name="T10" fmla="*/ 0 w 195"/>
                  <a:gd name="T11" fmla="*/ 0 h 205"/>
                  <a:gd name="T12" fmla="*/ 0 w 195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5"/>
                  <a:gd name="T22" fmla="*/ 0 h 205"/>
                  <a:gd name="T23" fmla="*/ 195 w 195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5" h="205">
                    <a:moveTo>
                      <a:pt x="195" y="69"/>
                    </a:moveTo>
                    <a:lnTo>
                      <a:pt x="150" y="34"/>
                    </a:lnTo>
                    <a:lnTo>
                      <a:pt x="105" y="0"/>
                    </a:lnTo>
                    <a:lnTo>
                      <a:pt x="0" y="135"/>
                    </a:lnTo>
                    <a:lnTo>
                      <a:pt x="45" y="170"/>
                    </a:lnTo>
                    <a:lnTo>
                      <a:pt x="90" y="205"/>
                    </a:lnTo>
                    <a:lnTo>
                      <a:pt x="195" y="6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5" name="Freeform 957">
                <a:extLst>
                  <a:ext uri="{FF2B5EF4-FFF2-40B4-BE49-F238E27FC236}">
                    <a16:creationId xmlns:a16="http://schemas.microsoft.com/office/drawing/2014/main" id="{3EA4C6ED-4D71-E211-AD45-C56195BF6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" y="3140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35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7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6" name="Line 958">
                <a:extLst>
                  <a:ext uri="{FF2B5EF4-FFF2-40B4-BE49-F238E27FC236}">
                    <a16:creationId xmlns:a16="http://schemas.microsoft.com/office/drawing/2014/main" id="{B8A3D88A-84F2-F8EE-A157-0E9C25BFA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94" y="31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7" name="Freeform 959">
                <a:extLst>
                  <a:ext uri="{FF2B5EF4-FFF2-40B4-BE49-F238E27FC236}">
                    <a16:creationId xmlns:a16="http://schemas.microsoft.com/office/drawing/2014/main" id="{11EFBF4C-2FBA-6400-DABD-F7DC67530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41"/>
                <a:ext cx="28" cy="29"/>
              </a:xfrm>
              <a:custGeom>
                <a:avLst/>
                <a:gdLst>
                  <a:gd name="T0" fmla="*/ 0 w 191"/>
                  <a:gd name="T1" fmla="*/ 0 h 204"/>
                  <a:gd name="T2" fmla="*/ 0 w 191"/>
                  <a:gd name="T3" fmla="*/ 0 h 204"/>
                  <a:gd name="T4" fmla="*/ 0 w 191"/>
                  <a:gd name="T5" fmla="*/ 0 h 204"/>
                  <a:gd name="T6" fmla="*/ 0 w 191"/>
                  <a:gd name="T7" fmla="*/ 0 h 204"/>
                  <a:gd name="T8" fmla="*/ 0 w 191"/>
                  <a:gd name="T9" fmla="*/ 0 h 204"/>
                  <a:gd name="T10" fmla="*/ 0 w 191"/>
                  <a:gd name="T11" fmla="*/ 0 h 204"/>
                  <a:gd name="T12" fmla="*/ 0 w 191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1"/>
                  <a:gd name="T22" fmla="*/ 0 h 204"/>
                  <a:gd name="T23" fmla="*/ 191 w 191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1" h="204">
                    <a:moveTo>
                      <a:pt x="191" y="63"/>
                    </a:moveTo>
                    <a:lnTo>
                      <a:pt x="144" y="31"/>
                    </a:lnTo>
                    <a:lnTo>
                      <a:pt x="97" y="0"/>
                    </a:lnTo>
                    <a:lnTo>
                      <a:pt x="0" y="141"/>
                    </a:lnTo>
                    <a:lnTo>
                      <a:pt x="47" y="173"/>
                    </a:lnTo>
                    <a:lnTo>
                      <a:pt x="94" y="204"/>
                    </a:lnTo>
                    <a:lnTo>
                      <a:pt x="191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8" name="Freeform 960">
                <a:extLst>
                  <a:ext uri="{FF2B5EF4-FFF2-40B4-BE49-F238E27FC236}">
                    <a16:creationId xmlns:a16="http://schemas.microsoft.com/office/drawing/2014/main" id="{D6D76384-BB17-4504-E37B-0F747FC8B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41"/>
                <a:ext cx="28" cy="29"/>
              </a:xfrm>
              <a:custGeom>
                <a:avLst/>
                <a:gdLst>
                  <a:gd name="T0" fmla="*/ 0 w 191"/>
                  <a:gd name="T1" fmla="*/ 0 h 204"/>
                  <a:gd name="T2" fmla="*/ 0 w 191"/>
                  <a:gd name="T3" fmla="*/ 0 h 204"/>
                  <a:gd name="T4" fmla="*/ 0 w 191"/>
                  <a:gd name="T5" fmla="*/ 0 h 204"/>
                  <a:gd name="T6" fmla="*/ 0 w 191"/>
                  <a:gd name="T7" fmla="*/ 0 h 204"/>
                  <a:gd name="T8" fmla="*/ 0 w 191"/>
                  <a:gd name="T9" fmla="*/ 0 h 204"/>
                  <a:gd name="T10" fmla="*/ 0 w 191"/>
                  <a:gd name="T11" fmla="*/ 0 h 204"/>
                  <a:gd name="T12" fmla="*/ 0 w 191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1"/>
                  <a:gd name="T22" fmla="*/ 0 h 204"/>
                  <a:gd name="T23" fmla="*/ 191 w 191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1" h="204">
                    <a:moveTo>
                      <a:pt x="191" y="63"/>
                    </a:moveTo>
                    <a:lnTo>
                      <a:pt x="144" y="31"/>
                    </a:lnTo>
                    <a:lnTo>
                      <a:pt x="97" y="0"/>
                    </a:lnTo>
                    <a:lnTo>
                      <a:pt x="0" y="141"/>
                    </a:lnTo>
                    <a:lnTo>
                      <a:pt x="47" y="173"/>
                    </a:lnTo>
                    <a:lnTo>
                      <a:pt x="94" y="204"/>
                    </a:lnTo>
                    <a:lnTo>
                      <a:pt x="191" y="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9" name="Freeform 961">
                <a:extLst>
                  <a:ext uri="{FF2B5EF4-FFF2-40B4-BE49-F238E27FC236}">
                    <a16:creationId xmlns:a16="http://schemas.microsoft.com/office/drawing/2014/main" id="{F25D23CD-712A-107D-D105-DEA6B551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61"/>
                <a:ext cx="7" cy="4"/>
              </a:xfrm>
              <a:custGeom>
                <a:avLst/>
                <a:gdLst>
                  <a:gd name="T0" fmla="*/ 0 w 48"/>
                  <a:gd name="T1" fmla="*/ 0 h 32"/>
                  <a:gd name="T2" fmla="*/ 0 w 48"/>
                  <a:gd name="T3" fmla="*/ 0 h 32"/>
                  <a:gd name="T4" fmla="*/ 0 w 48"/>
                  <a:gd name="T5" fmla="*/ 0 h 32"/>
                  <a:gd name="T6" fmla="*/ 0 w 48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32"/>
                  <a:gd name="T14" fmla="*/ 48 w 48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32">
                    <a:moveTo>
                      <a:pt x="48" y="32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48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0" name="Line 962">
                <a:extLst>
                  <a:ext uri="{FF2B5EF4-FFF2-40B4-BE49-F238E27FC236}">
                    <a16:creationId xmlns:a16="http://schemas.microsoft.com/office/drawing/2014/main" id="{5573E184-5FA8-E7E7-8154-BDFCDF270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0" y="31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1" name="Freeform 963">
                <a:extLst>
                  <a:ext uri="{FF2B5EF4-FFF2-40B4-BE49-F238E27FC236}">
                    <a16:creationId xmlns:a16="http://schemas.microsoft.com/office/drawing/2014/main" id="{CD47EFB7-0A52-8D92-52C7-EB774A346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184" y="59"/>
                    </a:moveTo>
                    <a:lnTo>
                      <a:pt x="136" y="30"/>
                    </a:lnTo>
                    <a:lnTo>
                      <a:pt x="88" y="0"/>
                    </a:lnTo>
                    <a:lnTo>
                      <a:pt x="0" y="148"/>
                    </a:lnTo>
                    <a:lnTo>
                      <a:pt x="49" y="178"/>
                    </a:lnTo>
                    <a:lnTo>
                      <a:pt x="97" y="207"/>
                    </a:lnTo>
                    <a:lnTo>
                      <a:pt x="184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2" name="Freeform 964">
                <a:extLst>
                  <a:ext uri="{FF2B5EF4-FFF2-40B4-BE49-F238E27FC236}">
                    <a16:creationId xmlns:a16="http://schemas.microsoft.com/office/drawing/2014/main" id="{F87BE340-A8DE-83C3-6816-3C0DC736E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184" y="59"/>
                    </a:moveTo>
                    <a:lnTo>
                      <a:pt x="136" y="30"/>
                    </a:lnTo>
                    <a:lnTo>
                      <a:pt x="88" y="0"/>
                    </a:lnTo>
                    <a:lnTo>
                      <a:pt x="0" y="148"/>
                    </a:lnTo>
                    <a:lnTo>
                      <a:pt x="49" y="178"/>
                    </a:lnTo>
                    <a:lnTo>
                      <a:pt x="97" y="207"/>
                    </a:lnTo>
                    <a:lnTo>
                      <a:pt x="184" y="5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3" name="Freeform 965">
                <a:extLst>
                  <a:ext uri="{FF2B5EF4-FFF2-40B4-BE49-F238E27FC236}">
                    <a16:creationId xmlns:a16="http://schemas.microsoft.com/office/drawing/2014/main" id="{A8B410F9-F17F-1000-9E50-273E173D5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3182"/>
                <a:ext cx="8" cy="4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51" y="3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1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4" name="Line 966">
                <a:extLst>
                  <a:ext uri="{FF2B5EF4-FFF2-40B4-BE49-F238E27FC236}">
                    <a16:creationId xmlns:a16="http://schemas.microsoft.com/office/drawing/2014/main" id="{BCC6E317-1826-AD42-2CB4-4CB6D9F21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7" y="318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5" name="Freeform 967">
                <a:extLst>
                  <a:ext uri="{FF2B5EF4-FFF2-40B4-BE49-F238E27FC236}">
                    <a16:creationId xmlns:a16="http://schemas.microsoft.com/office/drawing/2014/main" id="{CEACDD16-67D4-57B7-1466-92C3C7D57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183"/>
                <a:ext cx="26" cy="29"/>
              </a:xfrm>
              <a:custGeom>
                <a:avLst/>
                <a:gdLst>
                  <a:gd name="T0" fmla="*/ 0 w 178"/>
                  <a:gd name="T1" fmla="*/ 0 h 204"/>
                  <a:gd name="T2" fmla="*/ 0 w 178"/>
                  <a:gd name="T3" fmla="*/ 0 h 204"/>
                  <a:gd name="T4" fmla="*/ 0 w 178"/>
                  <a:gd name="T5" fmla="*/ 0 h 204"/>
                  <a:gd name="T6" fmla="*/ 0 w 178"/>
                  <a:gd name="T7" fmla="*/ 0 h 204"/>
                  <a:gd name="T8" fmla="*/ 0 w 178"/>
                  <a:gd name="T9" fmla="*/ 0 h 204"/>
                  <a:gd name="T10" fmla="*/ 0 w 178"/>
                  <a:gd name="T11" fmla="*/ 0 h 204"/>
                  <a:gd name="T12" fmla="*/ 0 w 178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204"/>
                  <a:gd name="T23" fmla="*/ 178 w 178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204">
                    <a:moveTo>
                      <a:pt x="178" y="51"/>
                    </a:moveTo>
                    <a:lnTo>
                      <a:pt x="128" y="26"/>
                    </a:lnTo>
                    <a:lnTo>
                      <a:pt x="77" y="0"/>
                    </a:lnTo>
                    <a:lnTo>
                      <a:pt x="0" y="152"/>
                    </a:lnTo>
                    <a:lnTo>
                      <a:pt x="50" y="178"/>
                    </a:lnTo>
                    <a:lnTo>
                      <a:pt x="101" y="204"/>
                    </a:lnTo>
                    <a:lnTo>
                      <a:pt x="178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6" name="Freeform 968">
                <a:extLst>
                  <a:ext uri="{FF2B5EF4-FFF2-40B4-BE49-F238E27FC236}">
                    <a16:creationId xmlns:a16="http://schemas.microsoft.com/office/drawing/2014/main" id="{E912C7BF-191D-4230-5CBD-127764543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183"/>
                <a:ext cx="26" cy="29"/>
              </a:xfrm>
              <a:custGeom>
                <a:avLst/>
                <a:gdLst>
                  <a:gd name="T0" fmla="*/ 0 w 178"/>
                  <a:gd name="T1" fmla="*/ 0 h 204"/>
                  <a:gd name="T2" fmla="*/ 0 w 178"/>
                  <a:gd name="T3" fmla="*/ 0 h 204"/>
                  <a:gd name="T4" fmla="*/ 0 w 178"/>
                  <a:gd name="T5" fmla="*/ 0 h 204"/>
                  <a:gd name="T6" fmla="*/ 0 w 178"/>
                  <a:gd name="T7" fmla="*/ 0 h 204"/>
                  <a:gd name="T8" fmla="*/ 0 w 178"/>
                  <a:gd name="T9" fmla="*/ 0 h 204"/>
                  <a:gd name="T10" fmla="*/ 0 w 178"/>
                  <a:gd name="T11" fmla="*/ 0 h 204"/>
                  <a:gd name="T12" fmla="*/ 0 w 178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204"/>
                  <a:gd name="T23" fmla="*/ 178 w 178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204">
                    <a:moveTo>
                      <a:pt x="178" y="51"/>
                    </a:moveTo>
                    <a:lnTo>
                      <a:pt x="128" y="26"/>
                    </a:lnTo>
                    <a:lnTo>
                      <a:pt x="77" y="0"/>
                    </a:lnTo>
                    <a:lnTo>
                      <a:pt x="0" y="152"/>
                    </a:lnTo>
                    <a:lnTo>
                      <a:pt x="50" y="178"/>
                    </a:lnTo>
                    <a:lnTo>
                      <a:pt x="101" y="204"/>
                    </a:lnTo>
                    <a:lnTo>
                      <a:pt x="178" y="5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7" name="Freeform 969">
                <a:extLst>
                  <a:ext uri="{FF2B5EF4-FFF2-40B4-BE49-F238E27FC236}">
                    <a16:creationId xmlns:a16="http://schemas.microsoft.com/office/drawing/2014/main" id="{A7F0A1C9-483D-8D79-4087-FEEFF654A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204"/>
                <a:ext cx="8" cy="4"/>
              </a:xfrm>
              <a:custGeom>
                <a:avLst/>
                <a:gdLst>
                  <a:gd name="T0" fmla="*/ 0 w 51"/>
                  <a:gd name="T1" fmla="*/ 0 h 26"/>
                  <a:gd name="T2" fmla="*/ 0 w 51"/>
                  <a:gd name="T3" fmla="*/ 0 h 26"/>
                  <a:gd name="T4" fmla="*/ 0 w 51"/>
                  <a:gd name="T5" fmla="*/ 0 h 26"/>
                  <a:gd name="T6" fmla="*/ 0 w 51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6"/>
                  <a:gd name="T14" fmla="*/ 51 w 51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6">
                    <a:moveTo>
                      <a:pt x="51" y="2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1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8" name="Line 970">
                <a:extLst>
                  <a:ext uri="{FF2B5EF4-FFF2-40B4-BE49-F238E27FC236}">
                    <a16:creationId xmlns:a16="http://schemas.microsoft.com/office/drawing/2014/main" id="{FE79888C-6EF7-4AC5-B1D6-BE37267FC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6" y="32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9" name="Freeform 971">
                <a:extLst>
                  <a:ext uri="{FF2B5EF4-FFF2-40B4-BE49-F238E27FC236}">
                    <a16:creationId xmlns:a16="http://schemas.microsoft.com/office/drawing/2014/main" id="{85F84AEE-4878-0A95-A5E7-E28B6AB10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05"/>
                <a:ext cx="25" cy="29"/>
              </a:xfrm>
              <a:custGeom>
                <a:avLst/>
                <a:gdLst>
                  <a:gd name="T0" fmla="*/ 0 w 172"/>
                  <a:gd name="T1" fmla="*/ 0 h 203"/>
                  <a:gd name="T2" fmla="*/ 0 w 172"/>
                  <a:gd name="T3" fmla="*/ 0 h 203"/>
                  <a:gd name="T4" fmla="*/ 0 w 172"/>
                  <a:gd name="T5" fmla="*/ 0 h 203"/>
                  <a:gd name="T6" fmla="*/ 0 w 172"/>
                  <a:gd name="T7" fmla="*/ 0 h 203"/>
                  <a:gd name="T8" fmla="*/ 0 w 172"/>
                  <a:gd name="T9" fmla="*/ 0 h 203"/>
                  <a:gd name="T10" fmla="*/ 0 w 172"/>
                  <a:gd name="T11" fmla="*/ 0 h 203"/>
                  <a:gd name="T12" fmla="*/ 0 w 17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203"/>
                  <a:gd name="T23" fmla="*/ 172 w 17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203">
                    <a:moveTo>
                      <a:pt x="172" y="45"/>
                    </a:moveTo>
                    <a:lnTo>
                      <a:pt x="120" y="22"/>
                    </a:lnTo>
                    <a:lnTo>
                      <a:pt x="69" y="0"/>
                    </a:lnTo>
                    <a:lnTo>
                      <a:pt x="0" y="158"/>
                    </a:lnTo>
                    <a:lnTo>
                      <a:pt x="52" y="180"/>
                    </a:lnTo>
                    <a:lnTo>
                      <a:pt x="103" y="203"/>
                    </a:lnTo>
                    <a:lnTo>
                      <a:pt x="172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0" name="Freeform 972">
                <a:extLst>
                  <a:ext uri="{FF2B5EF4-FFF2-40B4-BE49-F238E27FC236}">
                    <a16:creationId xmlns:a16="http://schemas.microsoft.com/office/drawing/2014/main" id="{F16654DE-1F6F-74ED-AEC1-C790CAF7A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05"/>
                <a:ext cx="25" cy="29"/>
              </a:xfrm>
              <a:custGeom>
                <a:avLst/>
                <a:gdLst>
                  <a:gd name="T0" fmla="*/ 0 w 172"/>
                  <a:gd name="T1" fmla="*/ 0 h 203"/>
                  <a:gd name="T2" fmla="*/ 0 w 172"/>
                  <a:gd name="T3" fmla="*/ 0 h 203"/>
                  <a:gd name="T4" fmla="*/ 0 w 172"/>
                  <a:gd name="T5" fmla="*/ 0 h 203"/>
                  <a:gd name="T6" fmla="*/ 0 w 172"/>
                  <a:gd name="T7" fmla="*/ 0 h 203"/>
                  <a:gd name="T8" fmla="*/ 0 w 172"/>
                  <a:gd name="T9" fmla="*/ 0 h 203"/>
                  <a:gd name="T10" fmla="*/ 0 w 172"/>
                  <a:gd name="T11" fmla="*/ 0 h 203"/>
                  <a:gd name="T12" fmla="*/ 0 w 17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203"/>
                  <a:gd name="T23" fmla="*/ 172 w 17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203">
                    <a:moveTo>
                      <a:pt x="172" y="45"/>
                    </a:moveTo>
                    <a:lnTo>
                      <a:pt x="120" y="22"/>
                    </a:lnTo>
                    <a:lnTo>
                      <a:pt x="69" y="0"/>
                    </a:lnTo>
                    <a:lnTo>
                      <a:pt x="0" y="158"/>
                    </a:lnTo>
                    <a:lnTo>
                      <a:pt x="52" y="180"/>
                    </a:lnTo>
                    <a:lnTo>
                      <a:pt x="103" y="203"/>
                    </a:lnTo>
                    <a:lnTo>
                      <a:pt x="172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1" name="Freeform 973">
                <a:extLst>
                  <a:ext uri="{FF2B5EF4-FFF2-40B4-BE49-F238E27FC236}">
                    <a16:creationId xmlns:a16="http://schemas.microsoft.com/office/drawing/2014/main" id="{CD837E59-9F4F-6C8A-A89C-5484F1B9A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28"/>
                <a:ext cx="8" cy="3"/>
              </a:xfrm>
              <a:custGeom>
                <a:avLst/>
                <a:gdLst>
                  <a:gd name="T0" fmla="*/ 0 w 53"/>
                  <a:gd name="T1" fmla="*/ 0 h 22"/>
                  <a:gd name="T2" fmla="*/ 0 w 53"/>
                  <a:gd name="T3" fmla="*/ 0 h 22"/>
                  <a:gd name="T4" fmla="*/ 0 w 53"/>
                  <a:gd name="T5" fmla="*/ 0 h 22"/>
                  <a:gd name="T6" fmla="*/ 0 w 53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2"/>
                  <a:gd name="T14" fmla="*/ 53 w 53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2">
                    <a:moveTo>
                      <a:pt x="53" y="22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3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2" name="Line 974">
                <a:extLst>
                  <a:ext uri="{FF2B5EF4-FFF2-40B4-BE49-F238E27FC236}">
                    <a16:creationId xmlns:a16="http://schemas.microsoft.com/office/drawing/2014/main" id="{6DFFD20C-6F42-B9C0-C56C-46E4A1D68C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6" y="322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3" name="Freeform 975">
                <a:extLst>
                  <a:ext uri="{FF2B5EF4-FFF2-40B4-BE49-F238E27FC236}">
                    <a16:creationId xmlns:a16="http://schemas.microsoft.com/office/drawing/2014/main" id="{828ACBE9-35BF-9B74-0083-9F816E27C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28"/>
                <a:ext cx="23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164" y="39"/>
                    </a:moveTo>
                    <a:lnTo>
                      <a:pt x="111" y="19"/>
                    </a:lnTo>
                    <a:lnTo>
                      <a:pt x="58" y="0"/>
                    </a:lnTo>
                    <a:lnTo>
                      <a:pt x="0" y="162"/>
                    </a:lnTo>
                    <a:lnTo>
                      <a:pt x="52" y="181"/>
                    </a:lnTo>
                    <a:lnTo>
                      <a:pt x="105" y="200"/>
                    </a:lnTo>
                    <a:lnTo>
                      <a:pt x="164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4" name="Freeform 976">
                <a:extLst>
                  <a:ext uri="{FF2B5EF4-FFF2-40B4-BE49-F238E27FC236}">
                    <a16:creationId xmlns:a16="http://schemas.microsoft.com/office/drawing/2014/main" id="{210BE274-7A8E-0FC4-8B2A-639DC6302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28"/>
                <a:ext cx="23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164" y="39"/>
                    </a:moveTo>
                    <a:lnTo>
                      <a:pt x="111" y="19"/>
                    </a:lnTo>
                    <a:lnTo>
                      <a:pt x="58" y="0"/>
                    </a:lnTo>
                    <a:lnTo>
                      <a:pt x="0" y="162"/>
                    </a:lnTo>
                    <a:lnTo>
                      <a:pt x="52" y="181"/>
                    </a:lnTo>
                    <a:lnTo>
                      <a:pt x="105" y="200"/>
                    </a:lnTo>
                    <a:lnTo>
                      <a:pt x="164" y="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5" name="Freeform 977">
                <a:extLst>
                  <a:ext uri="{FF2B5EF4-FFF2-40B4-BE49-F238E27FC236}">
                    <a16:creationId xmlns:a16="http://schemas.microsoft.com/office/drawing/2014/main" id="{9997FE4B-9B7D-3116-FB00-655861657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51"/>
                <a:ext cx="7" cy="3"/>
              </a:xfrm>
              <a:custGeom>
                <a:avLst/>
                <a:gdLst>
                  <a:gd name="T0" fmla="*/ 0 w 53"/>
                  <a:gd name="T1" fmla="*/ 0 h 19"/>
                  <a:gd name="T2" fmla="*/ 0 w 53"/>
                  <a:gd name="T3" fmla="*/ 0 h 19"/>
                  <a:gd name="T4" fmla="*/ 0 w 53"/>
                  <a:gd name="T5" fmla="*/ 0 h 19"/>
                  <a:gd name="T6" fmla="*/ 0 w 53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9"/>
                  <a:gd name="T14" fmla="*/ 53 w 53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9">
                    <a:moveTo>
                      <a:pt x="53" y="19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3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6" name="Line 978">
                <a:extLst>
                  <a:ext uri="{FF2B5EF4-FFF2-40B4-BE49-F238E27FC236}">
                    <a16:creationId xmlns:a16="http://schemas.microsoft.com/office/drawing/2014/main" id="{ACBCEB56-033A-5B97-2E22-2E594C593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8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7" name="Freeform 979">
                <a:extLst>
                  <a:ext uri="{FF2B5EF4-FFF2-40B4-BE49-F238E27FC236}">
                    <a16:creationId xmlns:a16="http://schemas.microsoft.com/office/drawing/2014/main" id="{62451722-707A-FCB9-26A3-35AA1CD15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156" y="32"/>
                    </a:moveTo>
                    <a:lnTo>
                      <a:pt x="102" y="16"/>
                    </a:lnTo>
                    <a:lnTo>
                      <a:pt x="49" y="0"/>
                    </a:lnTo>
                    <a:lnTo>
                      <a:pt x="0" y="165"/>
                    </a:lnTo>
                    <a:lnTo>
                      <a:pt x="54" y="181"/>
                    </a:lnTo>
                    <a:lnTo>
                      <a:pt x="108" y="197"/>
                    </a:lnTo>
                    <a:lnTo>
                      <a:pt x="15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8" name="Freeform 980">
                <a:extLst>
                  <a:ext uri="{FF2B5EF4-FFF2-40B4-BE49-F238E27FC236}">
                    <a16:creationId xmlns:a16="http://schemas.microsoft.com/office/drawing/2014/main" id="{0038B9DA-1982-E5A8-4A70-DA797AB9B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156" y="32"/>
                    </a:moveTo>
                    <a:lnTo>
                      <a:pt x="102" y="16"/>
                    </a:lnTo>
                    <a:lnTo>
                      <a:pt x="49" y="0"/>
                    </a:lnTo>
                    <a:lnTo>
                      <a:pt x="0" y="165"/>
                    </a:lnTo>
                    <a:lnTo>
                      <a:pt x="54" y="181"/>
                    </a:lnTo>
                    <a:lnTo>
                      <a:pt x="108" y="197"/>
                    </a:lnTo>
                    <a:lnTo>
                      <a:pt x="156" y="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9" name="Freeform 981">
                <a:extLst>
                  <a:ext uri="{FF2B5EF4-FFF2-40B4-BE49-F238E27FC236}">
                    <a16:creationId xmlns:a16="http://schemas.microsoft.com/office/drawing/2014/main" id="{96736791-CD33-CC72-C9EB-1FDE6AB95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75"/>
                <a:ext cx="8" cy="2"/>
              </a:xfrm>
              <a:custGeom>
                <a:avLst/>
                <a:gdLst>
                  <a:gd name="T0" fmla="*/ 0 w 55"/>
                  <a:gd name="T1" fmla="*/ 0 h 16"/>
                  <a:gd name="T2" fmla="*/ 0 w 55"/>
                  <a:gd name="T3" fmla="*/ 0 h 16"/>
                  <a:gd name="T4" fmla="*/ 0 w 55"/>
                  <a:gd name="T5" fmla="*/ 0 h 16"/>
                  <a:gd name="T6" fmla="*/ 0 w 5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6"/>
                  <a:gd name="T14" fmla="*/ 55 w 5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6">
                    <a:moveTo>
                      <a:pt x="55" y="1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5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0" name="Line 982">
                <a:extLst>
                  <a:ext uri="{FF2B5EF4-FFF2-40B4-BE49-F238E27FC236}">
                    <a16:creationId xmlns:a16="http://schemas.microsoft.com/office/drawing/2014/main" id="{529F3AD1-4D24-83F8-C585-085982971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1" y="327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1" name="Freeform 983">
                <a:extLst>
                  <a:ext uri="{FF2B5EF4-FFF2-40B4-BE49-F238E27FC236}">
                    <a16:creationId xmlns:a16="http://schemas.microsoft.com/office/drawing/2014/main" id="{EB7CFA41-61F9-4799-D499-7E28EE3A6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147" y="24"/>
                    </a:moveTo>
                    <a:lnTo>
                      <a:pt x="92" y="12"/>
                    </a:lnTo>
                    <a:lnTo>
                      <a:pt x="37" y="0"/>
                    </a:lnTo>
                    <a:lnTo>
                      <a:pt x="0" y="168"/>
                    </a:lnTo>
                    <a:lnTo>
                      <a:pt x="55" y="180"/>
                    </a:lnTo>
                    <a:lnTo>
                      <a:pt x="110" y="193"/>
                    </a:lnTo>
                    <a:lnTo>
                      <a:pt x="14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2" name="Freeform 984">
                <a:extLst>
                  <a:ext uri="{FF2B5EF4-FFF2-40B4-BE49-F238E27FC236}">
                    <a16:creationId xmlns:a16="http://schemas.microsoft.com/office/drawing/2014/main" id="{7B242D5A-DC3C-8813-0A50-9CC4BE694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147" y="24"/>
                    </a:moveTo>
                    <a:lnTo>
                      <a:pt x="92" y="12"/>
                    </a:lnTo>
                    <a:lnTo>
                      <a:pt x="37" y="0"/>
                    </a:lnTo>
                    <a:lnTo>
                      <a:pt x="0" y="168"/>
                    </a:lnTo>
                    <a:lnTo>
                      <a:pt x="55" y="180"/>
                    </a:lnTo>
                    <a:lnTo>
                      <a:pt x="110" y="193"/>
                    </a:lnTo>
                    <a:lnTo>
                      <a:pt x="147" y="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3" name="Freeform 985">
                <a:extLst>
                  <a:ext uri="{FF2B5EF4-FFF2-40B4-BE49-F238E27FC236}">
                    <a16:creationId xmlns:a16="http://schemas.microsoft.com/office/drawing/2014/main" id="{FFE0CFF0-6BF6-72D0-7083-AB748E68C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300"/>
                <a:ext cx="8" cy="1"/>
              </a:xfrm>
              <a:custGeom>
                <a:avLst/>
                <a:gdLst>
                  <a:gd name="T0" fmla="*/ 0 w 56"/>
                  <a:gd name="T1" fmla="*/ 0 h 12"/>
                  <a:gd name="T2" fmla="*/ 0 w 56"/>
                  <a:gd name="T3" fmla="*/ 0 h 12"/>
                  <a:gd name="T4" fmla="*/ 0 w 56"/>
                  <a:gd name="T5" fmla="*/ 0 h 12"/>
                  <a:gd name="T6" fmla="*/ 0 w 56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2"/>
                  <a:gd name="T14" fmla="*/ 56 w 56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2">
                    <a:moveTo>
                      <a:pt x="56" y="12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4" name="Line 986">
                <a:extLst>
                  <a:ext uri="{FF2B5EF4-FFF2-40B4-BE49-F238E27FC236}">
                    <a16:creationId xmlns:a16="http://schemas.microsoft.com/office/drawing/2014/main" id="{4114BB5F-5AA7-6B20-0A69-1A444DDDF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5" y="33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5" name="Freeform 987">
                <a:extLst>
                  <a:ext uri="{FF2B5EF4-FFF2-40B4-BE49-F238E27FC236}">
                    <a16:creationId xmlns:a16="http://schemas.microsoft.com/office/drawing/2014/main" id="{3ABF9C71-E8FF-6854-A232-DD3622572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139" y="18"/>
                    </a:moveTo>
                    <a:lnTo>
                      <a:pt x="83" y="9"/>
                    </a:lnTo>
                    <a:lnTo>
                      <a:pt x="27" y="0"/>
                    </a:lnTo>
                    <a:lnTo>
                      <a:pt x="0" y="170"/>
                    </a:lnTo>
                    <a:lnTo>
                      <a:pt x="56" y="179"/>
                    </a:lnTo>
                    <a:lnTo>
                      <a:pt x="112" y="188"/>
                    </a:lnTo>
                    <a:lnTo>
                      <a:pt x="13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6" name="Freeform 988">
                <a:extLst>
                  <a:ext uri="{FF2B5EF4-FFF2-40B4-BE49-F238E27FC236}">
                    <a16:creationId xmlns:a16="http://schemas.microsoft.com/office/drawing/2014/main" id="{4DDDB505-7FC3-B2E4-D39F-8940B808D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139" y="18"/>
                    </a:moveTo>
                    <a:lnTo>
                      <a:pt x="83" y="9"/>
                    </a:lnTo>
                    <a:lnTo>
                      <a:pt x="27" y="0"/>
                    </a:lnTo>
                    <a:lnTo>
                      <a:pt x="0" y="170"/>
                    </a:lnTo>
                    <a:lnTo>
                      <a:pt x="56" y="179"/>
                    </a:lnTo>
                    <a:lnTo>
                      <a:pt x="112" y="188"/>
                    </a:lnTo>
                    <a:lnTo>
                      <a:pt x="139" y="1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7" name="Freeform 989">
                <a:extLst>
                  <a:ext uri="{FF2B5EF4-FFF2-40B4-BE49-F238E27FC236}">
                    <a16:creationId xmlns:a16="http://schemas.microsoft.com/office/drawing/2014/main" id="{DF996CAA-9926-E103-7DEA-5E6A269B7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24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9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5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8" name="Line 990">
                <a:extLst>
                  <a:ext uri="{FF2B5EF4-FFF2-40B4-BE49-F238E27FC236}">
                    <a16:creationId xmlns:a16="http://schemas.microsoft.com/office/drawing/2014/main" id="{DF3F5578-85D9-A69C-E419-36E2A56A7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1" y="33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9" name="Freeform 991">
                <a:extLst>
                  <a:ext uri="{FF2B5EF4-FFF2-40B4-BE49-F238E27FC236}">
                    <a16:creationId xmlns:a16="http://schemas.microsoft.com/office/drawing/2014/main" id="{2C989893-95AA-C93D-BB78-423EB12E7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25"/>
                <a:ext cx="18" cy="26"/>
              </a:xfrm>
              <a:custGeom>
                <a:avLst/>
                <a:gdLst>
                  <a:gd name="T0" fmla="*/ 0 w 128"/>
                  <a:gd name="T1" fmla="*/ 0 h 182"/>
                  <a:gd name="T2" fmla="*/ 0 w 128"/>
                  <a:gd name="T3" fmla="*/ 0 h 182"/>
                  <a:gd name="T4" fmla="*/ 0 w 128"/>
                  <a:gd name="T5" fmla="*/ 0 h 182"/>
                  <a:gd name="T6" fmla="*/ 0 w 128"/>
                  <a:gd name="T7" fmla="*/ 0 h 182"/>
                  <a:gd name="T8" fmla="*/ 0 w 128"/>
                  <a:gd name="T9" fmla="*/ 0 h 182"/>
                  <a:gd name="T10" fmla="*/ 0 w 128"/>
                  <a:gd name="T11" fmla="*/ 0 h 182"/>
                  <a:gd name="T12" fmla="*/ 0 w 128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2"/>
                  <a:gd name="T23" fmla="*/ 128 w 128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2">
                    <a:moveTo>
                      <a:pt x="128" y="11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71"/>
                    </a:lnTo>
                    <a:lnTo>
                      <a:pt x="57" y="176"/>
                    </a:lnTo>
                    <a:lnTo>
                      <a:pt x="113" y="182"/>
                    </a:lnTo>
                    <a:lnTo>
                      <a:pt x="128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0" name="Freeform 992">
                <a:extLst>
                  <a:ext uri="{FF2B5EF4-FFF2-40B4-BE49-F238E27FC236}">
                    <a16:creationId xmlns:a16="http://schemas.microsoft.com/office/drawing/2014/main" id="{73334952-F83E-2890-8865-4238C4FE6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25"/>
                <a:ext cx="18" cy="26"/>
              </a:xfrm>
              <a:custGeom>
                <a:avLst/>
                <a:gdLst>
                  <a:gd name="T0" fmla="*/ 0 w 128"/>
                  <a:gd name="T1" fmla="*/ 0 h 182"/>
                  <a:gd name="T2" fmla="*/ 0 w 128"/>
                  <a:gd name="T3" fmla="*/ 0 h 182"/>
                  <a:gd name="T4" fmla="*/ 0 w 128"/>
                  <a:gd name="T5" fmla="*/ 0 h 182"/>
                  <a:gd name="T6" fmla="*/ 0 w 128"/>
                  <a:gd name="T7" fmla="*/ 0 h 182"/>
                  <a:gd name="T8" fmla="*/ 0 w 128"/>
                  <a:gd name="T9" fmla="*/ 0 h 182"/>
                  <a:gd name="T10" fmla="*/ 0 w 128"/>
                  <a:gd name="T11" fmla="*/ 0 h 182"/>
                  <a:gd name="T12" fmla="*/ 0 w 128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2"/>
                  <a:gd name="T23" fmla="*/ 128 w 128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2">
                    <a:moveTo>
                      <a:pt x="128" y="11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71"/>
                    </a:lnTo>
                    <a:lnTo>
                      <a:pt x="57" y="176"/>
                    </a:lnTo>
                    <a:lnTo>
                      <a:pt x="113" y="182"/>
                    </a:lnTo>
                    <a:lnTo>
                      <a:pt x="128" y="1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1" name="Freeform 993">
                <a:extLst>
                  <a:ext uri="{FF2B5EF4-FFF2-40B4-BE49-F238E27FC236}">
                    <a16:creationId xmlns:a16="http://schemas.microsoft.com/office/drawing/2014/main" id="{2619AEC6-F556-17F7-E482-4A3A4536E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49"/>
                <a:ext cx="8" cy="1"/>
              </a:xfrm>
              <a:custGeom>
                <a:avLst/>
                <a:gdLst>
                  <a:gd name="T0" fmla="*/ 0 w 57"/>
                  <a:gd name="T1" fmla="*/ 0 h 5"/>
                  <a:gd name="T2" fmla="*/ 0 w 57"/>
                  <a:gd name="T3" fmla="*/ 0 h 5"/>
                  <a:gd name="T4" fmla="*/ 0 w 57"/>
                  <a:gd name="T5" fmla="*/ 0 h 5"/>
                  <a:gd name="T6" fmla="*/ 0 w 57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"/>
                  <a:gd name="T13" fmla="*/ 0 h 5"/>
                  <a:gd name="T14" fmla="*/ 57 w 57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" h="5">
                    <a:moveTo>
                      <a:pt x="57" y="5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5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2" name="Line 994">
                <a:extLst>
                  <a:ext uri="{FF2B5EF4-FFF2-40B4-BE49-F238E27FC236}">
                    <a16:creationId xmlns:a16="http://schemas.microsoft.com/office/drawing/2014/main" id="{0FBCBB46-503C-4BD0-10DC-E7D446C81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9" y="334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3" name="Freeform 995">
                <a:extLst>
                  <a:ext uri="{FF2B5EF4-FFF2-40B4-BE49-F238E27FC236}">
                    <a16:creationId xmlns:a16="http://schemas.microsoft.com/office/drawing/2014/main" id="{02DC75D1-3160-8758-76E5-9833064AA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50"/>
                <a:ext cx="17" cy="25"/>
              </a:xfrm>
              <a:custGeom>
                <a:avLst/>
                <a:gdLst>
                  <a:gd name="T0" fmla="*/ 0 w 118"/>
                  <a:gd name="T1" fmla="*/ 0 h 177"/>
                  <a:gd name="T2" fmla="*/ 0 w 118"/>
                  <a:gd name="T3" fmla="*/ 0 h 177"/>
                  <a:gd name="T4" fmla="*/ 0 w 118"/>
                  <a:gd name="T5" fmla="*/ 0 h 177"/>
                  <a:gd name="T6" fmla="*/ 0 w 118"/>
                  <a:gd name="T7" fmla="*/ 0 h 177"/>
                  <a:gd name="T8" fmla="*/ 0 w 118"/>
                  <a:gd name="T9" fmla="*/ 0 h 177"/>
                  <a:gd name="T10" fmla="*/ 0 w 118"/>
                  <a:gd name="T11" fmla="*/ 0 h 177"/>
                  <a:gd name="T12" fmla="*/ 0 w 118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77"/>
                  <a:gd name="T23" fmla="*/ 118 w 118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77">
                    <a:moveTo>
                      <a:pt x="118" y="5"/>
                    </a:moveTo>
                    <a:lnTo>
                      <a:pt x="62" y="2"/>
                    </a:lnTo>
                    <a:lnTo>
                      <a:pt x="5" y="0"/>
                    </a:lnTo>
                    <a:lnTo>
                      <a:pt x="0" y="173"/>
                    </a:lnTo>
                    <a:lnTo>
                      <a:pt x="56" y="175"/>
                    </a:lnTo>
                    <a:lnTo>
                      <a:pt x="112" y="177"/>
                    </a:lnTo>
                    <a:lnTo>
                      <a:pt x="11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4" name="Freeform 996">
                <a:extLst>
                  <a:ext uri="{FF2B5EF4-FFF2-40B4-BE49-F238E27FC236}">
                    <a16:creationId xmlns:a16="http://schemas.microsoft.com/office/drawing/2014/main" id="{D88804D1-E4EC-3BE1-5EFA-A1562AA7D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50"/>
                <a:ext cx="17" cy="25"/>
              </a:xfrm>
              <a:custGeom>
                <a:avLst/>
                <a:gdLst>
                  <a:gd name="T0" fmla="*/ 0 w 118"/>
                  <a:gd name="T1" fmla="*/ 0 h 177"/>
                  <a:gd name="T2" fmla="*/ 0 w 118"/>
                  <a:gd name="T3" fmla="*/ 0 h 177"/>
                  <a:gd name="T4" fmla="*/ 0 w 118"/>
                  <a:gd name="T5" fmla="*/ 0 h 177"/>
                  <a:gd name="T6" fmla="*/ 0 w 118"/>
                  <a:gd name="T7" fmla="*/ 0 h 177"/>
                  <a:gd name="T8" fmla="*/ 0 w 118"/>
                  <a:gd name="T9" fmla="*/ 0 h 177"/>
                  <a:gd name="T10" fmla="*/ 0 w 118"/>
                  <a:gd name="T11" fmla="*/ 0 h 177"/>
                  <a:gd name="T12" fmla="*/ 0 w 118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77"/>
                  <a:gd name="T23" fmla="*/ 118 w 118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77">
                    <a:moveTo>
                      <a:pt x="118" y="5"/>
                    </a:moveTo>
                    <a:lnTo>
                      <a:pt x="62" y="2"/>
                    </a:lnTo>
                    <a:lnTo>
                      <a:pt x="5" y="0"/>
                    </a:lnTo>
                    <a:lnTo>
                      <a:pt x="0" y="173"/>
                    </a:lnTo>
                    <a:lnTo>
                      <a:pt x="56" y="175"/>
                    </a:lnTo>
                    <a:lnTo>
                      <a:pt x="112" y="177"/>
                    </a:lnTo>
                    <a:lnTo>
                      <a:pt x="118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5" name="Freeform 997">
                <a:extLst>
                  <a:ext uri="{FF2B5EF4-FFF2-40B4-BE49-F238E27FC236}">
                    <a16:creationId xmlns:a16="http://schemas.microsoft.com/office/drawing/2014/main" id="{547638E7-5C87-48EB-AD80-3A0C3F476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74"/>
                <a:ext cx="16" cy="9"/>
              </a:xfrm>
              <a:custGeom>
                <a:avLst/>
                <a:gdLst>
                  <a:gd name="T0" fmla="*/ 0 w 112"/>
                  <a:gd name="T1" fmla="*/ 0 h 58"/>
                  <a:gd name="T2" fmla="*/ 0 w 112"/>
                  <a:gd name="T3" fmla="*/ 0 h 58"/>
                  <a:gd name="T4" fmla="*/ 0 w 112"/>
                  <a:gd name="T5" fmla="*/ 0 h 58"/>
                  <a:gd name="T6" fmla="*/ 0 w 112"/>
                  <a:gd name="T7" fmla="*/ 0 h 58"/>
                  <a:gd name="T8" fmla="*/ 0 w 112"/>
                  <a:gd name="T9" fmla="*/ 0 h 58"/>
                  <a:gd name="T10" fmla="*/ 0 w 112"/>
                  <a:gd name="T11" fmla="*/ 0 h 58"/>
                  <a:gd name="T12" fmla="*/ 0 w 112"/>
                  <a:gd name="T13" fmla="*/ 0 h 58"/>
                  <a:gd name="T14" fmla="*/ 0 w 112"/>
                  <a:gd name="T15" fmla="*/ 0 h 58"/>
                  <a:gd name="T16" fmla="*/ 0 w 112"/>
                  <a:gd name="T17" fmla="*/ 0 h 58"/>
                  <a:gd name="T18" fmla="*/ 0 w 112"/>
                  <a:gd name="T19" fmla="*/ 0 h 58"/>
                  <a:gd name="T20" fmla="*/ 0 w 112"/>
                  <a:gd name="T21" fmla="*/ 0 h 58"/>
                  <a:gd name="T22" fmla="*/ 0 w 112"/>
                  <a:gd name="T23" fmla="*/ 0 h 58"/>
                  <a:gd name="T24" fmla="*/ 0 w 112"/>
                  <a:gd name="T25" fmla="*/ 0 h 58"/>
                  <a:gd name="T26" fmla="*/ 0 w 112"/>
                  <a:gd name="T27" fmla="*/ 0 h 58"/>
                  <a:gd name="T28" fmla="*/ 0 w 112"/>
                  <a:gd name="T29" fmla="*/ 0 h 58"/>
                  <a:gd name="T30" fmla="*/ 0 w 112"/>
                  <a:gd name="T31" fmla="*/ 0 h 58"/>
                  <a:gd name="T32" fmla="*/ 0 w 112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58"/>
                  <a:gd name="T53" fmla="*/ 112 w 112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58">
                    <a:moveTo>
                      <a:pt x="56" y="2"/>
                    </a:moveTo>
                    <a:lnTo>
                      <a:pt x="112" y="4"/>
                    </a:lnTo>
                    <a:lnTo>
                      <a:pt x="111" y="17"/>
                    </a:lnTo>
                    <a:lnTo>
                      <a:pt x="106" y="28"/>
                    </a:lnTo>
                    <a:lnTo>
                      <a:pt x="99" y="39"/>
                    </a:lnTo>
                    <a:lnTo>
                      <a:pt x="90" y="47"/>
                    </a:lnTo>
                    <a:lnTo>
                      <a:pt x="78" y="54"/>
                    </a:lnTo>
                    <a:lnTo>
                      <a:pt x="67" y="58"/>
                    </a:lnTo>
                    <a:lnTo>
                      <a:pt x="54" y="58"/>
                    </a:lnTo>
                    <a:lnTo>
                      <a:pt x="41" y="57"/>
                    </a:lnTo>
                    <a:lnTo>
                      <a:pt x="30" y="53"/>
                    </a:lnTo>
                    <a:lnTo>
                      <a:pt x="19" y="45"/>
                    </a:lnTo>
                    <a:lnTo>
                      <a:pt x="11" y="36"/>
                    </a:lnTo>
                    <a:lnTo>
                      <a:pt x="4" y="25"/>
                    </a:lnTo>
                    <a:lnTo>
                      <a:pt x="0" y="13"/>
                    </a:lnTo>
                    <a:lnTo>
                      <a:pt x="0" y="0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6" name="Freeform 998">
                <a:extLst>
                  <a:ext uri="{FF2B5EF4-FFF2-40B4-BE49-F238E27FC236}">
                    <a16:creationId xmlns:a16="http://schemas.microsoft.com/office/drawing/2014/main" id="{5FCCD12F-3037-DD1C-90DE-382FE57B5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74"/>
                <a:ext cx="16" cy="9"/>
              </a:xfrm>
              <a:custGeom>
                <a:avLst/>
                <a:gdLst>
                  <a:gd name="T0" fmla="*/ 0 w 112"/>
                  <a:gd name="T1" fmla="*/ 0 h 58"/>
                  <a:gd name="T2" fmla="*/ 0 w 112"/>
                  <a:gd name="T3" fmla="*/ 0 h 58"/>
                  <a:gd name="T4" fmla="*/ 0 w 112"/>
                  <a:gd name="T5" fmla="*/ 0 h 58"/>
                  <a:gd name="T6" fmla="*/ 0 w 112"/>
                  <a:gd name="T7" fmla="*/ 0 h 58"/>
                  <a:gd name="T8" fmla="*/ 0 w 112"/>
                  <a:gd name="T9" fmla="*/ 0 h 58"/>
                  <a:gd name="T10" fmla="*/ 0 w 112"/>
                  <a:gd name="T11" fmla="*/ 0 h 58"/>
                  <a:gd name="T12" fmla="*/ 0 w 112"/>
                  <a:gd name="T13" fmla="*/ 0 h 58"/>
                  <a:gd name="T14" fmla="*/ 0 w 112"/>
                  <a:gd name="T15" fmla="*/ 0 h 58"/>
                  <a:gd name="T16" fmla="*/ 0 w 112"/>
                  <a:gd name="T17" fmla="*/ 0 h 58"/>
                  <a:gd name="T18" fmla="*/ 0 w 112"/>
                  <a:gd name="T19" fmla="*/ 0 h 58"/>
                  <a:gd name="T20" fmla="*/ 0 w 112"/>
                  <a:gd name="T21" fmla="*/ 0 h 58"/>
                  <a:gd name="T22" fmla="*/ 0 w 112"/>
                  <a:gd name="T23" fmla="*/ 0 h 58"/>
                  <a:gd name="T24" fmla="*/ 0 w 112"/>
                  <a:gd name="T25" fmla="*/ 0 h 58"/>
                  <a:gd name="T26" fmla="*/ 0 w 112"/>
                  <a:gd name="T27" fmla="*/ 0 h 58"/>
                  <a:gd name="T28" fmla="*/ 0 w 112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58"/>
                  <a:gd name="T47" fmla="*/ 112 w 112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58">
                    <a:moveTo>
                      <a:pt x="112" y="4"/>
                    </a:moveTo>
                    <a:lnTo>
                      <a:pt x="111" y="17"/>
                    </a:lnTo>
                    <a:lnTo>
                      <a:pt x="106" y="28"/>
                    </a:lnTo>
                    <a:lnTo>
                      <a:pt x="99" y="39"/>
                    </a:lnTo>
                    <a:lnTo>
                      <a:pt x="90" y="47"/>
                    </a:lnTo>
                    <a:lnTo>
                      <a:pt x="78" y="54"/>
                    </a:lnTo>
                    <a:lnTo>
                      <a:pt x="67" y="58"/>
                    </a:lnTo>
                    <a:lnTo>
                      <a:pt x="54" y="58"/>
                    </a:lnTo>
                    <a:lnTo>
                      <a:pt x="41" y="57"/>
                    </a:lnTo>
                    <a:lnTo>
                      <a:pt x="30" y="53"/>
                    </a:lnTo>
                    <a:lnTo>
                      <a:pt x="19" y="45"/>
                    </a:lnTo>
                    <a:lnTo>
                      <a:pt x="11" y="36"/>
                    </a:lnTo>
                    <a:lnTo>
                      <a:pt x="4" y="25"/>
                    </a:lnTo>
                    <a:lnTo>
                      <a:pt x="0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7" name="Freeform 999">
                <a:extLst>
                  <a:ext uri="{FF2B5EF4-FFF2-40B4-BE49-F238E27FC236}">
                    <a16:creationId xmlns:a16="http://schemas.microsoft.com/office/drawing/2014/main" id="{5BF3EC95-BE4A-E2EB-0518-879CE1915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3355"/>
                <a:ext cx="16" cy="20"/>
              </a:xfrm>
              <a:custGeom>
                <a:avLst/>
                <a:gdLst>
                  <a:gd name="T0" fmla="*/ 0 w 117"/>
                  <a:gd name="T1" fmla="*/ 0 h 142"/>
                  <a:gd name="T2" fmla="*/ 0 w 117"/>
                  <a:gd name="T3" fmla="*/ 0 h 142"/>
                  <a:gd name="T4" fmla="*/ 0 w 117"/>
                  <a:gd name="T5" fmla="*/ 0 h 142"/>
                  <a:gd name="T6" fmla="*/ 0 w 117"/>
                  <a:gd name="T7" fmla="*/ 0 h 142"/>
                  <a:gd name="T8" fmla="*/ 0 w 117"/>
                  <a:gd name="T9" fmla="*/ 0 h 142"/>
                  <a:gd name="T10" fmla="*/ 0 w 117"/>
                  <a:gd name="T11" fmla="*/ 0 h 142"/>
                  <a:gd name="T12" fmla="*/ 0 w 117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42"/>
                  <a:gd name="T23" fmla="*/ 117 w 117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42">
                    <a:moveTo>
                      <a:pt x="5" y="142"/>
                    </a:moveTo>
                    <a:lnTo>
                      <a:pt x="61" y="140"/>
                    </a:lnTo>
                    <a:lnTo>
                      <a:pt x="117" y="138"/>
                    </a:lnTo>
                    <a:lnTo>
                      <a:pt x="113" y="0"/>
                    </a:lnTo>
                    <a:lnTo>
                      <a:pt x="57" y="2"/>
                    </a:lnTo>
                    <a:lnTo>
                      <a:pt x="0" y="4"/>
                    </a:lnTo>
                    <a:lnTo>
                      <a:pt x="5" y="1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8" name="Freeform 1000">
                <a:extLst>
                  <a:ext uri="{FF2B5EF4-FFF2-40B4-BE49-F238E27FC236}">
                    <a16:creationId xmlns:a16="http://schemas.microsoft.com/office/drawing/2014/main" id="{24E4DA9F-B745-E60F-9153-088238719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3355"/>
                <a:ext cx="16" cy="20"/>
              </a:xfrm>
              <a:custGeom>
                <a:avLst/>
                <a:gdLst>
                  <a:gd name="T0" fmla="*/ 0 w 117"/>
                  <a:gd name="T1" fmla="*/ 0 h 142"/>
                  <a:gd name="T2" fmla="*/ 0 w 117"/>
                  <a:gd name="T3" fmla="*/ 0 h 142"/>
                  <a:gd name="T4" fmla="*/ 0 w 117"/>
                  <a:gd name="T5" fmla="*/ 0 h 142"/>
                  <a:gd name="T6" fmla="*/ 0 w 117"/>
                  <a:gd name="T7" fmla="*/ 0 h 142"/>
                  <a:gd name="T8" fmla="*/ 0 w 117"/>
                  <a:gd name="T9" fmla="*/ 0 h 142"/>
                  <a:gd name="T10" fmla="*/ 0 w 117"/>
                  <a:gd name="T11" fmla="*/ 0 h 142"/>
                  <a:gd name="T12" fmla="*/ 0 w 117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42"/>
                  <a:gd name="T23" fmla="*/ 117 w 117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42">
                    <a:moveTo>
                      <a:pt x="5" y="142"/>
                    </a:moveTo>
                    <a:lnTo>
                      <a:pt x="61" y="140"/>
                    </a:lnTo>
                    <a:lnTo>
                      <a:pt x="117" y="138"/>
                    </a:lnTo>
                    <a:lnTo>
                      <a:pt x="113" y="0"/>
                    </a:lnTo>
                    <a:lnTo>
                      <a:pt x="57" y="2"/>
                    </a:lnTo>
                    <a:lnTo>
                      <a:pt x="0" y="4"/>
                    </a:lnTo>
                    <a:lnTo>
                      <a:pt x="5" y="14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9" name="Freeform 1001">
                <a:extLst>
                  <a:ext uri="{FF2B5EF4-FFF2-40B4-BE49-F238E27FC236}">
                    <a16:creationId xmlns:a16="http://schemas.microsoft.com/office/drawing/2014/main" id="{D0C13FE2-61A3-35B4-49FC-EF80F53A5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5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0" y="7"/>
                    </a:moveTo>
                    <a:lnTo>
                      <a:pt x="56" y="5"/>
                    </a:lnTo>
                    <a:lnTo>
                      <a:pt x="56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0" name="Line 1002">
                <a:extLst>
                  <a:ext uri="{FF2B5EF4-FFF2-40B4-BE49-F238E27FC236}">
                    <a16:creationId xmlns:a16="http://schemas.microsoft.com/office/drawing/2014/main" id="{734DAD29-42CD-904B-3C59-A32F365C3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4" y="33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1" name="Freeform 1003">
                <a:extLst>
                  <a:ext uri="{FF2B5EF4-FFF2-40B4-BE49-F238E27FC236}">
                    <a16:creationId xmlns:a16="http://schemas.microsoft.com/office/drawing/2014/main" id="{19226767-41C5-73D6-F2A3-6A05B4BB9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335"/>
                <a:ext cx="19" cy="21"/>
              </a:xfrm>
              <a:custGeom>
                <a:avLst/>
                <a:gdLst>
                  <a:gd name="T0" fmla="*/ 0 w 129"/>
                  <a:gd name="T1" fmla="*/ 0 h 149"/>
                  <a:gd name="T2" fmla="*/ 0 w 129"/>
                  <a:gd name="T3" fmla="*/ 0 h 149"/>
                  <a:gd name="T4" fmla="*/ 0 w 129"/>
                  <a:gd name="T5" fmla="*/ 0 h 149"/>
                  <a:gd name="T6" fmla="*/ 0 w 129"/>
                  <a:gd name="T7" fmla="*/ 0 h 149"/>
                  <a:gd name="T8" fmla="*/ 0 w 129"/>
                  <a:gd name="T9" fmla="*/ 0 h 149"/>
                  <a:gd name="T10" fmla="*/ 0 w 129"/>
                  <a:gd name="T11" fmla="*/ 0 h 149"/>
                  <a:gd name="T12" fmla="*/ 0 w 129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49"/>
                  <a:gd name="T23" fmla="*/ 129 w 129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49">
                    <a:moveTo>
                      <a:pt x="16" y="149"/>
                    </a:moveTo>
                    <a:lnTo>
                      <a:pt x="73" y="142"/>
                    </a:lnTo>
                    <a:lnTo>
                      <a:pt x="129" y="135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3"/>
                    </a:lnTo>
                    <a:lnTo>
                      <a:pt x="16" y="1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2" name="Freeform 1004">
                <a:extLst>
                  <a:ext uri="{FF2B5EF4-FFF2-40B4-BE49-F238E27FC236}">
                    <a16:creationId xmlns:a16="http://schemas.microsoft.com/office/drawing/2014/main" id="{64BB2CF0-0AB7-C51F-A42C-BD376911C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335"/>
                <a:ext cx="19" cy="21"/>
              </a:xfrm>
              <a:custGeom>
                <a:avLst/>
                <a:gdLst>
                  <a:gd name="T0" fmla="*/ 0 w 129"/>
                  <a:gd name="T1" fmla="*/ 0 h 149"/>
                  <a:gd name="T2" fmla="*/ 0 w 129"/>
                  <a:gd name="T3" fmla="*/ 0 h 149"/>
                  <a:gd name="T4" fmla="*/ 0 w 129"/>
                  <a:gd name="T5" fmla="*/ 0 h 149"/>
                  <a:gd name="T6" fmla="*/ 0 w 129"/>
                  <a:gd name="T7" fmla="*/ 0 h 149"/>
                  <a:gd name="T8" fmla="*/ 0 w 129"/>
                  <a:gd name="T9" fmla="*/ 0 h 149"/>
                  <a:gd name="T10" fmla="*/ 0 w 129"/>
                  <a:gd name="T11" fmla="*/ 0 h 149"/>
                  <a:gd name="T12" fmla="*/ 0 w 129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49"/>
                  <a:gd name="T23" fmla="*/ 129 w 129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49">
                    <a:moveTo>
                      <a:pt x="16" y="149"/>
                    </a:moveTo>
                    <a:lnTo>
                      <a:pt x="73" y="142"/>
                    </a:lnTo>
                    <a:lnTo>
                      <a:pt x="129" y="135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3"/>
                    </a:lnTo>
                    <a:lnTo>
                      <a:pt x="16" y="14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3" name="Freeform 1005">
                <a:extLst>
                  <a:ext uri="{FF2B5EF4-FFF2-40B4-BE49-F238E27FC236}">
                    <a16:creationId xmlns:a16="http://schemas.microsoft.com/office/drawing/2014/main" id="{66F18A93-B6B8-F9B4-429E-AFA5EC5AF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3" y="3334"/>
                <a:ext cx="8" cy="2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0" y="11"/>
                    </a:moveTo>
                    <a:lnTo>
                      <a:pt x="56" y="5"/>
                    </a:lnTo>
                    <a:lnTo>
                      <a:pt x="56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4" name="Line 1006">
                <a:extLst>
                  <a:ext uri="{FF2B5EF4-FFF2-40B4-BE49-F238E27FC236}">
                    <a16:creationId xmlns:a16="http://schemas.microsoft.com/office/drawing/2014/main" id="{1CD5E8F0-9BE9-8B12-7C29-A56429D05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1" y="333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5" name="Freeform 1007">
                <a:extLst>
                  <a:ext uri="{FF2B5EF4-FFF2-40B4-BE49-F238E27FC236}">
                    <a16:creationId xmlns:a16="http://schemas.microsoft.com/office/drawing/2014/main" id="{1E3DA0EE-E9EE-3BC9-9655-F465A2F0C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315"/>
                <a:ext cx="19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27" y="158"/>
                    </a:moveTo>
                    <a:lnTo>
                      <a:pt x="83" y="146"/>
                    </a:lnTo>
                    <a:lnTo>
                      <a:pt x="139" y="135"/>
                    </a:lnTo>
                    <a:lnTo>
                      <a:pt x="112" y="0"/>
                    </a:lnTo>
                    <a:lnTo>
                      <a:pt x="56" y="12"/>
                    </a:lnTo>
                    <a:lnTo>
                      <a:pt x="0" y="23"/>
                    </a:lnTo>
                    <a:lnTo>
                      <a:pt x="27" y="1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6" name="Freeform 1008">
                <a:extLst>
                  <a:ext uri="{FF2B5EF4-FFF2-40B4-BE49-F238E27FC236}">
                    <a16:creationId xmlns:a16="http://schemas.microsoft.com/office/drawing/2014/main" id="{EEA79809-EF9A-EA7D-40F8-0E741BD5B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315"/>
                <a:ext cx="19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27" y="158"/>
                    </a:moveTo>
                    <a:lnTo>
                      <a:pt x="83" y="146"/>
                    </a:lnTo>
                    <a:lnTo>
                      <a:pt x="139" y="135"/>
                    </a:lnTo>
                    <a:lnTo>
                      <a:pt x="112" y="0"/>
                    </a:lnTo>
                    <a:lnTo>
                      <a:pt x="56" y="12"/>
                    </a:lnTo>
                    <a:lnTo>
                      <a:pt x="0" y="23"/>
                    </a:lnTo>
                    <a:lnTo>
                      <a:pt x="27" y="15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7" name="Freeform 1009">
                <a:extLst>
                  <a:ext uri="{FF2B5EF4-FFF2-40B4-BE49-F238E27FC236}">
                    <a16:creationId xmlns:a16="http://schemas.microsoft.com/office/drawing/2014/main" id="{238B1AE5-52F2-1E56-759B-AB6154880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0" y="3314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0" y="16"/>
                    </a:moveTo>
                    <a:lnTo>
                      <a:pt x="56" y="4"/>
                    </a:lnTo>
                    <a:lnTo>
                      <a:pt x="55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8" name="Line 1010">
                <a:extLst>
                  <a:ext uri="{FF2B5EF4-FFF2-40B4-BE49-F238E27FC236}">
                    <a16:creationId xmlns:a16="http://schemas.microsoft.com/office/drawing/2014/main" id="{E341B2FF-755D-BC98-A592-14D71A2C4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67" y="33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9" name="Freeform 1011">
                <a:extLst>
                  <a:ext uri="{FF2B5EF4-FFF2-40B4-BE49-F238E27FC236}">
                    <a16:creationId xmlns:a16="http://schemas.microsoft.com/office/drawing/2014/main" id="{DDB2806C-AD0B-840B-6B06-867AD34A1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37" y="163"/>
                    </a:move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31"/>
                    </a:lnTo>
                    <a:lnTo>
                      <a:pt x="37" y="1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0" name="Freeform 1012">
                <a:extLst>
                  <a:ext uri="{FF2B5EF4-FFF2-40B4-BE49-F238E27FC236}">
                    <a16:creationId xmlns:a16="http://schemas.microsoft.com/office/drawing/2014/main" id="{4FABBACA-8269-2B41-7908-845F5415E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37" y="163"/>
                    </a:move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31"/>
                    </a:lnTo>
                    <a:lnTo>
                      <a:pt x="37" y="1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1" name="Freeform 1013">
                <a:extLst>
                  <a:ext uri="{FF2B5EF4-FFF2-40B4-BE49-F238E27FC236}">
                    <a16:creationId xmlns:a16="http://schemas.microsoft.com/office/drawing/2014/main" id="{48441BBB-6165-489C-1D57-1EE90FF54C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3295"/>
                <a:ext cx="8" cy="2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0" y="19"/>
                    </a:moveTo>
                    <a:lnTo>
                      <a:pt x="55" y="4"/>
                    </a:lnTo>
                    <a:lnTo>
                      <a:pt x="53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2" name="Line 1014">
                <a:extLst>
                  <a:ext uri="{FF2B5EF4-FFF2-40B4-BE49-F238E27FC236}">
                    <a16:creationId xmlns:a16="http://schemas.microsoft.com/office/drawing/2014/main" id="{3200C088-160E-C6A1-06DC-EAA87F0129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62" y="32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3" name="Freeform 1015">
                <a:extLst>
                  <a:ext uri="{FF2B5EF4-FFF2-40B4-BE49-F238E27FC236}">
                    <a16:creationId xmlns:a16="http://schemas.microsoft.com/office/drawing/2014/main" id="{1F9FD7A3-95F6-45C7-B78B-773328D97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47" y="167"/>
                    </a:move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4" name="Freeform 1016">
                <a:extLst>
                  <a:ext uri="{FF2B5EF4-FFF2-40B4-BE49-F238E27FC236}">
                    <a16:creationId xmlns:a16="http://schemas.microsoft.com/office/drawing/2014/main" id="{83A17E83-26BC-9064-CC4F-35A58B835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47" y="167"/>
                    </a:move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5" name="Freeform 1017">
                <a:extLst>
                  <a:ext uri="{FF2B5EF4-FFF2-40B4-BE49-F238E27FC236}">
                    <a16:creationId xmlns:a16="http://schemas.microsoft.com/office/drawing/2014/main" id="{710070FC-E72D-7D90-B652-04DCF415E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3276"/>
                <a:ext cx="7" cy="3"/>
              </a:xfrm>
              <a:custGeom>
                <a:avLst/>
                <a:gdLst>
                  <a:gd name="T0" fmla="*/ 0 w 52"/>
                  <a:gd name="T1" fmla="*/ 0 h 23"/>
                  <a:gd name="T2" fmla="*/ 0 w 52"/>
                  <a:gd name="T3" fmla="*/ 0 h 23"/>
                  <a:gd name="T4" fmla="*/ 0 w 52"/>
                  <a:gd name="T5" fmla="*/ 0 h 23"/>
                  <a:gd name="T6" fmla="*/ 0 w 52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3"/>
                  <a:gd name="T14" fmla="*/ 52 w 52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3">
                    <a:moveTo>
                      <a:pt x="0" y="23"/>
                    </a:moveTo>
                    <a:lnTo>
                      <a:pt x="52" y="4"/>
                    </a:lnTo>
                    <a:lnTo>
                      <a:pt x="51" y="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6" name="Line 1018">
                <a:extLst>
                  <a:ext uri="{FF2B5EF4-FFF2-40B4-BE49-F238E27FC236}">
                    <a16:creationId xmlns:a16="http://schemas.microsoft.com/office/drawing/2014/main" id="{020CAFE5-C5D5-8AAC-C769-B5C0B4CC68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55" y="32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7" name="Freeform 1019">
                <a:extLst>
                  <a:ext uri="{FF2B5EF4-FFF2-40B4-BE49-F238E27FC236}">
                    <a16:creationId xmlns:a16="http://schemas.microsoft.com/office/drawing/2014/main" id="{80014CA2-8002-DEE3-A7C3-37A4A856D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3258"/>
                <a:ext cx="23" cy="24"/>
              </a:xfrm>
              <a:custGeom>
                <a:avLst/>
                <a:gdLst>
                  <a:gd name="T0" fmla="*/ 0 w 160"/>
                  <a:gd name="T1" fmla="*/ 0 h 172"/>
                  <a:gd name="T2" fmla="*/ 0 w 160"/>
                  <a:gd name="T3" fmla="*/ 0 h 172"/>
                  <a:gd name="T4" fmla="*/ 0 w 160"/>
                  <a:gd name="T5" fmla="*/ 0 h 172"/>
                  <a:gd name="T6" fmla="*/ 0 w 160"/>
                  <a:gd name="T7" fmla="*/ 0 h 172"/>
                  <a:gd name="T8" fmla="*/ 0 w 160"/>
                  <a:gd name="T9" fmla="*/ 0 h 172"/>
                  <a:gd name="T10" fmla="*/ 0 w 160"/>
                  <a:gd name="T11" fmla="*/ 0 h 172"/>
                  <a:gd name="T12" fmla="*/ 0 w 160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172"/>
                  <a:gd name="T23" fmla="*/ 160 w 160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172">
                    <a:moveTo>
                      <a:pt x="57" y="172"/>
                    </a:moveTo>
                    <a:lnTo>
                      <a:pt x="109" y="148"/>
                    </a:lnTo>
                    <a:lnTo>
                      <a:pt x="160" y="125"/>
                    </a:lnTo>
                    <a:lnTo>
                      <a:pt x="103" y="0"/>
                    </a:lnTo>
                    <a:lnTo>
                      <a:pt x="51" y="24"/>
                    </a:lnTo>
                    <a:lnTo>
                      <a:pt x="0" y="47"/>
                    </a:lnTo>
                    <a:lnTo>
                      <a:pt x="57" y="1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8" name="Freeform 1020">
                <a:extLst>
                  <a:ext uri="{FF2B5EF4-FFF2-40B4-BE49-F238E27FC236}">
                    <a16:creationId xmlns:a16="http://schemas.microsoft.com/office/drawing/2014/main" id="{4F4E18C2-6D19-1242-F21B-9AAFBC8D7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3258"/>
                <a:ext cx="23" cy="24"/>
              </a:xfrm>
              <a:custGeom>
                <a:avLst/>
                <a:gdLst>
                  <a:gd name="T0" fmla="*/ 0 w 160"/>
                  <a:gd name="T1" fmla="*/ 0 h 172"/>
                  <a:gd name="T2" fmla="*/ 0 w 160"/>
                  <a:gd name="T3" fmla="*/ 0 h 172"/>
                  <a:gd name="T4" fmla="*/ 0 w 160"/>
                  <a:gd name="T5" fmla="*/ 0 h 172"/>
                  <a:gd name="T6" fmla="*/ 0 w 160"/>
                  <a:gd name="T7" fmla="*/ 0 h 172"/>
                  <a:gd name="T8" fmla="*/ 0 w 160"/>
                  <a:gd name="T9" fmla="*/ 0 h 172"/>
                  <a:gd name="T10" fmla="*/ 0 w 160"/>
                  <a:gd name="T11" fmla="*/ 0 h 172"/>
                  <a:gd name="T12" fmla="*/ 0 w 160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172"/>
                  <a:gd name="T23" fmla="*/ 160 w 160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172">
                    <a:moveTo>
                      <a:pt x="57" y="172"/>
                    </a:moveTo>
                    <a:lnTo>
                      <a:pt x="109" y="148"/>
                    </a:lnTo>
                    <a:lnTo>
                      <a:pt x="160" y="125"/>
                    </a:lnTo>
                    <a:lnTo>
                      <a:pt x="103" y="0"/>
                    </a:lnTo>
                    <a:lnTo>
                      <a:pt x="51" y="24"/>
                    </a:lnTo>
                    <a:lnTo>
                      <a:pt x="0" y="47"/>
                    </a:lnTo>
                    <a:lnTo>
                      <a:pt x="57" y="17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9" name="Freeform 1021">
                <a:extLst>
                  <a:ext uri="{FF2B5EF4-FFF2-40B4-BE49-F238E27FC236}">
                    <a16:creationId xmlns:a16="http://schemas.microsoft.com/office/drawing/2014/main" id="{FFF8FBB1-028A-7AE0-3BB2-D190609C6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3257"/>
                <a:ext cx="8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0" y="28"/>
                    </a:moveTo>
                    <a:lnTo>
                      <a:pt x="52" y="4"/>
                    </a:lnTo>
                    <a:lnTo>
                      <a:pt x="5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0" name="Line 1022">
                <a:extLst>
                  <a:ext uri="{FF2B5EF4-FFF2-40B4-BE49-F238E27FC236}">
                    <a16:creationId xmlns:a16="http://schemas.microsoft.com/office/drawing/2014/main" id="{BEAB51CC-FDAA-D944-E7CE-3C110EB2D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46" y="32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1" name="Freeform 1023">
                <a:extLst>
                  <a:ext uri="{FF2B5EF4-FFF2-40B4-BE49-F238E27FC236}">
                    <a16:creationId xmlns:a16="http://schemas.microsoft.com/office/drawing/2014/main" id="{ABB62C30-B577-1AE7-48FC-7954C8708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3240"/>
                <a:ext cx="23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67" y="176"/>
                    </a:moveTo>
                    <a:lnTo>
                      <a:pt x="116" y="148"/>
                    </a:lnTo>
                    <a:lnTo>
                      <a:pt x="166" y="120"/>
                    </a:lnTo>
                    <a:lnTo>
                      <a:pt x="98" y="0"/>
                    </a:lnTo>
                    <a:lnTo>
                      <a:pt x="49" y="28"/>
                    </a:lnTo>
                    <a:lnTo>
                      <a:pt x="0" y="56"/>
                    </a:lnTo>
                    <a:lnTo>
                      <a:pt x="67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2" name="Freeform 1024">
                <a:extLst>
                  <a:ext uri="{FF2B5EF4-FFF2-40B4-BE49-F238E27FC236}">
                    <a16:creationId xmlns:a16="http://schemas.microsoft.com/office/drawing/2014/main" id="{B9D44C1F-6746-3CA3-9676-BD156DDA7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3240"/>
                <a:ext cx="23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67" y="176"/>
                    </a:moveTo>
                    <a:lnTo>
                      <a:pt x="116" y="148"/>
                    </a:lnTo>
                    <a:lnTo>
                      <a:pt x="166" y="120"/>
                    </a:lnTo>
                    <a:lnTo>
                      <a:pt x="98" y="0"/>
                    </a:lnTo>
                    <a:lnTo>
                      <a:pt x="49" y="28"/>
                    </a:lnTo>
                    <a:lnTo>
                      <a:pt x="0" y="56"/>
                    </a:lnTo>
                    <a:lnTo>
                      <a:pt x="67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3" name="Freeform 1025">
                <a:extLst>
                  <a:ext uri="{FF2B5EF4-FFF2-40B4-BE49-F238E27FC236}">
                    <a16:creationId xmlns:a16="http://schemas.microsoft.com/office/drawing/2014/main" id="{A953A7E5-9AB9-4C08-E3EB-3CFA98C47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3240"/>
                <a:ext cx="7" cy="4"/>
              </a:xfrm>
              <a:custGeom>
                <a:avLst/>
                <a:gdLst>
                  <a:gd name="T0" fmla="*/ 0 w 49"/>
                  <a:gd name="T1" fmla="*/ 0 h 32"/>
                  <a:gd name="T2" fmla="*/ 0 w 49"/>
                  <a:gd name="T3" fmla="*/ 0 h 32"/>
                  <a:gd name="T4" fmla="*/ 0 w 49"/>
                  <a:gd name="T5" fmla="*/ 0 h 32"/>
                  <a:gd name="T6" fmla="*/ 0 w 4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2"/>
                  <a:gd name="T14" fmla="*/ 49 w 49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2">
                    <a:moveTo>
                      <a:pt x="0" y="32"/>
                    </a:moveTo>
                    <a:lnTo>
                      <a:pt x="49" y="4"/>
                    </a:lnTo>
                    <a:lnTo>
                      <a:pt x="47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4" name="Line 1026">
                <a:extLst>
                  <a:ext uri="{FF2B5EF4-FFF2-40B4-BE49-F238E27FC236}">
                    <a16:creationId xmlns:a16="http://schemas.microsoft.com/office/drawing/2014/main" id="{82963EFF-9FEC-2A73-1B52-8463E7857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6" y="32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5" name="Freeform 1027">
                <a:extLst>
                  <a:ext uri="{FF2B5EF4-FFF2-40B4-BE49-F238E27FC236}">
                    <a16:creationId xmlns:a16="http://schemas.microsoft.com/office/drawing/2014/main" id="{D0A1B0C5-3BF7-8BA2-4E9C-D15DC4910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23"/>
                <a:ext cx="24" cy="26"/>
              </a:xfrm>
              <a:custGeom>
                <a:avLst/>
                <a:gdLst>
                  <a:gd name="T0" fmla="*/ 0 w 170"/>
                  <a:gd name="T1" fmla="*/ 0 h 176"/>
                  <a:gd name="T2" fmla="*/ 0 w 170"/>
                  <a:gd name="T3" fmla="*/ 0 h 176"/>
                  <a:gd name="T4" fmla="*/ 0 w 170"/>
                  <a:gd name="T5" fmla="*/ 0 h 176"/>
                  <a:gd name="T6" fmla="*/ 0 w 170"/>
                  <a:gd name="T7" fmla="*/ 0 h 176"/>
                  <a:gd name="T8" fmla="*/ 0 w 170"/>
                  <a:gd name="T9" fmla="*/ 0 h 176"/>
                  <a:gd name="T10" fmla="*/ 0 w 170"/>
                  <a:gd name="T11" fmla="*/ 0 h 176"/>
                  <a:gd name="T12" fmla="*/ 0 w 170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176"/>
                  <a:gd name="T23" fmla="*/ 170 w 170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176">
                    <a:moveTo>
                      <a:pt x="76" y="176"/>
                    </a:moveTo>
                    <a:lnTo>
                      <a:pt x="123" y="145"/>
                    </a:lnTo>
                    <a:lnTo>
                      <a:pt x="170" y="113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76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6" name="Freeform 1028">
                <a:extLst>
                  <a:ext uri="{FF2B5EF4-FFF2-40B4-BE49-F238E27FC236}">
                    <a16:creationId xmlns:a16="http://schemas.microsoft.com/office/drawing/2014/main" id="{3FE7A3FF-E6C7-197E-0172-F1EE63353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23"/>
                <a:ext cx="24" cy="26"/>
              </a:xfrm>
              <a:custGeom>
                <a:avLst/>
                <a:gdLst>
                  <a:gd name="T0" fmla="*/ 0 w 170"/>
                  <a:gd name="T1" fmla="*/ 0 h 176"/>
                  <a:gd name="T2" fmla="*/ 0 w 170"/>
                  <a:gd name="T3" fmla="*/ 0 h 176"/>
                  <a:gd name="T4" fmla="*/ 0 w 170"/>
                  <a:gd name="T5" fmla="*/ 0 h 176"/>
                  <a:gd name="T6" fmla="*/ 0 w 170"/>
                  <a:gd name="T7" fmla="*/ 0 h 176"/>
                  <a:gd name="T8" fmla="*/ 0 w 170"/>
                  <a:gd name="T9" fmla="*/ 0 h 176"/>
                  <a:gd name="T10" fmla="*/ 0 w 170"/>
                  <a:gd name="T11" fmla="*/ 0 h 176"/>
                  <a:gd name="T12" fmla="*/ 0 w 170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176"/>
                  <a:gd name="T23" fmla="*/ 170 w 170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176">
                    <a:moveTo>
                      <a:pt x="76" y="176"/>
                    </a:moveTo>
                    <a:lnTo>
                      <a:pt x="123" y="145"/>
                    </a:lnTo>
                    <a:lnTo>
                      <a:pt x="170" y="113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76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7" name="Freeform 1029">
                <a:extLst>
                  <a:ext uri="{FF2B5EF4-FFF2-40B4-BE49-F238E27FC236}">
                    <a16:creationId xmlns:a16="http://schemas.microsoft.com/office/drawing/2014/main" id="{2A3E1000-E2EF-5939-E8EC-954B95672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3223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0" y="35"/>
                    </a:moveTo>
                    <a:lnTo>
                      <a:pt x="47" y="4"/>
                    </a:lnTo>
                    <a:lnTo>
                      <a:pt x="45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8" name="Line 1030">
                <a:extLst>
                  <a:ext uri="{FF2B5EF4-FFF2-40B4-BE49-F238E27FC236}">
                    <a16:creationId xmlns:a16="http://schemas.microsoft.com/office/drawing/2014/main" id="{343C9BF4-A2A2-D24D-3F18-7E711835E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25" y="322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9" name="Freeform 1031">
                <a:extLst>
                  <a:ext uri="{FF2B5EF4-FFF2-40B4-BE49-F238E27FC236}">
                    <a16:creationId xmlns:a16="http://schemas.microsoft.com/office/drawing/2014/main" id="{2896D968-4FF1-0D29-755C-AFC27F7DA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85" y="177"/>
                    </a:moveTo>
                    <a:lnTo>
                      <a:pt x="130" y="142"/>
                    </a:lnTo>
                    <a:lnTo>
                      <a:pt x="175" y="107"/>
                    </a:lnTo>
                    <a:lnTo>
                      <a:pt x="89" y="0"/>
                    </a:lnTo>
                    <a:lnTo>
                      <a:pt x="44" y="35"/>
                    </a:lnTo>
                    <a:lnTo>
                      <a:pt x="0" y="69"/>
                    </a:lnTo>
                    <a:lnTo>
                      <a:pt x="85" y="1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0" name="Freeform 1032">
                <a:extLst>
                  <a:ext uri="{FF2B5EF4-FFF2-40B4-BE49-F238E27FC236}">
                    <a16:creationId xmlns:a16="http://schemas.microsoft.com/office/drawing/2014/main" id="{6A378C7A-CC02-3190-A93C-A743FA49C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85" y="177"/>
                    </a:moveTo>
                    <a:lnTo>
                      <a:pt x="130" y="142"/>
                    </a:lnTo>
                    <a:lnTo>
                      <a:pt x="175" y="107"/>
                    </a:lnTo>
                    <a:lnTo>
                      <a:pt x="89" y="0"/>
                    </a:lnTo>
                    <a:lnTo>
                      <a:pt x="44" y="35"/>
                    </a:lnTo>
                    <a:lnTo>
                      <a:pt x="0" y="69"/>
                    </a:lnTo>
                    <a:lnTo>
                      <a:pt x="85" y="1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1" name="Freeform 1033">
                <a:extLst>
                  <a:ext uri="{FF2B5EF4-FFF2-40B4-BE49-F238E27FC236}">
                    <a16:creationId xmlns:a16="http://schemas.microsoft.com/office/drawing/2014/main" id="{DE415CFE-4145-10B4-32FA-5D0B956C0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3207"/>
                <a:ext cx="6" cy="6"/>
              </a:xfrm>
              <a:custGeom>
                <a:avLst/>
                <a:gdLst>
                  <a:gd name="T0" fmla="*/ 0 w 45"/>
                  <a:gd name="T1" fmla="*/ 0 h 39"/>
                  <a:gd name="T2" fmla="*/ 0 w 45"/>
                  <a:gd name="T3" fmla="*/ 0 h 39"/>
                  <a:gd name="T4" fmla="*/ 0 w 45"/>
                  <a:gd name="T5" fmla="*/ 0 h 39"/>
                  <a:gd name="T6" fmla="*/ 0 w 45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9"/>
                  <a:gd name="T14" fmla="*/ 45 w 45"/>
                  <a:gd name="T15" fmla="*/ 39 h 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9">
                    <a:moveTo>
                      <a:pt x="0" y="39"/>
                    </a:moveTo>
                    <a:lnTo>
                      <a:pt x="45" y="4"/>
                    </a:lnTo>
                    <a:lnTo>
                      <a:pt x="42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2" name="Line 1034">
                <a:extLst>
                  <a:ext uri="{FF2B5EF4-FFF2-40B4-BE49-F238E27FC236}">
                    <a16:creationId xmlns:a16="http://schemas.microsoft.com/office/drawing/2014/main" id="{927A2BA7-91E5-F833-2956-C8565E031D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13" y="320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3" name="Freeform 1035">
                <a:extLst>
                  <a:ext uri="{FF2B5EF4-FFF2-40B4-BE49-F238E27FC236}">
                    <a16:creationId xmlns:a16="http://schemas.microsoft.com/office/drawing/2014/main" id="{84034F4E-8DD4-83B1-5482-2F2892754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3193"/>
                <a:ext cx="26" cy="25"/>
              </a:xfrm>
              <a:custGeom>
                <a:avLst/>
                <a:gdLst>
                  <a:gd name="T0" fmla="*/ 0 w 176"/>
                  <a:gd name="T1" fmla="*/ 0 h 178"/>
                  <a:gd name="T2" fmla="*/ 0 w 176"/>
                  <a:gd name="T3" fmla="*/ 0 h 178"/>
                  <a:gd name="T4" fmla="*/ 0 w 176"/>
                  <a:gd name="T5" fmla="*/ 0 h 178"/>
                  <a:gd name="T6" fmla="*/ 0 w 176"/>
                  <a:gd name="T7" fmla="*/ 0 h 178"/>
                  <a:gd name="T8" fmla="*/ 0 w 176"/>
                  <a:gd name="T9" fmla="*/ 0 h 178"/>
                  <a:gd name="T10" fmla="*/ 0 w 176"/>
                  <a:gd name="T11" fmla="*/ 0 h 178"/>
                  <a:gd name="T12" fmla="*/ 0 w 176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8"/>
                  <a:gd name="T23" fmla="*/ 176 w 176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8">
                    <a:moveTo>
                      <a:pt x="93" y="178"/>
                    </a:moveTo>
                    <a:lnTo>
                      <a:pt x="134" y="140"/>
                    </a:lnTo>
                    <a:lnTo>
                      <a:pt x="176" y="101"/>
                    </a:lnTo>
                    <a:lnTo>
                      <a:pt x="83" y="0"/>
                    </a:lnTo>
                    <a:lnTo>
                      <a:pt x="41" y="39"/>
                    </a:lnTo>
                    <a:lnTo>
                      <a:pt x="0" y="77"/>
                    </a:lnTo>
                    <a:lnTo>
                      <a:pt x="93" y="1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4" name="Freeform 1036">
                <a:extLst>
                  <a:ext uri="{FF2B5EF4-FFF2-40B4-BE49-F238E27FC236}">
                    <a16:creationId xmlns:a16="http://schemas.microsoft.com/office/drawing/2014/main" id="{A3F5D2FE-476F-1180-F821-CF0F15024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3193"/>
                <a:ext cx="26" cy="25"/>
              </a:xfrm>
              <a:custGeom>
                <a:avLst/>
                <a:gdLst>
                  <a:gd name="T0" fmla="*/ 0 w 176"/>
                  <a:gd name="T1" fmla="*/ 0 h 178"/>
                  <a:gd name="T2" fmla="*/ 0 w 176"/>
                  <a:gd name="T3" fmla="*/ 0 h 178"/>
                  <a:gd name="T4" fmla="*/ 0 w 176"/>
                  <a:gd name="T5" fmla="*/ 0 h 178"/>
                  <a:gd name="T6" fmla="*/ 0 w 176"/>
                  <a:gd name="T7" fmla="*/ 0 h 178"/>
                  <a:gd name="T8" fmla="*/ 0 w 176"/>
                  <a:gd name="T9" fmla="*/ 0 h 178"/>
                  <a:gd name="T10" fmla="*/ 0 w 176"/>
                  <a:gd name="T11" fmla="*/ 0 h 178"/>
                  <a:gd name="T12" fmla="*/ 0 w 176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8"/>
                  <a:gd name="T23" fmla="*/ 176 w 176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8">
                    <a:moveTo>
                      <a:pt x="93" y="178"/>
                    </a:moveTo>
                    <a:lnTo>
                      <a:pt x="134" y="140"/>
                    </a:lnTo>
                    <a:lnTo>
                      <a:pt x="176" y="101"/>
                    </a:lnTo>
                    <a:lnTo>
                      <a:pt x="83" y="0"/>
                    </a:lnTo>
                    <a:lnTo>
                      <a:pt x="41" y="39"/>
                    </a:lnTo>
                    <a:lnTo>
                      <a:pt x="0" y="77"/>
                    </a:lnTo>
                    <a:lnTo>
                      <a:pt x="93" y="17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5" name="Freeform 1037">
                <a:extLst>
                  <a:ext uri="{FF2B5EF4-FFF2-40B4-BE49-F238E27FC236}">
                    <a16:creationId xmlns:a16="http://schemas.microsoft.com/office/drawing/2014/main" id="{D7273A54-3902-37D6-017C-37B9E559B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3192"/>
                <a:ext cx="6" cy="6"/>
              </a:xfrm>
              <a:custGeom>
                <a:avLst/>
                <a:gdLst>
                  <a:gd name="T0" fmla="*/ 0 w 42"/>
                  <a:gd name="T1" fmla="*/ 0 h 42"/>
                  <a:gd name="T2" fmla="*/ 0 w 42"/>
                  <a:gd name="T3" fmla="*/ 0 h 42"/>
                  <a:gd name="T4" fmla="*/ 0 w 42"/>
                  <a:gd name="T5" fmla="*/ 0 h 42"/>
                  <a:gd name="T6" fmla="*/ 0 w 42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2"/>
                  <a:gd name="T14" fmla="*/ 42 w 42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2">
                    <a:moveTo>
                      <a:pt x="0" y="42"/>
                    </a:moveTo>
                    <a:lnTo>
                      <a:pt x="42" y="3"/>
                    </a:lnTo>
                    <a:lnTo>
                      <a:pt x="38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6" name="Line 1038">
                <a:extLst>
                  <a:ext uri="{FF2B5EF4-FFF2-40B4-BE49-F238E27FC236}">
                    <a16:creationId xmlns:a16="http://schemas.microsoft.com/office/drawing/2014/main" id="{30AE901F-29DA-0897-4B4F-BFA73047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99" y="319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7" name="Freeform 1039">
                <a:extLst>
                  <a:ext uri="{FF2B5EF4-FFF2-40B4-BE49-F238E27FC236}">
                    <a16:creationId xmlns:a16="http://schemas.microsoft.com/office/drawing/2014/main" id="{F0FE9C23-1AF0-DF4B-16C5-462DA08CE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179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100" y="176"/>
                    </a:moveTo>
                    <a:lnTo>
                      <a:pt x="138" y="135"/>
                    </a:lnTo>
                    <a:lnTo>
                      <a:pt x="176" y="93"/>
                    </a:lnTo>
                    <a:lnTo>
                      <a:pt x="77" y="0"/>
                    </a:lnTo>
                    <a:lnTo>
                      <a:pt x="38" y="41"/>
                    </a:lnTo>
                    <a:lnTo>
                      <a:pt x="0" y="83"/>
                    </a:lnTo>
                    <a:lnTo>
                      <a:pt x="100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8" name="Freeform 1040">
                <a:extLst>
                  <a:ext uri="{FF2B5EF4-FFF2-40B4-BE49-F238E27FC236}">
                    <a16:creationId xmlns:a16="http://schemas.microsoft.com/office/drawing/2014/main" id="{B2585EA0-3B64-7042-CD1A-923694AF0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179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100" y="176"/>
                    </a:moveTo>
                    <a:lnTo>
                      <a:pt x="138" y="135"/>
                    </a:lnTo>
                    <a:lnTo>
                      <a:pt x="176" y="93"/>
                    </a:lnTo>
                    <a:lnTo>
                      <a:pt x="77" y="0"/>
                    </a:lnTo>
                    <a:lnTo>
                      <a:pt x="38" y="41"/>
                    </a:lnTo>
                    <a:lnTo>
                      <a:pt x="0" y="83"/>
                    </a:lnTo>
                    <a:lnTo>
                      <a:pt x="100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9" name="Freeform 1041">
                <a:extLst>
                  <a:ext uri="{FF2B5EF4-FFF2-40B4-BE49-F238E27FC236}">
                    <a16:creationId xmlns:a16="http://schemas.microsoft.com/office/drawing/2014/main" id="{D450B9BA-F19D-54DA-3A96-6AD73AB48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178"/>
                <a:ext cx="6" cy="7"/>
              </a:xfrm>
              <a:custGeom>
                <a:avLst/>
                <a:gdLst>
                  <a:gd name="T0" fmla="*/ 0 w 39"/>
                  <a:gd name="T1" fmla="*/ 0 h 44"/>
                  <a:gd name="T2" fmla="*/ 0 w 39"/>
                  <a:gd name="T3" fmla="*/ 0 h 44"/>
                  <a:gd name="T4" fmla="*/ 0 w 39"/>
                  <a:gd name="T5" fmla="*/ 0 h 44"/>
                  <a:gd name="T6" fmla="*/ 0 w 39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"/>
                  <a:gd name="T13" fmla="*/ 0 h 44"/>
                  <a:gd name="T14" fmla="*/ 39 w 39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" h="44">
                    <a:moveTo>
                      <a:pt x="0" y="44"/>
                    </a:moveTo>
                    <a:lnTo>
                      <a:pt x="39" y="3"/>
                    </a:lnTo>
                    <a:lnTo>
                      <a:pt x="35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0" name="Line 1042">
                <a:extLst>
                  <a:ext uri="{FF2B5EF4-FFF2-40B4-BE49-F238E27FC236}">
                    <a16:creationId xmlns:a16="http://schemas.microsoft.com/office/drawing/2014/main" id="{0F694B07-D57B-F635-D6F9-859813AE6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84" y="317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1" name="Freeform 1043">
                <a:extLst>
                  <a:ext uri="{FF2B5EF4-FFF2-40B4-BE49-F238E27FC236}">
                    <a16:creationId xmlns:a16="http://schemas.microsoft.com/office/drawing/2014/main" id="{1E55E5CA-4364-C155-1FD8-2F93D3FD2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166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108" y="175"/>
                    </a:moveTo>
                    <a:lnTo>
                      <a:pt x="142" y="130"/>
                    </a:lnTo>
                    <a:lnTo>
                      <a:pt x="177" y="86"/>
                    </a:lnTo>
                    <a:lnTo>
                      <a:pt x="69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2" name="Freeform 1044">
                <a:extLst>
                  <a:ext uri="{FF2B5EF4-FFF2-40B4-BE49-F238E27FC236}">
                    <a16:creationId xmlns:a16="http://schemas.microsoft.com/office/drawing/2014/main" id="{C82145BE-69F9-AABE-A499-DA744D304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166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108" y="175"/>
                    </a:moveTo>
                    <a:lnTo>
                      <a:pt x="142" y="130"/>
                    </a:lnTo>
                    <a:lnTo>
                      <a:pt x="177" y="86"/>
                    </a:lnTo>
                    <a:lnTo>
                      <a:pt x="69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3" name="Freeform 1045">
                <a:extLst>
                  <a:ext uri="{FF2B5EF4-FFF2-40B4-BE49-F238E27FC236}">
                    <a16:creationId xmlns:a16="http://schemas.microsoft.com/office/drawing/2014/main" id="{72AF9516-41CE-00BE-1042-E4D83723B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66"/>
                <a:ext cx="5" cy="7"/>
              </a:xfrm>
              <a:custGeom>
                <a:avLst/>
                <a:gdLst>
                  <a:gd name="T0" fmla="*/ 0 w 34"/>
                  <a:gd name="T1" fmla="*/ 0 h 47"/>
                  <a:gd name="T2" fmla="*/ 0 w 34"/>
                  <a:gd name="T3" fmla="*/ 0 h 47"/>
                  <a:gd name="T4" fmla="*/ 0 w 34"/>
                  <a:gd name="T5" fmla="*/ 0 h 47"/>
                  <a:gd name="T6" fmla="*/ 0 w 34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47"/>
                  <a:gd name="T14" fmla="*/ 34 w 3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47">
                    <a:moveTo>
                      <a:pt x="0" y="47"/>
                    </a:moveTo>
                    <a:lnTo>
                      <a:pt x="34" y="2"/>
                    </a:lnTo>
                    <a:lnTo>
                      <a:pt x="31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4" name="Line 1046">
                <a:extLst>
                  <a:ext uri="{FF2B5EF4-FFF2-40B4-BE49-F238E27FC236}">
                    <a16:creationId xmlns:a16="http://schemas.microsoft.com/office/drawing/2014/main" id="{02B6E743-A6E7-C959-92BA-50960A0D2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68" y="31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5" name="Freeform 1047">
                <a:extLst>
                  <a:ext uri="{FF2B5EF4-FFF2-40B4-BE49-F238E27FC236}">
                    <a16:creationId xmlns:a16="http://schemas.microsoft.com/office/drawing/2014/main" id="{21A1714F-BD31-4E12-6370-D8E678F77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14" y="170"/>
                    </a:moveTo>
                    <a:lnTo>
                      <a:pt x="146" y="123"/>
                    </a:lnTo>
                    <a:lnTo>
                      <a:pt x="177" y="7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14" y="1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6" name="Freeform 1048">
                <a:extLst>
                  <a:ext uri="{FF2B5EF4-FFF2-40B4-BE49-F238E27FC236}">
                    <a16:creationId xmlns:a16="http://schemas.microsoft.com/office/drawing/2014/main" id="{D69DDDF5-0231-4905-B4ED-7DD3D8396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14" y="170"/>
                    </a:moveTo>
                    <a:lnTo>
                      <a:pt x="146" y="123"/>
                    </a:lnTo>
                    <a:lnTo>
                      <a:pt x="177" y="7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14" y="17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7" name="Freeform 1049">
                <a:extLst>
                  <a:ext uri="{FF2B5EF4-FFF2-40B4-BE49-F238E27FC236}">
                    <a16:creationId xmlns:a16="http://schemas.microsoft.com/office/drawing/2014/main" id="{644374E6-601F-91D6-232D-82AB589F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7" y="3155"/>
                <a:ext cx="5" cy="7"/>
              </a:xfrm>
              <a:custGeom>
                <a:avLst/>
                <a:gdLst>
                  <a:gd name="T0" fmla="*/ 0 w 32"/>
                  <a:gd name="T1" fmla="*/ 0 h 50"/>
                  <a:gd name="T2" fmla="*/ 0 w 32"/>
                  <a:gd name="T3" fmla="*/ 0 h 50"/>
                  <a:gd name="T4" fmla="*/ 0 w 32"/>
                  <a:gd name="T5" fmla="*/ 0 h 50"/>
                  <a:gd name="T6" fmla="*/ 0 w 3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50"/>
                  <a:gd name="T14" fmla="*/ 32 w 3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50">
                    <a:moveTo>
                      <a:pt x="0" y="50"/>
                    </a:moveTo>
                    <a:lnTo>
                      <a:pt x="32" y="3"/>
                    </a:lnTo>
                    <a:lnTo>
                      <a:pt x="28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8" name="Line 1050">
                <a:extLst>
                  <a:ext uri="{FF2B5EF4-FFF2-40B4-BE49-F238E27FC236}">
                    <a16:creationId xmlns:a16="http://schemas.microsoft.com/office/drawing/2014/main" id="{8B78B901-C4C7-019A-B40F-C856B6201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1" y="315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9" name="Freeform 1051">
                <a:extLst>
                  <a:ext uri="{FF2B5EF4-FFF2-40B4-BE49-F238E27FC236}">
                    <a16:creationId xmlns:a16="http://schemas.microsoft.com/office/drawing/2014/main" id="{5C6A457A-89B6-48EF-90B6-27FB0880C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145"/>
                <a:ext cx="25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20" y="166"/>
                    </a:move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lnTo>
                      <a:pt x="28" y="50"/>
                    </a:lnTo>
                    <a:lnTo>
                      <a:pt x="0" y="99"/>
                    </a:lnTo>
                    <a:lnTo>
                      <a:pt x="120" y="1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0" name="Freeform 1052">
                <a:extLst>
                  <a:ext uri="{FF2B5EF4-FFF2-40B4-BE49-F238E27FC236}">
                    <a16:creationId xmlns:a16="http://schemas.microsoft.com/office/drawing/2014/main" id="{E3E90EBF-ADEB-3946-DA6E-292093F11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145"/>
                <a:ext cx="25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20" y="166"/>
                    </a:move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lnTo>
                      <a:pt x="28" y="50"/>
                    </a:lnTo>
                    <a:lnTo>
                      <a:pt x="0" y="99"/>
                    </a:lnTo>
                    <a:lnTo>
                      <a:pt x="120" y="16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1" name="Freeform 1053">
                <a:extLst>
                  <a:ext uri="{FF2B5EF4-FFF2-40B4-BE49-F238E27FC236}">
                    <a16:creationId xmlns:a16="http://schemas.microsoft.com/office/drawing/2014/main" id="{EF509DCB-DF7A-39B8-FCB2-F1F5AB4E1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3145"/>
                <a:ext cx="4" cy="7"/>
              </a:xfrm>
              <a:custGeom>
                <a:avLst/>
                <a:gdLst>
                  <a:gd name="T0" fmla="*/ 0 w 28"/>
                  <a:gd name="T1" fmla="*/ 0 h 52"/>
                  <a:gd name="T2" fmla="*/ 0 w 28"/>
                  <a:gd name="T3" fmla="*/ 0 h 52"/>
                  <a:gd name="T4" fmla="*/ 0 w 28"/>
                  <a:gd name="T5" fmla="*/ 0 h 52"/>
                  <a:gd name="T6" fmla="*/ 0 w 2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2"/>
                  <a:gd name="T14" fmla="*/ 28 w 28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2">
                    <a:moveTo>
                      <a:pt x="0" y="52"/>
                    </a:moveTo>
                    <a:lnTo>
                      <a:pt x="28" y="2"/>
                    </a:lnTo>
                    <a:lnTo>
                      <a:pt x="24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2" name="Line 1054">
                <a:extLst>
                  <a:ext uri="{FF2B5EF4-FFF2-40B4-BE49-F238E27FC236}">
                    <a16:creationId xmlns:a16="http://schemas.microsoft.com/office/drawing/2014/main" id="{A10E9A90-5FAF-466A-B028-DF6545237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34" y="31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3" name="Freeform 1055">
                <a:extLst>
                  <a:ext uri="{FF2B5EF4-FFF2-40B4-BE49-F238E27FC236}">
                    <a16:creationId xmlns:a16="http://schemas.microsoft.com/office/drawing/2014/main" id="{66E06E18-9661-5BE9-DED5-09A567A23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137"/>
                <a:ext cx="25" cy="22"/>
              </a:xfrm>
              <a:custGeom>
                <a:avLst/>
                <a:gdLst>
                  <a:gd name="T0" fmla="*/ 0 w 172"/>
                  <a:gd name="T1" fmla="*/ 0 h 160"/>
                  <a:gd name="T2" fmla="*/ 0 w 172"/>
                  <a:gd name="T3" fmla="*/ 0 h 160"/>
                  <a:gd name="T4" fmla="*/ 0 w 172"/>
                  <a:gd name="T5" fmla="*/ 0 h 160"/>
                  <a:gd name="T6" fmla="*/ 0 w 172"/>
                  <a:gd name="T7" fmla="*/ 0 h 160"/>
                  <a:gd name="T8" fmla="*/ 0 w 172"/>
                  <a:gd name="T9" fmla="*/ 0 h 160"/>
                  <a:gd name="T10" fmla="*/ 0 w 172"/>
                  <a:gd name="T11" fmla="*/ 0 h 160"/>
                  <a:gd name="T12" fmla="*/ 0 w 172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0"/>
                  <a:gd name="T23" fmla="*/ 172 w 172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0">
                    <a:moveTo>
                      <a:pt x="125" y="160"/>
                    </a:moveTo>
                    <a:lnTo>
                      <a:pt x="148" y="109"/>
                    </a:lnTo>
                    <a:lnTo>
                      <a:pt x="172" y="57"/>
                    </a:lnTo>
                    <a:lnTo>
                      <a:pt x="47" y="0"/>
                    </a:lnTo>
                    <a:lnTo>
                      <a:pt x="24" y="51"/>
                    </a:lnTo>
                    <a:lnTo>
                      <a:pt x="0" y="103"/>
                    </a:lnTo>
                    <a:lnTo>
                      <a:pt x="125" y="1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4" name="Freeform 1056">
                <a:extLst>
                  <a:ext uri="{FF2B5EF4-FFF2-40B4-BE49-F238E27FC236}">
                    <a16:creationId xmlns:a16="http://schemas.microsoft.com/office/drawing/2014/main" id="{3EAA13D3-FB42-7FB8-DDE6-BEA3A3A7C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137"/>
                <a:ext cx="25" cy="22"/>
              </a:xfrm>
              <a:custGeom>
                <a:avLst/>
                <a:gdLst>
                  <a:gd name="T0" fmla="*/ 0 w 172"/>
                  <a:gd name="T1" fmla="*/ 0 h 160"/>
                  <a:gd name="T2" fmla="*/ 0 w 172"/>
                  <a:gd name="T3" fmla="*/ 0 h 160"/>
                  <a:gd name="T4" fmla="*/ 0 w 172"/>
                  <a:gd name="T5" fmla="*/ 0 h 160"/>
                  <a:gd name="T6" fmla="*/ 0 w 172"/>
                  <a:gd name="T7" fmla="*/ 0 h 160"/>
                  <a:gd name="T8" fmla="*/ 0 w 172"/>
                  <a:gd name="T9" fmla="*/ 0 h 160"/>
                  <a:gd name="T10" fmla="*/ 0 w 172"/>
                  <a:gd name="T11" fmla="*/ 0 h 160"/>
                  <a:gd name="T12" fmla="*/ 0 w 172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0"/>
                  <a:gd name="T23" fmla="*/ 172 w 172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0">
                    <a:moveTo>
                      <a:pt x="125" y="160"/>
                    </a:moveTo>
                    <a:lnTo>
                      <a:pt x="148" y="109"/>
                    </a:lnTo>
                    <a:lnTo>
                      <a:pt x="172" y="57"/>
                    </a:lnTo>
                    <a:lnTo>
                      <a:pt x="47" y="0"/>
                    </a:lnTo>
                    <a:lnTo>
                      <a:pt x="24" y="51"/>
                    </a:lnTo>
                    <a:lnTo>
                      <a:pt x="0" y="103"/>
                    </a:lnTo>
                    <a:lnTo>
                      <a:pt x="125" y="1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5" name="Freeform 1057">
                <a:extLst>
                  <a:ext uri="{FF2B5EF4-FFF2-40B4-BE49-F238E27FC236}">
                    <a16:creationId xmlns:a16="http://schemas.microsoft.com/office/drawing/2014/main" id="{3D90D262-01B6-4170-048B-BA9C55937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3136"/>
                <a:ext cx="4" cy="8"/>
              </a:xfrm>
              <a:custGeom>
                <a:avLst/>
                <a:gdLst>
                  <a:gd name="T0" fmla="*/ 0 w 23"/>
                  <a:gd name="T1" fmla="*/ 0 h 52"/>
                  <a:gd name="T2" fmla="*/ 0 w 23"/>
                  <a:gd name="T3" fmla="*/ 0 h 52"/>
                  <a:gd name="T4" fmla="*/ 0 w 23"/>
                  <a:gd name="T5" fmla="*/ 0 h 52"/>
                  <a:gd name="T6" fmla="*/ 0 w 23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2"/>
                  <a:gd name="T14" fmla="*/ 23 w 23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2">
                    <a:moveTo>
                      <a:pt x="0" y="52"/>
                    </a:moveTo>
                    <a:lnTo>
                      <a:pt x="23" y="1"/>
                    </a:lnTo>
                    <a:lnTo>
                      <a:pt x="19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6" name="Line 1058">
                <a:extLst>
                  <a:ext uri="{FF2B5EF4-FFF2-40B4-BE49-F238E27FC236}">
                    <a16:creationId xmlns:a16="http://schemas.microsoft.com/office/drawing/2014/main" id="{37582E66-D5DB-0A5B-0163-309934BC3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5" y="31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7" name="Freeform 1059">
                <a:extLst>
                  <a:ext uri="{FF2B5EF4-FFF2-40B4-BE49-F238E27FC236}">
                    <a16:creationId xmlns:a16="http://schemas.microsoft.com/office/drawing/2014/main" id="{0A75F1F2-8725-8D93-014D-11129AD0F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130"/>
                <a:ext cx="24" cy="21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127" y="153"/>
                    </a:moveTo>
                    <a:lnTo>
                      <a:pt x="147" y="100"/>
                    </a:lnTo>
                    <a:lnTo>
                      <a:pt x="166" y="48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27" y="1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8" name="Freeform 1060">
                <a:extLst>
                  <a:ext uri="{FF2B5EF4-FFF2-40B4-BE49-F238E27FC236}">
                    <a16:creationId xmlns:a16="http://schemas.microsoft.com/office/drawing/2014/main" id="{B0798D15-A1B3-2A5A-65D9-69A190174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130"/>
                <a:ext cx="24" cy="21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127" y="153"/>
                    </a:moveTo>
                    <a:lnTo>
                      <a:pt x="147" y="100"/>
                    </a:lnTo>
                    <a:lnTo>
                      <a:pt x="166" y="48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27" y="15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9" name="Freeform 1061">
                <a:extLst>
                  <a:ext uri="{FF2B5EF4-FFF2-40B4-BE49-F238E27FC236}">
                    <a16:creationId xmlns:a16="http://schemas.microsoft.com/office/drawing/2014/main" id="{621D3FE4-7207-CDBA-297D-46577178D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3129"/>
                <a:ext cx="3" cy="8"/>
              </a:xfrm>
              <a:custGeom>
                <a:avLst/>
                <a:gdLst>
                  <a:gd name="T0" fmla="*/ 0 w 19"/>
                  <a:gd name="T1" fmla="*/ 0 h 55"/>
                  <a:gd name="T2" fmla="*/ 0 w 19"/>
                  <a:gd name="T3" fmla="*/ 0 h 55"/>
                  <a:gd name="T4" fmla="*/ 0 w 19"/>
                  <a:gd name="T5" fmla="*/ 0 h 55"/>
                  <a:gd name="T6" fmla="*/ 0 w 19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5"/>
                  <a:gd name="T14" fmla="*/ 19 w 19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5">
                    <a:moveTo>
                      <a:pt x="0" y="55"/>
                    </a:moveTo>
                    <a:lnTo>
                      <a:pt x="19" y="2"/>
                    </a:lnTo>
                    <a:lnTo>
                      <a:pt x="15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0" name="Line 1062">
                <a:extLst>
                  <a:ext uri="{FF2B5EF4-FFF2-40B4-BE49-F238E27FC236}">
                    <a16:creationId xmlns:a16="http://schemas.microsoft.com/office/drawing/2014/main" id="{7A6A24DE-B4A8-17FF-691A-8C146DE38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96" y="31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1" name="Freeform 1063">
                <a:extLst>
                  <a:ext uri="{FF2B5EF4-FFF2-40B4-BE49-F238E27FC236}">
                    <a16:creationId xmlns:a16="http://schemas.microsoft.com/office/drawing/2014/main" id="{7D7B698E-B146-EFA5-9CA6-47BCCC947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12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133" y="148"/>
                    </a:moveTo>
                    <a:lnTo>
                      <a:pt x="149" y="93"/>
                    </a:lnTo>
                    <a:lnTo>
                      <a:pt x="164" y="38"/>
                    </a:lnTo>
                    <a:lnTo>
                      <a:pt x="32" y="0"/>
                    </a:lnTo>
                    <a:lnTo>
                      <a:pt x="16" y="55"/>
                    </a:lnTo>
                    <a:lnTo>
                      <a:pt x="0" y="110"/>
                    </a:lnTo>
                    <a:lnTo>
                      <a:pt x="133" y="1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2" name="Freeform 1064">
                <a:extLst>
                  <a:ext uri="{FF2B5EF4-FFF2-40B4-BE49-F238E27FC236}">
                    <a16:creationId xmlns:a16="http://schemas.microsoft.com/office/drawing/2014/main" id="{74364191-5EFD-4AC7-FBA6-BB690DE50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12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133" y="148"/>
                    </a:moveTo>
                    <a:lnTo>
                      <a:pt x="149" y="93"/>
                    </a:lnTo>
                    <a:lnTo>
                      <a:pt x="164" y="38"/>
                    </a:lnTo>
                    <a:lnTo>
                      <a:pt x="32" y="0"/>
                    </a:lnTo>
                    <a:lnTo>
                      <a:pt x="16" y="55"/>
                    </a:lnTo>
                    <a:lnTo>
                      <a:pt x="0" y="110"/>
                    </a:lnTo>
                    <a:lnTo>
                      <a:pt x="133" y="1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3" name="Freeform 1065">
                <a:extLst>
                  <a:ext uri="{FF2B5EF4-FFF2-40B4-BE49-F238E27FC236}">
                    <a16:creationId xmlns:a16="http://schemas.microsoft.com/office/drawing/2014/main" id="{DB2E0A6D-2742-B868-6C9B-979F3C520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3124"/>
                <a:ext cx="2" cy="8"/>
              </a:xfrm>
              <a:custGeom>
                <a:avLst/>
                <a:gdLst>
                  <a:gd name="T0" fmla="*/ 0 w 16"/>
                  <a:gd name="T1" fmla="*/ 0 h 56"/>
                  <a:gd name="T2" fmla="*/ 0 w 16"/>
                  <a:gd name="T3" fmla="*/ 0 h 56"/>
                  <a:gd name="T4" fmla="*/ 0 w 16"/>
                  <a:gd name="T5" fmla="*/ 0 h 56"/>
                  <a:gd name="T6" fmla="*/ 0 w 1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6"/>
                  <a:gd name="T14" fmla="*/ 16 w 1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6">
                    <a:moveTo>
                      <a:pt x="0" y="56"/>
                    </a:moveTo>
                    <a:lnTo>
                      <a:pt x="16" y="1"/>
                    </a:lnTo>
                    <a:lnTo>
                      <a:pt x="11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4" name="Line 1066">
                <a:extLst>
                  <a:ext uri="{FF2B5EF4-FFF2-40B4-BE49-F238E27FC236}">
                    <a16:creationId xmlns:a16="http://schemas.microsoft.com/office/drawing/2014/main" id="{85A8BC34-7A3B-1602-BFBF-274CBD791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7" y="31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5" name="Freeform 1067">
                <a:extLst>
                  <a:ext uri="{FF2B5EF4-FFF2-40B4-BE49-F238E27FC236}">
                    <a16:creationId xmlns:a16="http://schemas.microsoft.com/office/drawing/2014/main" id="{35B5D052-4B6C-8446-9C0E-A81339C68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120"/>
                <a:ext cx="23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35" y="139"/>
                    </a:moveTo>
                    <a:lnTo>
                      <a:pt x="146" y="83"/>
                    </a:lnTo>
                    <a:lnTo>
                      <a:pt x="157" y="27"/>
                    </a:lnTo>
                    <a:lnTo>
                      <a:pt x="23" y="0"/>
                    </a:ln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6" name="Freeform 1068">
                <a:extLst>
                  <a:ext uri="{FF2B5EF4-FFF2-40B4-BE49-F238E27FC236}">
                    <a16:creationId xmlns:a16="http://schemas.microsoft.com/office/drawing/2014/main" id="{315A9253-2080-A7C3-C79F-17BEDC5E4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120"/>
                <a:ext cx="23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35" y="139"/>
                    </a:moveTo>
                    <a:lnTo>
                      <a:pt x="146" y="83"/>
                    </a:lnTo>
                    <a:lnTo>
                      <a:pt x="157" y="27"/>
                    </a:lnTo>
                    <a:lnTo>
                      <a:pt x="23" y="0"/>
                    </a:ln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7" name="Freeform 1069">
                <a:extLst>
                  <a:ext uri="{FF2B5EF4-FFF2-40B4-BE49-F238E27FC236}">
                    <a16:creationId xmlns:a16="http://schemas.microsoft.com/office/drawing/2014/main" id="{D16DEF8F-AB4F-185B-818A-A61E9C435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" y="3120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56"/>
                    </a:moveTo>
                    <a:lnTo>
                      <a:pt x="12" y="0"/>
                    </a:lnTo>
                    <a:lnTo>
                      <a:pt x="7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8" name="Line 1070">
                <a:extLst>
                  <a:ext uri="{FF2B5EF4-FFF2-40B4-BE49-F238E27FC236}">
                    <a16:creationId xmlns:a16="http://schemas.microsoft.com/office/drawing/2014/main" id="{57D161BC-F6F0-7993-7DDB-40BB56D46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7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9" name="Freeform 1071">
                <a:extLst>
                  <a:ext uri="{FF2B5EF4-FFF2-40B4-BE49-F238E27FC236}">
                    <a16:creationId xmlns:a16="http://schemas.microsoft.com/office/drawing/2014/main" id="{976BF94C-B5C8-D1C5-455A-E90C44B26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36" y="128"/>
                    </a:moveTo>
                    <a:lnTo>
                      <a:pt x="142" y="72"/>
                    </a:lnTo>
                    <a:lnTo>
                      <a:pt x="149" y="16"/>
                    </a:lnTo>
                    <a:lnTo>
                      <a:pt x="13" y="0"/>
                    </a:ln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0" name="Freeform 1072">
                <a:extLst>
                  <a:ext uri="{FF2B5EF4-FFF2-40B4-BE49-F238E27FC236}">
                    <a16:creationId xmlns:a16="http://schemas.microsoft.com/office/drawing/2014/main" id="{123CAC73-2242-A06F-6E0A-9843089AD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36" y="128"/>
                    </a:moveTo>
                    <a:lnTo>
                      <a:pt x="142" y="72"/>
                    </a:lnTo>
                    <a:lnTo>
                      <a:pt x="149" y="16"/>
                    </a:lnTo>
                    <a:lnTo>
                      <a:pt x="13" y="0"/>
                    </a:ln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1" name="Freeform 1073">
                <a:extLst>
                  <a:ext uri="{FF2B5EF4-FFF2-40B4-BE49-F238E27FC236}">
                    <a16:creationId xmlns:a16="http://schemas.microsoft.com/office/drawing/2014/main" id="{DF96173A-7BFA-D6DC-C005-1D9068976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3118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56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2" name="Line 1074">
                <a:extLst>
                  <a:ext uri="{FF2B5EF4-FFF2-40B4-BE49-F238E27FC236}">
                    <a16:creationId xmlns:a16="http://schemas.microsoft.com/office/drawing/2014/main" id="{2B858011-382A-356B-D38F-A62610C4F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7" y="31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3" name="Freeform 1075">
                <a:extLst>
                  <a:ext uri="{FF2B5EF4-FFF2-40B4-BE49-F238E27FC236}">
                    <a16:creationId xmlns:a16="http://schemas.microsoft.com/office/drawing/2014/main" id="{4DF50068-CB77-369C-1DAD-48D1B32B6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20" cy="17"/>
              </a:xfrm>
              <a:custGeom>
                <a:avLst/>
                <a:gdLst>
                  <a:gd name="T0" fmla="*/ 0 w 141"/>
                  <a:gd name="T1" fmla="*/ 0 h 117"/>
                  <a:gd name="T2" fmla="*/ 0 w 141"/>
                  <a:gd name="T3" fmla="*/ 0 h 117"/>
                  <a:gd name="T4" fmla="*/ 0 w 141"/>
                  <a:gd name="T5" fmla="*/ 0 h 117"/>
                  <a:gd name="T6" fmla="*/ 0 w 141"/>
                  <a:gd name="T7" fmla="*/ 0 h 117"/>
                  <a:gd name="T8" fmla="*/ 0 w 141"/>
                  <a:gd name="T9" fmla="*/ 0 h 117"/>
                  <a:gd name="T10" fmla="*/ 0 w 141"/>
                  <a:gd name="T11" fmla="*/ 0 h 117"/>
                  <a:gd name="T12" fmla="*/ 0 w 141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7"/>
                  <a:gd name="T23" fmla="*/ 141 w 141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7">
                    <a:moveTo>
                      <a:pt x="136" y="117"/>
                    </a:moveTo>
                    <a:lnTo>
                      <a:pt x="139" y="61"/>
                    </a:lnTo>
                    <a:lnTo>
                      <a:pt x="141" y="5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136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4" name="Freeform 1076">
                <a:extLst>
                  <a:ext uri="{FF2B5EF4-FFF2-40B4-BE49-F238E27FC236}">
                    <a16:creationId xmlns:a16="http://schemas.microsoft.com/office/drawing/2014/main" id="{C1ABF9E9-4EE9-7CFD-F0B7-089E82D16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20" cy="17"/>
              </a:xfrm>
              <a:custGeom>
                <a:avLst/>
                <a:gdLst>
                  <a:gd name="T0" fmla="*/ 0 w 141"/>
                  <a:gd name="T1" fmla="*/ 0 h 117"/>
                  <a:gd name="T2" fmla="*/ 0 w 141"/>
                  <a:gd name="T3" fmla="*/ 0 h 117"/>
                  <a:gd name="T4" fmla="*/ 0 w 141"/>
                  <a:gd name="T5" fmla="*/ 0 h 117"/>
                  <a:gd name="T6" fmla="*/ 0 w 141"/>
                  <a:gd name="T7" fmla="*/ 0 h 117"/>
                  <a:gd name="T8" fmla="*/ 0 w 141"/>
                  <a:gd name="T9" fmla="*/ 0 h 117"/>
                  <a:gd name="T10" fmla="*/ 0 w 141"/>
                  <a:gd name="T11" fmla="*/ 0 h 117"/>
                  <a:gd name="T12" fmla="*/ 0 w 141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7"/>
                  <a:gd name="T23" fmla="*/ 141 w 141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7">
                    <a:moveTo>
                      <a:pt x="136" y="117"/>
                    </a:moveTo>
                    <a:lnTo>
                      <a:pt x="139" y="61"/>
                    </a:lnTo>
                    <a:lnTo>
                      <a:pt x="141" y="5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136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5" name="Freeform 1077">
                <a:extLst>
                  <a:ext uri="{FF2B5EF4-FFF2-40B4-BE49-F238E27FC236}">
                    <a16:creationId xmlns:a16="http://schemas.microsoft.com/office/drawing/2014/main" id="{7E330D89-34CD-B5C7-C5ED-26ACEC2B4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99" name="Group 1078">
              <a:extLst>
                <a:ext uri="{FF2B5EF4-FFF2-40B4-BE49-F238E27FC236}">
                  <a16:creationId xmlns:a16="http://schemas.microsoft.com/office/drawing/2014/main" id="{530445FE-2D41-47E9-50D5-185C5AF68B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3117"/>
              <a:ext cx="440" cy="517"/>
              <a:chOff x="3159" y="3117"/>
              <a:chExt cx="440" cy="517"/>
            </a:xfrm>
          </p:grpSpPr>
          <p:sp>
            <p:nvSpPr>
              <p:cNvPr id="576" name="Line 1079">
                <a:extLst>
                  <a:ext uri="{FF2B5EF4-FFF2-40B4-BE49-F238E27FC236}">
                    <a16:creationId xmlns:a16="http://schemas.microsoft.com/office/drawing/2014/main" id="{2AD242BF-80BE-8973-4CE4-3BBD7B68D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31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7" name="Freeform 1080">
                <a:extLst>
                  <a:ext uri="{FF2B5EF4-FFF2-40B4-BE49-F238E27FC236}">
                    <a16:creationId xmlns:a16="http://schemas.microsoft.com/office/drawing/2014/main" id="{D712545A-ED7B-3B1B-BB6D-707AADF57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117"/>
                <a:ext cx="20" cy="17"/>
              </a:xfrm>
              <a:custGeom>
                <a:avLst/>
                <a:gdLst>
                  <a:gd name="T0" fmla="*/ 0 w 143"/>
                  <a:gd name="T1" fmla="*/ 0 h 117"/>
                  <a:gd name="T2" fmla="*/ 0 w 143"/>
                  <a:gd name="T3" fmla="*/ 0 h 117"/>
                  <a:gd name="T4" fmla="*/ 0 w 143"/>
                  <a:gd name="T5" fmla="*/ 0 h 117"/>
                  <a:gd name="T6" fmla="*/ 0 w 143"/>
                  <a:gd name="T7" fmla="*/ 0 h 117"/>
                  <a:gd name="T8" fmla="*/ 0 w 143"/>
                  <a:gd name="T9" fmla="*/ 0 h 117"/>
                  <a:gd name="T10" fmla="*/ 0 w 143"/>
                  <a:gd name="T11" fmla="*/ 0 h 117"/>
                  <a:gd name="T12" fmla="*/ 0 w 14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7"/>
                  <a:gd name="T23" fmla="*/ 143 w 14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7">
                    <a:moveTo>
                      <a:pt x="143" y="112"/>
                    </a:moveTo>
                    <a:lnTo>
                      <a:pt x="141" y="56"/>
                    </a:lnTo>
                    <a:lnTo>
                      <a:pt x="139" y="0"/>
                    </a:lnTo>
                    <a:lnTo>
                      <a:pt x="0" y="5"/>
                    </a:lnTo>
                    <a:lnTo>
                      <a:pt x="3" y="61"/>
                    </a:lnTo>
                    <a:lnTo>
                      <a:pt x="5" y="117"/>
                    </a:lnTo>
                    <a:lnTo>
                      <a:pt x="14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8" name="Freeform 1081">
                <a:extLst>
                  <a:ext uri="{FF2B5EF4-FFF2-40B4-BE49-F238E27FC236}">
                    <a16:creationId xmlns:a16="http://schemas.microsoft.com/office/drawing/2014/main" id="{517B47E9-A110-3520-F469-28CEE4A15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117"/>
                <a:ext cx="20" cy="17"/>
              </a:xfrm>
              <a:custGeom>
                <a:avLst/>
                <a:gdLst>
                  <a:gd name="T0" fmla="*/ 0 w 143"/>
                  <a:gd name="T1" fmla="*/ 0 h 117"/>
                  <a:gd name="T2" fmla="*/ 0 w 143"/>
                  <a:gd name="T3" fmla="*/ 0 h 117"/>
                  <a:gd name="T4" fmla="*/ 0 w 143"/>
                  <a:gd name="T5" fmla="*/ 0 h 117"/>
                  <a:gd name="T6" fmla="*/ 0 w 143"/>
                  <a:gd name="T7" fmla="*/ 0 h 117"/>
                  <a:gd name="T8" fmla="*/ 0 w 143"/>
                  <a:gd name="T9" fmla="*/ 0 h 117"/>
                  <a:gd name="T10" fmla="*/ 0 w 143"/>
                  <a:gd name="T11" fmla="*/ 0 h 117"/>
                  <a:gd name="T12" fmla="*/ 0 w 14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7"/>
                  <a:gd name="T23" fmla="*/ 143 w 14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7">
                    <a:moveTo>
                      <a:pt x="143" y="112"/>
                    </a:moveTo>
                    <a:lnTo>
                      <a:pt x="141" y="56"/>
                    </a:lnTo>
                    <a:lnTo>
                      <a:pt x="139" y="0"/>
                    </a:lnTo>
                    <a:lnTo>
                      <a:pt x="0" y="5"/>
                    </a:lnTo>
                    <a:lnTo>
                      <a:pt x="3" y="61"/>
                    </a:lnTo>
                    <a:lnTo>
                      <a:pt x="5" y="117"/>
                    </a:lnTo>
                    <a:lnTo>
                      <a:pt x="14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9" name="Freeform 1082">
                <a:extLst>
                  <a:ext uri="{FF2B5EF4-FFF2-40B4-BE49-F238E27FC236}">
                    <a16:creationId xmlns:a16="http://schemas.microsoft.com/office/drawing/2014/main" id="{71C91D82-F673-4CD0-9460-F0BD194C5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6" y="3118"/>
                <a:ext cx="1" cy="8"/>
              </a:xfrm>
              <a:custGeom>
                <a:avLst/>
                <a:gdLst>
                  <a:gd name="T0" fmla="*/ 0 w 7"/>
                  <a:gd name="T1" fmla="*/ 0 h 56"/>
                  <a:gd name="T2" fmla="*/ 0 w 7"/>
                  <a:gd name="T3" fmla="*/ 0 h 56"/>
                  <a:gd name="T4" fmla="*/ 0 w 7"/>
                  <a:gd name="T5" fmla="*/ 0 h 56"/>
                  <a:gd name="T6" fmla="*/ 0 w 7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56"/>
                  <a:gd name="T14" fmla="*/ 7 w 7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56">
                    <a:moveTo>
                      <a:pt x="7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7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0" name="Line 1083">
                <a:extLst>
                  <a:ext uri="{FF2B5EF4-FFF2-40B4-BE49-F238E27FC236}">
                    <a16:creationId xmlns:a16="http://schemas.microsoft.com/office/drawing/2014/main" id="{78C6548F-4D6F-0B45-D947-AEB009639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6" y="31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1" name="Freeform 1084">
                <a:extLst>
                  <a:ext uri="{FF2B5EF4-FFF2-40B4-BE49-F238E27FC236}">
                    <a16:creationId xmlns:a16="http://schemas.microsoft.com/office/drawing/2014/main" id="{C0F42581-746F-27CF-DAB1-4EC94A7FD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9" y="112"/>
                    </a:moveTo>
                    <a:lnTo>
                      <a:pt x="143" y="56"/>
                    </a:lnTo>
                    <a:lnTo>
                      <a:pt x="136" y="0"/>
                    </a:lnTo>
                    <a:lnTo>
                      <a:pt x="0" y="16"/>
                    </a:lnTo>
                    <a:lnTo>
                      <a:pt x="7" y="72"/>
                    </a:lnTo>
                    <a:lnTo>
                      <a:pt x="14" y="128"/>
                    </a:lnTo>
                    <a:lnTo>
                      <a:pt x="149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2" name="Freeform 1085">
                <a:extLst>
                  <a:ext uri="{FF2B5EF4-FFF2-40B4-BE49-F238E27FC236}">
                    <a16:creationId xmlns:a16="http://schemas.microsoft.com/office/drawing/2014/main" id="{661FB4A5-2933-FCD2-46B0-1DF45B65D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9" y="112"/>
                    </a:moveTo>
                    <a:lnTo>
                      <a:pt x="143" y="56"/>
                    </a:lnTo>
                    <a:lnTo>
                      <a:pt x="136" y="0"/>
                    </a:lnTo>
                    <a:lnTo>
                      <a:pt x="0" y="16"/>
                    </a:lnTo>
                    <a:lnTo>
                      <a:pt x="7" y="72"/>
                    </a:lnTo>
                    <a:lnTo>
                      <a:pt x="14" y="128"/>
                    </a:lnTo>
                    <a:lnTo>
                      <a:pt x="149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3" name="Freeform 1086">
                <a:extLst>
                  <a:ext uri="{FF2B5EF4-FFF2-40B4-BE49-F238E27FC236}">
                    <a16:creationId xmlns:a16="http://schemas.microsoft.com/office/drawing/2014/main" id="{DE521BE0-A4BD-4DDA-E97F-934E381B3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20"/>
                <a:ext cx="2" cy="8"/>
              </a:xfrm>
              <a:custGeom>
                <a:avLst/>
                <a:gdLst>
                  <a:gd name="T0" fmla="*/ 0 w 11"/>
                  <a:gd name="T1" fmla="*/ 0 h 56"/>
                  <a:gd name="T2" fmla="*/ 0 w 11"/>
                  <a:gd name="T3" fmla="*/ 0 h 56"/>
                  <a:gd name="T4" fmla="*/ 0 w 11"/>
                  <a:gd name="T5" fmla="*/ 0 h 56"/>
                  <a:gd name="T6" fmla="*/ 0 w 1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56"/>
                  <a:gd name="T14" fmla="*/ 11 w 1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56">
                    <a:moveTo>
                      <a:pt x="11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1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4" name="Line 1087">
                <a:extLst>
                  <a:ext uri="{FF2B5EF4-FFF2-40B4-BE49-F238E27FC236}">
                    <a16:creationId xmlns:a16="http://schemas.microsoft.com/office/drawing/2014/main" id="{4C9AD09B-C4EF-8988-9F10-834276820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6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5" name="Freeform 1088">
                <a:extLst>
                  <a:ext uri="{FF2B5EF4-FFF2-40B4-BE49-F238E27FC236}">
                    <a16:creationId xmlns:a16="http://schemas.microsoft.com/office/drawing/2014/main" id="{F31FECBD-0293-F891-8148-5F2A870FA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120"/>
                <a:ext cx="22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57" y="112"/>
                    </a:move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lnTo>
                      <a:pt x="11" y="83"/>
                    </a:lnTo>
                    <a:lnTo>
                      <a:pt x="22" y="139"/>
                    </a:lnTo>
                    <a:lnTo>
                      <a:pt x="157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6" name="Freeform 1089">
                <a:extLst>
                  <a:ext uri="{FF2B5EF4-FFF2-40B4-BE49-F238E27FC236}">
                    <a16:creationId xmlns:a16="http://schemas.microsoft.com/office/drawing/2014/main" id="{4A12C862-79A8-6DD4-6877-C19956993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120"/>
                <a:ext cx="22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57" y="112"/>
                    </a:move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lnTo>
                      <a:pt x="11" y="83"/>
                    </a:lnTo>
                    <a:lnTo>
                      <a:pt x="22" y="139"/>
                    </a:lnTo>
                    <a:lnTo>
                      <a:pt x="157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7" name="Freeform 1090">
                <a:extLst>
                  <a:ext uri="{FF2B5EF4-FFF2-40B4-BE49-F238E27FC236}">
                    <a16:creationId xmlns:a16="http://schemas.microsoft.com/office/drawing/2014/main" id="{898D7CC2-FABC-E7C3-9AAE-D5F09B9FB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3124"/>
                <a:ext cx="3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56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15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8" name="Line 1091">
                <a:extLst>
                  <a:ext uri="{FF2B5EF4-FFF2-40B4-BE49-F238E27FC236}">
                    <a16:creationId xmlns:a16="http://schemas.microsoft.com/office/drawing/2014/main" id="{46770780-C120-B305-DE9A-6F5B6B6C4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56" y="31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9" name="Freeform 1092">
                <a:extLst>
                  <a:ext uri="{FF2B5EF4-FFF2-40B4-BE49-F238E27FC236}">
                    <a16:creationId xmlns:a16="http://schemas.microsoft.com/office/drawing/2014/main" id="{50B42270-2CC8-6568-0AB9-A2E0E4FCF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12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163" y="108"/>
                    </a:moveTo>
                    <a:lnTo>
                      <a:pt x="147" y="54"/>
                    </a:lnTo>
                    <a:lnTo>
                      <a:pt x="132" y="0"/>
                    </a:lnTo>
                    <a:lnTo>
                      <a:pt x="0" y="38"/>
                    </a:lnTo>
                    <a:lnTo>
                      <a:pt x="16" y="92"/>
                    </a:lnTo>
                    <a:lnTo>
                      <a:pt x="32" y="146"/>
                    </a:lnTo>
                    <a:lnTo>
                      <a:pt x="163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0" name="Freeform 1093">
                <a:extLst>
                  <a:ext uri="{FF2B5EF4-FFF2-40B4-BE49-F238E27FC236}">
                    <a16:creationId xmlns:a16="http://schemas.microsoft.com/office/drawing/2014/main" id="{62D3D71F-4294-8520-BDBF-1B8F55218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12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163" y="108"/>
                    </a:moveTo>
                    <a:lnTo>
                      <a:pt x="147" y="54"/>
                    </a:lnTo>
                    <a:lnTo>
                      <a:pt x="132" y="0"/>
                    </a:lnTo>
                    <a:lnTo>
                      <a:pt x="0" y="38"/>
                    </a:lnTo>
                    <a:lnTo>
                      <a:pt x="16" y="92"/>
                    </a:lnTo>
                    <a:lnTo>
                      <a:pt x="32" y="146"/>
                    </a:lnTo>
                    <a:lnTo>
                      <a:pt x="163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1" name="Freeform 1094">
                <a:extLst>
                  <a:ext uri="{FF2B5EF4-FFF2-40B4-BE49-F238E27FC236}">
                    <a16:creationId xmlns:a16="http://schemas.microsoft.com/office/drawing/2014/main" id="{73C4CFD7-E6DA-FBE5-C91D-7B1BF3E19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3129"/>
                <a:ext cx="3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54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9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2" name="Line 1095">
                <a:extLst>
                  <a:ext uri="{FF2B5EF4-FFF2-40B4-BE49-F238E27FC236}">
                    <a16:creationId xmlns:a16="http://schemas.microsoft.com/office/drawing/2014/main" id="{5F3D76E7-5252-813E-8573-4CA1BA381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7" y="31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3" name="Freeform 1096">
                <a:extLst>
                  <a:ext uri="{FF2B5EF4-FFF2-40B4-BE49-F238E27FC236}">
                    <a16:creationId xmlns:a16="http://schemas.microsoft.com/office/drawing/2014/main" id="{514446EF-8C49-166A-9AFA-6FDB63376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130"/>
                <a:ext cx="24" cy="21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167" y="106"/>
                    </a:moveTo>
                    <a:lnTo>
                      <a:pt x="148" y="53"/>
                    </a:lnTo>
                    <a:lnTo>
                      <a:pt x="129" y="0"/>
                    </a:lnTo>
                    <a:lnTo>
                      <a:pt x="0" y="48"/>
                    </a:lnTo>
                    <a:lnTo>
                      <a:pt x="19" y="100"/>
                    </a:lnTo>
                    <a:lnTo>
                      <a:pt x="38" y="153"/>
                    </a:lnTo>
                    <a:lnTo>
                      <a:pt x="167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4" name="Freeform 1097">
                <a:extLst>
                  <a:ext uri="{FF2B5EF4-FFF2-40B4-BE49-F238E27FC236}">
                    <a16:creationId xmlns:a16="http://schemas.microsoft.com/office/drawing/2014/main" id="{A69B5E1E-329D-4FB0-F92E-CFCECBA92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130"/>
                <a:ext cx="24" cy="21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167" y="106"/>
                    </a:moveTo>
                    <a:lnTo>
                      <a:pt x="148" y="53"/>
                    </a:lnTo>
                    <a:lnTo>
                      <a:pt x="129" y="0"/>
                    </a:lnTo>
                    <a:lnTo>
                      <a:pt x="0" y="48"/>
                    </a:lnTo>
                    <a:lnTo>
                      <a:pt x="19" y="100"/>
                    </a:lnTo>
                    <a:lnTo>
                      <a:pt x="38" y="153"/>
                    </a:lnTo>
                    <a:lnTo>
                      <a:pt x="167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5" name="Freeform 1098">
                <a:extLst>
                  <a:ext uri="{FF2B5EF4-FFF2-40B4-BE49-F238E27FC236}">
                    <a16:creationId xmlns:a16="http://schemas.microsoft.com/office/drawing/2014/main" id="{203CC2FD-C3B3-88FE-7916-971F09114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3136"/>
                <a:ext cx="3" cy="8"/>
              </a:xfrm>
              <a:custGeom>
                <a:avLst/>
                <a:gdLst>
                  <a:gd name="T0" fmla="*/ 0 w 24"/>
                  <a:gd name="T1" fmla="*/ 0 h 52"/>
                  <a:gd name="T2" fmla="*/ 0 w 24"/>
                  <a:gd name="T3" fmla="*/ 0 h 52"/>
                  <a:gd name="T4" fmla="*/ 0 w 24"/>
                  <a:gd name="T5" fmla="*/ 0 h 52"/>
                  <a:gd name="T6" fmla="*/ 0 w 24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52"/>
                  <a:gd name="T14" fmla="*/ 24 w 24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52">
                    <a:moveTo>
                      <a:pt x="24" y="52"/>
                    </a:moveTo>
                    <a:lnTo>
                      <a:pt x="5" y="0"/>
                    </a:lnTo>
                    <a:lnTo>
                      <a:pt x="0" y="1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6" name="Line 1099">
                <a:extLst>
                  <a:ext uri="{FF2B5EF4-FFF2-40B4-BE49-F238E27FC236}">
                    <a16:creationId xmlns:a16="http://schemas.microsoft.com/office/drawing/2014/main" id="{3D0A727D-0988-0F67-43DE-DF3E8FBE7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8" y="31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7" name="Freeform 1100">
                <a:extLst>
                  <a:ext uri="{FF2B5EF4-FFF2-40B4-BE49-F238E27FC236}">
                    <a16:creationId xmlns:a16="http://schemas.microsoft.com/office/drawing/2014/main" id="{72BAC1F9-74B9-C9AC-A060-E54E15C53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37"/>
                <a:ext cx="25" cy="22"/>
              </a:xfrm>
              <a:custGeom>
                <a:avLst/>
                <a:gdLst>
                  <a:gd name="T0" fmla="*/ 0 w 171"/>
                  <a:gd name="T1" fmla="*/ 0 h 160"/>
                  <a:gd name="T2" fmla="*/ 0 w 171"/>
                  <a:gd name="T3" fmla="*/ 0 h 160"/>
                  <a:gd name="T4" fmla="*/ 0 w 171"/>
                  <a:gd name="T5" fmla="*/ 0 h 160"/>
                  <a:gd name="T6" fmla="*/ 0 w 171"/>
                  <a:gd name="T7" fmla="*/ 0 h 160"/>
                  <a:gd name="T8" fmla="*/ 0 w 171"/>
                  <a:gd name="T9" fmla="*/ 0 h 160"/>
                  <a:gd name="T10" fmla="*/ 0 w 171"/>
                  <a:gd name="T11" fmla="*/ 0 h 160"/>
                  <a:gd name="T12" fmla="*/ 0 w 171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0"/>
                  <a:gd name="T23" fmla="*/ 171 w 171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0">
                    <a:moveTo>
                      <a:pt x="171" y="103"/>
                    </a:moveTo>
                    <a:lnTo>
                      <a:pt x="148" y="51"/>
                    </a:lnTo>
                    <a:lnTo>
                      <a:pt x="124" y="0"/>
                    </a:lnTo>
                    <a:lnTo>
                      <a:pt x="0" y="57"/>
                    </a:lnTo>
                    <a:lnTo>
                      <a:pt x="23" y="109"/>
                    </a:lnTo>
                    <a:lnTo>
                      <a:pt x="47" y="160"/>
                    </a:lnTo>
                    <a:lnTo>
                      <a:pt x="171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8" name="Freeform 1101">
                <a:extLst>
                  <a:ext uri="{FF2B5EF4-FFF2-40B4-BE49-F238E27FC236}">
                    <a16:creationId xmlns:a16="http://schemas.microsoft.com/office/drawing/2014/main" id="{2106FAB2-CA6C-32B6-6047-4A0B85942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37"/>
                <a:ext cx="25" cy="22"/>
              </a:xfrm>
              <a:custGeom>
                <a:avLst/>
                <a:gdLst>
                  <a:gd name="T0" fmla="*/ 0 w 171"/>
                  <a:gd name="T1" fmla="*/ 0 h 160"/>
                  <a:gd name="T2" fmla="*/ 0 w 171"/>
                  <a:gd name="T3" fmla="*/ 0 h 160"/>
                  <a:gd name="T4" fmla="*/ 0 w 171"/>
                  <a:gd name="T5" fmla="*/ 0 h 160"/>
                  <a:gd name="T6" fmla="*/ 0 w 171"/>
                  <a:gd name="T7" fmla="*/ 0 h 160"/>
                  <a:gd name="T8" fmla="*/ 0 w 171"/>
                  <a:gd name="T9" fmla="*/ 0 h 160"/>
                  <a:gd name="T10" fmla="*/ 0 w 171"/>
                  <a:gd name="T11" fmla="*/ 0 h 160"/>
                  <a:gd name="T12" fmla="*/ 0 w 171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0"/>
                  <a:gd name="T23" fmla="*/ 171 w 171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0">
                    <a:moveTo>
                      <a:pt x="171" y="103"/>
                    </a:moveTo>
                    <a:lnTo>
                      <a:pt x="148" y="51"/>
                    </a:lnTo>
                    <a:lnTo>
                      <a:pt x="124" y="0"/>
                    </a:lnTo>
                    <a:lnTo>
                      <a:pt x="0" y="57"/>
                    </a:lnTo>
                    <a:lnTo>
                      <a:pt x="23" y="109"/>
                    </a:lnTo>
                    <a:lnTo>
                      <a:pt x="47" y="160"/>
                    </a:lnTo>
                    <a:lnTo>
                      <a:pt x="171" y="1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9" name="Freeform 1102">
                <a:extLst>
                  <a:ext uri="{FF2B5EF4-FFF2-40B4-BE49-F238E27FC236}">
                    <a16:creationId xmlns:a16="http://schemas.microsoft.com/office/drawing/2014/main" id="{E85596A1-992A-1CAE-6204-98878836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45"/>
                <a:ext cx="4" cy="7"/>
              </a:xfrm>
              <a:custGeom>
                <a:avLst/>
                <a:gdLst>
                  <a:gd name="T0" fmla="*/ 0 w 28"/>
                  <a:gd name="T1" fmla="*/ 0 h 52"/>
                  <a:gd name="T2" fmla="*/ 0 w 28"/>
                  <a:gd name="T3" fmla="*/ 0 h 52"/>
                  <a:gd name="T4" fmla="*/ 0 w 28"/>
                  <a:gd name="T5" fmla="*/ 0 h 52"/>
                  <a:gd name="T6" fmla="*/ 0 w 2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2"/>
                  <a:gd name="T14" fmla="*/ 28 w 28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2">
                    <a:moveTo>
                      <a:pt x="28" y="5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28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0" name="Line 1103">
                <a:extLst>
                  <a:ext uri="{FF2B5EF4-FFF2-40B4-BE49-F238E27FC236}">
                    <a16:creationId xmlns:a16="http://schemas.microsoft.com/office/drawing/2014/main" id="{32D70CBB-CF62-39B0-BFEF-F739B5D86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0" y="31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1" name="Freeform 1104">
                <a:extLst>
                  <a:ext uri="{FF2B5EF4-FFF2-40B4-BE49-F238E27FC236}">
                    <a16:creationId xmlns:a16="http://schemas.microsoft.com/office/drawing/2014/main" id="{FB71DDC6-D9EA-89E4-B6EF-C2BC16760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45"/>
                <a:ext cx="26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76" y="99"/>
                    </a:moveTo>
                    <a:lnTo>
                      <a:pt x="148" y="50"/>
                    </a:lnTo>
                    <a:lnTo>
                      <a:pt x="120" y="0"/>
                    </a:lnTo>
                    <a:lnTo>
                      <a:pt x="0" y="67"/>
                    </a:ln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2" name="Freeform 1105">
                <a:extLst>
                  <a:ext uri="{FF2B5EF4-FFF2-40B4-BE49-F238E27FC236}">
                    <a16:creationId xmlns:a16="http://schemas.microsoft.com/office/drawing/2014/main" id="{D94E4192-D329-05A8-7957-0EF9C1F7F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45"/>
                <a:ext cx="26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76" y="99"/>
                    </a:moveTo>
                    <a:lnTo>
                      <a:pt x="148" y="50"/>
                    </a:lnTo>
                    <a:lnTo>
                      <a:pt x="120" y="0"/>
                    </a:lnTo>
                    <a:lnTo>
                      <a:pt x="0" y="67"/>
                    </a:ln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3" name="Freeform 1106">
                <a:extLst>
                  <a:ext uri="{FF2B5EF4-FFF2-40B4-BE49-F238E27FC236}">
                    <a16:creationId xmlns:a16="http://schemas.microsoft.com/office/drawing/2014/main" id="{3BC3C60D-63FB-A2B9-90CB-365D9FBEF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55"/>
                <a:ext cx="4" cy="7"/>
              </a:xfrm>
              <a:custGeom>
                <a:avLst/>
                <a:gdLst>
                  <a:gd name="T0" fmla="*/ 0 w 31"/>
                  <a:gd name="T1" fmla="*/ 0 h 50"/>
                  <a:gd name="T2" fmla="*/ 0 w 31"/>
                  <a:gd name="T3" fmla="*/ 0 h 50"/>
                  <a:gd name="T4" fmla="*/ 0 w 31"/>
                  <a:gd name="T5" fmla="*/ 0 h 50"/>
                  <a:gd name="T6" fmla="*/ 0 w 31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0"/>
                  <a:gd name="T14" fmla="*/ 31 w 31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0">
                    <a:moveTo>
                      <a:pt x="31" y="5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31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4" name="Line 1107">
                <a:extLst>
                  <a:ext uri="{FF2B5EF4-FFF2-40B4-BE49-F238E27FC236}">
                    <a16:creationId xmlns:a16="http://schemas.microsoft.com/office/drawing/2014/main" id="{D7D08AAF-16A6-464E-2945-90DE98926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2" y="315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5" name="Freeform 1108">
                <a:extLst>
                  <a:ext uri="{FF2B5EF4-FFF2-40B4-BE49-F238E27FC236}">
                    <a16:creationId xmlns:a16="http://schemas.microsoft.com/office/drawing/2014/main" id="{14A82CC1-F1EF-08A2-3836-353BA392B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77" y="94"/>
                    </a:moveTo>
                    <a:lnTo>
                      <a:pt x="145" y="47"/>
                    </a:lnTo>
                    <a:lnTo>
                      <a:pt x="114" y="0"/>
                    </a:lnTo>
                    <a:lnTo>
                      <a:pt x="0" y="76"/>
                    </a:lnTo>
                    <a:lnTo>
                      <a:pt x="32" y="123"/>
                    </a:lnTo>
                    <a:lnTo>
                      <a:pt x="63" y="170"/>
                    </a:lnTo>
                    <a:lnTo>
                      <a:pt x="177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6" name="Freeform 1109">
                <a:extLst>
                  <a:ext uri="{FF2B5EF4-FFF2-40B4-BE49-F238E27FC236}">
                    <a16:creationId xmlns:a16="http://schemas.microsoft.com/office/drawing/2014/main" id="{64C50FC9-0488-0DAE-47CA-4A751A932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77" y="94"/>
                    </a:moveTo>
                    <a:lnTo>
                      <a:pt x="145" y="47"/>
                    </a:lnTo>
                    <a:lnTo>
                      <a:pt x="114" y="0"/>
                    </a:lnTo>
                    <a:lnTo>
                      <a:pt x="0" y="76"/>
                    </a:lnTo>
                    <a:lnTo>
                      <a:pt x="32" y="123"/>
                    </a:lnTo>
                    <a:lnTo>
                      <a:pt x="63" y="170"/>
                    </a:lnTo>
                    <a:lnTo>
                      <a:pt x="177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7" name="Freeform 1110">
                <a:extLst>
                  <a:ext uri="{FF2B5EF4-FFF2-40B4-BE49-F238E27FC236}">
                    <a16:creationId xmlns:a16="http://schemas.microsoft.com/office/drawing/2014/main" id="{DBB165A2-FB9B-FFD3-3A88-D3BABC69B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3166"/>
                <a:ext cx="5" cy="7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47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3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8" name="Line 1111">
                <a:extLst>
                  <a:ext uri="{FF2B5EF4-FFF2-40B4-BE49-F238E27FC236}">
                    <a16:creationId xmlns:a16="http://schemas.microsoft.com/office/drawing/2014/main" id="{6596E045-E687-77C9-687F-087C3E653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5" y="31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9" name="Freeform 1112">
                <a:extLst>
                  <a:ext uri="{FF2B5EF4-FFF2-40B4-BE49-F238E27FC236}">
                    <a16:creationId xmlns:a16="http://schemas.microsoft.com/office/drawing/2014/main" id="{9B6BA325-1066-2699-5E95-C14294858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166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178" y="90"/>
                    </a:moveTo>
                    <a:lnTo>
                      <a:pt x="143" y="45"/>
                    </a:lnTo>
                    <a:lnTo>
                      <a:pt x="108" y="0"/>
                    </a:lnTo>
                    <a:lnTo>
                      <a:pt x="0" y="86"/>
                    </a:lnTo>
                    <a:lnTo>
                      <a:pt x="35" y="130"/>
                    </a:lnTo>
                    <a:lnTo>
                      <a:pt x="70" y="175"/>
                    </a:lnTo>
                    <a:lnTo>
                      <a:pt x="178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0" name="Freeform 1113">
                <a:extLst>
                  <a:ext uri="{FF2B5EF4-FFF2-40B4-BE49-F238E27FC236}">
                    <a16:creationId xmlns:a16="http://schemas.microsoft.com/office/drawing/2014/main" id="{AA265E8D-B418-08BC-A303-0D271A538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166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178" y="90"/>
                    </a:moveTo>
                    <a:lnTo>
                      <a:pt x="143" y="45"/>
                    </a:lnTo>
                    <a:lnTo>
                      <a:pt x="108" y="0"/>
                    </a:lnTo>
                    <a:lnTo>
                      <a:pt x="0" y="86"/>
                    </a:lnTo>
                    <a:lnTo>
                      <a:pt x="35" y="130"/>
                    </a:lnTo>
                    <a:lnTo>
                      <a:pt x="70" y="175"/>
                    </a:lnTo>
                    <a:lnTo>
                      <a:pt x="178" y="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1" name="Freeform 1114">
                <a:extLst>
                  <a:ext uri="{FF2B5EF4-FFF2-40B4-BE49-F238E27FC236}">
                    <a16:creationId xmlns:a16="http://schemas.microsoft.com/office/drawing/2014/main" id="{9F8709AC-1519-B661-9895-A46F0D546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178"/>
                <a:ext cx="6" cy="7"/>
              </a:xfrm>
              <a:custGeom>
                <a:avLst/>
                <a:gdLst>
                  <a:gd name="T0" fmla="*/ 0 w 38"/>
                  <a:gd name="T1" fmla="*/ 0 h 44"/>
                  <a:gd name="T2" fmla="*/ 0 w 38"/>
                  <a:gd name="T3" fmla="*/ 0 h 44"/>
                  <a:gd name="T4" fmla="*/ 0 w 38"/>
                  <a:gd name="T5" fmla="*/ 0 h 44"/>
                  <a:gd name="T6" fmla="*/ 0 w 38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4"/>
                  <a:gd name="T14" fmla="*/ 38 w 38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4">
                    <a:moveTo>
                      <a:pt x="38" y="44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38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2" name="Line 1115">
                <a:extLst>
                  <a:ext uri="{FF2B5EF4-FFF2-40B4-BE49-F238E27FC236}">
                    <a16:creationId xmlns:a16="http://schemas.microsoft.com/office/drawing/2014/main" id="{F83A398A-D2F8-9E83-C558-5725F06A4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49" y="317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3" name="Freeform 1116">
                <a:extLst>
                  <a:ext uri="{FF2B5EF4-FFF2-40B4-BE49-F238E27FC236}">
                    <a16:creationId xmlns:a16="http://schemas.microsoft.com/office/drawing/2014/main" id="{FCCA7620-E9FF-E9AF-4710-3B94F90F6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79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177" y="83"/>
                    </a:moveTo>
                    <a:lnTo>
                      <a:pt x="139" y="41"/>
                    </a:lnTo>
                    <a:lnTo>
                      <a:pt x="101" y="0"/>
                    </a:lnTo>
                    <a:lnTo>
                      <a:pt x="0" y="93"/>
                    </a:lnTo>
                    <a:lnTo>
                      <a:pt x="38" y="135"/>
                    </a:lnTo>
                    <a:lnTo>
                      <a:pt x="76" y="176"/>
                    </a:lnTo>
                    <a:lnTo>
                      <a:pt x="177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4" name="Freeform 1117">
                <a:extLst>
                  <a:ext uri="{FF2B5EF4-FFF2-40B4-BE49-F238E27FC236}">
                    <a16:creationId xmlns:a16="http://schemas.microsoft.com/office/drawing/2014/main" id="{7BC70455-BE90-DEB9-F59E-3A4EF1D21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79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177" y="83"/>
                    </a:moveTo>
                    <a:lnTo>
                      <a:pt x="139" y="41"/>
                    </a:lnTo>
                    <a:lnTo>
                      <a:pt x="101" y="0"/>
                    </a:lnTo>
                    <a:lnTo>
                      <a:pt x="0" y="93"/>
                    </a:lnTo>
                    <a:lnTo>
                      <a:pt x="38" y="135"/>
                    </a:lnTo>
                    <a:lnTo>
                      <a:pt x="76" y="176"/>
                    </a:lnTo>
                    <a:lnTo>
                      <a:pt x="177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5" name="Freeform 1118">
                <a:extLst>
                  <a:ext uri="{FF2B5EF4-FFF2-40B4-BE49-F238E27FC236}">
                    <a16:creationId xmlns:a16="http://schemas.microsoft.com/office/drawing/2014/main" id="{BEBBDDBF-5C75-AD69-5543-B06554217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92"/>
                <a:ext cx="5" cy="6"/>
              </a:xfrm>
              <a:custGeom>
                <a:avLst/>
                <a:gdLst>
                  <a:gd name="T0" fmla="*/ 0 w 41"/>
                  <a:gd name="T1" fmla="*/ 0 h 42"/>
                  <a:gd name="T2" fmla="*/ 0 w 41"/>
                  <a:gd name="T3" fmla="*/ 0 h 42"/>
                  <a:gd name="T4" fmla="*/ 0 w 41"/>
                  <a:gd name="T5" fmla="*/ 0 h 42"/>
                  <a:gd name="T6" fmla="*/ 0 w 41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2"/>
                  <a:gd name="T14" fmla="*/ 41 w 41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2">
                    <a:moveTo>
                      <a:pt x="41" y="42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41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6" name="Line 1119">
                <a:extLst>
                  <a:ext uri="{FF2B5EF4-FFF2-40B4-BE49-F238E27FC236}">
                    <a16:creationId xmlns:a16="http://schemas.microsoft.com/office/drawing/2014/main" id="{5053FF55-B134-28F3-055D-89B20DE9D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5" y="319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7" name="Freeform 1120">
                <a:extLst>
                  <a:ext uri="{FF2B5EF4-FFF2-40B4-BE49-F238E27FC236}">
                    <a16:creationId xmlns:a16="http://schemas.microsoft.com/office/drawing/2014/main" id="{D7F00B22-9E49-E250-8B92-25FADA3AB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193"/>
                <a:ext cx="25" cy="25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177" y="77"/>
                    </a:moveTo>
                    <a:lnTo>
                      <a:pt x="135" y="39"/>
                    </a:lnTo>
                    <a:lnTo>
                      <a:pt x="94" y="0"/>
                    </a:lnTo>
                    <a:lnTo>
                      <a:pt x="0" y="101"/>
                    </a:lnTo>
                    <a:lnTo>
                      <a:pt x="42" y="140"/>
                    </a:lnTo>
                    <a:lnTo>
                      <a:pt x="84" y="178"/>
                    </a:lnTo>
                    <a:lnTo>
                      <a:pt x="177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8" name="Freeform 1121">
                <a:extLst>
                  <a:ext uri="{FF2B5EF4-FFF2-40B4-BE49-F238E27FC236}">
                    <a16:creationId xmlns:a16="http://schemas.microsoft.com/office/drawing/2014/main" id="{41B53DE9-25C6-F190-11EF-0D051E722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193"/>
                <a:ext cx="25" cy="25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177" y="77"/>
                    </a:moveTo>
                    <a:lnTo>
                      <a:pt x="135" y="39"/>
                    </a:lnTo>
                    <a:lnTo>
                      <a:pt x="94" y="0"/>
                    </a:lnTo>
                    <a:lnTo>
                      <a:pt x="0" y="101"/>
                    </a:lnTo>
                    <a:lnTo>
                      <a:pt x="42" y="140"/>
                    </a:lnTo>
                    <a:lnTo>
                      <a:pt x="84" y="178"/>
                    </a:lnTo>
                    <a:lnTo>
                      <a:pt x="177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9" name="Freeform 1122">
                <a:extLst>
                  <a:ext uri="{FF2B5EF4-FFF2-40B4-BE49-F238E27FC236}">
                    <a16:creationId xmlns:a16="http://schemas.microsoft.com/office/drawing/2014/main" id="{621810D9-CF28-57CA-8658-C444623DC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07"/>
                <a:ext cx="6" cy="6"/>
              </a:xfrm>
              <a:custGeom>
                <a:avLst/>
                <a:gdLst>
                  <a:gd name="T0" fmla="*/ 0 w 45"/>
                  <a:gd name="T1" fmla="*/ 0 h 39"/>
                  <a:gd name="T2" fmla="*/ 0 w 45"/>
                  <a:gd name="T3" fmla="*/ 0 h 39"/>
                  <a:gd name="T4" fmla="*/ 0 w 45"/>
                  <a:gd name="T5" fmla="*/ 0 h 39"/>
                  <a:gd name="T6" fmla="*/ 0 w 45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9"/>
                  <a:gd name="T14" fmla="*/ 45 w 45"/>
                  <a:gd name="T15" fmla="*/ 39 h 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9">
                    <a:moveTo>
                      <a:pt x="45" y="39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45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0" name="Line 1123">
                <a:extLst>
                  <a:ext uri="{FF2B5EF4-FFF2-40B4-BE49-F238E27FC236}">
                    <a16:creationId xmlns:a16="http://schemas.microsoft.com/office/drawing/2014/main" id="{11DC50BB-9214-5130-D2DD-C5B32ABC7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1" y="320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1" name="Freeform 1124">
                <a:extLst>
                  <a:ext uri="{FF2B5EF4-FFF2-40B4-BE49-F238E27FC236}">
                    <a16:creationId xmlns:a16="http://schemas.microsoft.com/office/drawing/2014/main" id="{17DA2A64-F979-9733-C6F1-DA5D82E9B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175" y="69"/>
                    </a:moveTo>
                    <a:lnTo>
                      <a:pt x="130" y="35"/>
                    </a:lnTo>
                    <a:lnTo>
                      <a:pt x="85" y="0"/>
                    </a:lnTo>
                    <a:lnTo>
                      <a:pt x="0" y="107"/>
                    </a:lnTo>
                    <a:lnTo>
                      <a:pt x="45" y="142"/>
                    </a:lnTo>
                    <a:lnTo>
                      <a:pt x="90" y="177"/>
                    </a:lnTo>
                    <a:lnTo>
                      <a:pt x="175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2" name="Freeform 1125">
                <a:extLst>
                  <a:ext uri="{FF2B5EF4-FFF2-40B4-BE49-F238E27FC236}">
                    <a16:creationId xmlns:a16="http://schemas.microsoft.com/office/drawing/2014/main" id="{427573D6-5192-2619-E493-B0760A0B7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175" y="69"/>
                    </a:moveTo>
                    <a:lnTo>
                      <a:pt x="130" y="35"/>
                    </a:lnTo>
                    <a:lnTo>
                      <a:pt x="85" y="0"/>
                    </a:lnTo>
                    <a:lnTo>
                      <a:pt x="0" y="107"/>
                    </a:lnTo>
                    <a:lnTo>
                      <a:pt x="45" y="142"/>
                    </a:lnTo>
                    <a:lnTo>
                      <a:pt x="90" y="177"/>
                    </a:lnTo>
                    <a:lnTo>
                      <a:pt x="175" y="6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3" name="Freeform 1126">
                <a:extLst>
                  <a:ext uri="{FF2B5EF4-FFF2-40B4-BE49-F238E27FC236}">
                    <a16:creationId xmlns:a16="http://schemas.microsoft.com/office/drawing/2014/main" id="{6CD00BEC-D224-59E9-6A71-A091D5647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3223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35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7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4" name="Line 1127">
                <a:extLst>
                  <a:ext uri="{FF2B5EF4-FFF2-40B4-BE49-F238E27FC236}">
                    <a16:creationId xmlns:a16="http://schemas.microsoft.com/office/drawing/2014/main" id="{F0EB12CF-3139-4BC6-5F09-8C5C54E18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8" y="322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5" name="Freeform 1128">
                <a:extLst>
                  <a:ext uri="{FF2B5EF4-FFF2-40B4-BE49-F238E27FC236}">
                    <a16:creationId xmlns:a16="http://schemas.microsoft.com/office/drawing/2014/main" id="{F78FC2B0-F0D7-CEFE-19D2-49A9C6E0D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23"/>
                <a:ext cx="25" cy="26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171" y="63"/>
                    </a:moveTo>
                    <a:lnTo>
                      <a:pt x="124" y="31"/>
                    </a:lnTo>
                    <a:lnTo>
                      <a:pt x="77" y="0"/>
                    </a:lnTo>
                    <a:lnTo>
                      <a:pt x="0" y="113"/>
                    </a:lnTo>
                    <a:lnTo>
                      <a:pt x="47" y="145"/>
                    </a:lnTo>
                    <a:lnTo>
                      <a:pt x="95" y="176"/>
                    </a:lnTo>
                    <a:lnTo>
                      <a:pt x="171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6" name="Freeform 1129">
                <a:extLst>
                  <a:ext uri="{FF2B5EF4-FFF2-40B4-BE49-F238E27FC236}">
                    <a16:creationId xmlns:a16="http://schemas.microsoft.com/office/drawing/2014/main" id="{B7A1BD5A-A7F8-2A1E-6B4D-1E84584BC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23"/>
                <a:ext cx="25" cy="26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171" y="63"/>
                    </a:moveTo>
                    <a:lnTo>
                      <a:pt x="124" y="31"/>
                    </a:lnTo>
                    <a:lnTo>
                      <a:pt x="77" y="0"/>
                    </a:lnTo>
                    <a:lnTo>
                      <a:pt x="0" y="113"/>
                    </a:lnTo>
                    <a:lnTo>
                      <a:pt x="47" y="145"/>
                    </a:lnTo>
                    <a:lnTo>
                      <a:pt x="95" y="176"/>
                    </a:lnTo>
                    <a:lnTo>
                      <a:pt x="171" y="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7" name="Freeform 1130">
                <a:extLst>
                  <a:ext uri="{FF2B5EF4-FFF2-40B4-BE49-F238E27FC236}">
                    <a16:creationId xmlns:a16="http://schemas.microsoft.com/office/drawing/2014/main" id="{AD4D9C0F-7417-BE06-0BA3-4B6299B23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40"/>
                <a:ext cx="7" cy="4"/>
              </a:xfrm>
              <a:custGeom>
                <a:avLst/>
                <a:gdLst>
                  <a:gd name="T0" fmla="*/ 0 w 49"/>
                  <a:gd name="T1" fmla="*/ 0 h 32"/>
                  <a:gd name="T2" fmla="*/ 0 w 49"/>
                  <a:gd name="T3" fmla="*/ 0 h 32"/>
                  <a:gd name="T4" fmla="*/ 0 w 49"/>
                  <a:gd name="T5" fmla="*/ 0 h 32"/>
                  <a:gd name="T6" fmla="*/ 0 w 4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2"/>
                  <a:gd name="T14" fmla="*/ 49 w 49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2">
                    <a:moveTo>
                      <a:pt x="49" y="32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9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8" name="Line 1131">
                <a:extLst>
                  <a:ext uri="{FF2B5EF4-FFF2-40B4-BE49-F238E27FC236}">
                    <a16:creationId xmlns:a16="http://schemas.microsoft.com/office/drawing/2014/main" id="{FBD8DC3F-5B43-7263-5B50-AC4A486A7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7" y="32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9" name="Freeform 1132">
                <a:extLst>
                  <a:ext uri="{FF2B5EF4-FFF2-40B4-BE49-F238E27FC236}">
                    <a16:creationId xmlns:a16="http://schemas.microsoft.com/office/drawing/2014/main" id="{EE6D1AA1-02E8-D2AE-4A8A-47F406B3B6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40"/>
                <a:ext cx="24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166" y="56"/>
                    </a:moveTo>
                    <a:lnTo>
                      <a:pt x="116" y="28"/>
                    </a:lnTo>
                    <a:lnTo>
                      <a:pt x="67" y="0"/>
                    </a:lnTo>
                    <a:lnTo>
                      <a:pt x="0" y="120"/>
                    </a:lnTo>
                    <a:lnTo>
                      <a:pt x="49" y="148"/>
                    </a:lnTo>
                    <a:lnTo>
                      <a:pt x="98" y="176"/>
                    </a:lnTo>
                    <a:lnTo>
                      <a:pt x="16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0" name="Freeform 1133">
                <a:extLst>
                  <a:ext uri="{FF2B5EF4-FFF2-40B4-BE49-F238E27FC236}">
                    <a16:creationId xmlns:a16="http://schemas.microsoft.com/office/drawing/2014/main" id="{3F9F92D2-74BC-A71D-5C39-A88F29702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40"/>
                <a:ext cx="24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166" y="56"/>
                    </a:moveTo>
                    <a:lnTo>
                      <a:pt x="116" y="28"/>
                    </a:lnTo>
                    <a:lnTo>
                      <a:pt x="67" y="0"/>
                    </a:lnTo>
                    <a:lnTo>
                      <a:pt x="0" y="120"/>
                    </a:lnTo>
                    <a:lnTo>
                      <a:pt x="49" y="148"/>
                    </a:lnTo>
                    <a:lnTo>
                      <a:pt x="98" y="176"/>
                    </a:lnTo>
                    <a:lnTo>
                      <a:pt x="166" y="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1" name="Freeform 1134">
                <a:extLst>
                  <a:ext uri="{FF2B5EF4-FFF2-40B4-BE49-F238E27FC236}">
                    <a16:creationId xmlns:a16="http://schemas.microsoft.com/office/drawing/2014/main" id="{32213252-D22A-E6AE-6428-133EEB5C5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57"/>
                <a:ext cx="7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52" y="28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52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2" name="Line 1135">
                <a:extLst>
                  <a:ext uri="{FF2B5EF4-FFF2-40B4-BE49-F238E27FC236}">
                    <a16:creationId xmlns:a16="http://schemas.microsoft.com/office/drawing/2014/main" id="{32FA3A7B-1EED-41CD-A7AE-B2DA6C9EE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7" y="32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3" name="Freeform 1136">
                <a:extLst>
                  <a:ext uri="{FF2B5EF4-FFF2-40B4-BE49-F238E27FC236}">
                    <a16:creationId xmlns:a16="http://schemas.microsoft.com/office/drawing/2014/main" id="{B0C41711-12E4-42CD-9965-080DB2E83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58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61" y="47"/>
                    </a:moveTo>
                    <a:lnTo>
                      <a:pt x="109" y="24"/>
                    </a:lnTo>
                    <a:lnTo>
                      <a:pt x="57" y="0"/>
                    </a:lnTo>
                    <a:lnTo>
                      <a:pt x="0" y="125"/>
                    </a:lnTo>
                    <a:lnTo>
                      <a:pt x="52" y="148"/>
                    </a:lnTo>
                    <a:lnTo>
                      <a:pt x="103" y="172"/>
                    </a:lnTo>
                    <a:lnTo>
                      <a:pt x="161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4" name="Freeform 1137">
                <a:extLst>
                  <a:ext uri="{FF2B5EF4-FFF2-40B4-BE49-F238E27FC236}">
                    <a16:creationId xmlns:a16="http://schemas.microsoft.com/office/drawing/2014/main" id="{11F85724-9A65-78F9-263A-7C98EABA9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58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61" y="47"/>
                    </a:moveTo>
                    <a:lnTo>
                      <a:pt x="109" y="24"/>
                    </a:lnTo>
                    <a:lnTo>
                      <a:pt x="57" y="0"/>
                    </a:lnTo>
                    <a:lnTo>
                      <a:pt x="0" y="125"/>
                    </a:lnTo>
                    <a:lnTo>
                      <a:pt x="52" y="148"/>
                    </a:lnTo>
                    <a:lnTo>
                      <a:pt x="103" y="172"/>
                    </a:lnTo>
                    <a:lnTo>
                      <a:pt x="161" y="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5" name="Freeform 1138">
                <a:extLst>
                  <a:ext uri="{FF2B5EF4-FFF2-40B4-BE49-F238E27FC236}">
                    <a16:creationId xmlns:a16="http://schemas.microsoft.com/office/drawing/2014/main" id="{D63568D4-DE08-5131-13B9-BCC8E99A7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76"/>
                <a:ext cx="7" cy="3"/>
              </a:xfrm>
              <a:custGeom>
                <a:avLst/>
                <a:gdLst>
                  <a:gd name="T0" fmla="*/ 0 w 53"/>
                  <a:gd name="T1" fmla="*/ 0 h 23"/>
                  <a:gd name="T2" fmla="*/ 0 w 53"/>
                  <a:gd name="T3" fmla="*/ 0 h 23"/>
                  <a:gd name="T4" fmla="*/ 0 w 53"/>
                  <a:gd name="T5" fmla="*/ 0 h 23"/>
                  <a:gd name="T6" fmla="*/ 0 w 53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3"/>
                  <a:gd name="T14" fmla="*/ 53 w 53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3">
                    <a:moveTo>
                      <a:pt x="53" y="23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3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6" name="Line 1139">
                <a:extLst>
                  <a:ext uri="{FF2B5EF4-FFF2-40B4-BE49-F238E27FC236}">
                    <a16:creationId xmlns:a16="http://schemas.microsoft.com/office/drawing/2014/main" id="{D2720249-4A3B-B568-2B49-671F13368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9" y="32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7" name="Freeform 1140">
                <a:extLst>
                  <a:ext uri="{FF2B5EF4-FFF2-40B4-BE49-F238E27FC236}">
                    <a16:creationId xmlns:a16="http://schemas.microsoft.com/office/drawing/2014/main" id="{665BDC48-1F89-CC3D-36A9-285D3348D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53" y="38"/>
                    </a:moveTo>
                    <a:lnTo>
                      <a:pt x="100" y="19"/>
                    </a:lnTo>
                    <a:lnTo>
                      <a:pt x="47" y="0"/>
                    </a:lnTo>
                    <a:lnTo>
                      <a:pt x="0" y="129"/>
                    </a:lnTo>
                    <a:lnTo>
                      <a:pt x="53" y="148"/>
                    </a:lnTo>
                    <a:lnTo>
                      <a:pt x="105" y="167"/>
                    </a:lnTo>
                    <a:lnTo>
                      <a:pt x="153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8" name="Freeform 1141">
                <a:extLst>
                  <a:ext uri="{FF2B5EF4-FFF2-40B4-BE49-F238E27FC236}">
                    <a16:creationId xmlns:a16="http://schemas.microsoft.com/office/drawing/2014/main" id="{4967899E-03B5-CE78-C5A5-B886709DC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53" y="38"/>
                    </a:moveTo>
                    <a:lnTo>
                      <a:pt x="100" y="19"/>
                    </a:lnTo>
                    <a:lnTo>
                      <a:pt x="47" y="0"/>
                    </a:lnTo>
                    <a:lnTo>
                      <a:pt x="0" y="129"/>
                    </a:lnTo>
                    <a:lnTo>
                      <a:pt x="53" y="148"/>
                    </a:lnTo>
                    <a:lnTo>
                      <a:pt x="105" y="167"/>
                    </a:lnTo>
                    <a:lnTo>
                      <a:pt x="153" y="3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9" name="Freeform 1142">
                <a:extLst>
                  <a:ext uri="{FF2B5EF4-FFF2-40B4-BE49-F238E27FC236}">
                    <a16:creationId xmlns:a16="http://schemas.microsoft.com/office/drawing/2014/main" id="{1EBB5D1F-ABEF-8B9E-153F-6BD3E4291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95"/>
                <a:ext cx="8" cy="2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55" y="19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5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0" name="Line 1143">
                <a:extLst>
                  <a:ext uri="{FF2B5EF4-FFF2-40B4-BE49-F238E27FC236}">
                    <a16:creationId xmlns:a16="http://schemas.microsoft.com/office/drawing/2014/main" id="{5CACA2C4-28E1-12EF-9262-2A28653EB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2" y="32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1" name="Freeform 1144">
                <a:extLst>
                  <a:ext uri="{FF2B5EF4-FFF2-40B4-BE49-F238E27FC236}">
                    <a16:creationId xmlns:a16="http://schemas.microsoft.com/office/drawing/2014/main" id="{CC3923DD-46DF-58B6-0220-65E37DAB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147" y="31"/>
                    </a:moveTo>
                    <a:lnTo>
                      <a:pt x="92" y="15"/>
                    </a:lnTo>
                    <a:lnTo>
                      <a:pt x="37" y="0"/>
                    </a:lnTo>
                    <a:lnTo>
                      <a:pt x="0" y="132"/>
                    </a:lnTo>
                    <a:lnTo>
                      <a:pt x="55" y="148"/>
                    </a:lnTo>
                    <a:lnTo>
                      <a:pt x="110" y="163"/>
                    </a:lnTo>
                    <a:lnTo>
                      <a:pt x="147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2" name="Freeform 1145">
                <a:extLst>
                  <a:ext uri="{FF2B5EF4-FFF2-40B4-BE49-F238E27FC236}">
                    <a16:creationId xmlns:a16="http://schemas.microsoft.com/office/drawing/2014/main" id="{8A26F1CC-68C8-163A-DC99-4AA7C67F5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147" y="31"/>
                    </a:moveTo>
                    <a:lnTo>
                      <a:pt x="92" y="15"/>
                    </a:lnTo>
                    <a:lnTo>
                      <a:pt x="37" y="0"/>
                    </a:lnTo>
                    <a:lnTo>
                      <a:pt x="0" y="132"/>
                    </a:lnTo>
                    <a:lnTo>
                      <a:pt x="55" y="148"/>
                    </a:lnTo>
                    <a:lnTo>
                      <a:pt x="110" y="163"/>
                    </a:lnTo>
                    <a:lnTo>
                      <a:pt x="147" y="3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3" name="Freeform 1146">
                <a:extLst>
                  <a:ext uri="{FF2B5EF4-FFF2-40B4-BE49-F238E27FC236}">
                    <a16:creationId xmlns:a16="http://schemas.microsoft.com/office/drawing/2014/main" id="{A34AC301-AE4F-F3F7-DF03-E08CADA38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314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56" y="1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6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4" name="Line 1147">
                <a:extLst>
                  <a:ext uri="{FF2B5EF4-FFF2-40B4-BE49-F238E27FC236}">
                    <a16:creationId xmlns:a16="http://schemas.microsoft.com/office/drawing/2014/main" id="{5D4935E5-A0EA-C668-B8E4-7D469EA3B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6" y="33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5" name="Freeform 1148">
                <a:extLst>
                  <a:ext uri="{FF2B5EF4-FFF2-40B4-BE49-F238E27FC236}">
                    <a16:creationId xmlns:a16="http://schemas.microsoft.com/office/drawing/2014/main" id="{F336CD1B-A9ED-A286-4DCE-12AAF9AFF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15"/>
                <a:ext cx="20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139" y="23"/>
                    </a:moveTo>
                    <a:lnTo>
                      <a:pt x="83" y="12"/>
                    </a:lnTo>
                    <a:lnTo>
                      <a:pt x="27" y="0"/>
                    </a:lnTo>
                    <a:lnTo>
                      <a:pt x="0" y="135"/>
                    </a:lnTo>
                    <a:lnTo>
                      <a:pt x="56" y="146"/>
                    </a:lnTo>
                    <a:lnTo>
                      <a:pt x="112" y="158"/>
                    </a:lnTo>
                    <a:lnTo>
                      <a:pt x="139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6" name="Freeform 1149">
                <a:extLst>
                  <a:ext uri="{FF2B5EF4-FFF2-40B4-BE49-F238E27FC236}">
                    <a16:creationId xmlns:a16="http://schemas.microsoft.com/office/drawing/2014/main" id="{A1816BD0-55F2-40C5-0F57-71583DD9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15"/>
                <a:ext cx="20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139" y="23"/>
                    </a:moveTo>
                    <a:lnTo>
                      <a:pt x="83" y="12"/>
                    </a:lnTo>
                    <a:lnTo>
                      <a:pt x="27" y="0"/>
                    </a:lnTo>
                    <a:lnTo>
                      <a:pt x="0" y="135"/>
                    </a:lnTo>
                    <a:lnTo>
                      <a:pt x="56" y="146"/>
                    </a:lnTo>
                    <a:lnTo>
                      <a:pt x="112" y="158"/>
                    </a:lnTo>
                    <a:lnTo>
                      <a:pt x="139" y="2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7" name="Freeform 1150">
                <a:extLst>
                  <a:ext uri="{FF2B5EF4-FFF2-40B4-BE49-F238E27FC236}">
                    <a16:creationId xmlns:a16="http://schemas.microsoft.com/office/drawing/2014/main" id="{DE4FEF67-C788-4A45-B6A7-FB7DF7A89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34"/>
                <a:ext cx="8" cy="2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56" y="11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56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8" name="Line 1151">
                <a:extLst>
                  <a:ext uri="{FF2B5EF4-FFF2-40B4-BE49-F238E27FC236}">
                    <a16:creationId xmlns:a16="http://schemas.microsoft.com/office/drawing/2014/main" id="{9C8A3F9C-7BF1-2DD4-C969-57FBA9C0B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2" y="333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9" name="Freeform 1152">
                <a:extLst>
                  <a:ext uri="{FF2B5EF4-FFF2-40B4-BE49-F238E27FC236}">
                    <a16:creationId xmlns:a16="http://schemas.microsoft.com/office/drawing/2014/main" id="{8FF9A20D-D6B6-5718-FD83-7BFC530D5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35"/>
                <a:ext cx="18" cy="21"/>
              </a:xfrm>
              <a:custGeom>
                <a:avLst/>
                <a:gdLst>
                  <a:gd name="T0" fmla="*/ 0 w 128"/>
                  <a:gd name="T1" fmla="*/ 0 h 149"/>
                  <a:gd name="T2" fmla="*/ 0 w 128"/>
                  <a:gd name="T3" fmla="*/ 0 h 149"/>
                  <a:gd name="T4" fmla="*/ 0 w 128"/>
                  <a:gd name="T5" fmla="*/ 0 h 149"/>
                  <a:gd name="T6" fmla="*/ 0 w 128"/>
                  <a:gd name="T7" fmla="*/ 0 h 149"/>
                  <a:gd name="T8" fmla="*/ 0 w 128"/>
                  <a:gd name="T9" fmla="*/ 0 h 149"/>
                  <a:gd name="T10" fmla="*/ 0 w 128"/>
                  <a:gd name="T11" fmla="*/ 0 h 149"/>
                  <a:gd name="T12" fmla="*/ 0 w 12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49"/>
                  <a:gd name="T23" fmla="*/ 128 w 12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49">
                    <a:moveTo>
                      <a:pt x="128" y="13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35"/>
                    </a:lnTo>
                    <a:lnTo>
                      <a:pt x="56" y="142"/>
                    </a:lnTo>
                    <a:lnTo>
                      <a:pt x="112" y="149"/>
                    </a:lnTo>
                    <a:lnTo>
                      <a:pt x="128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0" name="Freeform 1153">
                <a:extLst>
                  <a:ext uri="{FF2B5EF4-FFF2-40B4-BE49-F238E27FC236}">
                    <a16:creationId xmlns:a16="http://schemas.microsoft.com/office/drawing/2014/main" id="{13A108E2-9D9B-392D-A27F-5C357769E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35"/>
                <a:ext cx="18" cy="21"/>
              </a:xfrm>
              <a:custGeom>
                <a:avLst/>
                <a:gdLst>
                  <a:gd name="T0" fmla="*/ 0 w 128"/>
                  <a:gd name="T1" fmla="*/ 0 h 149"/>
                  <a:gd name="T2" fmla="*/ 0 w 128"/>
                  <a:gd name="T3" fmla="*/ 0 h 149"/>
                  <a:gd name="T4" fmla="*/ 0 w 128"/>
                  <a:gd name="T5" fmla="*/ 0 h 149"/>
                  <a:gd name="T6" fmla="*/ 0 w 128"/>
                  <a:gd name="T7" fmla="*/ 0 h 149"/>
                  <a:gd name="T8" fmla="*/ 0 w 128"/>
                  <a:gd name="T9" fmla="*/ 0 h 149"/>
                  <a:gd name="T10" fmla="*/ 0 w 128"/>
                  <a:gd name="T11" fmla="*/ 0 h 149"/>
                  <a:gd name="T12" fmla="*/ 0 w 12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49"/>
                  <a:gd name="T23" fmla="*/ 128 w 12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49">
                    <a:moveTo>
                      <a:pt x="128" y="13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35"/>
                    </a:lnTo>
                    <a:lnTo>
                      <a:pt x="56" y="142"/>
                    </a:lnTo>
                    <a:lnTo>
                      <a:pt x="112" y="149"/>
                    </a:lnTo>
                    <a:lnTo>
                      <a:pt x="128" y="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1" name="Freeform 1154">
                <a:extLst>
                  <a:ext uri="{FF2B5EF4-FFF2-40B4-BE49-F238E27FC236}">
                    <a16:creationId xmlns:a16="http://schemas.microsoft.com/office/drawing/2014/main" id="{524AA8E2-43D8-FAB1-BAA4-B3B14B8E3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5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56" y="7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5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2" name="Line 1155">
                <a:extLst>
                  <a:ext uri="{FF2B5EF4-FFF2-40B4-BE49-F238E27FC236}">
                    <a16:creationId xmlns:a16="http://schemas.microsoft.com/office/drawing/2014/main" id="{C7EB0AAD-61F6-DABE-884F-C20EAB1FA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0" y="33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3" name="Freeform 1156">
                <a:extLst>
                  <a:ext uri="{FF2B5EF4-FFF2-40B4-BE49-F238E27FC236}">
                    <a16:creationId xmlns:a16="http://schemas.microsoft.com/office/drawing/2014/main" id="{87555841-2ADF-D30C-4075-296C3F09F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55"/>
                <a:ext cx="17" cy="20"/>
              </a:xfrm>
              <a:custGeom>
                <a:avLst/>
                <a:gdLst>
                  <a:gd name="T0" fmla="*/ 0 w 118"/>
                  <a:gd name="T1" fmla="*/ 0 h 142"/>
                  <a:gd name="T2" fmla="*/ 0 w 118"/>
                  <a:gd name="T3" fmla="*/ 0 h 142"/>
                  <a:gd name="T4" fmla="*/ 0 w 118"/>
                  <a:gd name="T5" fmla="*/ 0 h 142"/>
                  <a:gd name="T6" fmla="*/ 0 w 118"/>
                  <a:gd name="T7" fmla="*/ 0 h 142"/>
                  <a:gd name="T8" fmla="*/ 0 w 118"/>
                  <a:gd name="T9" fmla="*/ 0 h 142"/>
                  <a:gd name="T10" fmla="*/ 0 w 118"/>
                  <a:gd name="T11" fmla="*/ 0 h 142"/>
                  <a:gd name="T12" fmla="*/ 0 w 118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2"/>
                  <a:gd name="T23" fmla="*/ 118 w 118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2">
                    <a:moveTo>
                      <a:pt x="118" y="4"/>
                    </a:moveTo>
                    <a:lnTo>
                      <a:pt x="62" y="2"/>
                    </a:lnTo>
                    <a:lnTo>
                      <a:pt x="6" y="0"/>
                    </a:lnTo>
                    <a:lnTo>
                      <a:pt x="0" y="138"/>
                    </a:lnTo>
                    <a:lnTo>
                      <a:pt x="56" y="140"/>
                    </a:lnTo>
                    <a:lnTo>
                      <a:pt x="112" y="142"/>
                    </a:lnTo>
                    <a:lnTo>
                      <a:pt x="11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4" name="Freeform 1157">
                <a:extLst>
                  <a:ext uri="{FF2B5EF4-FFF2-40B4-BE49-F238E27FC236}">
                    <a16:creationId xmlns:a16="http://schemas.microsoft.com/office/drawing/2014/main" id="{7CF8F4C2-1E08-809C-8CC2-19162130E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55"/>
                <a:ext cx="17" cy="20"/>
              </a:xfrm>
              <a:custGeom>
                <a:avLst/>
                <a:gdLst>
                  <a:gd name="T0" fmla="*/ 0 w 118"/>
                  <a:gd name="T1" fmla="*/ 0 h 142"/>
                  <a:gd name="T2" fmla="*/ 0 w 118"/>
                  <a:gd name="T3" fmla="*/ 0 h 142"/>
                  <a:gd name="T4" fmla="*/ 0 w 118"/>
                  <a:gd name="T5" fmla="*/ 0 h 142"/>
                  <a:gd name="T6" fmla="*/ 0 w 118"/>
                  <a:gd name="T7" fmla="*/ 0 h 142"/>
                  <a:gd name="T8" fmla="*/ 0 w 118"/>
                  <a:gd name="T9" fmla="*/ 0 h 142"/>
                  <a:gd name="T10" fmla="*/ 0 w 118"/>
                  <a:gd name="T11" fmla="*/ 0 h 142"/>
                  <a:gd name="T12" fmla="*/ 0 w 118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2"/>
                  <a:gd name="T23" fmla="*/ 118 w 118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2">
                    <a:moveTo>
                      <a:pt x="118" y="4"/>
                    </a:moveTo>
                    <a:lnTo>
                      <a:pt x="62" y="2"/>
                    </a:lnTo>
                    <a:lnTo>
                      <a:pt x="6" y="0"/>
                    </a:lnTo>
                    <a:lnTo>
                      <a:pt x="0" y="138"/>
                    </a:lnTo>
                    <a:lnTo>
                      <a:pt x="56" y="140"/>
                    </a:lnTo>
                    <a:lnTo>
                      <a:pt x="112" y="142"/>
                    </a:lnTo>
                    <a:lnTo>
                      <a:pt x="118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5" name="Freeform 1158">
                <a:extLst>
                  <a:ext uri="{FF2B5EF4-FFF2-40B4-BE49-F238E27FC236}">
                    <a16:creationId xmlns:a16="http://schemas.microsoft.com/office/drawing/2014/main" id="{5FF3C2E8-54AC-04C9-1EF6-88078567A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8" cy="1"/>
              </a:xfrm>
              <a:custGeom>
                <a:avLst/>
                <a:gdLst>
                  <a:gd name="T0" fmla="*/ 0 w 56"/>
                  <a:gd name="T1" fmla="*/ 0 h 4"/>
                  <a:gd name="T2" fmla="*/ 0 w 56"/>
                  <a:gd name="T3" fmla="*/ 0 h 4"/>
                  <a:gd name="T4" fmla="*/ 0 w 56"/>
                  <a:gd name="T5" fmla="*/ 0 h 4"/>
                  <a:gd name="T6" fmla="*/ 0 w 56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4"/>
                  <a:gd name="T14" fmla="*/ 56 w 56"/>
                  <a:gd name="T15" fmla="*/ 4 h 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4">
                    <a:moveTo>
                      <a:pt x="56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6" name="Line 1159">
                <a:extLst>
                  <a:ext uri="{FF2B5EF4-FFF2-40B4-BE49-F238E27FC236}">
                    <a16:creationId xmlns:a16="http://schemas.microsoft.com/office/drawing/2014/main" id="{30C9398D-01E0-7675-1635-C10E18B59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9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7" name="Freeform 1160">
                <a:extLst>
                  <a:ext uri="{FF2B5EF4-FFF2-40B4-BE49-F238E27FC236}">
                    <a16:creationId xmlns:a16="http://schemas.microsoft.com/office/drawing/2014/main" id="{BEE7B312-AE09-1924-935C-4C1F7D86E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17" cy="21"/>
              </a:xfrm>
              <a:custGeom>
                <a:avLst/>
                <a:gdLst>
                  <a:gd name="T0" fmla="*/ 0 w 118"/>
                  <a:gd name="T1" fmla="*/ 0 h 141"/>
                  <a:gd name="T2" fmla="*/ 0 w 118"/>
                  <a:gd name="T3" fmla="*/ 0 h 141"/>
                  <a:gd name="T4" fmla="*/ 0 w 118"/>
                  <a:gd name="T5" fmla="*/ 0 h 141"/>
                  <a:gd name="T6" fmla="*/ 0 w 118"/>
                  <a:gd name="T7" fmla="*/ 0 h 141"/>
                  <a:gd name="T8" fmla="*/ 0 w 118"/>
                  <a:gd name="T9" fmla="*/ 0 h 141"/>
                  <a:gd name="T10" fmla="*/ 0 w 118"/>
                  <a:gd name="T11" fmla="*/ 0 h 141"/>
                  <a:gd name="T12" fmla="*/ 0 w 118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1"/>
                  <a:gd name="T23" fmla="*/ 118 w 118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1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6" y="141"/>
                    </a:lnTo>
                    <a:lnTo>
                      <a:pt x="62" y="139"/>
                    </a:lnTo>
                    <a:lnTo>
                      <a:pt x="118" y="137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8" name="Freeform 1161">
                <a:extLst>
                  <a:ext uri="{FF2B5EF4-FFF2-40B4-BE49-F238E27FC236}">
                    <a16:creationId xmlns:a16="http://schemas.microsoft.com/office/drawing/2014/main" id="{059B2A3E-747B-83D2-CE2E-807B4247F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17" cy="21"/>
              </a:xfrm>
              <a:custGeom>
                <a:avLst/>
                <a:gdLst>
                  <a:gd name="T0" fmla="*/ 0 w 118"/>
                  <a:gd name="T1" fmla="*/ 0 h 141"/>
                  <a:gd name="T2" fmla="*/ 0 w 118"/>
                  <a:gd name="T3" fmla="*/ 0 h 141"/>
                  <a:gd name="T4" fmla="*/ 0 w 118"/>
                  <a:gd name="T5" fmla="*/ 0 h 141"/>
                  <a:gd name="T6" fmla="*/ 0 w 118"/>
                  <a:gd name="T7" fmla="*/ 0 h 141"/>
                  <a:gd name="T8" fmla="*/ 0 w 118"/>
                  <a:gd name="T9" fmla="*/ 0 h 141"/>
                  <a:gd name="T10" fmla="*/ 0 w 118"/>
                  <a:gd name="T11" fmla="*/ 0 h 141"/>
                  <a:gd name="T12" fmla="*/ 0 w 118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1"/>
                  <a:gd name="T23" fmla="*/ 118 w 118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1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6" y="141"/>
                    </a:lnTo>
                    <a:lnTo>
                      <a:pt x="62" y="139"/>
                    </a:lnTo>
                    <a:lnTo>
                      <a:pt x="118" y="137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9" name="Freeform 1162">
                <a:extLst>
                  <a:ext uri="{FF2B5EF4-FFF2-40B4-BE49-F238E27FC236}">
                    <a16:creationId xmlns:a16="http://schemas.microsoft.com/office/drawing/2014/main" id="{94F0F9CB-48A0-A7C2-6732-1BFD58AFF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56" y="0"/>
                    </a:moveTo>
                    <a:lnTo>
                      <a:pt x="0" y="2"/>
                    </a:lnTo>
                    <a:lnTo>
                      <a:pt x="0" y="7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0" name="Line 1163">
                <a:extLst>
                  <a:ext uri="{FF2B5EF4-FFF2-40B4-BE49-F238E27FC236}">
                    <a16:creationId xmlns:a16="http://schemas.microsoft.com/office/drawing/2014/main" id="{8A778A6D-5B9F-26B7-4555-E6B8A818B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0" y="33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1" name="Freeform 1164">
                <a:extLst>
                  <a:ext uri="{FF2B5EF4-FFF2-40B4-BE49-F238E27FC236}">
                    <a16:creationId xmlns:a16="http://schemas.microsoft.com/office/drawing/2014/main" id="{B21DF8D6-5C2A-1A21-7E69-69ACAAC84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3"/>
                <a:ext cx="18" cy="22"/>
              </a:xfrm>
              <a:custGeom>
                <a:avLst/>
                <a:gdLst>
                  <a:gd name="T0" fmla="*/ 0 w 128"/>
                  <a:gd name="T1" fmla="*/ 0 h 150"/>
                  <a:gd name="T2" fmla="*/ 0 w 128"/>
                  <a:gd name="T3" fmla="*/ 0 h 150"/>
                  <a:gd name="T4" fmla="*/ 0 w 128"/>
                  <a:gd name="T5" fmla="*/ 0 h 150"/>
                  <a:gd name="T6" fmla="*/ 0 w 128"/>
                  <a:gd name="T7" fmla="*/ 0 h 150"/>
                  <a:gd name="T8" fmla="*/ 0 w 128"/>
                  <a:gd name="T9" fmla="*/ 0 h 150"/>
                  <a:gd name="T10" fmla="*/ 0 w 128"/>
                  <a:gd name="T11" fmla="*/ 0 h 150"/>
                  <a:gd name="T12" fmla="*/ 0 w 128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50"/>
                  <a:gd name="T23" fmla="*/ 128 w 128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50">
                    <a:moveTo>
                      <a:pt x="112" y="0"/>
                    </a:moveTo>
                    <a:lnTo>
                      <a:pt x="56" y="7"/>
                    </a:lnTo>
                    <a:lnTo>
                      <a:pt x="0" y="14"/>
                    </a:lnTo>
                    <a:lnTo>
                      <a:pt x="16" y="150"/>
                    </a:lnTo>
                    <a:lnTo>
                      <a:pt x="72" y="143"/>
                    </a:lnTo>
                    <a:lnTo>
                      <a:pt x="128" y="13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2" name="Freeform 1165">
                <a:extLst>
                  <a:ext uri="{FF2B5EF4-FFF2-40B4-BE49-F238E27FC236}">
                    <a16:creationId xmlns:a16="http://schemas.microsoft.com/office/drawing/2014/main" id="{7C096E7D-2B41-7BBC-AED5-8F6135BFC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3"/>
                <a:ext cx="18" cy="22"/>
              </a:xfrm>
              <a:custGeom>
                <a:avLst/>
                <a:gdLst>
                  <a:gd name="T0" fmla="*/ 0 w 128"/>
                  <a:gd name="T1" fmla="*/ 0 h 150"/>
                  <a:gd name="T2" fmla="*/ 0 w 128"/>
                  <a:gd name="T3" fmla="*/ 0 h 150"/>
                  <a:gd name="T4" fmla="*/ 0 w 128"/>
                  <a:gd name="T5" fmla="*/ 0 h 150"/>
                  <a:gd name="T6" fmla="*/ 0 w 128"/>
                  <a:gd name="T7" fmla="*/ 0 h 150"/>
                  <a:gd name="T8" fmla="*/ 0 w 128"/>
                  <a:gd name="T9" fmla="*/ 0 h 150"/>
                  <a:gd name="T10" fmla="*/ 0 w 128"/>
                  <a:gd name="T11" fmla="*/ 0 h 150"/>
                  <a:gd name="T12" fmla="*/ 0 w 128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50"/>
                  <a:gd name="T23" fmla="*/ 128 w 128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50">
                    <a:moveTo>
                      <a:pt x="112" y="0"/>
                    </a:moveTo>
                    <a:lnTo>
                      <a:pt x="56" y="7"/>
                    </a:lnTo>
                    <a:lnTo>
                      <a:pt x="0" y="14"/>
                    </a:lnTo>
                    <a:lnTo>
                      <a:pt x="16" y="150"/>
                    </a:lnTo>
                    <a:lnTo>
                      <a:pt x="72" y="143"/>
                    </a:lnTo>
                    <a:lnTo>
                      <a:pt x="128" y="136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3" name="Freeform 1166">
                <a:extLst>
                  <a:ext uri="{FF2B5EF4-FFF2-40B4-BE49-F238E27FC236}">
                    <a16:creationId xmlns:a16="http://schemas.microsoft.com/office/drawing/2014/main" id="{0E10D8F2-E05B-11DC-F77B-D19191CC6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4"/>
                <a:ext cx="8" cy="1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56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4" name="Line 1167">
                <a:extLst>
                  <a:ext uri="{FF2B5EF4-FFF2-40B4-BE49-F238E27FC236}">
                    <a16:creationId xmlns:a16="http://schemas.microsoft.com/office/drawing/2014/main" id="{8BF0B67F-4F2E-175F-BF2B-76C332382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2" y="341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5" name="Freeform 1168">
                <a:extLst>
                  <a:ext uri="{FF2B5EF4-FFF2-40B4-BE49-F238E27FC236}">
                    <a16:creationId xmlns:a16="http://schemas.microsoft.com/office/drawing/2014/main" id="{18CD0C60-A175-A8D4-D754-634EE66FA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2"/>
                <a:ext cx="20" cy="23"/>
              </a:xfrm>
              <a:custGeom>
                <a:avLst/>
                <a:gdLst>
                  <a:gd name="T0" fmla="*/ 0 w 139"/>
                  <a:gd name="T1" fmla="*/ 0 h 157"/>
                  <a:gd name="T2" fmla="*/ 0 w 139"/>
                  <a:gd name="T3" fmla="*/ 0 h 157"/>
                  <a:gd name="T4" fmla="*/ 0 w 139"/>
                  <a:gd name="T5" fmla="*/ 0 h 157"/>
                  <a:gd name="T6" fmla="*/ 0 w 139"/>
                  <a:gd name="T7" fmla="*/ 0 h 157"/>
                  <a:gd name="T8" fmla="*/ 0 w 139"/>
                  <a:gd name="T9" fmla="*/ 0 h 157"/>
                  <a:gd name="T10" fmla="*/ 0 w 139"/>
                  <a:gd name="T11" fmla="*/ 0 h 157"/>
                  <a:gd name="T12" fmla="*/ 0 w 139"/>
                  <a:gd name="T13" fmla="*/ 0 h 1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7"/>
                  <a:gd name="T23" fmla="*/ 139 w 139"/>
                  <a:gd name="T24" fmla="*/ 157 h 1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7">
                    <a:moveTo>
                      <a:pt x="112" y="0"/>
                    </a:moveTo>
                    <a:lnTo>
                      <a:pt x="56" y="11"/>
                    </a:lnTo>
                    <a:lnTo>
                      <a:pt x="0" y="22"/>
                    </a:lnTo>
                    <a:lnTo>
                      <a:pt x="27" y="157"/>
                    </a:lnTo>
                    <a:lnTo>
                      <a:pt x="83" y="145"/>
                    </a:lnTo>
                    <a:lnTo>
                      <a:pt x="139" y="13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6" name="Freeform 1169">
                <a:extLst>
                  <a:ext uri="{FF2B5EF4-FFF2-40B4-BE49-F238E27FC236}">
                    <a16:creationId xmlns:a16="http://schemas.microsoft.com/office/drawing/2014/main" id="{5DD66E08-303E-95BB-7DA4-D48F06B93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2"/>
                <a:ext cx="20" cy="23"/>
              </a:xfrm>
              <a:custGeom>
                <a:avLst/>
                <a:gdLst>
                  <a:gd name="T0" fmla="*/ 0 w 139"/>
                  <a:gd name="T1" fmla="*/ 0 h 157"/>
                  <a:gd name="T2" fmla="*/ 0 w 139"/>
                  <a:gd name="T3" fmla="*/ 0 h 157"/>
                  <a:gd name="T4" fmla="*/ 0 w 139"/>
                  <a:gd name="T5" fmla="*/ 0 h 157"/>
                  <a:gd name="T6" fmla="*/ 0 w 139"/>
                  <a:gd name="T7" fmla="*/ 0 h 157"/>
                  <a:gd name="T8" fmla="*/ 0 w 139"/>
                  <a:gd name="T9" fmla="*/ 0 h 157"/>
                  <a:gd name="T10" fmla="*/ 0 w 139"/>
                  <a:gd name="T11" fmla="*/ 0 h 157"/>
                  <a:gd name="T12" fmla="*/ 0 w 139"/>
                  <a:gd name="T13" fmla="*/ 0 h 1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7"/>
                  <a:gd name="T23" fmla="*/ 139 w 139"/>
                  <a:gd name="T24" fmla="*/ 157 h 1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7">
                    <a:moveTo>
                      <a:pt x="112" y="0"/>
                    </a:moveTo>
                    <a:lnTo>
                      <a:pt x="56" y="11"/>
                    </a:lnTo>
                    <a:lnTo>
                      <a:pt x="0" y="22"/>
                    </a:lnTo>
                    <a:lnTo>
                      <a:pt x="27" y="157"/>
                    </a:lnTo>
                    <a:lnTo>
                      <a:pt x="83" y="145"/>
                    </a:lnTo>
                    <a:lnTo>
                      <a:pt x="139" y="134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7" name="Freeform 1170">
                <a:extLst>
                  <a:ext uri="{FF2B5EF4-FFF2-40B4-BE49-F238E27FC236}">
                    <a16:creationId xmlns:a16="http://schemas.microsoft.com/office/drawing/2014/main" id="{6167EAA7-897E-8045-348B-13A8672E4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3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56" y="0"/>
                    </a:moveTo>
                    <a:lnTo>
                      <a:pt x="0" y="12"/>
                    </a:lnTo>
                    <a:lnTo>
                      <a:pt x="1" y="16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8" name="Line 1171">
                <a:extLst>
                  <a:ext uri="{FF2B5EF4-FFF2-40B4-BE49-F238E27FC236}">
                    <a16:creationId xmlns:a16="http://schemas.microsoft.com/office/drawing/2014/main" id="{D6F5EED8-2CCC-FDF6-4F94-04B61B07D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6" y="34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9" name="Freeform 1172">
                <a:extLst>
                  <a:ext uri="{FF2B5EF4-FFF2-40B4-BE49-F238E27FC236}">
                    <a16:creationId xmlns:a16="http://schemas.microsoft.com/office/drawing/2014/main" id="{8ED43709-211D-B364-F11C-26A28F4C1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1"/>
                <a:ext cx="21" cy="23"/>
              </a:xfrm>
              <a:custGeom>
                <a:avLst/>
                <a:gdLst>
                  <a:gd name="T0" fmla="*/ 0 w 147"/>
                  <a:gd name="T1" fmla="*/ 0 h 164"/>
                  <a:gd name="T2" fmla="*/ 0 w 147"/>
                  <a:gd name="T3" fmla="*/ 0 h 164"/>
                  <a:gd name="T4" fmla="*/ 0 w 147"/>
                  <a:gd name="T5" fmla="*/ 0 h 164"/>
                  <a:gd name="T6" fmla="*/ 0 w 147"/>
                  <a:gd name="T7" fmla="*/ 0 h 164"/>
                  <a:gd name="T8" fmla="*/ 0 w 147"/>
                  <a:gd name="T9" fmla="*/ 0 h 164"/>
                  <a:gd name="T10" fmla="*/ 0 w 147"/>
                  <a:gd name="T11" fmla="*/ 0 h 164"/>
                  <a:gd name="T12" fmla="*/ 0 w 147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4"/>
                  <a:gd name="T23" fmla="*/ 147 w 147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4">
                    <a:moveTo>
                      <a:pt x="110" y="0"/>
                    </a:moveTo>
                    <a:lnTo>
                      <a:pt x="55" y="15"/>
                    </a:lnTo>
                    <a:lnTo>
                      <a:pt x="0" y="31"/>
                    </a:lnTo>
                    <a:lnTo>
                      <a:pt x="37" y="164"/>
                    </a:ln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0" name="Freeform 1173">
                <a:extLst>
                  <a:ext uri="{FF2B5EF4-FFF2-40B4-BE49-F238E27FC236}">
                    <a16:creationId xmlns:a16="http://schemas.microsoft.com/office/drawing/2014/main" id="{184395A4-5155-A79C-A2C6-803F6B463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1"/>
                <a:ext cx="21" cy="23"/>
              </a:xfrm>
              <a:custGeom>
                <a:avLst/>
                <a:gdLst>
                  <a:gd name="T0" fmla="*/ 0 w 147"/>
                  <a:gd name="T1" fmla="*/ 0 h 164"/>
                  <a:gd name="T2" fmla="*/ 0 w 147"/>
                  <a:gd name="T3" fmla="*/ 0 h 164"/>
                  <a:gd name="T4" fmla="*/ 0 w 147"/>
                  <a:gd name="T5" fmla="*/ 0 h 164"/>
                  <a:gd name="T6" fmla="*/ 0 w 147"/>
                  <a:gd name="T7" fmla="*/ 0 h 164"/>
                  <a:gd name="T8" fmla="*/ 0 w 147"/>
                  <a:gd name="T9" fmla="*/ 0 h 164"/>
                  <a:gd name="T10" fmla="*/ 0 w 147"/>
                  <a:gd name="T11" fmla="*/ 0 h 164"/>
                  <a:gd name="T12" fmla="*/ 0 w 147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4"/>
                  <a:gd name="T23" fmla="*/ 147 w 147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4">
                    <a:moveTo>
                      <a:pt x="110" y="0"/>
                    </a:moveTo>
                    <a:lnTo>
                      <a:pt x="55" y="15"/>
                    </a:lnTo>
                    <a:lnTo>
                      <a:pt x="0" y="31"/>
                    </a:lnTo>
                    <a:lnTo>
                      <a:pt x="37" y="164"/>
                    </a:ln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1" name="Freeform 1174">
                <a:extLst>
                  <a:ext uri="{FF2B5EF4-FFF2-40B4-BE49-F238E27FC236}">
                    <a16:creationId xmlns:a16="http://schemas.microsoft.com/office/drawing/2014/main" id="{1398BCE5-CDC0-E95F-8D9A-FE26CB655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52"/>
                <a:ext cx="8" cy="3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55" y="0"/>
                    </a:moveTo>
                    <a:lnTo>
                      <a:pt x="0" y="16"/>
                    </a:lnTo>
                    <a:lnTo>
                      <a:pt x="2" y="19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2" name="Line 1175">
                <a:extLst>
                  <a:ext uri="{FF2B5EF4-FFF2-40B4-BE49-F238E27FC236}">
                    <a16:creationId xmlns:a16="http://schemas.microsoft.com/office/drawing/2014/main" id="{B1437915-BF57-DDAF-BB7A-FB6846ACB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2" y="34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3" name="Freeform 1176">
                <a:extLst>
                  <a:ext uri="{FF2B5EF4-FFF2-40B4-BE49-F238E27FC236}">
                    <a16:creationId xmlns:a16="http://schemas.microsoft.com/office/drawing/2014/main" id="{0D495EB0-D9FA-B10B-8D1E-6D82B4604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49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05" y="0"/>
                    </a:move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4" name="Freeform 1177">
                <a:extLst>
                  <a:ext uri="{FF2B5EF4-FFF2-40B4-BE49-F238E27FC236}">
                    <a16:creationId xmlns:a16="http://schemas.microsoft.com/office/drawing/2014/main" id="{DBFC5CD4-E4DB-C549-3094-503EBF20C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49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05" y="0"/>
                    </a:move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5" name="Freeform 1178">
                <a:extLst>
                  <a:ext uri="{FF2B5EF4-FFF2-40B4-BE49-F238E27FC236}">
                    <a16:creationId xmlns:a16="http://schemas.microsoft.com/office/drawing/2014/main" id="{147EA39A-2060-26DF-8614-85DEEC12C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70"/>
                <a:ext cx="7" cy="4"/>
              </a:xfrm>
              <a:custGeom>
                <a:avLst/>
                <a:gdLst>
                  <a:gd name="T0" fmla="*/ 0 w 53"/>
                  <a:gd name="T1" fmla="*/ 0 h 24"/>
                  <a:gd name="T2" fmla="*/ 0 w 53"/>
                  <a:gd name="T3" fmla="*/ 0 h 24"/>
                  <a:gd name="T4" fmla="*/ 0 w 53"/>
                  <a:gd name="T5" fmla="*/ 0 h 24"/>
                  <a:gd name="T6" fmla="*/ 0 w 5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4"/>
                  <a:gd name="T14" fmla="*/ 53 w 5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4">
                    <a:moveTo>
                      <a:pt x="53" y="0"/>
                    </a:moveTo>
                    <a:lnTo>
                      <a:pt x="0" y="19"/>
                    </a:lnTo>
                    <a:lnTo>
                      <a:pt x="1" y="24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6" name="Line 1179">
                <a:extLst>
                  <a:ext uri="{FF2B5EF4-FFF2-40B4-BE49-F238E27FC236}">
                    <a16:creationId xmlns:a16="http://schemas.microsoft.com/office/drawing/2014/main" id="{7B9D6AE6-D76D-2710-095C-88AD90E5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9" y="347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7" name="Freeform 1180">
                <a:extLst>
                  <a:ext uri="{FF2B5EF4-FFF2-40B4-BE49-F238E27FC236}">
                    <a16:creationId xmlns:a16="http://schemas.microsoft.com/office/drawing/2014/main" id="{A0416FA8-765B-8B91-F23D-FB9FB17EA3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67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03" y="0"/>
                    </a:moveTo>
                    <a:lnTo>
                      <a:pt x="52" y="24"/>
                    </a:lnTo>
                    <a:lnTo>
                      <a:pt x="0" y="48"/>
                    </a:lnTo>
                    <a:lnTo>
                      <a:pt x="57" y="172"/>
                    </a:lnTo>
                    <a:lnTo>
                      <a:pt x="109" y="149"/>
                    </a:lnTo>
                    <a:lnTo>
                      <a:pt x="161" y="12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8" name="Freeform 1181">
                <a:extLst>
                  <a:ext uri="{FF2B5EF4-FFF2-40B4-BE49-F238E27FC236}">
                    <a16:creationId xmlns:a16="http://schemas.microsoft.com/office/drawing/2014/main" id="{22B14AA4-9AE0-9896-E019-99CFC778C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67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03" y="0"/>
                    </a:moveTo>
                    <a:lnTo>
                      <a:pt x="52" y="24"/>
                    </a:lnTo>
                    <a:lnTo>
                      <a:pt x="0" y="48"/>
                    </a:lnTo>
                    <a:lnTo>
                      <a:pt x="57" y="172"/>
                    </a:lnTo>
                    <a:lnTo>
                      <a:pt x="109" y="149"/>
                    </a:lnTo>
                    <a:lnTo>
                      <a:pt x="161" y="125"/>
                    </a:lnTo>
                    <a:lnTo>
                      <a:pt x="10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9" name="Freeform 1182">
                <a:extLst>
                  <a:ext uri="{FF2B5EF4-FFF2-40B4-BE49-F238E27FC236}">
                    <a16:creationId xmlns:a16="http://schemas.microsoft.com/office/drawing/2014/main" id="{9AB8C81E-2F7F-1A93-9039-227B48997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8"/>
                <a:ext cx="7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52" y="0"/>
                    </a:moveTo>
                    <a:lnTo>
                      <a:pt x="0" y="23"/>
                    </a:lnTo>
                    <a:lnTo>
                      <a:pt x="3" y="28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0" name="Line 1183">
                <a:extLst>
                  <a:ext uri="{FF2B5EF4-FFF2-40B4-BE49-F238E27FC236}">
                    <a16:creationId xmlns:a16="http://schemas.microsoft.com/office/drawing/2014/main" id="{876D7DD4-C35B-D005-2AF3-AD830C9A21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7" y="34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1" name="Freeform 1184">
                <a:extLst>
                  <a:ext uri="{FF2B5EF4-FFF2-40B4-BE49-F238E27FC236}">
                    <a16:creationId xmlns:a16="http://schemas.microsoft.com/office/drawing/2014/main" id="{3F0E6E33-D033-AA37-5C3D-A90E02710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4"/>
                <a:ext cx="24" cy="25"/>
              </a:xfrm>
              <a:custGeom>
                <a:avLst/>
                <a:gdLst>
                  <a:gd name="T0" fmla="*/ 0 w 166"/>
                  <a:gd name="T1" fmla="*/ 0 h 177"/>
                  <a:gd name="T2" fmla="*/ 0 w 166"/>
                  <a:gd name="T3" fmla="*/ 0 h 177"/>
                  <a:gd name="T4" fmla="*/ 0 w 166"/>
                  <a:gd name="T5" fmla="*/ 0 h 177"/>
                  <a:gd name="T6" fmla="*/ 0 w 166"/>
                  <a:gd name="T7" fmla="*/ 0 h 177"/>
                  <a:gd name="T8" fmla="*/ 0 w 166"/>
                  <a:gd name="T9" fmla="*/ 0 h 177"/>
                  <a:gd name="T10" fmla="*/ 0 w 166"/>
                  <a:gd name="T11" fmla="*/ 0 h 177"/>
                  <a:gd name="T12" fmla="*/ 0 w 166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7"/>
                  <a:gd name="T23" fmla="*/ 166 w 166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7">
                    <a:moveTo>
                      <a:pt x="98" y="0"/>
                    </a:moveTo>
                    <a:lnTo>
                      <a:pt x="49" y="29"/>
                    </a:lnTo>
                    <a:lnTo>
                      <a:pt x="0" y="57"/>
                    </a:lnTo>
                    <a:lnTo>
                      <a:pt x="67" y="177"/>
                    </a:lnTo>
                    <a:lnTo>
                      <a:pt x="116" y="149"/>
                    </a:lnTo>
                    <a:lnTo>
                      <a:pt x="166" y="121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2" name="Freeform 1185">
                <a:extLst>
                  <a:ext uri="{FF2B5EF4-FFF2-40B4-BE49-F238E27FC236}">
                    <a16:creationId xmlns:a16="http://schemas.microsoft.com/office/drawing/2014/main" id="{A81CFF08-AE31-144C-65BE-4BBF9F8F5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4"/>
                <a:ext cx="24" cy="25"/>
              </a:xfrm>
              <a:custGeom>
                <a:avLst/>
                <a:gdLst>
                  <a:gd name="T0" fmla="*/ 0 w 166"/>
                  <a:gd name="T1" fmla="*/ 0 h 177"/>
                  <a:gd name="T2" fmla="*/ 0 w 166"/>
                  <a:gd name="T3" fmla="*/ 0 h 177"/>
                  <a:gd name="T4" fmla="*/ 0 w 166"/>
                  <a:gd name="T5" fmla="*/ 0 h 177"/>
                  <a:gd name="T6" fmla="*/ 0 w 166"/>
                  <a:gd name="T7" fmla="*/ 0 h 177"/>
                  <a:gd name="T8" fmla="*/ 0 w 166"/>
                  <a:gd name="T9" fmla="*/ 0 h 177"/>
                  <a:gd name="T10" fmla="*/ 0 w 166"/>
                  <a:gd name="T11" fmla="*/ 0 h 177"/>
                  <a:gd name="T12" fmla="*/ 0 w 166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7"/>
                  <a:gd name="T23" fmla="*/ 166 w 166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7">
                    <a:moveTo>
                      <a:pt x="98" y="0"/>
                    </a:moveTo>
                    <a:lnTo>
                      <a:pt x="49" y="29"/>
                    </a:lnTo>
                    <a:lnTo>
                      <a:pt x="0" y="57"/>
                    </a:lnTo>
                    <a:lnTo>
                      <a:pt x="67" y="177"/>
                    </a:lnTo>
                    <a:lnTo>
                      <a:pt x="116" y="149"/>
                    </a:lnTo>
                    <a:lnTo>
                      <a:pt x="166" y="121"/>
                    </a:lnTo>
                    <a:lnTo>
                      <a:pt x="9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3" name="Freeform 1186">
                <a:extLst>
                  <a:ext uri="{FF2B5EF4-FFF2-40B4-BE49-F238E27FC236}">
                    <a16:creationId xmlns:a16="http://schemas.microsoft.com/office/drawing/2014/main" id="{58ABFCF3-0ACF-0F47-3E17-A0D18AF58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5"/>
                <a:ext cx="7" cy="5"/>
              </a:xfrm>
              <a:custGeom>
                <a:avLst/>
                <a:gdLst>
                  <a:gd name="T0" fmla="*/ 0 w 49"/>
                  <a:gd name="T1" fmla="*/ 0 h 31"/>
                  <a:gd name="T2" fmla="*/ 0 w 49"/>
                  <a:gd name="T3" fmla="*/ 0 h 31"/>
                  <a:gd name="T4" fmla="*/ 0 w 49"/>
                  <a:gd name="T5" fmla="*/ 0 h 31"/>
                  <a:gd name="T6" fmla="*/ 0 w 49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1"/>
                  <a:gd name="T14" fmla="*/ 49 w 49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1">
                    <a:moveTo>
                      <a:pt x="49" y="0"/>
                    </a:moveTo>
                    <a:lnTo>
                      <a:pt x="0" y="28"/>
                    </a:lnTo>
                    <a:lnTo>
                      <a:pt x="2" y="31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4" name="Line 1187">
                <a:extLst>
                  <a:ext uri="{FF2B5EF4-FFF2-40B4-BE49-F238E27FC236}">
                    <a16:creationId xmlns:a16="http://schemas.microsoft.com/office/drawing/2014/main" id="{0148E899-A5E0-2DA9-8C97-5135D058A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50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5" name="Freeform 1188">
                <a:extLst>
                  <a:ext uri="{FF2B5EF4-FFF2-40B4-BE49-F238E27FC236}">
                    <a16:creationId xmlns:a16="http://schemas.microsoft.com/office/drawing/2014/main" id="{99AE45C6-A8FE-14D4-1F03-B3FFB4D66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1"/>
                <a:ext cx="25" cy="25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95" y="0"/>
                    </a:moveTo>
                    <a:lnTo>
                      <a:pt x="47" y="32"/>
                    </a:lnTo>
                    <a:lnTo>
                      <a:pt x="0" y="63"/>
                    </a:lnTo>
                    <a:lnTo>
                      <a:pt x="77" y="176"/>
                    </a:lnTo>
                    <a:lnTo>
                      <a:pt x="124" y="145"/>
                    </a:lnTo>
                    <a:lnTo>
                      <a:pt x="171" y="113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6" name="Freeform 1189">
                <a:extLst>
                  <a:ext uri="{FF2B5EF4-FFF2-40B4-BE49-F238E27FC236}">
                    <a16:creationId xmlns:a16="http://schemas.microsoft.com/office/drawing/2014/main" id="{08D4CC40-C1DC-00E0-7BC0-DC1187320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1"/>
                <a:ext cx="25" cy="25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95" y="0"/>
                    </a:moveTo>
                    <a:lnTo>
                      <a:pt x="47" y="32"/>
                    </a:lnTo>
                    <a:lnTo>
                      <a:pt x="0" y="63"/>
                    </a:lnTo>
                    <a:lnTo>
                      <a:pt x="77" y="176"/>
                    </a:lnTo>
                    <a:lnTo>
                      <a:pt x="124" y="145"/>
                    </a:lnTo>
                    <a:lnTo>
                      <a:pt x="171" y="113"/>
                    </a:lnTo>
                    <a:lnTo>
                      <a:pt x="9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7" name="Freeform 1190">
                <a:extLst>
                  <a:ext uri="{FF2B5EF4-FFF2-40B4-BE49-F238E27FC236}">
                    <a16:creationId xmlns:a16="http://schemas.microsoft.com/office/drawing/2014/main" id="{5FBEE303-22E6-9303-9CAF-C1E9105CC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3521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0"/>
                    </a:moveTo>
                    <a:lnTo>
                      <a:pt x="0" y="31"/>
                    </a:lnTo>
                    <a:lnTo>
                      <a:pt x="2" y="3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8" name="Line 1191">
                <a:extLst>
                  <a:ext uri="{FF2B5EF4-FFF2-40B4-BE49-F238E27FC236}">
                    <a16:creationId xmlns:a16="http://schemas.microsoft.com/office/drawing/2014/main" id="{646CA0FB-1D71-BA11-E320-6884BFCE7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8" y="352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9" name="Freeform 1192">
                <a:extLst>
                  <a:ext uri="{FF2B5EF4-FFF2-40B4-BE49-F238E27FC236}">
                    <a16:creationId xmlns:a16="http://schemas.microsoft.com/office/drawing/2014/main" id="{0B0DD9C4-41E0-4622-D03B-8E0DD267A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516"/>
                <a:ext cx="25" cy="26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90" y="0"/>
                    </a:moveTo>
                    <a:lnTo>
                      <a:pt x="45" y="35"/>
                    </a:lnTo>
                    <a:lnTo>
                      <a:pt x="0" y="70"/>
                    </a:lnTo>
                    <a:lnTo>
                      <a:pt x="85" y="177"/>
                    </a:lnTo>
                    <a:lnTo>
                      <a:pt x="130" y="143"/>
                    </a:lnTo>
                    <a:lnTo>
                      <a:pt x="175" y="108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0" name="Freeform 1193">
                <a:extLst>
                  <a:ext uri="{FF2B5EF4-FFF2-40B4-BE49-F238E27FC236}">
                    <a16:creationId xmlns:a16="http://schemas.microsoft.com/office/drawing/2014/main" id="{465B912B-186E-B55F-EE39-9529E8918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516"/>
                <a:ext cx="25" cy="26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90" y="0"/>
                    </a:moveTo>
                    <a:lnTo>
                      <a:pt x="45" y="35"/>
                    </a:lnTo>
                    <a:lnTo>
                      <a:pt x="0" y="70"/>
                    </a:lnTo>
                    <a:lnTo>
                      <a:pt x="85" y="177"/>
                    </a:lnTo>
                    <a:lnTo>
                      <a:pt x="130" y="143"/>
                    </a:lnTo>
                    <a:lnTo>
                      <a:pt x="175" y="108"/>
                    </a:lnTo>
                    <a:lnTo>
                      <a:pt x="9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1" name="Freeform 1194">
                <a:extLst>
                  <a:ext uri="{FF2B5EF4-FFF2-40B4-BE49-F238E27FC236}">
                    <a16:creationId xmlns:a16="http://schemas.microsoft.com/office/drawing/2014/main" id="{F9D6DDB9-D21A-7322-DBB8-1A4461D0D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7"/>
                <a:ext cx="6" cy="5"/>
              </a:xfrm>
              <a:custGeom>
                <a:avLst/>
                <a:gdLst>
                  <a:gd name="T0" fmla="*/ 0 w 45"/>
                  <a:gd name="T1" fmla="*/ 0 h 38"/>
                  <a:gd name="T2" fmla="*/ 0 w 45"/>
                  <a:gd name="T3" fmla="*/ 0 h 38"/>
                  <a:gd name="T4" fmla="*/ 0 w 45"/>
                  <a:gd name="T5" fmla="*/ 0 h 38"/>
                  <a:gd name="T6" fmla="*/ 0 w 45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8"/>
                  <a:gd name="T14" fmla="*/ 45 w 45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8">
                    <a:moveTo>
                      <a:pt x="45" y="0"/>
                    </a:moveTo>
                    <a:lnTo>
                      <a:pt x="0" y="34"/>
                    </a:lnTo>
                    <a:lnTo>
                      <a:pt x="3" y="38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2" name="Line 1195">
                <a:extLst>
                  <a:ext uri="{FF2B5EF4-FFF2-40B4-BE49-F238E27FC236}">
                    <a16:creationId xmlns:a16="http://schemas.microsoft.com/office/drawing/2014/main" id="{76B685A4-604C-FAD0-EDEE-DF5BA0AE1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354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3" name="Freeform 1196">
                <a:extLst>
                  <a:ext uri="{FF2B5EF4-FFF2-40B4-BE49-F238E27FC236}">
                    <a16:creationId xmlns:a16="http://schemas.microsoft.com/office/drawing/2014/main" id="{9B67F953-4711-DE2A-A33F-27D01A67A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1"/>
                <a:ext cx="25" cy="26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84" y="0"/>
                    </a:moveTo>
                    <a:lnTo>
                      <a:pt x="42" y="39"/>
                    </a:lnTo>
                    <a:lnTo>
                      <a:pt x="0" y="77"/>
                    </a:lnTo>
                    <a:lnTo>
                      <a:pt x="94" y="178"/>
                    </a:lnTo>
                    <a:lnTo>
                      <a:pt x="135" y="140"/>
                    </a:lnTo>
                    <a:lnTo>
                      <a:pt x="177" y="10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4" name="Freeform 1197">
                <a:extLst>
                  <a:ext uri="{FF2B5EF4-FFF2-40B4-BE49-F238E27FC236}">
                    <a16:creationId xmlns:a16="http://schemas.microsoft.com/office/drawing/2014/main" id="{B1A31CAC-282C-D8EF-D39D-478769F9A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1"/>
                <a:ext cx="25" cy="26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84" y="0"/>
                    </a:moveTo>
                    <a:lnTo>
                      <a:pt x="42" y="39"/>
                    </a:lnTo>
                    <a:lnTo>
                      <a:pt x="0" y="77"/>
                    </a:lnTo>
                    <a:lnTo>
                      <a:pt x="94" y="178"/>
                    </a:lnTo>
                    <a:lnTo>
                      <a:pt x="135" y="140"/>
                    </a:lnTo>
                    <a:lnTo>
                      <a:pt x="177" y="101"/>
                    </a:lnTo>
                    <a:lnTo>
                      <a:pt x="8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5" name="Freeform 1198">
                <a:extLst>
                  <a:ext uri="{FF2B5EF4-FFF2-40B4-BE49-F238E27FC236}">
                    <a16:creationId xmlns:a16="http://schemas.microsoft.com/office/drawing/2014/main" id="{8D14059A-5C3B-6467-37B3-2BA99EE28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51"/>
                <a:ext cx="5" cy="6"/>
              </a:xfrm>
              <a:custGeom>
                <a:avLst/>
                <a:gdLst>
                  <a:gd name="T0" fmla="*/ 0 w 41"/>
                  <a:gd name="T1" fmla="*/ 0 h 41"/>
                  <a:gd name="T2" fmla="*/ 0 w 41"/>
                  <a:gd name="T3" fmla="*/ 0 h 41"/>
                  <a:gd name="T4" fmla="*/ 0 w 41"/>
                  <a:gd name="T5" fmla="*/ 0 h 41"/>
                  <a:gd name="T6" fmla="*/ 0 w 41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1"/>
                  <a:gd name="T14" fmla="*/ 41 w 4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1">
                    <a:moveTo>
                      <a:pt x="41" y="0"/>
                    </a:moveTo>
                    <a:lnTo>
                      <a:pt x="0" y="38"/>
                    </a:lnTo>
                    <a:lnTo>
                      <a:pt x="3" y="41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6" name="Line 1199">
                <a:extLst>
                  <a:ext uri="{FF2B5EF4-FFF2-40B4-BE49-F238E27FC236}">
                    <a16:creationId xmlns:a16="http://schemas.microsoft.com/office/drawing/2014/main" id="{17B761E1-F2BA-48F0-286C-162C6BE17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5" y="35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7" name="Freeform 1200">
                <a:extLst>
                  <a:ext uri="{FF2B5EF4-FFF2-40B4-BE49-F238E27FC236}">
                    <a16:creationId xmlns:a16="http://schemas.microsoft.com/office/drawing/2014/main" id="{FF0C6D6E-631F-7CE6-9AF8-4E0D54C5E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45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76" y="0"/>
                    </a:moveTo>
                    <a:lnTo>
                      <a:pt x="38" y="42"/>
                    </a:lnTo>
                    <a:lnTo>
                      <a:pt x="0" y="83"/>
                    </a:lnTo>
                    <a:lnTo>
                      <a:pt x="101" y="176"/>
                    </a:lnTo>
                    <a:lnTo>
                      <a:pt x="139" y="135"/>
                    </a:lnTo>
                    <a:lnTo>
                      <a:pt x="177" y="93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8" name="Freeform 1201">
                <a:extLst>
                  <a:ext uri="{FF2B5EF4-FFF2-40B4-BE49-F238E27FC236}">
                    <a16:creationId xmlns:a16="http://schemas.microsoft.com/office/drawing/2014/main" id="{5C8A8EFC-C85B-AD5B-859D-41E3EBC96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45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76" y="0"/>
                    </a:moveTo>
                    <a:lnTo>
                      <a:pt x="38" y="42"/>
                    </a:lnTo>
                    <a:lnTo>
                      <a:pt x="0" y="83"/>
                    </a:lnTo>
                    <a:lnTo>
                      <a:pt x="101" y="176"/>
                    </a:lnTo>
                    <a:lnTo>
                      <a:pt x="139" y="135"/>
                    </a:lnTo>
                    <a:lnTo>
                      <a:pt x="177" y="93"/>
                    </a:lnTo>
                    <a:lnTo>
                      <a:pt x="7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9" name="Freeform 1202">
                <a:extLst>
                  <a:ext uri="{FF2B5EF4-FFF2-40B4-BE49-F238E27FC236}">
                    <a16:creationId xmlns:a16="http://schemas.microsoft.com/office/drawing/2014/main" id="{9F5F4404-7031-62E7-2134-DCB013830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565"/>
                <a:ext cx="6" cy="6"/>
              </a:xfrm>
              <a:custGeom>
                <a:avLst/>
                <a:gdLst>
                  <a:gd name="T0" fmla="*/ 0 w 38"/>
                  <a:gd name="T1" fmla="*/ 0 h 45"/>
                  <a:gd name="T2" fmla="*/ 0 w 38"/>
                  <a:gd name="T3" fmla="*/ 0 h 45"/>
                  <a:gd name="T4" fmla="*/ 0 w 38"/>
                  <a:gd name="T5" fmla="*/ 0 h 45"/>
                  <a:gd name="T6" fmla="*/ 0 w 38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5"/>
                  <a:gd name="T14" fmla="*/ 38 w 38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5">
                    <a:moveTo>
                      <a:pt x="38" y="0"/>
                    </a:moveTo>
                    <a:lnTo>
                      <a:pt x="0" y="41"/>
                    </a:lnTo>
                    <a:lnTo>
                      <a:pt x="3" y="45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0" name="Line 1203">
                <a:extLst>
                  <a:ext uri="{FF2B5EF4-FFF2-40B4-BE49-F238E27FC236}">
                    <a16:creationId xmlns:a16="http://schemas.microsoft.com/office/drawing/2014/main" id="{60926427-5AD2-7BF7-55C3-C184EF16C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9" y="357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1" name="Freeform 1204">
                <a:extLst>
                  <a:ext uri="{FF2B5EF4-FFF2-40B4-BE49-F238E27FC236}">
                    <a16:creationId xmlns:a16="http://schemas.microsoft.com/office/drawing/2014/main" id="{02DE85B4-0C5E-8FE3-0DFA-D643D3BFB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558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70" y="0"/>
                    </a:move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lnTo>
                      <a:pt x="143" y="130"/>
                    </a:lnTo>
                    <a:lnTo>
                      <a:pt x="178" y="8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2" name="Freeform 1205">
                <a:extLst>
                  <a:ext uri="{FF2B5EF4-FFF2-40B4-BE49-F238E27FC236}">
                    <a16:creationId xmlns:a16="http://schemas.microsoft.com/office/drawing/2014/main" id="{2F8536ED-3816-ED6A-391C-881EB952F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558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70" y="0"/>
                    </a:move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lnTo>
                      <a:pt x="143" y="130"/>
                    </a:lnTo>
                    <a:lnTo>
                      <a:pt x="178" y="85"/>
                    </a:lnTo>
                    <a:lnTo>
                      <a:pt x="7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3" name="Freeform 1206">
                <a:extLst>
                  <a:ext uri="{FF2B5EF4-FFF2-40B4-BE49-F238E27FC236}">
                    <a16:creationId xmlns:a16="http://schemas.microsoft.com/office/drawing/2014/main" id="{DA55A88B-1411-7E6F-DFBA-757F2FC51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3577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0"/>
                    </a:moveTo>
                    <a:lnTo>
                      <a:pt x="0" y="45"/>
                    </a:lnTo>
                    <a:lnTo>
                      <a:pt x="3" y="4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4" name="Line 1207">
                <a:extLst>
                  <a:ext uri="{FF2B5EF4-FFF2-40B4-BE49-F238E27FC236}">
                    <a16:creationId xmlns:a16="http://schemas.microsoft.com/office/drawing/2014/main" id="{028DF02C-E8B5-155A-E19D-52E729026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5" y="35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5" name="Freeform 1208">
                <a:extLst>
                  <a:ext uri="{FF2B5EF4-FFF2-40B4-BE49-F238E27FC236}">
                    <a16:creationId xmlns:a16="http://schemas.microsoft.com/office/drawing/2014/main" id="{388E4678-7ECC-1BCC-1438-89601AB27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63" y="0"/>
                    </a:moveTo>
                    <a:lnTo>
                      <a:pt x="32" y="47"/>
                    </a:lnTo>
                    <a:lnTo>
                      <a:pt x="0" y="94"/>
                    </a:lnTo>
                    <a:lnTo>
                      <a:pt x="114" y="170"/>
                    </a:lnTo>
                    <a:lnTo>
                      <a:pt x="145" y="123"/>
                    </a:lnTo>
                    <a:lnTo>
                      <a:pt x="177" y="76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6" name="Freeform 1209">
                <a:extLst>
                  <a:ext uri="{FF2B5EF4-FFF2-40B4-BE49-F238E27FC236}">
                    <a16:creationId xmlns:a16="http://schemas.microsoft.com/office/drawing/2014/main" id="{0E570992-0A70-657C-4BC4-2DF35B77B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63" y="0"/>
                    </a:moveTo>
                    <a:lnTo>
                      <a:pt x="32" y="47"/>
                    </a:lnTo>
                    <a:lnTo>
                      <a:pt x="0" y="94"/>
                    </a:lnTo>
                    <a:lnTo>
                      <a:pt x="114" y="170"/>
                    </a:lnTo>
                    <a:lnTo>
                      <a:pt x="145" y="123"/>
                    </a:lnTo>
                    <a:lnTo>
                      <a:pt x="177" y="76"/>
                    </a:lnTo>
                    <a:lnTo>
                      <a:pt x="6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7" name="Freeform 1210">
                <a:extLst>
                  <a:ext uri="{FF2B5EF4-FFF2-40B4-BE49-F238E27FC236}">
                    <a16:creationId xmlns:a16="http://schemas.microsoft.com/office/drawing/2014/main" id="{EA8FAA00-5626-4AE0-91C3-180CA32A3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8"/>
                <a:ext cx="4" cy="7"/>
              </a:xfrm>
              <a:custGeom>
                <a:avLst/>
                <a:gdLst>
                  <a:gd name="T0" fmla="*/ 0 w 31"/>
                  <a:gd name="T1" fmla="*/ 0 h 50"/>
                  <a:gd name="T2" fmla="*/ 0 w 31"/>
                  <a:gd name="T3" fmla="*/ 0 h 50"/>
                  <a:gd name="T4" fmla="*/ 0 w 31"/>
                  <a:gd name="T5" fmla="*/ 0 h 50"/>
                  <a:gd name="T6" fmla="*/ 0 w 31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0"/>
                  <a:gd name="T14" fmla="*/ 31 w 31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0">
                    <a:moveTo>
                      <a:pt x="31" y="0"/>
                    </a:moveTo>
                    <a:lnTo>
                      <a:pt x="0" y="47"/>
                    </a:lnTo>
                    <a:lnTo>
                      <a:pt x="3" y="50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8" name="Line 1211">
                <a:extLst>
                  <a:ext uri="{FF2B5EF4-FFF2-40B4-BE49-F238E27FC236}">
                    <a16:creationId xmlns:a16="http://schemas.microsoft.com/office/drawing/2014/main" id="{6224125F-1EE8-31B3-9F1D-B2A04B783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2" y="359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9" name="Freeform 1212">
                <a:extLst>
                  <a:ext uri="{FF2B5EF4-FFF2-40B4-BE49-F238E27FC236}">
                    <a16:creationId xmlns:a16="http://schemas.microsoft.com/office/drawing/2014/main" id="{D458B6E1-34B9-9895-C319-68F5C8BC6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1"/>
                <a:ext cx="26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56" y="0"/>
                    </a:moveTo>
                    <a:lnTo>
                      <a:pt x="28" y="49"/>
                    </a:lnTo>
                    <a:lnTo>
                      <a:pt x="0" y="99"/>
                    </a:lnTo>
                    <a:lnTo>
                      <a:pt x="120" y="166"/>
                    </a:ln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0" name="Freeform 1213">
                <a:extLst>
                  <a:ext uri="{FF2B5EF4-FFF2-40B4-BE49-F238E27FC236}">
                    <a16:creationId xmlns:a16="http://schemas.microsoft.com/office/drawing/2014/main" id="{6390E074-B057-09F3-3A7C-EEFCDA003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1"/>
                <a:ext cx="26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56" y="0"/>
                    </a:moveTo>
                    <a:lnTo>
                      <a:pt x="28" y="49"/>
                    </a:lnTo>
                    <a:lnTo>
                      <a:pt x="0" y="99"/>
                    </a:lnTo>
                    <a:lnTo>
                      <a:pt x="120" y="166"/>
                    </a:ln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1" name="Freeform 1214">
                <a:extLst>
                  <a:ext uri="{FF2B5EF4-FFF2-40B4-BE49-F238E27FC236}">
                    <a16:creationId xmlns:a16="http://schemas.microsoft.com/office/drawing/2014/main" id="{796723DC-3E8C-285B-BAFC-487C015CB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7"/>
                <a:ext cx="4" cy="8"/>
              </a:xfrm>
              <a:custGeom>
                <a:avLst/>
                <a:gdLst>
                  <a:gd name="T0" fmla="*/ 0 w 28"/>
                  <a:gd name="T1" fmla="*/ 0 h 51"/>
                  <a:gd name="T2" fmla="*/ 0 w 28"/>
                  <a:gd name="T3" fmla="*/ 0 h 51"/>
                  <a:gd name="T4" fmla="*/ 0 w 28"/>
                  <a:gd name="T5" fmla="*/ 0 h 51"/>
                  <a:gd name="T6" fmla="*/ 0 w 28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1"/>
                  <a:gd name="T14" fmla="*/ 28 w 28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1">
                    <a:moveTo>
                      <a:pt x="28" y="0"/>
                    </a:moveTo>
                    <a:lnTo>
                      <a:pt x="0" y="49"/>
                    </a:lnTo>
                    <a:lnTo>
                      <a:pt x="5" y="5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2" name="Line 1215">
                <a:extLst>
                  <a:ext uri="{FF2B5EF4-FFF2-40B4-BE49-F238E27FC236}">
                    <a16:creationId xmlns:a16="http://schemas.microsoft.com/office/drawing/2014/main" id="{663B39E5-076A-865E-42FB-41E0B7EC0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0" y="36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3" name="Freeform 1216">
                <a:extLst>
                  <a:ext uri="{FF2B5EF4-FFF2-40B4-BE49-F238E27FC236}">
                    <a16:creationId xmlns:a16="http://schemas.microsoft.com/office/drawing/2014/main" id="{466B6217-3FED-CA81-FC4D-DB76B94F9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0"/>
                <a:ext cx="25" cy="23"/>
              </a:xfrm>
              <a:custGeom>
                <a:avLst/>
                <a:gdLst>
                  <a:gd name="T0" fmla="*/ 0 w 171"/>
                  <a:gd name="T1" fmla="*/ 0 h 161"/>
                  <a:gd name="T2" fmla="*/ 0 w 171"/>
                  <a:gd name="T3" fmla="*/ 0 h 161"/>
                  <a:gd name="T4" fmla="*/ 0 w 171"/>
                  <a:gd name="T5" fmla="*/ 0 h 161"/>
                  <a:gd name="T6" fmla="*/ 0 w 171"/>
                  <a:gd name="T7" fmla="*/ 0 h 161"/>
                  <a:gd name="T8" fmla="*/ 0 w 171"/>
                  <a:gd name="T9" fmla="*/ 0 h 161"/>
                  <a:gd name="T10" fmla="*/ 0 w 171"/>
                  <a:gd name="T11" fmla="*/ 0 h 161"/>
                  <a:gd name="T12" fmla="*/ 0 w 171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1"/>
                  <a:gd name="T23" fmla="*/ 171 w 171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1">
                    <a:moveTo>
                      <a:pt x="47" y="0"/>
                    </a:moveTo>
                    <a:lnTo>
                      <a:pt x="23" y="52"/>
                    </a:lnTo>
                    <a:lnTo>
                      <a:pt x="0" y="103"/>
                    </a:lnTo>
                    <a:lnTo>
                      <a:pt x="124" y="161"/>
                    </a:lnTo>
                    <a:lnTo>
                      <a:pt x="148" y="109"/>
                    </a:lnTo>
                    <a:lnTo>
                      <a:pt x="171" y="57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4" name="Freeform 1217">
                <a:extLst>
                  <a:ext uri="{FF2B5EF4-FFF2-40B4-BE49-F238E27FC236}">
                    <a16:creationId xmlns:a16="http://schemas.microsoft.com/office/drawing/2014/main" id="{6C372531-788B-82C4-EB67-97F25C931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0"/>
                <a:ext cx="25" cy="23"/>
              </a:xfrm>
              <a:custGeom>
                <a:avLst/>
                <a:gdLst>
                  <a:gd name="T0" fmla="*/ 0 w 171"/>
                  <a:gd name="T1" fmla="*/ 0 h 161"/>
                  <a:gd name="T2" fmla="*/ 0 w 171"/>
                  <a:gd name="T3" fmla="*/ 0 h 161"/>
                  <a:gd name="T4" fmla="*/ 0 w 171"/>
                  <a:gd name="T5" fmla="*/ 0 h 161"/>
                  <a:gd name="T6" fmla="*/ 0 w 171"/>
                  <a:gd name="T7" fmla="*/ 0 h 161"/>
                  <a:gd name="T8" fmla="*/ 0 w 171"/>
                  <a:gd name="T9" fmla="*/ 0 h 161"/>
                  <a:gd name="T10" fmla="*/ 0 w 171"/>
                  <a:gd name="T11" fmla="*/ 0 h 161"/>
                  <a:gd name="T12" fmla="*/ 0 w 171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1"/>
                  <a:gd name="T23" fmla="*/ 171 w 171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1">
                    <a:moveTo>
                      <a:pt x="47" y="0"/>
                    </a:moveTo>
                    <a:lnTo>
                      <a:pt x="23" y="52"/>
                    </a:lnTo>
                    <a:lnTo>
                      <a:pt x="0" y="103"/>
                    </a:lnTo>
                    <a:lnTo>
                      <a:pt x="124" y="161"/>
                    </a:lnTo>
                    <a:lnTo>
                      <a:pt x="148" y="109"/>
                    </a:lnTo>
                    <a:lnTo>
                      <a:pt x="171" y="57"/>
                    </a:lnTo>
                    <a:lnTo>
                      <a:pt x="4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5" name="Freeform 1218">
                <a:extLst>
                  <a:ext uri="{FF2B5EF4-FFF2-40B4-BE49-F238E27FC236}">
                    <a16:creationId xmlns:a16="http://schemas.microsoft.com/office/drawing/2014/main" id="{0AD77B27-25B3-E464-1664-77454C0EC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3605"/>
                <a:ext cx="3" cy="8"/>
              </a:xfrm>
              <a:custGeom>
                <a:avLst/>
                <a:gdLst>
                  <a:gd name="T0" fmla="*/ 0 w 24"/>
                  <a:gd name="T1" fmla="*/ 0 h 53"/>
                  <a:gd name="T2" fmla="*/ 0 w 24"/>
                  <a:gd name="T3" fmla="*/ 0 h 53"/>
                  <a:gd name="T4" fmla="*/ 0 w 24"/>
                  <a:gd name="T5" fmla="*/ 0 h 53"/>
                  <a:gd name="T6" fmla="*/ 0 w 24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53"/>
                  <a:gd name="T14" fmla="*/ 24 w 24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53">
                    <a:moveTo>
                      <a:pt x="24" y="0"/>
                    </a:moveTo>
                    <a:lnTo>
                      <a:pt x="0" y="52"/>
                    </a:lnTo>
                    <a:lnTo>
                      <a:pt x="5" y="5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6" name="Line 1219">
                <a:extLst>
                  <a:ext uri="{FF2B5EF4-FFF2-40B4-BE49-F238E27FC236}">
                    <a16:creationId xmlns:a16="http://schemas.microsoft.com/office/drawing/2014/main" id="{A2DCCB5A-AA17-046A-DEB0-B10A018DB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8" y="361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7" name="Freeform 1220">
                <a:extLst>
                  <a:ext uri="{FF2B5EF4-FFF2-40B4-BE49-F238E27FC236}">
                    <a16:creationId xmlns:a16="http://schemas.microsoft.com/office/drawing/2014/main" id="{5161E8A2-46D4-8906-1ADA-FE04B2A10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598"/>
                <a:ext cx="24" cy="22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38" y="0"/>
                    </a:moveTo>
                    <a:lnTo>
                      <a:pt x="19" y="53"/>
                    </a:lnTo>
                    <a:lnTo>
                      <a:pt x="0" y="106"/>
                    </a:lnTo>
                    <a:lnTo>
                      <a:pt x="129" y="153"/>
                    </a:lnTo>
                    <a:lnTo>
                      <a:pt x="148" y="100"/>
                    </a:lnTo>
                    <a:lnTo>
                      <a:pt x="167" y="47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8" name="Freeform 1221">
                <a:extLst>
                  <a:ext uri="{FF2B5EF4-FFF2-40B4-BE49-F238E27FC236}">
                    <a16:creationId xmlns:a16="http://schemas.microsoft.com/office/drawing/2014/main" id="{E7B5B42E-1ABB-1C81-665F-5C8F0C2C5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598"/>
                <a:ext cx="24" cy="22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38" y="0"/>
                    </a:moveTo>
                    <a:lnTo>
                      <a:pt x="19" y="53"/>
                    </a:lnTo>
                    <a:lnTo>
                      <a:pt x="0" y="106"/>
                    </a:lnTo>
                    <a:lnTo>
                      <a:pt x="129" y="153"/>
                    </a:lnTo>
                    <a:lnTo>
                      <a:pt x="148" y="100"/>
                    </a:lnTo>
                    <a:lnTo>
                      <a:pt x="167" y="47"/>
                    </a:lnTo>
                    <a:lnTo>
                      <a:pt x="3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9" name="Freeform 1222">
                <a:extLst>
                  <a:ext uri="{FF2B5EF4-FFF2-40B4-BE49-F238E27FC236}">
                    <a16:creationId xmlns:a16="http://schemas.microsoft.com/office/drawing/2014/main" id="{6A45A239-B2F3-688E-F3C4-278694428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3612"/>
                <a:ext cx="3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0"/>
                    </a:moveTo>
                    <a:lnTo>
                      <a:pt x="0" y="53"/>
                    </a:lnTo>
                    <a:lnTo>
                      <a:pt x="3" y="54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0" name="Line 1223">
                <a:extLst>
                  <a:ext uri="{FF2B5EF4-FFF2-40B4-BE49-F238E27FC236}">
                    <a16:creationId xmlns:a16="http://schemas.microsoft.com/office/drawing/2014/main" id="{6240A2DE-A177-B22B-0526-3BEC68362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7" y="36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1" name="Freeform 1224">
                <a:extLst>
                  <a:ext uri="{FF2B5EF4-FFF2-40B4-BE49-F238E27FC236}">
                    <a16:creationId xmlns:a16="http://schemas.microsoft.com/office/drawing/2014/main" id="{956BD0E3-C2CA-F0D0-2ECD-34A1520E7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60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32" y="0"/>
                    </a:moveTo>
                    <a:lnTo>
                      <a:pt x="16" y="54"/>
                    </a:lnTo>
                    <a:lnTo>
                      <a:pt x="0" y="108"/>
                    </a:lnTo>
                    <a:lnTo>
                      <a:pt x="132" y="146"/>
                    </a:lnTo>
                    <a:lnTo>
                      <a:pt x="147" y="92"/>
                    </a:lnTo>
                    <a:lnTo>
                      <a:pt x="163" y="38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2" name="Freeform 1225">
                <a:extLst>
                  <a:ext uri="{FF2B5EF4-FFF2-40B4-BE49-F238E27FC236}">
                    <a16:creationId xmlns:a16="http://schemas.microsoft.com/office/drawing/2014/main" id="{1A010F9F-300D-01CF-EF51-47F9CBF5A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60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32" y="0"/>
                    </a:moveTo>
                    <a:lnTo>
                      <a:pt x="16" y="54"/>
                    </a:lnTo>
                    <a:lnTo>
                      <a:pt x="0" y="108"/>
                    </a:lnTo>
                    <a:lnTo>
                      <a:pt x="132" y="146"/>
                    </a:lnTo>
                    <a:lnTo>
                      <a:pt x="147" y="92"/>
                    </a:lnTo>
                    <a:lnTo>
                      <a:pt x="163" y="38"/>
                    </a:lnTo>
                    <a:lnTo>
                      <a:pt x="3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3" name="Freeform 1226">
                <a:extLst>
                  <a:ext uri="{FF2B5EF4-FFF2-40B4-BE49-F238E27FC236}">
                    <a16:creationId xmlns:a16="http://schemas.microsoft.com/office/drawing/2014/main" id="{F180FBB1-CCD9-3549-C959-1AA3FDC47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3618"/>
                <a:ext cx="3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0"/>
                    </a:moveTo>
                    <a:lnTo>
                      <a:pt x="0" y="54"/>
                    </a:lnTo>
                    <a:lnTo>
                      <a:pt x="4" y="5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4" name="Line 1227">
                <a:extLst>
                  <a:ext uri="{FF2B5EF4-FFF2-40B4-BE49-F238E27FC236}">
                    <a16:creationId xmlns:a16="http://schemas.microsoft.com/office/drawing/2014/main" id="{9F303C59-29EC-FF8E-57B5-651C6DCF2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6" y="36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5" name="Freeform 1228">
                <a:extLst>
                  <a:ext uri="{FF2B5EF4-FFF2-40B4-BE49-F238E27FC236}">
                    <a16:creationId xmlns:a16="http://schemas.microsoft.com/office/drawing/2014/main" id="{1C9C5069-83D7-8193-B988-451D204712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610"/>
                <a:ext cx="22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22" y="0"/>
                    </a:move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lnTo>
                      <a:pt x="146" y="83"/>
                    </a:lnTo>
                    <a:lnTo>
                      <a:pt x="157" y="2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6" name="Freeform 1229">
                <a:extLst>
                  <a:ext uri="{FF2B5EF4-FFF2-40B4-BE49-F238E27FC236}">
                    <a16:creationId xmlns:a16="http://schemas.microsoft.com/office/drawing/2014/main" id="{9904BC16-46C8-6DAF-45C7-6253E20EC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610"/>
                <a:ext cx="22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22" y="0"/>
                    </a:move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lnTo>
                      <a:pt x="146" y="83"/>
                    </a:lnTo>
                    <a:lnTo>
                      <a:pt x="157" y="2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7" name="Freeform 1230">
                <a:extLst>
                  <a:ext uri="{FF2B5EF4-FFF2-40B4-BE49-F238E27FC236}">
                    <a16:creationId xmlns:a16="http://schemas.microsoft.com/office/drawing/2014/main" id="{9CAF949B-A398-4CD7-07EF-1247F8EEE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621"/>
                <a:ext cx="2" cy="8"/>
              </a:xfrm>
              <a:custGeom>
                <a:avLst/>
                <a:gdLst>
                  <a:gd name="T0" fmla="*/ 0 w 11"/>
                  <a:gd name="T1" fmla="*/ 0 h 56"/>
                  <a:gd name="T2" fmla="*/ 0 w 11"/>
                  <a:gd name="T3" fmla="*/ 0 h 56"/>
                  <a:gd name="T4" fmla="*/ 0 w 11"/>
                  <a:gd name="T5" fmla="*/ 0 h 56"/>
                  <a:gd name="T6" fmla="*/ 0 w 1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56"/>
                  <a:gd name="T14" fmla="*/ 11 w 1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56">
                    <a:moveTo>
                      <a:pt x="11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8" name="Line 1231">
                <a:extLst>
                  <a:ext uri="{FF2B5EF4-FFF2-40B4-BE49-F238E27FC236}">
                    <a16:creationId xmlns:a16="http://schemas.microsoft.com/office/drawing/2014/main" id="{0C005C43-1413-6979-5683-B7EFCC2F3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6" y="36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9" name="Freeform 1232">
                <a:extLst>
                  <a:ext uri="{FF2B5EF4-FFF2-40B4-BE49-F238E27FC236}">
                    <a16:creationId xmlns:a16="http://schemas.microsoft.com/office/drawing/2014/main" id="{7A6D51B4-BF92-0BCF-0CF8-C0B74ABB8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" y="0"/>
                    </a:move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lnTo>
                      <a:pt x="143" y="72"/>
                    </a:lnTo>
                    <a:lnTo>
                      <a:pt x="149" y="1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0" name="Freeform 1233">
                <a:extLst>
                  <a:ext uri="{FF2B5EF4-FFF2-40B4-BE49-F238E27FC236}">
                    <a16:creationId xmlns:a16="http://schemas.microsoft.com/office/drawing/2014/main" id="{2C31D55E-AD13-93DF-2BF1-5D7E5E336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" y="0"/>
                    </a:move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lnTo>
                      <a:pt x="143" y="72"/>
                    </a:lnTo>
                    <a:lnTo>
                      <a:pt x="149" y="16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1" name="Freeform 1234">
                <a:extLst>
                  <a:ext uri="{FF2B5EF4-FFF2-40B4-BE49-F238E27FC236}">
                    <a16:creationId xmlns:a16="http://schemas.microsoft.com/office/drawing/2014/main" id="{3946D6B0-850A-27A2-DBCA-9EE54D7F8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6" y="3624"/>
                <a:ext cx="1" cy="8"/>
              </a:xfrm>
              <a:custGeom>
                <a:avLst/>
                <a:gdLst>
                  <a:gd name="T0" fmla="*/ 0 w 7"/>
                  <a:gd name="T1" fmla="*/ 0 h 56"/>
                  <a:gd name="T2" fmla="*/ 0 w 7"/>
                  <a:gd name="T3" fmla="*/ 0 h 56"/>
                  <a:gd name="T4" fmla="*/ 0 w 7"/>
                  <a:gd name="T5" fmla="*/ 0 h 56"/>
                  <a:gd name="T6" fmla="*/ 0 w 7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56"/>
                  <a:gd name="T14" fmla="*/ 7 w 7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56">
                    <a:moveTo>
                      <a:pt x="7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2" name="Line 1235">
                <a:extLst>
                  <a:ext uri="{FF2B5EF4-FFF2-40B4-BE49-F238E27FC236}">
                    <a16:creationId xmlns:a16="http://schemas.microsoft.com/office/drawing/2014/main" id="{38A73A45-2649-94CF-45CD-1AEE0719A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6" y="36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3" name="Freeform 1236">
                <a:extLst>
                  <a:ext uri="{FF2B5EF4-FFF2-40B4-BE49-F238E27FC236}">
                    <a16:creationId xmlns:a16="http://schemas.microsoft.com/office/drawing/2014/main" id="{2ABBF301-3A9E-97F9-B9AB-1CF0A2242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616"/>
                <a:ext cx="20" cy="17"/>
              </a:xfrm>
              <a:custGeom>
                <a:avLst/>
                <a:gdLst>
                  <a:gd name="T0" fmla="*/ 0 w 143"/>
                  <a:gd name="T1" fmla="*/ 0 h 118"/>
                  <a:gd name="T2" fmla="*/ 0 w 143"/>
                  <a:gd name="T3" fmla="*/ 0 h 118"/>
                  <a:gd name="T4" fmla="*/ 0 w 143"/>
                  <a:gd name="T5" fmla="*/ 0 h 118"/>
                  <a:gd name="T6" fmla="*/ 0 w 143"/>
                  <a:gd name="T7" fmla="*/ 0 h 118"/>
                  <a:gd name="T8" fmla="*/ 0 w 143"/>
                  <a:gd name="T9" fmla="*/ 0 h 118"/>
                  <a:gd name="T10" fmla="*/ 0 w 143"/>
                  <a:gd name="T11" fmla="*/ 0 h 118"/>
                  <a:gd name="T12" fmla="*/ 0 w 143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8"/>
                  <a:gd name="T23" fmla="*/ 143 w 143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8">
                    <a:moveTo>
                      <a:pt x="5" y="0"/>
                    </a:moveTo>
                    <a:lnTo>
                      <a:pt x="3" y="56"/>
                    </a:lnTo>
                    <a:lnTo>
                      <a:pt x="0" y="112"/>
                    </a:lnTo>
                    <a:lnTo>
                      <a:pt x="139" y="118"/>
                    </a:lnTo>
                    <a:lnTo>
                      <a:pt x="141" y="61"/>
                    </a:lnTo>
                    <a:lnTo>
                      <a:pt x="143" y="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4" name="Freeform 1237">
                <a:extLst>
                  <a:ext uri="{FF2B5EF4-FFF2-40B4-BE49-F238E27FC236}">
                    <a16:creationId xmlns:a16="http://schemas.microsoft.com/office/drawing/2014/main" id="{0D204F8B-4A82-C96A-558C-62D3FAC82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616"/>
                <a:ext cx="20" cy="17"/>
              </a:xfrm>
              <a:custGeom>
                <a:avLst/>
                <a:gdLst>
                  <a:gd name="T0" fmla="*/ 0 w 143"/>
                  <a:gd name="T1" fmla="*/ 0 h 118"/>
                  <a:gd name="T2" fmla="*/ 0 w 143"/>
                  <a:gd name="T3" fmla="*/ 0 h 118"/>
                  <a:gd name="T4" fmla="*/ 0 w 143"/>
                  <a:gd name="T5" fmla="*/ 0 h 118"/>
                  <a:gd name="T6" fmla="*/ 0 w 143"/>
                  <a:gd name="T7" fmla="*/ 0 h 118"/>
                  <a:gd name="T8" fmla="*/ 0 w 143"/>
                  <a:gd name="T9" fmla="*/ 0 h 118"/>
                  <a:gd name="T10" fmla="*/ 0 w 143"/>
                  <a:gd name="T11" fmla="*/ 0 h 118"/>
                  <a:gd name="T12" fmla="*/ 0 w 143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8"/>
                  <a:gd name="T23" fmla="*/ 143 w 143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8">
                    <a:moveTo>
                      <a:pt x="5" y="0"/>
                    </a:moveTo>
                    <a:lnTo>
                      <a:pt x="3" y="56"/>
                    </a:lnTo>
                    <a:lnTo>
                      <a:pt x="0" y="112"/>
                    </a:lnTo>
                    <a:lnTo>
                      <a:pt x="139" y="118"/>
                    </a:lnTo>
                    <a:lnTo>
                      <a:pt x="141" y="61"/>
                    </a:lnTo>
                    <a:lnTo>
                      <a:pt x="14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5" name="Freeform 1238">
                <a:extLst>
                  <a:ext uri="{FF2B5EF4-FFF2-40B4-BE49-F238E27FC236}">
                    <a16:creationId xmlns:a16="http://schemas.microsoft.com/office/drawing/2014/main" id="{4C93D400-F0F9-9462-B8E3-AC81B0A40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24"/>
                <a:ext cx="1" cy="9"/>
              </a:xfrm>
              <a:custGeom>
                <a:avLst/>
                <a:gdLst>
                  <a:gd name="T0" fmla="*/ 0 w 4"/>
                  <a:gd name="T1" fmla="*/ 0 h 57"/>
                  <a:gd name="T2" fmla="*/ 0 w 4"/>
                  <a:gd name="T3" fmla="*/ 0 h 57"/>
                  <a:gd name="T4" fmla="*/ 0 w 4"/>
                  <a:gd name="T5" fmla="*/ 0 h 57"/>
                  <a:gd name="T6" fmla="*/ 0 w 4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7"/>
                  <a:gd name="T14" fmla="*/ 4 w 4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7">
                    <a:moveTo>
                      <a:pt x="2" y="0"/>
                    </a:moveTo>
                    <a:lnTo>
                      <a:pt x="0" y="57"/>
                    </a:lnTo>
                    <a:lnTo>
                      <a:pt x="4" y="57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6" name="Line 1239">
                <a:extLst>
                  <a:ext uri="{FF2B5EF4-FFF2-40B4-BE49-F238E27FC236}">
                    <a16:creationId xmlns:a16="http://schemas.microsoft.com/office/drawing/2014/main" id="{4566EABA-553A-9220-D6F4-CF8D9BC2C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6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7" name="Freeform 1240">
                <a:extLst>
                  <a:ext uri="{FF2B5EF4-FFF2-40B4-BE49-F238E27FC236}">
                    <a16:creationId xmlns:a16="http://schemas.microsoft.com/office/drawing/2014/main" id="{4980E4C7-D250-A577-BF18-AE0C8E48C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16"/>
                <a:ext cx="20" cy="17"/>
              </a:xfrm>
              <a:custGeom>
                <a:avLst/>
                <a:gdLst>
                  <a:gd name="T0" fmla="*/ 0 w 141"/>
                  <a:gd name="T1" fmla="*/ 0 h 118"/>
                  <a:gd name="T2" fmla="*/ 0 w 141"/>
                  <a:gd name="T3" fmla="*/ 0 h 118"/>
                  <a:gd name="T4" fmla="*/ 0 w 141"/>
                  <a:gd name="T5" fmla="*/ 0 h 118"/>
                  <a:gd name="T6" fmla="*/ 0 w 141"/>
                  <a:gd name="T7" fmla="*/ 0 h 118"/>
                  <a:gd name="T8" fmla="*/ 0 w 141"/>
                  <a:gd name="T9" fmla="*/ 0 h 118"/>
                  <a:gd name="T10" fmla="*/ 0 w 141"/>
                  <a:gd name="T11" fmla="*/ 0 h 118"/>
                  <a:gd name="T12" fmla="*/ 0 w 141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8"/>
                  <a:gd name="T23" fmla="*/ 141 w 141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8">
                    <a:moveTo>
                      <a:pt x="0" y="5"/>
                    </a:moveTo>
                    <a:lnTo>
                      <a:pt x="2" y="61"/>
                    </a:lnTo>
                    <a:lnTo>
                      <a:pt x="4" y="118"/>
                    </a:lnTo>
                    <a:lnTo>
                      <a:pt x="141" y="112"/>
                    </a:lnTo>
                    <a:lnTo>
                      <a:pt x="139" y="56"/>
                    </a:lnTo>
                    <a:lnTo>
                      <a:pt x="136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8" name="Freeform 1241">
                <a:extLst>
                  <a:ext uri="{FF2B5EF4-FFF2-40B4-BE49-F238E27FC236}">
                    <a16:creationId xmlns:a16="http://schemas.microsoft.com/office/drawing/2014/main" id="{5B622955-C6F2-19DA-14FC-E326929CF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16"/>
                <a:ext cx="20" cy="17"/>
              </a:xfrm>
              <a:custGeom>
                <a:avLst/>
                <a:gdLst>
                  <a:gd name="T0" fmla="*/ 0 w 141"/>
                  <a:gd name="T1" fmla="*/ 0 h 118"/>
                  <a:gd name="T2" fmla="*/ 0 w 141"/>
                  <a:gd name="T3" fmla="*/ 0 h 118"/>
                  <a:gd name="T4" fmla="*/ 0 w 141"/>
                  <a:gd name="T5" fmla="*/ 0 h 118"/>
                  <a:gd name="T6" fmla="*/ 0 w 141"/>
                  <a:gd name="T7" fmla="*/ 0 h 118"/>
                  <a:gd name="T8" fmla="*/ 0 w 141"/>
                  <a:gd name="T9" fmla="*/ 0 h 118"/>
                  <a:gd name="T10" fmla="*/ 0 w 141"/>
                  <a:gd name="T11" fmla="*/ 0 h 118"/>
                  <a:gd name="T12" fmla="*/ 0 w 141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8"/>
                  <a:gd name="T23" fmla="*/ 141 w 141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8">
                    <a:moveTo>
                      <a:pt x="0" y="5"/>
                    </a:moveTo>
                    <a:lnTo>
                      <a:pt x="2" y="61"/>
                    </a:lnTo>
                    <a:lnTo>
                      <a:pt x="4" y="118"/>
                    </a:lnTo>
                    <a:lnTo>
                      <a:pt x="141" y="112"/>
                    </a:lnTo>
                    <a:lnTo>
                      <a:pt x="139" y="56"/>
                    </a:lnTo>
                    <a:lnTo>
                      <a:pt x="136" y="0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9" name="Freeform 1242">
                <a:extLst>
                  <a:ext uri="{FF2B5EF4-FFF2-40B4-BE49-F238E27FC236}">
                    <a16:creationId xmlns:a16="http://schemas.microsoft.com/office/drawing/2014/main" id="{2E4D6D0B-6D32-0FF5-046A-5C6E7159E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3624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0"/>
                    </a:moveTo>
                    <a:lnTo>
                      <a:pt x="2" y="56"/>
                    </a:lnTo>
                    <a:lnTo>
                      <a:pt x="6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0" name="Line 1243">
                <a:extLst>
                  <a:ext uri="{FF2B5EF4-FFF2-40B4-BE49-F238E27FC236}">
                    <a16:creationId xmlns:a16="http://schemas.microsoft.com/office/drawing/2014/main" id="{C11DB8FC-F87A-E484-70A2-C72DDD19D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7" y="36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1" name="Freeform 1244">
                <a:extLst>
                  <a:ext uri="{FF2B5EF4-FFF2-40B4-BE49-F238E27FC236}">
                    <a16:creationId xmlns:a16="http://schemas.microsoft.com/office/drawing/2014/main" id="{802C44DC-BFDA-9C49-D5DC-68F764D2D8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0" y="16"/>
                    </a:moveTo>
                    <a:lnTo>
                      <a:pt x="7" y="72"/>
                    </a:lnTo>
                    <a:lnTo>
                      <a:pt x="13" y="128"/>
                    </a:lnTo>
                    <a:lnTo>
                      <a:pt x="149" y="112"/>
                    </a:lnTo>
                    <a:lnTo>
                      <a:pt x="142" y="56"/>
                    </a:lnTo>
                    <a:lnTo>
                      <a:pt x="136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2" name="Freeform 1245">
                <a:extLst>
                  <a:ext uri="{FF2B5EF4-FFF2-40B4-BE49-F238E27FC236}">
                    <a16:creationId xmlns:a16="http://schemas.microsoft.com/office/drawing/2014/main" id="{F4D1DADA-2D14-18E0-4599-FDEF09E0C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0" y="16"/>
                    </a:moveTo>
                    <a:lnTo>
                      <a:pt x="7" y="72"/>
                    </a:lnTo>
                    <a:lnTo>
                      <a:pt x="13" y="128"/>
                    </a:lnTo>
                    <a:lnTo>
                      <a:pt x="149" y="112"/>
                    </a:lnTo>
                    <a:lnTo>
                      <a:pt x="142" y="56"/>
                    </a:lnTo>
                    <a:lnTo>
                      <a:pt x="136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3" name="Freeform 1246">
                <a:extLst>
                  <a:ext uri="{FF2B5EF4-FFF2-40B4-BE49-F238E27FC236}">
                    <a16:creationId xmlns:a16="http://schemas.microsoft.com/office/drawing/2014/main" id="{73ACFC03-88B1-035B-881E-EB3E83DCC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" y="3621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0"/>
                    </a:moveTo>
                    <a:lnTo>
                      <a:pt x="7" y="56"/>
                    </a:lnTo>
                    <a:lnTo>
                      <a:pt x="12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4" name="Line 1247">
                <a:extLst>
                  <a:ext uri="{FF2B5EF4-FFF2-40B4-BE49-F238E27FC236}">
                    <a16:creationId xmlns:a16="http://schemas.microsoft.com/office/drawing/2014/main" id="{8E15ABCE-F007-09FB-3BE1-D353086961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7" y="36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5" name="Freeform 1248">
                <a:extLst>
                  <a:ext uri="{FF2B5EF4-FFF2-40B4-BE49-F238E27FC236}">
                    <a16:creationId xmlns:a16="http://schemas.microsoft.com/office/drawing/2014/main" id="{9A41B0E3-02A8-C990-836A-625725BBA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610"/>
                <a:ext cx="23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0" y="27"/>
                    </a:moveTo>
                    <a:lnTo>
                      <a:pt x="11" y="83"/>
                    </a:lnTo>
                    <a:lnTo>
                      <a:pt x="23" y="139"/>
                    </a:lnTo>
                    <a:lnTo>
                      <a:pt x="157" y="112"/>
                    </a:ln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6" name="Freeform 1249">
                <a:extLst>
                  <a:ext uri="{FF2B5EF4-FFF2-40B4-BE49-F238E27FC236}">
                    <a16:creationId xmlns:a16="http://schemas.microsoft.com/office/drawing/2014/main" id="{BC6CFD91-9B8C-8E69-D03A-0D3202B51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610"/>
                <a:ext cx="23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0" y="27"/>
                    </a:moveTo>
                    <a:lnTo>
                      <a:pt x="11" y="83"/>
                    </a:lnTo>
                    <a:lnTo>
                      <a:pt x="23" y="139"/>
                    </a:lnTo>
                    <a:lnTo>
                      <a:pt x="157" y="112"/>
                    </a:ln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7" name="Freeform 1250">
                <a:extLst>
                  <a:ext uri="{FF2B5EF4-FFF2-40B4-BE49-F238E27FC236}">
                    <a16:creationId xmlns:a16="http://schemas.microsoft.com/office/drawing/2014/main" id="{DA0320D8-736E-A58F-7871-2CF6391C8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3618"/>
                <a:ext cx="2" cy="8"/>
              </a:xfrm>
              <a:custGeom>
                <a:avLst/>
                <a:gdLst>
                  <a:gd name="T0" fmla="*/ 0 w 16"/>
                  <a:gd name="T1" fmla="*/ 0 h 56"/>
                  <a:gd name="T2" fmla="*/ 0 w 16"/>
                  <a:gd name="T3" fmla="*/ 0 h 56"/>
                  <a:gd name="T4" fmla="*/ 0 w 16"/>
                  <a:gd name="T5" fmla="*/ 0 h 56"/>
                  <a:gd name="T6" fmla="*/ 0 w 1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6"/>
                  <a:gd name="T14" fmla="*/ 16 w 1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6">
                    <a:moveTo>
                      <a:pt x="0" y="0"/>
                    </a:moveTo>
                    <a:lnTo>
                      <a:pt x="11" y="56"/>
                    </a:lnTo>
                    <a:lnTo>
                      <a:pt x="16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8" name="Line 1251">
                <a:extLst>
                  <a:ext uri="{FF2B5EF4-FFF2-40B4-BE49-F238E27FC236}">
                    <a16:creationId xmlns:a16="http://schemas.microsoft.com/office/drawing/2014/main" id="{77137F05-3E7F-2F0A-0A92-5C223C92C1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7" y="36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9" name="Freeform 1252">
                <a:extLst>
                  <a:ext uri="{FF2B5EF4-FFF2-40B4-BE49-F238E27FC236}">
                    <a16:creationId xmlns:a16="http://schemas.microsoft.com/office/drawing/2014/main" id="{3D5C33B0-21D0-AC2E-7B6A-B807154F7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60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0" y="38"/>
                    </a:moveTo>
                    <a:lnTo>
                      <a:pt x="16" y="93"/>
                    </a:lnTo>
                    <a:lnTo>
                      <a:pt x="32" y="148"/>
                    </a:lnTo>
                    <a:lnTo>
                      <a:pt x="164" y="110"/>
                    </a:lnTo>
                    <a:lnTo>
                      <a:pt x="149" y="55"/>
                    </a:lnTo>
                    <a:lnTo>
                      <a:pt x="133" y="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0" name="Freeform 1253">
                <a:extLst>
                  <a:ext uri="{FF2B5EF4-FFF2-40B4-BE49-F238E27FC236}">
                    <a16:creationId xmlns:a16="http://schemas.microsoft.com/office/drawing/2014/main" id="{22C072FE-9B17-1855-A29B-2DFD2210D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60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0" y="38"/>
                    </a:moveTo>
                    <a:lnTo>
                      <a:pt x="16" y="93"/>
                    </a:lnTo>
                    <a:lnTo>
                      <a:pt x="32" y="148"/>
                    </a:lnTo>
                    <a:lnTo>
                      <a:pt x="164" y="110"/>
                    </a:lnTo>
                    <a:lnTo>
                      <a:pt x="149" y="55"/>
                    </a:lnTo>
                    <a:lnTo>
                      <a:pt x="133" y="0"/>
                    </a:lnTo>
                    <a:lnTo>
                      <a:pt x="0" y="3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1" name="Freeform 1254">
                <a:extLst>
                  <a:ext uri="{FF2B5EF4-FFF2-40B4-BE49-F238E27FC236}">
                    <a16:creationId xmlns:a16="http://schemas.microsoft.com/office/drawing/2014/main" id="{94C3AF83-3600-1983-AC87-32DE6EF91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3612"/>
                <a:ext cx="3" cy="8"/>
              </a:xfrm>
              <a:custGeom>
                <a:avLst/>
                <a:gdLst>
                  <a:gd name="T0" fmla="*/ 0 w 19"/>
                  <a:gd name="T1" fmla="*/ 0 h 55"/>
                  <a:gd name="T2" fmla="*/ 0 w 19"/>
                  <a:gd name="T3" fmla="*/ 0 h 55"/>
                  <a:gd name="T4" fmla="*/ 0 w 19"/>
                  <a:gd name="T5" fmla="*/ 0 h 55"/>
                  <a:gd name="T6" fmla="*/ 0 w 19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5"/>
                  <a:gd name="T14" fmla="*/ 19 w 19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5">
                    <a:moveTo>
                      <a:pt x="0" y="0"/>
                    </a:moveTo>
                    <a:lnTo>
                      <a:pt x="15" y="55"/>
                    </a:lnTo>
                    <a:lnTo>
                      <a:pt x="19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2" name="Line 1255">
                <a:extLst>
                  <a:ext uri="{FF2B5EF4-FFF2-40B4-BE49-F238E27FC236}">
                    <a16:creationId xmlns:a16="http://schemas.microsoft.com/office/drawing/2014/main" id="{1EABBCCA-0F23-6682-6879-3EF6A0C64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96" y="36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3" name="Freeform 1256">
                <a:extLst>
                  <a:ext uri="{FF2B5EF4-FFF2-40B4-BE49-F238E27FC236}">
                    <a16:creationId xmlns:a16="http://schemas.microsoft.com/office/drawing/2014/main" id="{55A0D5BB-4153-2667-7767-DD2C3FC1A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598"/>
                <a:ext cx="24" cy="22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0" y="47"/>
                    </a:moveTo>
                    <a:lnTo>
                      <a:pt x="19" y="100"/>
                    </a:lnTo>
                    <a:lnTo>
                      <a:pt x="38" y="153"/>
                    </a:lnTo>
                    <a:lnTo>
                      <a:pt x="166" y="106"/>
                    </a:lnTo>
                    <a:lnTo>
                      <a:pt x="147" y="53"/>
                    </a:lnTo>
                    <a:lnTo>
                      <a:pt x="127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4" name="Freeform 1257">
                <a:extLst>
                  <a:ext uri="{FF2B5EF4-FFF2-40B4-BE49-F238E27FC236}">
                    <a16:creationId xmlns:a16="http://schemas.microsoft.com/office/drawing/2014/main" id="{AF951397-2934-C7A9-8D8D-DA8BC20D7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598"/>
                <a:ext cx="24" cy="22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0" y="47"/>
                    </a:moveTo>
                    <a:lnTo>
                      <a:pt x="19" y="100"/>
                    </a:lnTo>
                    <a:lnTo>
                      <a:pt x="38" y="153"/>
                    </a:lnTo>
                    <a:lnTo>
                      <a:pt x="166" y="106"/>
                    </a:lnTo>
                    <a:lnTo>
                      <a:pt x="147" y="53"/>
                    </a:lnTo>
                    <a:lnTo>
                      <a:pt x="127" y="0"/>
                    </a:lnTo>
                    <a:lnTo>
                      <a:pt x="0" y="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5" name="Freeform 1258">
                <a:extLst>
                  <a:ext uri="{FF2B5EF4-FFF2-40B4-BE49-F238E27FC236}">
                    <a16:creationId xmlns:a16="http://schemas.microsoft.com/office/drawing/2014/main" id="{B57B1E1B-8434-2D3B-C851-195E713DA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3605"/>
                <a:ext cx="4" cy="8"/>
              </a:xfrm>
              <a:custGeom>
                <a:avLst/>
                <a:gdLst>
                  <a:gd name="T0" fmla="*/ 0 w 23"/>
                  <a:gd name="T1" fmla="*/ 0 h 53"/>
                  <a:gd name="T2" fmla="*/ 0 w 23"/>
                  <a:gd name="T3" fmla="*/ 0 h 53"/>
                  <a:gd name="T4" fmla="*/ 0 w 23"/>
                  <a:gd name="T5" fmla="*/ 0 h 53"/>
                  <a:gd name="T6" fmla="*/ 0 w 23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3"/>
                  <a:gd name="T14" fmla="*/ 23 w 23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3">
                    <a:moveTo>
                      <a:pt x="0" y="0"/>
                    </a:moveTo>
                    <a:lnTo>
                      <a:pt x="19" y="53"/>
                    </a:lnTo>
                    <a:lnTo>
                      <a:pt x="23" y="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6" name="Line 1259">
                <a:extLst>
                  <a:ext uri="{FF2B5EF4-FFF2-40B4-BE49-F238E27FC236}">
                    <a16:creationId xmlns:a16="http://schemas.microsoft.com/office/drawing/2014/main" id="{2282290E-96F1-3983-7E28-BB1690E2F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5" y="361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7" name="Freeform 1260">
                <a:extLst>
                  <a:ext uri="{FF2B5EF4-FFF2-40B4-BE49-F238E27FC236}">
                    <a16:creationId xmlns:a16="http://schemas.microsoft.com/office/drawing/2014/main" id="{D22E152A-161C-978F-2A45-42DC6B971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590"/>
                <a:ext cx="25" cy="23"/>
              </a:xfrm>
              <a:custGeom>
                <a:avLst/>
                <a:gdLst>
                  <a:gd name="T0" fmla="*/ 0 w 172"/>
                  <a:gd name="T1" fmla="*/ 0 h 161"/>
                  <a:gd name="T2" fmla="*/ 0 w 172"/>
                  <a:gd name="T3" fmla="*/ 0 h 161"/>
                  <a:gd name="T4" fmla="*/ 0 w 172"/>
                  <a:gd name="T5" fmla="*/ 0 h 161"/>
                  <a:gd name="T6" fmla="*/ 0 w 172"/>
                  <a:gd name="T7" fmla="*/ 0 h 161"/>
                  <a:gd name="T8" fmla="*/ 0 w 172"/>
                  <a:gd name="T9" fmla="*/ 0 h 161"/>
                  <a:gd name="T10" fmla="*/ 0 w 172"/>
                  <a:gd name="T11" fmla="*/ 0 h 161"/>
                  <a:gd name="T12" fmla="*/ 0 w 172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1"/>
                  <a:gd name="T23" fmla="*/ 172 w 172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1">
                    <a:moveTo>
                      <a:pt x="0" y="57"/>
                    </a:moveTo>
                    <a:lnTo>
                      <a:pt x="24" y="109"/>
                    </a:lnTo>
                    <a:lnTo>
                      <a:pt x="47" y="161"/>
                    </a:lnTo>
                    <a:lnTo>
                      <a:pt x="172" y="103"/>
                    </a:lnTo>
                    <a:lnTo>
                      <a:pt x="148" y="52"/>
                    </a:lnTo>
                    <a:lnTo>
                      <a:pt x="125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8" name="Freeform 1261">
                <a:extLst>
                  <a:ext uri="{FF2B5EF4-FFF2-40B4-BE49-F238E27FC236}">
                    <a16:creationId xmlns:a16="http://schemas.microsoft.com/office/drawing/2014/main" id="{57B466D6-D2DC-EB82-4001-4E311FC8E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590"/>
                <a:ext cx="25" cy="23"/>
              </a:xfrm>
              <a:custGeom>
                <a:avLst/>
                <a:gdLst>
                  <a:gd name="T0" fmla="*/ 0 w 172"/>
                  <a:gd name="T1" fmla="*/ 0 h 161"/>
                  <a:gd name="T2" fmla="*/ 0 w 172"/>
                  <a:gd name="T3" fmla="*/ 0 h 161"/>
                  <a:gd name="T4" fmla="*/ 0 w 172"/>
                  <a:gd name="T5" fmla="*/ 0 h 161"/>
                  <a:gd name="T6" fmla="*/ 0 w 172"/>
                  <a:gd name="T7" fmla="*/ 0 h 161"/>
                  <a:gd name="T8" fmla="*/ 0 w 172"/>
                  <a:gd name="T9" fmla="*/ 0 h 161"/>
                  <a:gd name="T10" fmla="*/ 0 w 172"/>
                  <a:gd name="T11" fmla="*/ 0 h 161"/>
                  <a:gd name="T12" fmla="*/ 0 w 172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1"/>
                  <a:gd name="T23" fmla="*/ 172 w 172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1">
                    <a:moveTo>
                      <a:pt x="0" y="57"/>
                    </a:moveTo>
                    <a:lnTo>
                      <a:pt x="24" y="109"/>
                    </a:lnTo>
                    <a:lnTo>
                      <a:pt x="47" y="161"/>
                    </a:lnTo>
                    <a:lnTo>
                      <a:pt x="172" y="103"/>
                    </a:lnTo>
                    <a:lnTo>
                      <a:pt x="148" y="52"/>
                    </a:lnTo>
                    <a:lnTo>
                      <a:pt x="125" y="0"/>
                    </a:lnTo>
                    <a:lnTo>
                      <a:pt x="0" y="5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9" name="Freeform 1262">
                <a:extLst>
                  <a:ext uri="{FF2B5EF4-FFF2-40B4-BE49-F238E27FC236}">
                    <a16:creationId xmlns:a16="http://schemas.microsoft.com/office/drawing/2014/main" id="{AFEB8BEA-DAC6-FB17-17D8-82D6F78EF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3597"/>
                <a:ext cx="4" cy="8"/>
              </a:xfrm>
              <a:custGeom>
                <a:avLst/>
                <a:gdLst>
                  <a:gd name="T0" fmla="*/ 0 w 28"/>
                  <a:gd name="T1" fmla="*/ 0 h 51"/>
                  <a:gd name="T2" fmla="*/ 0 w 28"/>
                  <a:gd name="T3" fmla="*/ 0 h 51"/>
                  <a:gd name="T4" fmla="*/ 0 w 28"/>
                  <a:gd name="T5" fmla="*/ 0 h 51"/>
                  <a:gd name="T6" fmla="*/ 0 w 28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1"/>
                  <a:gd name="T14" fmla="*/ 28 w 28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1">
                    <a:moveTo>
                      <a:pt x="0" y="0"/>
                    </a:moveTo>
                    <a:lnTo>
                      <a:pt x="24" y="51"/>
                    </a:lnTo>
                    <a:lnTo>
                      <a:pt x="28" y="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0" name="Line 1263">
                <a:extLst>
                  <a:ext uri="{FF2B5EF4-FFF2-40B4-BE49-F238E27FC236}">
                    <a16:creationId xmlns:a16="http://schemas.microsoft.com/office/drawing/2014/main" id="{657BA0EC-EB54-3077-A9B3-422FFB45C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4" y="36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1" name="Freeform 1264">
                <a:extLst>
                  <a:ext uri="{FF2B5EF4-FFF2-40B4-BE49-F238E27FC236}">
                    <a16:creationId xmlns:a16="http://schemas.microsoft.com/office/drawing/2014/main" id="{ACD19F0D-CFC7-0350-7C49-E21700966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581"/>
                <a:ext cx="25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0" y="67"/>
                    </a:move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lnTo>
                      <a:pt x="148" y="49"/>
                    </a:lnTo>
                    <a:lnTo>
                      <a:pt x="120" y="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2" name="Freeform 1265">
                <a:extLst>
                  <a:ext uri="{FF2B5EF4-FFF2-40B4-BE49-F238E27FC236}">
                    <a16:creationId xmlns:a16="http://schemas.microsoft.com/office/drawing/2014/main" id="{2485CACC-37BE-0929-52F5-FFBE009499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581"/>
                <a:ext cx="25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0" y="67"/>
                    </a:move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lnTo>
                      <a:pt x="148" y="49"/>
                    </a:lnTo>
                    <a:lnTo>
                      <a:pt x="120" y="0"/>
                    </a:lnTo>
                    <a:lnTo>
                      <a:pt x="0" y="6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3" name="Freeform 1266">
                <a:extLst>
                  <a:ext uri="{FF2B5EF4-FFF2-40B4-BE49-F238E27FC236}">
                    <a16:creationId xmlns:a16="http://schemas.microsoft.com/office/drawing/2014/main" id="{D8DE8100-EBA5-FC23-9F77-2220F9854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7" y="3588"/>
                <a:ext cx="5" cy="7"/>
              </a:xfrm>
              <a:custGeom>
                <a:avLst/>
                <a:gdLst>
                  <a:gd name="T0" fmla="*/ 0 w 32"/>
                  <a:gd name="T1" fmla="*/ 0 h 50"/>
                  <a:gd name="T2" fmla="*/ 0 w 32"/>
                  <a:gd name="T3" fmla="*/ 0 h 50"/>
                  <a:gd name="T4" fmla="*/ 0 w 32"/>
                  <a:gd name="T5" fmla="*/ 0 h 50"/>
                  <a:gd name="T6" fmla="*/ 0 w 3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50"/>
                  <a:gd name="T14" fmla="*/ 32 w 3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50">
                    <a:moveTo>
                      <a:pt x="0" y="0"/>
                    </a:moveTo>
                    <a:lnTo>
                      <a:pt x="28" y="50"/>
                    </a:lnTo>
                    <a:lnTo>
                      <a:pt x="32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4" name="Line 1267">
                <a:extLst>
                  <a:ext uri="{FF2B5EF4-FFF2-40B4-BE49-F238E27FC236}">
                    <a16:creationId xmlns:a16="http://schemas.microsoft.com/office/drawing/2014/main" id="{7A150DEF-8064-2DE5-5CC1-19FC059A1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1" y="359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5" name="Freeform 1268">
                <a:extLst>
                  <a:ext uri="{FF2B5EF4-FFF2-40B4-BE49-F238E27FC236}">
                    <a16:creationId xmlns:a16="http://schemas.microsoft.com/office/drawing/2014/main" id="{5CCE449C-A4A9-3BA7-7D9E-CE587FB03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0" y="76"/>
                    </a:moveTo>
                    <a:lnTo>
                      <a:pt x="31" y="123"/>
                    </a:lnTo>
                    <a:lnTo>
                      <a:pt x="63" y="170"/>
                    </a:lnTo>
                    <a:lnTo>
                      <a:pt x="177" y="94"/>
                    </a:lnTo>
                    <a:lnTo>
                      <a:pt x="146" y="47"/>
                    </a:lnTo>
                    <a:lnTo>
                      <a:pt x="114" y="0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6" name="Freeform 1269">
                <a:extLst>
                  <a:ext uri="{FF2B5EF4-FFF2-40B4-BE49-F238E27FC236}">
                    <a16:creationId xmlns:a16="http://schemas.microsoft.com/office/drawing/2014/main" id="{6C488F9D-4984-DF30-6212-2E482552A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0" y="76"/>
                    </a:moveTo>
                    <a:lnTo>
                      <a:pt x="31" y="123"/>
                    </a:lnTo>
                    <a:lnTo>
                      <a:pt x="63" y="170"/>
                    </a:lnTo>
                    <a:lnTo>
                      <a:pt x="177" y="94"/>
                    </a:lnTo>
                    <a:lnTo>
                      <a:pt x="146" y="47"/>
                    </a:lnTo>
                    <a:lnTo>
                      <a:pt x="114" y="0"/>
                    </a:lnTo>
                    <a:lnTo>
                      <a:pt x="0" y="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7" name="Freeform 1270">
                <a:extLst>
                  <a:ext uri="{FF2B5EF4-FFF2-40B4-BE49-F238E27FC236}">
                    <a16:creationId xmlns:a16="http://schemas.microsoft.com/office/drawing/2014/main" id="{6623D729-64B9-15FB-22B7-34F828CB8B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577"/>
                <a:ext cx="5" cy="6"/>
              </a:xfrm>
              <a:custGeom>
                <a:avLst/>
                <a:gdLst>
                  <a:gd name="T0" fmla="*/ 0 w 34"/>
                  <a:gd name="T1" fmla="*/ 0 h 47"/>
                  <a:gd name="T2" fmla="*/ 0 w 34"/>
                  <a:gd name="T3" fmla="*/ 0 h 47"/>
                  <a:gd name="T4" fmla="*/ 0 w 34"/>
                  <a:gd name="T5" fmla="*/ 0 h 47"/>
                  <a:gd name="T6" fmla="*/ 0 w 34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47"/>
                  <a:gd name="T14" fmla="*/ 34 w 3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47">
                    <a:moveTo>
                      <a:pt x="0" y="0"/>
                    </a:moveTo>
                    <a:lnTo>
                      <a:pt x="31" y="47"/>
                    </a:lnTo>
                    <a:lnTo>
                      <a:pt x="34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8" name="Line 1271">
                <a:extLst>
                  <a:ext uri="{FF2B5EF4-FFF2-40B4-BE49-F238E27FC236}">
                    <a16:creationId xmlns:a16="http://schemas.microsoft.com/office/drawing/2014/main" id="{6A558420-C915-606E-D450-327F286A9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8" y="35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9" name="Freeform 1272">
                <a:extLst>
                  <a:ext uri="{FF2B5EF4-FFF2-40B4-BE49-F238E27FC236}">
                    <a16:creationId xmlns:a16="http://schemas.microsoft.com/office/drawing/2014/main" id="{6D5FAA49-2165-439A-EE31-052C041D0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558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0" y="85"/>
                    </a:moveTo>
                    <a:lnTo>
                      <a:pt x="35" y="130"/>
                    </a:lnTo>
                    <a:lnTo>
                      <a:pt x="69" y="175"/>
                    </a:lnTo>
                    <a:lnTo>
                      <a:pt x="177" y="90"/>
                    </a:lnTo>
                    <a:lnTo>
                      <a:pt x="142" y="45"/>
                    </a:lnTo>
                    <a:lnTo>
                      <a:pt x="108" y="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0" name="Freeform 1273">
                <a:extLst>
                  <a:ext uri="{FF2B5EF4-FFF2-40B4-BE49-F238E27FC236}">
                    <a16:creationId xmlns:a16="http://schemas.microsoft.com/office/drawing/2014/main" id="{9570C02A-82BA-73F4-CDCE-706383781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558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0" y="85"/>
                    </a:moveTo>
                    <a:lnTo>
                      <a:pt x="35" y="130"/>
                    </a:lnTo>
                    <a:lnTo>
                      <a:pt x="69" y="175"/>
                    </a:lnTo>
                    <a:lnTo>
                      <a:pt x="177" y="90"/>
                    </a:lnTo>
                    <a:lnTo>
                      <a:pt x="142" y="45"/>
                    </a:lnTo>
                    <a:lnTo>
                      <a:pt x="108" y="0"/>
                    </a:lnTo>
                    <a:lnTo>
                      <a:pt x="0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1" name="Freeform 1274">
                <a:extLst>
                  <a:ext uri="{FF2B5EF4-FFF2-40B4-BE49-F238E27FC236}">
                    <a16:creationId xmlns:a16="http://schemas.microsoft.com/office/drawing/2014/main" id="{9CFDF3B2-A6CB-E4E9-ECD7-EC947B40B3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565"/>
                <a:ext cx="6" cy="6"/>
              </a:xfrm>
              <a:custGeom>
                <a:avLst/>
                <a:gdLst>
                  <a:gd name="T0" fmla="*/ 0 w 39"/>
                  <a:gd name="T1" fmla="*/ 0 h 45"/>
                  <a:gd name="T2" fmla="*/ 0 w 39"/>
                  <a:gd name="T3" fmla="*/ 0 h 45"/>
                  <a:gd name="T4" fmla="*/ 0 w 39"/>
                  <a:gd name="T5" fmla="*/ 0 h 45"/>
                  <a:gd name="T6" fmla="*/ 0 w 39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"/>
                  <a:gd name="T13" fmla="*/ 0 h 45"/>
                  <a:gd name="T14" fmla="*/ 39 w 39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" h="45">
                    <a:moveTo>
                      <a:pt x="0" y="0"/>
                    </a:moveTo>
                    <a:lnTo>
                      <a:pt x="35" y="45"/>
                    </a:lnTo>
                    <a:lnTo>
                      <a:pt x="39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2" name="Line 1275">
                <a:extLst>
                  <a:ext uri="{FF2B5EF4-FFF2-40B4-BE49-F238E27FC236}">
                    <a16:creationId xmlns:a16="http://schemas.microsoft.com/office/drawing/2014/main" id="{63D36133-E556-8501-1F50-01ECC3E11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4" y="357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3" name="Freeform 1276">
                <a:extLst>
                  <a:ext uri="{FF2B5EF4-FFF2-40B4-BE49-F238E27FC236}">
                    <a16:creationId xmlns:a16="http://schemas.microsoft.com/office/drawing/2014/main" id="{FCB6E7C9-23AF-B411-88DD-71EEE9A1B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545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0" y="93"/>
                    </a:moveTo>
                    <a:lnTo>
                      <a:pt x="38" y="135"/>
                    </a:lnTo>
                    <a:lnTo>
                      <a:pt x="77" y="176"/>
                    </a:lnTo>
                    <a:lnTo>
                      <a:pt x="176" y="83"/>
                    </a:lnTo>
                    <a:lnTo>
                      <a:pt x="138" y="42"/>
                    </a:lnTo>
                    <a:lnTo>
                      <a:pt x="100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4" name="Freeform 1277">
                <a:extLst>
                  <a:ext uri="{FF2B5EF4-FFF2-40B4-BE49-F238E27FC236}">
                    <a16:creationId xmlns:a16="http://schemas.microsoft.com/office/drawing/2014/main" id="{A49F6D80-D8CD-7A4A-0C68-00C348185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545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0" y="93"/>
                    </a:moveTo>
                    <a:lnTo>
                      <a:pt x="38" y="135"/>
                    </a:lnTo>
                    <a:lnTo>
                      <a:pt x="77" y="176"/>
                    </a:lnTo>
                    <a:lnTo>
                      <a:pt x="176" y="83"/>
                    </a:lnTo>
                    <a:lnTo>
                      <a:pt x="138" y="42"/>
                    </a:lnTo>
                    <a:lnTo>
                      <a:pt x="100" y="0"/>
                    </a:lnTo>
                    <a:lnTo>
                      <a:pt x="0" y="9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5" name="Freeform 1278">
                <a:extLst>
                  <a:ext uri="{FF2B5EF4-FFF2-40B4-BE49-F238E27FC236}">
                    <a16:creationId xmlns:a16="http://schemas.microsoft.com/office/drawing/2014/main" id="{28E1A588-DE57-FA05-F4B6-1DE9E4FF5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3551"/>
                <a:ext cx="6" cy="6"/>
              </a:xfrm>
              <a:custGeom>
                <a:avLst/>
                <a:gdLst>
                  <a:gd name="T0" fmla="*/ 0 w 42"/>
                  <a:gd name="T1" fmla="*/ 0 h 41"/>
                  <a:gd name="T2" fmla="*/ 0 w 42"/>
                  <a:gd name="T3" fmla="*/ 0 h 41"/>
                  <a:gd name="T4" fmla="*/ 0 w 42"/>
                  <a:gd name="T5" fmla="*/ 0 h 41"/>
                  <a:gd name="T6" fmla="*/ 0 w 42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1"/>
                  <a:gd name="T14" fmla="*/ 42 w 42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1">
                    <a:moveTo>
                      <a:pt x="0" y="0"/>
                    </a:moveTo>
                    <a:lnTo>
                      <a:pt x="38" y="41"/>
                    </a:lnTo>
                    <a:lnTo>
                      <a:pt x="42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00" name="Line 1279">
              <a:extLst>
                <a:ext uri="{FF2B5EF4-FFF2-40B4-BE49-F238E27FC236}">
                  <a16:creationId xmlns:a16="http://schemas.microsoft.com/office/drawing/2014/main" id="{619A9D2A-64B6-0A3C-7070-8765767FB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9" y="3557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1" name="Freeform 1280">
              <a:extLst>
                <a:ext uri="{FF2B5EF4-FFF2-40B4-BE49-F238E27FC236}">
                  <a16:creationId xmlns:a16="http://schemas.microsoft.com/office/drawing/2014/main" id="{38511831-6A2E-6D71-5B2B-C95816FAF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531"/>
              <a:ext cx="26" cy="26"/>
            </a:xfrm>
            <a:custGeom>
              <a:avLst/>
              <a:gdLst>
                <a:gd name="T0" fmla="*/ 0 w 176"/>
                <a:gd name="T1" fmla="*/ 0 h 178"/>
                <a:gd name="T2" fmla="*/ 0 w 176"/>
                <a:gd name="T3" fmla="*/ 0 h 178"/>
                <a:gd name="T4" fmla="*/ 0 w 176"/>
                <a:gd name="T5" fmla="*/ 0 h 178"/>
                <a:gd name="T6" fmla="*/ 0 w 176"/>
                <a:gd name="T7" fmla="*/ 0 h 178"/>
                <a:gd name="T8" fmla="*/ 0 w 176"/>
                <a:gd name="T9" fmla="*/ 0 h 178"/>
                <a:gd name="T10" fmla="*/ 0 w 176"/>
                <a:gd name="T11" fmla="*/ 0 h 178"/>
                <a:gd name="T12" fmla="*/ 0 w 176"/>
                <a:gd name="T13" fmla="*/ 0 h 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178"/>
                <a:gd name="T23" fmla="*/ 176 w 176"/>
                <a:gd name="T24" fmla="*/ 178 h 1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178">
                  <a:moveTo>
                    <a:pt x="0" y="101"/>
                  </a:moveTo>
                  <a:lnTo>
                    <a:pt x="41" y="140"/>
                  </a:lnTo>
                  <a:lnTo>
                    <a:pt x="83" y="178"/>
                  </a:lnTo>
                  <a:lnTo>
                    <a:pt x="176" y="77"/>
                  </a:lnTo>
                  <a:lnTo>
                    <a:pt x="134" y="39"/>
                  </a:lnTo>
                  <a:lnTo>
                    <a:pt x="93" y="0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2" name="Freeform 1281">
              <a:extLst>
                <a:ext uri="{FF2B5EF4-FFF2-40B4-BE49-F238E27FC236}">
                  <a16:creationId xmlns:a16="http://schemas.microsoft.com/office/drawing/2014/main" id="{8D43D5E4-79D6-5A6B-37CB-60F9F9C9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531"/>
              <a:ext cx="26" cy="26"/>
            </a:xfrm>
            <a:custGeom>
              <a:avLst/>
              <a:gdLst>
                <a:gd name="T0" fmla="*/ 0 w 176"/>
                <a:gd name="T1" fmla="*/ 0 h 178"/>
                <a:gd name="T2" fmla="*/ 0 w 176"/>
                <a:gd name="T3" fmla="*/ 0 h 178"/>
                <a:gd name="T4" fmla="*/ 0 w 176"/>
                <a:gd name="T5" fmla="*/ 0 h 178"/>
                <a:gd name="T6" fmla="*/ 0 w 176"/>
                <a:gd name="T7" fmla="*/ 0 h 178"/>
                <a:gd name="T8" fmla="*/ 0 w 176"/>
                <a:gd name="T9" fmla="*/ 0 h 178"/>
                <a:gd name="T10" fmla="*/ 0 w 176"/>
                <a:gd name="T11" fmla="*/ 0 h 178"/>
                <a:gd name="T12" fmla="*/ 0 w 176"/>
                <a:gd name="T13" fmla="*/ 0 h 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178"/>
                <a:gd name="T23" fmla="*/ 176 w 176"/>
                <a:gd name="T24" fmla="*/ 178 h 1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178">
                  <a:moveTo>
                    <a:pt x="0" y="101"/>
                  </a:moveTo>
                  <a:lnTo>
                    <a:pt x="41" y="140"/>
                  </a:lnTo>
                  <a:lnTo>
                    <a:pt x="83" y="178"/>
                  </a:lnTo>
                  <a:lnTo>
                    <a:pt x="176" y="77"/>
                  </a:lnTo>
                  <a:lnTo>
                    <a:pt x="134" y="39"/>
                  </a:lnTo>
                  <a:lnTo>
                    <a:pt x="93" y="0"/>
                  </a:lnTo>
                  <a:lnTo>
                    <a:pt x="0" y="10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3" name="Freeform 1282">
              <a:extLst>
                <a:ext uri="{FF2B5EF4-FFF2-40B4-BE49-F238E27FC236}">
                  <a16:creationId xmlns:a16="http://schemas.microsoft.com/office/drawing/2014/main" id="{5E5F23AC-A4B6-3400-BC3B-1B53FD13E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3537"/>
              <a:ext cx="6" cy="5"/>
            </a:xfrm>
            <a:custGeom>
              <a:avLst/>
              <a:gdLst>
                <a:gd name="T0" fmla="*/ 0 w 45"/>
                <a:gd name="T1" fmla="*/ 0 h 38"/>
                <a:gd name="T2" fmla="*/ 0 w 45"/>
                <a:gd name="T3" fmla="*/ 0 h 38"/>
                <a:gd name="T4" fmla="*/ 0 w 45"/>
                <a:gd name="T5" fmla="*/ 0 h 38"/>
                <a:gd name="T6" fmla="*/ 0 w 45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"/>
                <a:gd name="T13" fmla="*/ 0 h 38"/>
                <a:gd name="T14" fmla="*/ 45 w 45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" h="38">
                  <a:moveTo>
                    <a:pt x="0" y="0"/>
                  </a:moveTo>
                  <a:lnTo>
                    <a:pt x="42" y="38"/>
                  </a:lnTo>
                  <a:lnTo>
                    <a:pt x="45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4" name="Line 1283">
              <a:extLst>
                <a:ext uri="{FF2B5EF4-FFF2-40B4-BE49-F238E27FC236}">
                  <a16:creationId xmlns:a16="http://schemas.microsoft.com/office/drawing/2014/main" id="{C6D6F7F1-05E2-4575-3B90-0D76E9EAA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3" y="3542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5" name="Freeform 1284">
              <a:extLst>
                <a:ext uri="{FF2B5EF4-FFF2-40B4-BE49-F238E27FC236}">
                  <a16:creationId xmlns:a16="http://schemas.microsoft.com/office/drawing/2014/main" id="{6846D1BB-6711-43DC-B140-DAFF06C81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516"/>
              <a:ext cx="25" cy="26"/>
            </a:xfrm>
            <a:custGeom>
              <a:avLst/>
              <a:gdLst>
                <a:gd name="T0" fmla="*/ 0 w 175"/>
                <a:gd name="T1" fmla="*/ 0 h 177"/>
                <a:gd name="T2" fmla="*/ 0 w 175"/>
                <a:gd name="T3" fmla="*/ 0 h 177"/>
                <a:gd name="T4" fmla="*/ 0 w 175"/>
                <a:gd name="T5" fmla="*/ 0 h 177"/>
                <a:gd name="T6" fmla="*/ 0 w 175"/>
                <a:gd name="T7" fmla="*/ 0 h 177"/>
                <a:gd name="T8" fmla="*/ 0 w 175"/>
                <a:gd name="T9" fmla="*/ 0 h 177"/>
                <a:gd name="T10" fmla="*/ 0 w 175"/>
                <a:gd name="T11" fmla="*/ 0 h 177"/>
                <a:gd name="T12" fmla="*/ 0 w 175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5"/>
                <a:gd name="T22" fmla="*/ 0 h 177"/>
                <a:gd name="T23" fmla="*/ 175 w 175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5" h="177">
                  <a:moveTo>
                    <a:pt x="0" y="108"/>
                  </a:moveTo>
                  <a:lnTo>
                    <a:pt x="44" y="143"/>
                  </a:lnTo>
                  <a:lnTo>
                    <a:pt x="89" y="177"/>
                  </a:lnTo>
                  <a:lnTo>
                    <a:pt x="175" y="70"/>
                  </a:lnTo>
                  <a:lnTo>
                    <a:pt x="130" y="35"/>
                  </a:lnTo>
                  <a:lnTo>
                    <a:pt x="85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6" name="Freeform 1285">
              <a:extLst>
                <a:ext uri="{FF2B5EF4-FFF2-40B4-BE49-F238E27FC236}">
                  <a16:creationId xmlns:a16="http://schemas.microsoft.com/office/drawing/2014/main" id="{9C50FEF0-AF31-05C0-24D6-58A7472E7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516"/>
              <a:ext cx="25" cy="26"/>
            </a:xfrm>
            <a:custGeom>
              <a:avLst/>
              <a:gdLst>
                <a:gd name="T0" fmla="*/ 0 w 175"/>
                <a:gd name="T1" fmla="*/ 0 h 177"/>
                <a:gd name="T2" fmla="*/ 0 w 175"/>
                <a:gd name="T3" fmla="*/ 0 h 177"/>
                <a:gd name="T4" fmla="*/ 0 w 175"/>
                <a:gd name="T5" fmla="*/ 0 h 177"/>
                <a:gd name="T6" fmla="*/ 0 w 175"/>
                <a:gd name="T7" fmla="*/ 0 h 177"/>
                <a:gd name="T8" fmla="*/ 0 w 175"/>
                <a:gd name="T9" fmla="*/ 0 h 177"/>
                <a:gd name="T10" fmla="*/ 0 w 175"/>
                <a:gd name="T11" fmla="*/ 0 h 177"/>
                <a:gd name="T12" fmla="*/ 0 w 175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5"/>
                <a:gd name="T22" fmla="*/ 0 h 177"/>
                <a:gd name="T23" fmla="*/ 175 w 175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5" h="177">
                  <a:moveTo>
                    <a:pt x="0" y="108"/>
                  </a:moveTo>
                  <a:lnTo>
                    <a:pt x="44" y="143"/>
                  </a:lnTo>
                  <a:lnTo>
                    <a:pt x="89" y="177"/>
                  </a:lnTo>
                  <a:lnTo>
                    <a:pt x="175" y="70"/>
                  </a:lnTo>
                  <a:lnTo>
                    <a:pt x="130" y="35"/>
                  </a:lnTo>
                  <a:lnTo>
                    <a:pt x="85" y="0"/>
                  </a:lnTo>
                  <a:lnTo>
                    <a:pt x="0" y="10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7" name="Freeform 1286">
              <a:extLst>
                <a:ext uri="{FF2B5EF4-FFF2-40B4-BE49-F238E27FC236}">
                  <a16:creationId xmlns:a16="http://schemas.microsoft.com/office/drawing/2014/main" id="{3957B1B6-850E-518C-B657-C73810125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3521"/>
              <a:ext cx="7" cy="5"/>
            </a:xfrm>
            <a:custGeom>
              <a:avLst/>
              <a:gdLst>
                <a:gd name="T0" fmla="*/ 0 w 47"/>
                <a:gd name="T1" fmla="*/ 0 h 35"/>
                <a:gd name="T2" fmla="*/ 0 w 47"/>
                <a:gd name="T3" fmla="*/ 0 h 35"/>
                <a:gd name="T4" fmla="*/ 0 w 47"/>
                <a:gd name="T5" fmla="*/ 0 h 35"/>
                <a:gd name="T6" fmla="*/ 0 w 47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35"/>
                <a:gd name="T14" fmla="*/ 47 w 47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35">
                  <a:moveTo>
                    <a:pt x="0" y="0"/>
                  </a:moveTo>
                  <a:lnTo>
                    <a:pt x="45" y="35"/>
                  </a:lnTo>
                  <a:lnTo>
                    <a:pt x="47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8" name="Line 1287">
              <a:extLst>
                <a:ext uri="{FF2B5EF4-FFF2-40B4-BE49-F238E27FC236}">
                  <a16:creationId xmlns:a16="http://schemas.microsoft.com/office/drawing/2014/main" id="{C8668B8A-93D3-238D-3789-2E6770ADE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5" y="3526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9" name="Freeform 1288">
              <a:extLst>
                <a:ext uri="{FF2B5EF4-FFF2-40B4-BE49-F238E27FC236}">
                  <a16:creationId xmlns:a16="http://schemas.microsoft.com/office/drawing/2014/main" id="{A9E0F338-D887-C6FD-01AF-00E18F9C2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3501"/>
              <a:ext cx="24" cy="25"/>
            </a:xfrm>
            <a:custGeom>
              <a:avLst/>
              <a:gdLst>
                <a:gd name="T0" fmla="*/ 0 w 170"/>
                <a:gd name="T1" fmla="*/ 0 h 176"/>
                <a:gd name="T2" fmla="*/ 0 w 170"/>
                <a:gd name="T3" fmla="*/ 0 h 176"/>
                <a:gd name="T4" fmla="*/ 0 w 170"/>
                <a:gd name="T5" fmla="*/ 0 h 176"/>
                <a:gd name="T6" fmla="*/ 0 w 170"/>
                <a:gd name="T7" fmla="*/ 0 h 176"/>
                <a:gd name="T8" fmla="*/ 0 w 170"/>
                <a:gd name="T9" fmla="*/ 0 h 176"/>
                <a:gd name="T10" fmla="*/ 0 w 170"/>
                <a:gd name="T11" fmla="*/ 0 h 176"/>
                <a:gd name="T12" fmla="*/ 0 w 170"/>
                <a:gd name="T13" fmla="*/ 0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"/>
                <a:gd name="T22" fmla="*/ 0 h 176"/>
                <a:gd name="T23" fmla="*/ 170 w 170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" h="176">
                  <a:moveTo>
                    <a:pt x="0" y="113"/>
                  </a:moveTo>
                  <a:lnTo>
                    <a:pt x="47" y="145"/>
                  </a:lnTo>
                  <a:lnTo>
                    <a:pt x="94" y="176"/>
                  </a:lnTo>
                  <a:lnTo>
                    <a:pt x="170" y="63"/>
                  </a:lnTo>
                  <a:lnTo>
                    <a:pt x="123" y="32"/>
                  </a:lnTo>
                  <a:lnTo>
                    <a:pt x="76" y="0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0" name="Freeform 1289">
              <a:extLst>
                <a:ext uri="{FF2B5EF4-FFF2-40B4-BE49-F238E27FC236}">
                  <a16:creationId xmlns:a16="http://schemas.microsoft.com/office/drawing/2014/main" id="{3127D706-6E53-9C2B-40DB-1BB5BF283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3501"/>
              <a:ext cx="24" cy="25"/>
            </a:xfrm>
            <a:custGeom>
              <a:avLst/>
              <a:gdLst>
                <a:gd name="T0" fmla="*/ 0 w 170"/>
                <a:gd name="T1" fmla="*/ 0 h 176"/>
                <a:gd name="T2" fmla="*/ 0 w 170"/>
                <a:gd name="T3" fmla="*/ 0 h 176"/>
                <a:gd name="T4" fmla="*/ 0 w 170"/>
                <a:gd name="T5" fmla="*/ 0 h 176"/>
                <a:gd name="T6" fmla="*/ 0 w 170"/>
                <a:gd name="T7" fmla="*/ 0 h 176"/>
                <a:gd name="T8" fmla="*/ 0 w 170"/>
                <a:gd name="T9" fmla="*/ 0 h 176"/>
                <a:gd name="T10" fmla="*/ 0 w 170"/>
                <a:gd name="T11" fmla="*/ 0 h 176"/>
                <a:gd name="T12" fmla="*/ 0 w 170"/>
                <a:gd name="T13" fmla="*/ 0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"/>
                <a:gd name="T22" fmla="*/ 0 h 176"/>
                <a:gd name="T23" fmla="*/ 170 w 170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" h="176">
                  <a:moveTo>
                    <a:pt x="0" y="113"/>
                  </a:moveTo>
                  <a:lnTo>
                    <a:pt x="47" y="145"/>
                  </a:lnTo>
                  <a:lnTo>
                    <a:pt x="94" y="176"/>
                  </a:lnTo>
                  <a:lnTo>
                    <a:pt x="170" y="63"/>
                  </a:lnTo>
                  <a:lnTo>
                    <a:pt x="123" y="32"/>
                  </a:lnTo>
                  <a:lnTo>
                    <a:pt x="76" y="0"/>
                  </a:lnTo>
                  <a:lnTo>
                    <a:pt x="0" y="11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1" name="Freeform 1290">
              <a:extLst>
                <a:ext uri="{FF2B5EF4-FFF2-40B4-BE49-F238E27FC236}">
                  <a16:creationId xmlns:a16="http://schemas.microsoft.com/office/drawing/2014/main" id="{4969CC97-7F0C-3E2F-E12D-7DFC303C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3505"/>
              <a:ext cx="7" cy="5"/>
            </a:xfrm>
            <a:custGeom>
              <a:avLst/>
              <a:gdLst>
                <a:gd name="T0" fmla="*/ 0 w 49"/>
                <a:gd name="T1" fmla="*/ 0 h 31"/>
                <a:gd name="T2" fmla="*/ 0 w 49"/>
                <a:gd name="T3" fmla="*/ 0 h 31"/>
                <a:gd name="T4" fmla="*/ 0 w 49"/>
                <a:gd name="T5" fmla="*/ 0 h 31"/>
                <a:gd name="T6" fmla="*/ 0 w 49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"/>
                <a:gd name="T13" fmla="*/ 0 h 31"/>
                <a:gd name="T14" fmla="*/ 49 w 49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" h="31">
                  <a:moveTo>
                    <a:pt x="0" y="0"/>
                  </a:moveTo>
                  <a:lnTo>
                    <a:pt x="47" y="31"/>
                  </a:lnTo>
                  <a:lnTo>
                    <a:pt x="49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2" name="Line 1291">
              <a:extLst>
                <a:ext uri="{FF2B5EF4-FFF2-40B4-BE49-F238E27FC236}">
                  <a16:creationId xmlns:a16="http://schemas.microsoft.com/office/drawing/2014/main" id="{BC208356-8F7E-A529-0857-47AA32054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6" y="350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3" name="Freeform 1292">
              <a:extLst>
                <a:ext uri="{FF2B5EF4-FFF2-40B4-BE49-F238E27FC236}">
                  <a16:creationId xmlns:a16="http://schemas.microsoft.com/office/drawing/2014/main" id="{55BB14A4-B557-89CC-6362-7418CB250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484"/>
              <a:ext cx="23" cy="25"/>
            </a:xfrm>
            <a:custGeom>
              <a:avLst/>
              <a:gdLst>
                <a:gd name="T0" fmla="*/ 0 w 166"/>
                <a:gd name="T1" fmla="*/ 0 h 177"/>
                <a:gd name="T2" fmla="*/ 0 w 166"/>
                <a:gd name="T3" fmla="*/ 0 h 177"/>
                <a:gd name="T4" fmla="*/ 0 w 166"/>
                <a:gd name="T5" fmla="*/ 0 h 177"/>
                <a:gd name="T6" fmla="*/ 0 w 166"/>
                <a:gd name="T7" fmla="*/ 0 h 177"/>
                <a:gd name="T8" fmla="*/ 0 w 166"/>
                <a:gd name="T9" fmla="*/ 0 h 177"/>
                <a:gd name="T10" fmla="*/ 0 w 166"/>
                <a:gd name="T11" fmla="*/ 0 h 177"/>
                <a:gd name="T12" fmla="*/ 0 w 166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77"/>
                <a:gd name="T23" fmla="*/ 166 w 166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77">
                  <a:moveTo>
                    <a:pt x="0" y="121"/>
                  </a:moveTo>
                  <a:lnTo>
                    <a:pt x="49" y="149"/>
                  </a:lnTo>
                  <a:lnTo>
                    <a:pt x="98" y="177"/>
                  </a:lnTo>
                  <a:lnTo>
                    <a:pt x="166" y="57"/>
                  </a:lnTo>
                  <a:lnTo>
                    <a:pt x="116" y="29"/>
                  </a:lnTo>
                  <a:lnTo>
                    <a:pt x="67" y="0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4" name="Freeform 1293">
              <a:extLst>
                <a:ext uri="{FF2B5EF4-FFF2-40B4-BE49-F238E27FC236}">
                  <a16:creationId xmlns:a16="http://schemas.microsoft.com/office/drawing/2014/main" id="{8668FAB6-1557-9775-3EC0-31669566A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484"/>
              <a:ext cx="23" cy="25"/>
            </a:xfrm>
            <a:custGeom>
              <a:avLst/>
              <a:gdLst>
                <a:gd name="T0" fmla="*/ 0 w 166"/>
                <a:gd name="T1" fmla="*/ 0 h 177"/>
                <a:gd name="T2" fmla="*/ 0 w 166"/>
                <a:gd name="T3" fmla="*/ 0 h 177"/>
                <a:gd name="T4" fmla="*/ 0 w 166"/>
                <a:gd name="T5" fmla="*/ 0 h 177"/>
                <a:gd name="T6" fmla="*/ 0 w 166"/>
                <a:gd name="T7" fmla="*/ 0 h 177"/>
                <a:gd name="T8" fmla="*/ 0 w 166"/>
                <a:gd name="T9" fmla="*/ 0 h 177"/>
                <a:gd name="T10" fmla="*/ 0 w 166"/>
                <a:gd name="T11" fmla="*/ 0 h 177"/>
                <a:gd name="T12" fmla="*/ 0 w 166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77"/>
                <a:gd name="T23" fmla="*/ 166 w 166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77">
                  <a:moveTo>
                    <a:pt x="0" y="121"/>
                  </a:moveTo>
                  <a:lnTo>
                    <a:pt x="49" y="149"/>
                  </a:lnTo>
                  <a:lnTo>
                    <a:pt x="98" y="177"/>
                  </a:lnTo>
                  <a:lnTo>
                    <a:pt x="166" y="57"/>
                  </a:lnTo>
                  <a:lnTo>
                    <a:pt x="116" y="29"/>
                  </a:lnTo>
                  <a:lnTo>
                    <a:pt x="67" y="0"/>
                  </a:lnTo>
                  <a:lnTo>
                    <a:pt x="0" y="12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5" name="Freeform 1294">
              <a:extLst>
                <a:ext uri="{FF2B5EF4-FFF2-40B4-BE49-F238E27FC236}">
                  <a16:creationId xmlns:a16="http://schemas.microsoft.com/office/drawing/2014/main" id="{355A3DAE-3819-2FA2-8D55-F76C9479D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488"/>
              <a:ext cx="8" cy="4"/>
            </a:xfrm>
            <a:custGeom>
              <a:avLst/>
              <a:gdLst>
                <a:gd name="T0" fmla="*/ 0 w 52"/>
                <a:gd name="T1" fmla="*/ 0 h 28"/>
                <a:gd name="T2" fmla="*/ 0 w 52"/>
                <a:gd name="T3" fmla="*/ 0 h 28"/>
                <a:gd name="T4" fmla="*/ 0 w 52"/>
                <a:gd name="T5" fmla="*/ 0 h 28"/>
                <a:gd name="T6" fmla="*/ 0 w 5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28"/>
                <a:gd name="T14" fmla="*/ 52 w 5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28">
                  <a:moveTo>
                    <a:pt x="0" y="0"/>
                  </a:moveTo>
                  <a:lnTo>
                    <a:pt x="50" y="28"/>
                  </a:lnTo>
                  <a:lnTo>
                    <a:pt x="52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6" name="Line 1295">
              <a:extLst>
                <a:ext uri="{FF2B5EF4-FFF2-40B4-BE49-F238E27FC236}">
                  <a16:creationId xmlns:a16="http://schemas.microsoft.com/office/drawing/2014/main" id="{B66AE5CA-CA2F-BAE8-D97F-F4AA89787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6" y="3491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7" name="Freeform 1296">
              <a:extLst>
                <a:ext uri="{FF2B5EF4-FFF2-40B4-BE49-F238E27FC236}">
                  <a16:creationId xmlns:a16="http://schemas.microsoft.com/office/drawing/2014/main" id="{57B587B1-9D40-D63D-F694-F003C415B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3467"/>
              <a:ext cx="23" cy="24"/>
            </a:xfrm>
            <a:custGeom>
              <a:avLst/>
              <a:gdLst>
                <a:gd name="T0" fmla="*/ 0 w 160"/>
                <a:gd name="T1" fmla="*/ 0 h 172"/>
                <a:gd name="T2" fmla="*/ 0 w 160"/>
                <a:gd name="T3" fmla="*/ 0 h 172"/>
                <a:gd name="T4" fmla="*/ 0 w 160"/>
                <a:gd name="T5" fmla="*/ 0 h 172"/>
                <a:gd name="T6" fmla="*/ 0 w 160"/>
                <a:gd name="T7" fmla="*/ 0 h 172"/>
                <a:gd name="T8" fmla="*/ 0 w 160"/>
                <a:gd name="T9" fmla="*/ 0 h 172"/>
                <a:gd name="T10" fmla="*/ 0 w 160"/>
                <a:gd name="T11" fmla="*/ 0 h 172"/>
                <a:gd name="T12" fmla="*/ 0 w 160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0"/>
                <a:gd name="T22" fmla="*/ 0 h 172"/>
                <a:gd name="T23" fmla="*/ 160 w 160"/>
                <a:gd name="T24" fmla="*/ 172 h 1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0" h="172">
                  <a:moveTo>
                    <a:pt x="0" y="125"/>
                  </a:moveTo>
                  <a:lnTo>
                    <a:pt x="51" y="149"/>
                  </a:lnTo>
                  <a:lnTo>
                    <a:pt x="103" y="172"/>
                  </a:lnTo>
                  <a:lnTo>
                    <a:pt x="160" y="48"/>
                  </a:lnTo>
                  <a:lnTo>
                    <a:pt x="109" y="24"/>
                  </a:lnTo>
                  <a:lnTo>
                    <a:pt x="57" y="0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8" name="Freeform 1297">
              <a:extLst>
                <a:ext uri="{FF2B5EF4-FFF2-40B4-BE49-F238E27FC236}">
                  <a16:creationId xmlns:a16="http://schemas.microsoft.com/office/drawing/2014/main" id="{488A1D93-5279-DE0C-A7A6-94F7DEEA1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3467"/>
              <a:ext cx="23" cy="24"/>
            </a:xfrm>
            <a:custGeom>
              <a:avLst/>
              <a:gdLst>
                <a:gd name="T0" fmla="*/ 0 w 160"/>
                <a:gd name="T1" fmla="*/ 0 h 172"/>
                <a:gd name="T2" fmla="*/ 0 w 160"/>
                <a:gd name="T3" fmla="*/ 0 h 172"/>
                <a:gd name="T4" fmla="*/ 0 w 160"/>
                <a:gd name="T5" fmla="*/ 0 h 172"/>
                <a:gd name="T6" fmla="*/ 0 w 160"/>
                <a:gd name="T7" fmla="*/ 0 h 172"/>
                <a:gd name="T8" fmla="*/ 0 w 160"/>
                <a:gd name="T9" fmla="*/ 0 h 172"/>
                <a:gd name="T10" fmla="*/ 0 w 160"/>
                <a:gd name="T11" fmla="*/ 0 h 172"/>
                <a:gd name="T12" fmla="*/ 0 w 160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0"/>
                <a:gd name="T22" fmla="*/ 0 h 172"/>
                <a:gd name="T23" fmla="*/ 160 w 160"/>
                <a:gd name="T24" fmla="*/ 172 h 1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0" h="172">
                  <a:moveTo>
                    <a:pt x="0" y="125"/>
                  </a:moveTo>
                  <a:lnTo>
                    <a:pt x="51" y="149"/>
                  </a:lnTo>
                  <a:lnTo>
                    <a:pt x="103" y="172"/>
                  </a:lnTo>
                  <a:lnTo>
                    <a:pt x="160" y="48"/>
                  </a:lnTo>
                  <a:lnTo>
                    <a:pt x="109" y="24"/>
                  </a:lnTo>
                  <a:lnTo>
                    <a:pt x="57" y="0"/>
                  </a:lnTo>
                  <a:lnTo>
                    <a:pt x="0" y="12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9" name="Freeform 1298">
              <a:extLst>
                <a:ext uri="{FF2B5EF4-FFF2-40B4-BE49-F238E27FC236}">
                  <a16:creationId xmlns:a16="http://schemas.microsoft.com/office/drawing/2014/main" id="{1C1D518C-2E4E-B655-3C1C-D6E8A20AE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3470"/>
              <a:ext cx="7" cy="4"/>
            </a:xfrm>
            <a:custGeom>
              <a:avLst/>
              <a:gdLst>
                <a:gd name="T0" fmla="*/ 0 w 52"/>
                <a:gd name="T1" fmla="*/ 0 h 24"/>
                <a:gd name="T2" fmla="*/ 0 w 52"/>
                <a:gd name="T3" fmla="*/ 0 h 24"/>
                <a:gd name="T4" fmla="*/ 0 w 52"/>
                <a:gd name="T5" fmla="*/ 0 h 24"/>
                <a:gd name="T6" fmla="*/ 0 w 5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24"/>
                <a:gd name="T14" fmla="*/ 52 w 5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24">
                  <a:moveTo>
                    <a:pt x="0" y="0"/>
                  </a:moveTo>
                  <a:lnTo>
                    <a:pt x="51" y="24"/>
                  </a:lnTo>
                  <a:lnTo>
                    <a:pt x="52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0" name="Line 1299">
              <a:extLst>
                <a:ext uri="{FF2B5EF4-FFF2-40B4-BE49-F238E27FC236}">
                  <a16:creationId xmlns:a16="http://schemas.microsoft.com/office/drawing/2014/main" id="{0E0A3908-B4AE-A754-5661-5C9EB0AA7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347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1" name="Freeform 1300">
              <a:extLst>
                <a:ext uri="{FF2B5EF4-FFF2-40B4-BE49-F238E27FC236}">
                  <a16:creationId xmlns:a16="http://schemas.microsoft.com/office/drawing/2014/main" id="{7425E8EB-9295-CD6B-7495-54BB34F25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3449"/>
              <a:ext cx="22" cy="24"/>
            </a:xfrm>
            <a:custGeom>
              <a:avLst/>
              <a:gdLst>
                <a:gd name="T0" fmla="*/ 0 w 153"/>
                <a:gd name="T1" fmla="*/ 0 h 167"/>
                <a:gd name="T2" fmla="*/ 0 w 153"/>
                <a:gd name="T3" fmla="*/ 0 h 167"/>
                <a:gd name="T4" fmla="*/ 0 w 153"/>
                <a:gd name="T5" fmla="*/ 0 h 167"/>
                <a:gd name="T6" fmla="*/ 0 w 153"/>
                <a:gd name="T7" fmla="*/ 0 h 167"/>
                <a:gd name="T8" fmla="*/ 0 w 153"/>
                <a:gd name="T9" fmla="*/ 0 h 167"/>
                <a:gd name="T10" fmla="*/ 0 w 153"/>
                <a:gd name="T11" fmla="*/ 0 h 167"/>
                <a:gd name="T12" fmla="*/ 0 w 153"/>
                <a:gd name="T13" fmla="*/ 0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3"/>
                <a:gd name="T22" fmla="*/ 0 h 167"/>
                <a:gd name="T23" fmla="*/ 153 w 153"/>
                <a:gd name="T24" fmla="*/ 167 h 1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3" h="167">
                  <a:moveTo>
                    <a:pt x="0" y="129"/>
                  </a:moveTo>
                  <a:lnTo>
                    <a:pt x="53" y="148"/>
                  </a:lnTo>
                  <a:lnTo>
                    <a:pt x="105" y="167"/>
                  </a:lnTo>
                  <a:lnTo>
                    <a:pt x="153" y="38"/>
                  </a:lnTo>
                  <a:lnTo>
                    <a:pt x="100" y="19"/>
                  </a:lnTo>
                  <a:lnTo>
                    <a:pt x="47" y="0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2" name="Freeform 1301">
              <a:extLst>
                <a:ext uri="{FF2B5EF4-FFF2-40B4-BE49-F238E27FC236}">
                  <a16:creationId xmlns:a16="http://schemas.microsoft.com/office/drawing/2014/main" id="{F71B6D17-D788-5F7B-E087-BC6726B85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3449"/>
              <a:ext cx="22" cy="24"/>
            </a:xfrm>
            <a:custGeom>
              <a:avLst/>
              <a:gdLst>
                <a:gd name="T0" fmla="*/ 0 w 153"/>
                <a:gd name="T1" fmla="*/ 0 h 167"/>
                <a:gd name="T2" fmla="*/ 0 w 153"/>
                <a:gd name="T3" fmla="*/ 0 h 167"/>
                <a:gd name="T4" fmla="*/ 0 w 153"/>
                <a:gd name="T5" fmla="*/ 0 h 167"/>
                <a:gd name="T6" fmla="*/ 0 w 153"/>
                <a:gd name="T7" fmla="*/ 0 h 167"/>
                <a:gd name="T8" fmla="*/ 0 w 153"/>
                <a:gd name="T9" fmla="*/ 0 h 167"/>
                <a:gd name="T10" fmla="*/ 0 w 153"/>
                <a:gd name="T11" fmla="*/ 0 h 167"/>
                <a:gd name="T12" fmla="*/ 0 w 153"/>
                <a:gd name="T13" fmla="*/ 0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3"/>
                <a:gd name="T22" fmla="*/ 0 h 167"/>
                <a:gd name="T23" fmla="*/ 153 w 153"/>
                <a:gd name="T24" fmla="*/ 167 h 1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3" h="167">
                  <a:moveTo>
                    <a:pt x="0" y="129"/>
                  </a:moveTo>
                  <a:lnTo>
                    <a:pt x="53" y="148"/>
                  </a:lnTo>
                  <a:lnTo>
                    <a:pt x="105" y="167"/>
                  </a:lnTo>
                  <a:lnTo>
                    <a:pt x="153" y="38"/>
                  </a:lnTo>
                  <a:lnTo>
                    <a:pt x="100" y="19"/>
                  </a:lnTo>
                  <a:lnTo>
                    <a:pt x="47" y="0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3" name="Freeform 1302">
              <a:extLst>
                <a:ext uri="{FF2B5EF4-FFF2-40B4-BE49-F238E27FC236}">
                  <a16:creationId xmlns:a16="http://schemas.microsoft.com/office/drawing/2014/main" id="{D99D8634-CC80-E3CD-11F0-FB2952D10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3452"/>
              <a:ext cx="8" cy="3"/>
            </a:xfrm>
            <a:custGeom>
              <a:avLst/>
              <a:gdLst>
                <a:gd name="T0" fmla="*/ 0 w 55"/>
                <a:gd name="T1" fmla="*/ 0 h 19"/>
                <a:gd name="T2" fmla="*/ 0 w 55"/>
                <a:gd name="T3" fmla="*/ 0 h 19"/>
                <a:gd name="T4" fmla="*/ 0 w 55"/>
                <a:gd name="T5" fmla="*/ 0 h 19"/>
                <a:gd name="T6" fmla="*/ 0 w 55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19"/>
                <a:gd name="T14" fmla="*/ 55 w 55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19">
                  <a:moveTo>
                    <a:pt x="0" y="0"/>
                  </a:moveTo>
                  <a:lnTo>
                    <a:pt x="53" y="19"/>
                  </a:lnTo>
                  <a:lnTo>
                    <a:pt x="55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4" name="Line 1303">
              <a:extLst>
                <a:ext uri="{FF2B5EF4-FFF2-40B4-BE49-F238E27FC236}">
                  <a16:creationId xmlns:a16="http://schemas.microsoft.com/office/drawing/2014/main" id="{E696849D-E273-6781-0D18-8092D576F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2" y="345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5" name="Freeform 1304">
              <a:extLst>
                <a:ext uri="{FF2B5EF4-FFF2-40B4-BE49-F238E27FC236}">
                  <a16:creationId xmlns:a16="http://schemas.microsoft.com/office/drawing/2014/main" id="{B9F79859-0DFA-EA20-AF3B-52D7CE4C4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431"/>
              <a:ext cx="21" cy="23"/>
            </a:xfrm>
            <a:custGeom>
              <a:avLst/>
              <a:gdLst>
                <a:gd name="T0" fmla="*/ 0 w 147"/>
                <a:gd name="T1" fmla="*/ 0 h 164"/>
                <a:gd name="T2" fmla="*/ 0 w 147"/>
                <a:gd name="T3" fmla="*/ 0 h 164"/>
                <a:gd name="T4" fmla="*/ 0 w 147"/>
                <a:gd name="T5" fmla="*/ 0 h 164"/>
                <a:gd name="T6" fmla="*/ 0 w 147"/>
                <a:gd name="T7" fmla="*/ 0 h 164"/>
                <a:gd name="T8" fmla="*/ 0 w 147"/>
                <a:gd name="T9" fmla="*/ 0 h 164"/>
                <a:gd name="T10" fmla="*/ 0 w 147"/>
                <a:gd name="T11" fmla="*/ 0 h 164"/>
                <a:gd name="T12" fmla="*/ 0 w 147"/>
                <a:gd name="T13" fmla="*/ 0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7"/>
                <a:gd name="T22" fmla="*/ 0 h 164"/>
                <a:gd name="T23" fmla="*/ 147 w 14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7" h="164">
                  <a:moveTo>
                    <a:pt x="0" y="132"/>
                  </a:moveTo>
                  <a:lnTo>
                    <a:pt x="55" y="148"/>
                  </a:lnTo>
                  <a:lnTo>
                    <a:pt x="110" y="164"/>
                  </a:lnTo>
                  <a:lnTo>
                    <a:pt x="147" y="31"/>
                  </a:lnTo>
                  <a:lnTo>
                    <a:pt x="92" y="15"/>
                  </a:lnTo>
                  <a:lnTo>
                    <a:pt x="37" y="0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6" name="Freeform 1305">
              <a:extLst>
                <a:ext uri="{FF2B5EF4-FFF2-40B4-BE49-F238E27FC236}">
                  <a16:creationId xmlns:a16="http://schemas.microsoft.com/office/drawing/2014/main" id="{76F06820-06F3-A6DE-6F1D-F401986DB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431"/>
              <a:ext cx="21" cy="23"/>
            </a:xfrm>
            <a:custGeom>
              <a:avLst/>
              <a:gdLst>
                <a:gd name="T0" fmla="*/ 0 w 147"/>
                <a:gd name="T1" fmla="*/ 0 h 164"/>
                <a:gd name="T2" fmla="*/ 0 w 147"/>
                <a:gd name="T3" fmla="*/ 0 h 164"/>
                <a:gd name="T4" fmla="*/ 0 w 147"/>
                <a:gd name="T5" fmla="*/ 0 h 164"/>
                <a:gd name="T6" fmla="*/ 0 w 147"/>
                <a:gd name="T7" fmla="*/ 0 h 164"/>
                <a:gd name="T8" fmla="*/ 0 w 147"/>
                <a:gd name="T9" fmla="*/ 0 h 164"/>
                <a:gd name="T10" fmla="*/ 0 w 147"/>
                <a:gd name="T11" fmla="*/ 0 h 164"/>
                <a:gd name="T12" fmla="*/ 0 w 147"/>
                <a:gd name="T13" fmla="*/ 0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7"/>
                <a:gd name="T22" fmla="*/ 0 h 164"/>
                <a:gd name="T23" fmla="*/ 147 w 14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7" h="164">
                  <a:moveTo>
                    <a:pt x="0" y="132"/>
                  </a:moveTo>
                  <a:lnTo>
                    <a:pt x="55" y="148"/>
                  </a:lnTo>
                  <a:lnTo>
                    <a:pt x="110" y="164"/>
                  </a:lnTo>
                  <a:lnTo>
                    <a:pt x="147" y="31"/>
                  </a:lnTo>
                  <a:lnTo>
                    <a:pt x="92" y="15"/>
                  </a:lnTo>
                  <a:lnTo>
                    <a:pt x="37" y="0"/>
                  </a:lnTo>
                  <a:lnTo>
                    <a:pt x="0" y="13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7" name="Freeform 1306">
              <a:extLst>
                <a:ext uri="{FF2B5EF4-FFF2-40B4-BE49-F238E27FC236}">
                  <a16:creationId xmlns:a16="http://schemas.microsoft.com/office/drawing/2014/main" id="{9DAACE30-E52D-5916-F130-7A51A4AFE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3433"/>
              <a:ext cx="8" cy="2"/>
            </a:xfrm>
            <a:custGeom>
              <a:avLst/>
              <a:gdLst>
                <a:gd name="T0" fmla="*/ 0 w 56"/>
                <a:gd name="T1" fmla="*/ 0 h 16"/>
                <a:gd name="T2" fmla="*/ 0 w 56"/>
                <a:gd name="T3" fmla="*/ 0 h 16"/>
                <a:gd name="T4" fmla="*/ 0 w 56"/>
                <a:gd name="T5" fmla="*/ 0 h 16"/>
                <a:gd name="T6" fmla="*/ 0 w 5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16"/>
                <a:gd name="T14" fmla="*/ 56 w 5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16">
                  <a:moveTo>
                    <a:pt x="0" y="0"/>
                  </a:moveTo>
                  <a:lnTo>
                    <a:pt x="55" y="16"/>
                  </a:lnTo>
                  <a:lnTo>
                    <a:pt x="56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8" name="Line 1307">
              <a:extLst>
                <a:ext uri="{FF2B5EF4-FFF2-40B4-BE49-F238E27FC236}">
                  <a16:creationId xmlns:a16="http://schemas.microsoft.com/office/drawing/2014/main" id="{81C141F8-1C74-1DE2-B853-41D507AB4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7" y="343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9" name="Freeform 1308">
              <a:extLst>
                <a:ext uri="{FF2B5EF4-FFF2-40B4-BE49-F238E27FC236}">
                  <a16:creationId xmlns:a16="http://schemas.microsoft.com/office/drawing/2014/main" id="{27E9B4CB-35ED-CB21-AF49-CE0F95CA1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3412"/>
              <a:ext cx="19" cy="23"/>
            </a:xfrm>
            <a:custGeom>
              <a:avLst/>
              <a:gdLst>
                <a:gd name="T0" fmla="*/ 0 w 139"/>
                <a:gd name="T1" fmla="*/ 0 h 157"/>
                <a:gd name="T2" fmla="*/ 0 w 139"/>
                <a:gd name="T3" fmla="*/ 0 h 157"/>
                <a:gd name="T4" fmla="*/ 0 w 139"/>
                <a:gd name="T5" fmla="*/ 0 h 157"/>
                <a:gd name="T6" fmla="*/ 0 w 139"/>
                <a:gd name="T7" fmla="*/ 0 h 157"/>
                <a:gd name="T8" fmla="*/ 0 w 139"/>
                <a:gd name="T9" fmla="*/ 0 h 157"/>
                <a:gd name="T10" fmla="*/ 0 w 139"/>
                <a:gd name="T11" fmla="*/ 0 h 157"/>
                <a:gd name="T12" fmla="*/ 0 w 139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9"/>
                <a:gd name="T22" fmla="*/ 0 h 157"/>
                <a:gd name="T23" fmla="*/ 139 w 139"/>
                <a:gd name="T24" fmla="*/ 157 h 1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9" h="157">
                  <a:moveTo>
                    <a:pt x="0" y="134"/>
                  </a:moveTo>
                  <a:lnTo>
                    <a:pt x="56" y="145"/>
                  </a:lnTo>
                  <a:lnTo>
                    <a:pt x="112" y="157"/>
                  </a:lnTo>
                  <a:lnTo>
                    <a:pt x="139" y="22"/>
                  </a:lnTo>
                  <a:lnTo>
                    <a:pt x="83" y="11"/>
                  </a:lnTo>
                  <a:lnTo>
                    <a:pt x="27" y="0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0" name="Freeform 1309">
              <a:extLst>
                <a:ext uri="{FF2B5EF4-FFF2-40B4-BE49-F238E27FC236}">
                  <a16:creationId xmlns:a16="http://schemas.microsoft.com/office/drawing/2014/main" id="{8BD19B7B-4E77-2F0C-EE29-0E99F8B18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3412"/>
              <a:ext cx="19" cy="23"/>
            </a:xfrm>
            <a:custGeom>
              <a:avLst/>
              <a:gdLst>
                <a:gd name="T0" fmla="*/ 0 w 139"/>
                <a:gd name="T1" fmla="*/ 0 h 157"/>
                <a:gd name="T2" fmla="*/ 0 w 139"/>
                <a:gd name="T3" fmla="*/ 0 h 157"/>
                <a:gd name="T4" fmla="*/ 0 w 139"/>
                <a:gd name="T5" fmla="*/ 0 h 157"/>
                <a:gd name="T6" fmla="*/ 0 w 139"/>
                <a:gd name="T7" fmla="*/ 0 h 157"/>
                <a:gd name="T8" fmla="*/ 0 w 139"/>
                <a:gd name="T9" fmla="*/ 0 h 157"/>
                <a:gd name="T10" fmla="*/ 0 w 139"/>
                <a:gd name="T11" fmla="*/ 0 h 157"/>
                <a:gd name="T12" fmla="*/ 0 w 139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9"/>
                <a:gd name="T22" fmla="*/ 0 h 157"/>
                <a:gd name="T23" fmla="*/ 139 w 139"/>
                <a:gd name="T24" fmla="*/ 157 h 1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9" h="157">
                  <a:moveTo>
                    <a:pt x="0" y="134"/>
                  </a:moveTo>
                  <a:lnTo>
                    <a:pt x="56" y="145"/>
                  </a:lnTo>
                  <a:lnTo>
                    <a:pt x="112" y="157"/>
                  </a:lnTo>
                  <a:lnTo>
                    <a:pt x="139" y="22"/>
                  </a:lnTo>
                  <a:lnTo>
                    <a:pt x="83" y="11"/>
                  </a:lnTo>
                  <a:lnTo>
                    <a:pt x="27" y="0"/>
                  </a:lnTo>
                  <a:lnTo>
                    <a:pt x="0" y="1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1" name="Freeform 1310">
              <a:extLst>
                <a:ext uri="{FF2B5EF4-FFF2-40B4-BE49-F238E27FC236}">
                  <a16:creationId xmlns:a16="http://schemas.microsoft.com/office/drawing/2014/main" id="{94854403-7F6A-05E4-EF36-D961C01E7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3414"/>
              <a:ext cx="8" cy="1"/>
            </a:xfrm>
            <a:custGeom>
              <a:avLst/>
              <a:gdLst>
                <a:gd name="T0" fmla="*/ 0 w 56"/>
                <a:gd name="T1" fmla="*/ 0 h 11"/>
                <a:gd name="T2" fmla="*/ 0 w 56"/>
                <a:gd name="T3" fmla="*/ 0 h 11"/>
                <a:gd name="T4" fmla="*/ 0 w 56"/>
                <a:gd name="T5" fmla="*/ 0 h 11"/>
                <a:gd name="T6" fmla="*/ 0 w 56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11"/>
                <a:gd name="T14" fmla="*/ 56 w 56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11">
                  <a:moveTo>
                    <a:pt x="0" y="0"/>
                  </a:moveTo>
                  <a:lnTo>
                    <a:pt x="56" y="11"/>
                  </a:lnTo>
                  <a:lnTo>
                    <a:pt x="56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2" name="Line 1311">
              <a:extLst>
                <a:ext uri="{FF2B5EF4-FFF2-40B4-BE49-F238E27FC236}">
                  <a16:creationId xmlns:a16="http://schemas.microsoft.com/office/drawing/2014/main" id="{D084655F-2FDD-9FCD-B965-611C02F7A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1" y="341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3" name="Freeform 1312">
              <a:extLst>
                <a:ext uri="{FF2B5EF4-FFF2-40B4-BE49-F238E27FC236}">
                  <a16:creationId xmlns:a16="http://schemas.microsoft.com/office/drawing/2014/main" id="{5964F9CB-7334-2B9D-ABD1-7F5A5BAB9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393"/>
              <a:ext cx="19" cy="22"/>
            </a:xfrm>
            <a:custGeom>
              <a:avLst/>
              <a:gdLst>
                <a:gd name="T0" fmla="*/ 0 w 129"/>
                <a:gd name="T1" fmla="*/ 0 h 150"/>
                <a:gd name="T2" fmla="*/ 0 w 129"/>
                <a:gd name="T3" fmla="*/ 0 h 150"/>
                <a:gd name="T4" fmla="*/ 0 w 129"/>
                <a:gd name="T5" fmla="*/ 0 h 150"/>
                <a:gd name="T6" fmla="*/ 0 w 129"/>
                <a:gd name="T7" fmla="*/ 0 h 150"/>
                <a:gd name="T8" fmla="*/ 0 w 129"/>
                <a:gd name="T9" fmla="*/ 0 h 150"/>
                <a:gd name="T10" fmla="*/ 0 w 129"/>
                <a:gd name="T11" fmla="*/ 0 h 150"/>
                <a:gd name="T12" fmla="*/ 0 w 129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9"/>
                <a:gd name="T22" fmla="*/ 0 h 150"/>
                <a:gd name="T23" fmla="*/ 129 w 129"/>
                <a:gd name="T24" fmla="*/ 150 h 1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9" h="150">
                  <a:moveTo>
                    <a:pt x="0" y="136"/>
                  </a:moveTo>
                  <a:lnTo>
                    <a:pt x="56" y="143"/>
                  </a:lnTo>
                  <a:lnTo>
                    <a:pt x="112" y="150"/>
                  </a:lnTo>
                  <a:lnTo>
                    <a:pt x="129" y="14"/>
                  </a:lnTo>
                  <a:lnTo>
                    <a:pt x="73" y="7"/>
                  </a:lnTo>
                  <a:lnTo>
                    <a:pt x="16" y="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4" name="Freeform 1313">
              <a:extLst>
                <a:ext uri="{FF2B5EF4-FFF2-40B4-BE49-F238E27FC236}">
                  <a16:creationId xmlns:a16="http://schemas.microsoft.com/office/drawing/2014/main" id="{7E567934-ACE4-AEA1-F49D-76D162D70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393"/>
              <a:ext cx="19" cy="22"/>
            </a:xfrm>
            <a:custGeom>
              <a:avLst/>
              <a:gdLst>
                <a:gd name="T0" fmla="*/ 0 w 129"/>
                <a:gd name="T1" fmla="*/ 0 h 150"/>
                <a:gd name="T2" fmla="*/ 0 w 129"/>
                <a:gd name="T3" fmla="*/ 0 h 150"/>
                <a:gd name="T4" fmla="*/ 0 w 129"/>
                <a:gd name="T5" fmla="*/ 0 h 150"/>
                <a:gd name="T6" fmla="*/ 0 w 129"/>
                <a:gd name="T7" fmla="*/ 0 h 150"/>
                <a:gd name="T8" fmla="*/ 0 w 129"/>
                <a:gd name="T9" fmla="*/ 0 h 150"/>
                <a:gd name="T10" fmla="*/ 0 w 129"/>
                <a:gd name="T11" fmla="*/ 0 h 150"/>
                <a:gd name="T12" fmla="*/ 0 w 129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9"/>
                <a:gd name="T22" fmla="*/ 0 h 150"/>
                <a:gd name="T23" fmla="*/ 129 w 129"/>
                <a:gd name="T24" fmla="*/ 150 h 1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9" h="150">
                  <a:moveTo>
                    <a:pt x="0" y="136"/>
                  </a:moveTo>
                  <a:lnTo>
                    <a:pt x="56" y="143"/>
                  </a:lnTo>
                  <a:lnTo>
                    <a:pt x="112" y="150"/>
                  </a:lnTo>
                  <a:lnTo>
                    <a:pt x="129" y="14"/>
                  </a:lnTo>
                  <a:lnTo>
                    <a:pt x="73" y="7"/>
                  </a:lnTo>
                  <a:lnTo>
                    <a:pt x="16" y="0"/>
                  </a:lnTo>
                  <a:lnTo>
                    <a:pt x="0" y="136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5" name="Freeform 1314">
              <a:extLst>
                <a:ext uri="{FF2B5EF4-FFF2-40B4-BE49-F238E27FC236}">
                  <a16:creationId xmlns:a16="http://schemas.microsoft.com/office/drawing/2014/main" id="{452D7C3E-74C6-E69E-59F9-45D8AAA3F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394"/>
              <a:ext cx="8" cy="1"/>
            </a:xfrm>
            <a:custGeom>
              <a:avLst/>
              <a:gdLst>
                <a:gd name="T0" fmla="*/ 0 w 56"/>
                <a:gd name="T1" fmla="*/ 0 h 7"/>
                <a:gd name="T2" fmla="*/ 0 w 56"/>
                <a:gd name="T3" fmla="*/ 0 h 7"/>
                <a:gd name="T4" fmla="*/ 0 w 56"/>
                <a:gd name="T5" fmla="*/ 0 h 7"/>
                <a:gd name="T6" fmla="*/ 0 w 56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7"/>
                <a:gd name="T14" fmla="*/ 56 w 56"/>
                <a:gd name="T15" fmla="*/ 7 h 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7">
                  <a:moveTo>
                    <a:pt x="0" y="0"/>
                  </a:moveTo>
                  <a:lnTo>
                    <a:pt x="56" y="7"/>
                  </a:lnTo>
                  <a:lnTo>
                    <a:pt x="5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6" name="Line 1315">
              <a:extLst>
                <a:ext uri="{FF2B5EF4-FFF2-40B4-BE49-F238E27FC236}">
                  <a16:creationId xmlns:a16="http://schemas.microsoft.com/office/drawing/2014/main" id="{69B98240-2E3B-A6DE-2E59-34E528E875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339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7" name="Freeform 1316">
              <a:extLst>
                <a:ext uri="{FF2B5EF4-FFF2-40B4-BE49-F238E27FC236}">
                  <a16:creationId xmlns:a16="http://schemas.microsoft.com/office/drawing/2014/main" id="{760051B5-9C15-586C-50BE-AB60EC82C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8" y="3374"/>
              <a:ext cx="16" cy="21"/>
            </a:xfrm>
            <a:custGeom>
              <a:avLst/>
              <a:gdLst>
                <a:gd name="T0" fmla="*/ 0 w 117"/>
                <a:gd name="T1" fmla="*/ 0 h 141"/>
                <a:gd name="T2" fmla="*/ 0 w 117"/>
                <a:gd name="T3" fmla="*/ 0 h 141"/>
                <a:gd name="T4" fmla="*/ 0 w 117"/>
                <a:gd name="T5" fmla="*/ 0 h 141"/>
                <a:gd name="T6" fmla="*/ 0 w 117"/>
                <a:gd name="T7" fmla="*/ 0 h 141"/>
                <a:gd name="T8" fmla="*/ 0 w 117"/>
                <a:gd name="T9" fmla="*/ 0 h 141"/>
                <a:gd name="T10" fmla="*/ 0 w 117"/>
                <a:gd name="T11" fmla="*/ 0 h 141"/>
                <a:gd name="T12" fmla="*/ 0 w 117"/>
                <a:gd name="T13" fmla="*/ 0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7"/>
                <a:gd name="T22" fmla="*/ 0 h 141"/>
                <a:gd name="T23" fmla="*/ 117 w 117"/>
                <a:gd name="T24" fmla="*/ 141 h 1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7" h="141">
                  <a:moveTo>
                    <a:pt x="0" y="137"/>
                  </a:moveTo>
                  <a:lnTo>
                    <a:pt x="57" y="139"/>
                  </a:lnTo>
                  <a:lnTo>
                    <a:pt x="113" y="141"/>
                  </a:lnTo>
                  <a:lnTo>
                    <a:pt x="117" y="4"/>
                  </a:lnTo>
                  <a:lnTo>
                    <a:pt x="61" y="2"/>
                  </a:lnTo>
                  <a:lnTo>
                    <a:pt x="5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8" name="Freeform 1317">
              <a:extLst>
                <a:ext uri="{FF2B5EF4-FFF2-40B4-BE49-F238E27FC236}">
                  <a16:creationId xmlns:a16="http://schemas.microsoft.com/office/drawing/2014/main" id="{E918471F-6062-8C9B-C70B-BF1E31819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8" y="3374"/>
              <a:ext cx="16" cy="21"/>
            </a:xfrm>
            <a:custGeom>
              <a:avLst/>
              <a:gdLst>
                <a:gd name="T0" fmla="*/ 0 w 117"/>
                <a:gd name="T1" fmla="*/ 0 h 141"/>
                <a:gd name="T2" fmla="*/ 0 w 117"/>
                <a:gd name="T3" fmla="*/ 0 h 141"/>
                <a:gd name="T4" fmla="*/ 0 w 117"/>
                <a:gd name="T5" fmla="*/ 0 h 141"/>
                <a:gd name="T6" fmla="*/ 0 w 117"/>
                <a:gd name="T7" fmla="*/ 0 h 141"/>
                <a:gd name="T8" fmla="*/ 0 w 117"/>
                <a:gd name="T9" fmla="*/ 0 h 141"/>
                <a:gd name="T10" fmla="*/ 0 w 117"/>
                <a:gd name="T11" fmla="*/ 0 h 141"/>
                <a:gd name="T12" fmla="*/ 0 w 117"/>
                <a:gd name="T13" fmla="*/ 0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7"/>
                <a:gd name="T22" fmla="*/ 0 h 141"/>
                <a:gd name="T23" fmla="*/ 117 w 117"/>
                <a:gd name="T24" fmla="*/ 141 h 1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7" h="141">
                  <a:moveTo>
                    <a:pt x="0" y="137"/>
                  </a:moveTo>
                  <a:lnTo>
                    <a:pt x="57" y="139"/>
                  </a:lnTo>
                  <a:lnTo>
                    <a:pt x="113" y="141"/>
                  </a:lnTo>
                  <a:lnTo>
                    <a:pt x="117" y="4"/>
                  </a:lnTo>
                  <a:lnTo>
                    <a:pt x="61" y="2"/>
                  </a:lnTo>
                  <a:lnTo>
                    <a:pt x="5" y="0"/>
                  </a:lnTo>
                  <a:lnTo>
                    <a:pt x="0" y="13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9" name="Freeform 1318">
              <a:extLst>
                <a:ext uri="{FF2B5EF4-FFF2-40B4-BE49-F238E27FC236}">
                  <a16:creationId xmlns:a16="http://schemas.microsoft.com/office/drawing/2014/main" id="{8272659A-7256-908D-3D6C-CCB3F6CEB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374"/>
              <a:ext cx="8" cy="1"/>
            </a:xfrm>
            <a:custGeom>
              <a:avLst/>
              <a:gdLst>
                <a:gd name="T0" fmla="*/ 0 w 56"/>
                <a:gd name="T1" fmla="*/ 0 h 4"/>
                <a:gd name="T2" fmla="*/ 0 w 56"/>
                <a:gd name="T3" fmla="*/ 0 h 4"/>
                <a:gd name="T4" fmla="*/ 0 w 56"/>
                <a:gd name="T5" fmla="*/ 0 h 4"/>
                <a:gd name="T6" fmla="*/ 0 w 56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4"/>
                <a:gd name="T14" fmla="*/ 56 w 56"/>
                <a:gd name="T15" fmla="*/ 4 h 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4">
                  <a:moveTo>
                    <a:pt x="0" y="2"/>
                  </a:moveTo>
                  <a:lnTo>
                    <a:pt x="56" y="4"/>
                  </a:lnTo>
                  <a:lnTo>
                    <a:pt x="5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0" name="Line 1319">
              <a:extLst>
                <a:ext uri="{FF2B5EF4-FFF2-40B4-BE49-F238E27FC236}">
                  <a16:creationId xmlns:a16="http://schemas.microsoft.com/office/drawing/2014/main" id="{F15483B9-6C49-734C-0058-FF17C7A9C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337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1" name="Line 1320">
              <a:extLst>
                <a:ext uri="{FF2B5EF4-FFF2-40B4-BE49-F238E27FC236}">
                  <a16:creationId xmlns:a16="http://schemas.microsoft.com/office/drawing/2014/main" id="{F257173F-EB25-50DD-352E-ED6290E6D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125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2" name="Line 1321">
              <a:extLst>
                <a:ext uri="{FF2B5EF4-FFF2-40B4-BE49-F238E27FC236}">
                  <a16:creationId xmlns:a16="http://schemas.microsoft.com/office/drawing/2014/main" id="{CA0638B7-9026-25B4-7F07-885FAD66B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624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3" name="Line 1322">
              <a:extLst>
                <a:ext uri="{FF2B5EF4-FFF2-40B4-BE49-F238E27FC236}">
                  <a16:creationId xmlns:a16="http://schemas.microsoft.com/office/drawing/2014/main" id="{EF315D0D-A6EF-D58D-95D5-30E0677CF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3125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4" name="Line 1323">
              <a:extLst>
                <a:ext uri="{FF2B5EF4-FFF2-40B4-BE49-F238E27FC236}">
                  <a16:creationId xmlns:a16="http://schemas.microsoft.com/office/drawing/2014/main" id="{6BDBA63B-29BE-4B51-50A1-A060C6B7D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3125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5" name="Line 1324">
              <a:extLst>
                <a:ext uri="{FF2B5EF4-FFF2-40B4-BE49-F238E27FC236}">
                  <a16:creationId xmlns:a16="http://schemas.microsoft.com/office/drawing/2014/main" id="{B44C180B-67C9-2840-7AA0-45CF673B8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125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6" name="Line 1325">
              <a:extLst>
                <a:ext uri="{FF2B5EF4-FFF2-40B4-BE49-F238E27FC236}">
                  <a16:creationId xmlns:a16="http://schemas.microsoft.com/office/drawing/2014/main" id="{3C3DBABA-6B40-F8D0-CBC1-69D921440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3624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7" name="Line 1326">
              <a:extLst>
                <a:ext uri="{FF2B5EF4-FFF2-40B4-BE49-F238E27FC236}">
                  <a16:creationId xmlns:a16="http://schemas.microsoft.com/office/drawing/2014/main" id="{F284B3D0-BD15-46D5-2473-54ACEC3F3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3624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8" name="Line 1327">
              <a:extLst>
                <a:ext uri="{FF2B5EF4-FFF2-40B4-BE49-F238E27FC236}">
                  <a16:creationId xmlns:a16="http://schemas.microsoft.com/office/drawing/2014/main" id="{4536F3BF-A648-2EE0-3D17-E77F5CF03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624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9" name="Line 1328">
              <a:extLst>
                <a:ext uri="{FF2B5EF4-FFF2-40B4-BE49-F238E27FC236}">
                  <a16:creationId xmlns:a16="http://schemas.microsoft.com/office/drawing/2014/main" id="{CC84EAF2-1285-CDB3-1ADA-8625E961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3509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0" name="Line 1329">
              <a:extLst>
                <a:ext uri="{FF2B5EF4-FFF2-40B4-BE49-F238E27FC236}">
                  <a16:creationId xmlns:a16="http://schemas.microsoft.com/office/drawing/2014/main" id="{7467A442-1B5F-783E-7577-1968152EC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3509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1" name="Line 1330">
              <a:extLst>
                <a:ext uri="{FF2B5EF4-FFF2-40B4-BE49-F238E27FC236}">
                  <a16:creationId xmlns:a16="http://schemas.microsoft.com/office/drawing/2014/main" id="{BDE52339-51AD-09F8-FF48-4EC4336D5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509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2" name="Line 1331">
              <a:extLst>
                <a:ext uri="{FF2B5EF4-FFF2-40B4-BE49-F238E27FC236}">
                  <a16:creationId xmlns:a16="http://schemas.microsoft.com/office/drawing/2014/main" id="{347E48C8-EF99-211D-6145-FC895C495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509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" name="Line 1332">
              <a:extLst>
                <a:ext uri="{FF2B5EF4-FFF2-40B4-BE49-F238E27FC236}">
                  <a16:creationId xmlns:a16="http://schemas.microsoft.com/office/drawing/2014/main" id="{51206229-88C7-9237-E6CB-4B97D5D24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" y="3509"/>
              <a:ext cx="5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" name="Line 1333">
              <a:extLst>
                <a:ext uri="{FF2B5EF4-FFF2-40B4-BE49-F238E27FC236}">
                  <a16:creationId xmlns:a16="http://schemas.microsoft.com/office/drawing/2014/main" id="{31FC4992-A8C0-2503-C4DC-B208B29CC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3241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5" name="Line 1334">
              <a:extLst>
                <a:ext uri="{FF2B5EF4-FFF2-40B4-BE49-F238E27FC236}">
                  <a16:creationId xmlns:a16="http://schemas.microsoft.com/office/drawing/2014/main" id="{004B1323-3E85-768D-69B4-78451DC34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3241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6" name="Line 1335">
              <a:extLst>
                <a:ext uri="{FF2B5EF4-FFF2-40B4-BE49-F238E27FC236}">
                  <a16:creationId xmlns:a16="http://schemas.microsoft.com/office/drawing/2014/main" id="{EC9CDBE1-32D1-EBED-F324-7101B7EA2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241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7" name="Line 1336">
              <a:extLst>
                <a:ext uri="{FF2B5EF4-FFF2-40B4-BE49-F238E27FC236}">
                  <a16:creationId xmlns:a16="http://schemas.microsoft.com/office/drawing/2014/main" id="{91268541-9BC3-2969-28C2-20C736EBD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41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8" name="Line 1337">
              <a:extLst>
                <a:ext uri="{FF2B5EF4-FFF2-40B4-BE49-F238E27FC236}">
                  <a16:creationId xmlns:a16="http://schemas.microsoft.com/office/drawing/2014/main" id="{44B1C6D0-502A-9EBB-AEE0-80BA81B68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" y="3241"/>
              <a:ext cx="5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9" name="Line 1338">
              <a:extLst>
                <a:ext uri="{FF2B5EF4-FFF2-40B4-BE49-F238E27FC236}">
                  <a16:creationId xmlns:a16="http://schemas.microsoft.com/office/drawing/2014/main" id="{4ED880F6-BF8B-83F2-F2BD-769D78F33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984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0" name="Freeform 1339">
              <a:extLst>
                <a:ext uri="{FF2B5EF4-FFF2-40B4-BE49-F238E27FC236}">
                  <a16:creationId xmlns:a16="http://schemas.microsoft.com/office/drawing/2014/main" id="{00283851-56C3-6483-D9B8-7A86E4801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976"/>
              <a:ext cx="8" cy="16"/>
            </a:xfrm>
            <a:custGeom>
              <a:avLst/>
              <a:gdLst>
                <a:gd name="T0" fmla="*/ 0 w 56"/>
                <a:gd name="T1" fmla="*/ 0 h 113"/>
                <a:gd name="T2" fmla="*/ 0 w 56"/>
                <a:gd name="T3" fmla="*/ 0 h 113"/>
                <a:gd name="T4" fmla="*/ 0 w 56"/>
                <a:gd name="T5" fmla="*/ 0 h 113"/>
                <a:gd name="T6" fmla="*/ 0 w 56"/>
                <a:gd name="T7" fmla="*/ 0 h 113"/>
                <a:gd name="T8" fmla="*/ 0 w 56"/>
                <a:gd name="T9" fmla="*/ 0 h 113"/>
                <a:gd name="T10" fmla="*/ 0 w 56"/>
                <a:gd name="T11" fmla="*/ 0 h 113"/>
                <a:gd name="T12" fmla="*/ 0 w 56"/>
                <a:gd name="T13" fmla="*/ 0 h 113"/>
                <a:gd name="T14" fmla="*/ 0 w 56"/>
                <a:gd name="T15" fmla="*/ 0 h 113"/>
                <a:gd name="T16" fmla="*/ 0 w 56"/>
                <a:gd name="T17" fmla="*/ 0 h 113"/>
                <a:gd name="T18" fmla="*/ 0 w 56"/>
                <a:gd name="T19" fmla="*/ 0 h 113"/>
                <a:gd name="T20" fmla="*/ 0 w 56"/>
                <a:gd name="T21" fmla="*/ 0 h 113"/>
                <a:gd name="T22" fmla="*/ 0 w 56"/>
                <a:gd name="T23" fmla="*/ 0 h 113"/>
                <a:gd name="T24" fmla="*/ 0 w 56"/>
                <a:gd name="T25" fmla="*/ 0 h 113"/>
                <a:gd name="T26" fmla="*/ 0 w 56"/>
                <a:gd name="T27" fmla="*/ 0 h 113"/>
                <a:gd name="T28" fmla="*/ 0 w 56"/>
                <a:gd name="T29" fmla="*/ 0 h 113"/>
                <a:gd name="T30" fmla="*/ 0 w 56"/>
                <a:gd name="T31" fmla="*/ 0 h 113"/>
                <a:gd name="T32" fmla="*/ 0 w 56"/>
                <a:gd name="T33" fmla="*/ 0 h 1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6"/>
                <a:gd name="T52" fmla="*/ 0 h 113"/>
                <a:gd name="T53" fmla="*/ 56 w 56"/>
                <a:gd name="T54" fmla="*/ 113 h 1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6" h="113">
                  <a:moveTo>
                    <a:pt x="56" y="57"/>
                  </a:moveTo>
                  <a:lnTo>
                    <a:pt x="56" y="113"/>
                  </a:lnTo>
                  <a:lnTo>
                    <a:pt x="44" y="112"/>
                  </a:lnTo>
                  <a:lnTo>
                    <a:pt x="32" y="108"/>
                  </a:lnTo>
                  <a:lnTo>
                    <a:pt x="22" y="101"/>
                  </a:lnTo>
                  <a:lnTo>
                    <a:pt x="13" y="92"/>
                  </a:lnTo>
                  <a:lnTo>
                    <a:pt x="6" y="82"/>
                  </a:lnTo>
                  <a:lnTo>
                    <a:pt x="1" y="70"/>
                  </a:lnTo>
                  <a:lnTo>
                    <a:pt x="0" y="57"/>
                  </a:lnTo>
                  <a:lnTo>
                    <a:pt x="1" y="45"/>
                  </a:lnTo>
                  <a:lnTo>
                    <a:pt x="6" y="33"/>
                  </a:lnTo>
                  <a:lnTo>
                    <a:pt x="13" y="23"/>
                  </a:lnTo>
                  <a:lnTo>
                    <a:pt x="22" y="14"/>
                  </a:lnTo>
                  <a:lnTo>
                    <a:pt x="32" y="7"/>
                  </a:lnTo>
                  <a:lnTo>
                    <a:pt x="44" y="2"/>
                  </a:lnTo>
                  <a:lnTo>
                    <a:pt x="56" y="0"/>
                  </a:lnTo>
                  <a:lnTo>
                    <a:pt x="56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1" name="Freeform 1340">
              <a:extLst>
                <a:ext uri="{FF2B5EF4-FFF2-40B4-BE49-F238E27FC236}">
                  <a16:creationId xmlns:a16="http://schemas.microsoft.com/office/drawing/2014/main" id="{FDACC2C1-BF3F-CB45-8A86-63B5FB81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976"/>
              <a:ext cx="8" cy="16"/>
            </a:xfrm>
            <a:custGeom>
              <a:avLst/>
              <a:gdLst>
                <a:gd name="T0" fmla="*/ 0 w 56"/>
                <a:gd name="T1" fmla="*/ 0 h 113"/>
                <a:gd name="T2" fmla="*/ 0 w 56"/>
                <a:gd name="T3" fmla="*/ 0 h 113"/>
                <a:gd name="T4" fmla="*/ 0 w 56"/>
                <a:gd name="T5" fmla="*/ 0 h 113"/>
                <a:gd name="T6" fmla="*/ 0 w 56"/>
                <a:gd name="T7" fmla="*/ 0 h 113"/>
                <a:gd name="T8" fmla="*/ 0 w 56"/>
                <a:gd name="T9" fmla="*/ 0 h 113"/>
                <a:gd name="T10" fmla="*/ 0 w 56"/>
                <a:gd name="T11" fmla="*/ 0 h 113"/>
                <a:gd name="T12" fmla="*/ 0 w 56"/>
                <a:gd name="T13" fmla="*/ 0 h 113"/>
                <a:gd name="T14" fmla="*/ 0 w 56"/>
                <a:gd name="T15" fmla="*/ 0 h 113"/>
                <a:gd name="T16" fmla="*/ 0 w 56"/>
                <a:gd name="T17" fmla="*/ 0 h 113"/>
                <a:gd name="T18" fmla="*/ 0 w 56"/>
                <a:gd name="T19" fmla="*/ 0 h 113"/>
                <a:gd name="T20" fmla="*/ 0 w 56"/>
                <a:gd name="T21" fmla="*/ 0 h 113"/>
                <a:gd name="T22" fmla="*/ 0 w 56"/>
                <a:gd name="T23" fmla="*/ 0 h 113"/>
                <a:gd name="T24" fmla="*/ 0 w 56"/>
                <a:gd name="T25" fmla="*/ 0 h 113"/>
                <a:gd name="T26" fmla="*/ 0 w 56"/>
                <a:gd name="T27" fmla="*/ 0 h 113"/>
                <a:gd name="T28" fmla="*/ 0 w 56"/>
                <a:gd name="T29" fmla="*/ 0 h 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6"/>
                <a:gd name="T46" fmla="*/ 0 h 113"/>
                <a:gd name="T47" fmla="*/ 56 w 56"/>
                <a:gd name="T48" fmla="*/ 113 h 11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6" h="113">
                  <a:moveTo>
                    <a:pt x="56" y="113"/>
                  </a:moveTo>
                  <a:lnTo>
                    <a:pt x="44" y="112"/>
                  </a:lnTo>
                  <a:lnTo>
                    <a:pt x="32" y="108"/>
                  </a:lnTo>
                  <a:lnTo>
                    <a:pt x="22" y="101"/>
                  </a:lnTo>
                  <a:lnTo>
                    <a:pt x="13" y="92"/>
                  </a:lnTo>
                  <a:lnTo>
                    <a:pt x="6" y="82"/>
                  </a:lnTo>
                  <a:lnTo>
                    <a:pt x="1" y="70"/>
                  </a:lnTo>
                  <a:lnTo>
                    <a:pt x="0" y="57"/>
                  </a:lnTo>
                  <a:lnTo>
                    <a:pt x="1" y="45"/>
                  </a:lnTo>
                  <a:lnTo>
                    <a:pt x="6" y="33"/>
                  </a:lnTo>
                  <a:lnTo>
                    <a:pt x="13" y="23"/>
                  </a:lnTo>
                  <a:lnTo>
                    <a:pt x="22" y="14"/>
                  </a:lnTo>
                  <a:lnTo>
                    <a:pt x="32" y="7"/>
                  </a:lnTo>
                  <a:lnTo>
                    <a:pt x="44" y="2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2" name="Freeform 1341">
              <a:extLst>
                <a:ext uri="{FF2B5EF4-FFF2-40B4-BE49-F238E27FC236}">
                  <a16:creationId xmlns:a16="http://schemas.microsoft.com/office/drawing/2014/main" id="{E9A80AF5-8FF1-8B81-A2D8-22610B739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976"/>
              <a:ext cx="313" cy="16"/>
            </a:xfrm>
            <a:custGeom>
              <a:avLst/>
              <a:gdLst>
                <a:gd name="T0" fmla="*/ 0 w 2187"/>
                <a:gd name="T1" fmla="*/ 0 h 113"/>
                <a:gd name="T2" fmla="*/ 0 w 2187"/>
                <a:gd name="T3" fmla="*/ 0 h 113"/>
                <a:gd name="T4" fmla="*/ 0 w 2187"/>
                <a:gd name="T5" fmla="*/ 0 h 113"/>
                <a:gd name="T6" fmla="*/ 0 w 2187"/>
                <a:gd name="T7" fmla="*/ 0 h 113"/>
                <a:gd name="T8" fmla="*/ 0 w 2187"/>
                <a:gd name="T9" fmla="*/ 0 h 113"/>
                <a:gd name="T10" fmla="*/ 0 w 2187"/>
                <a:gd name="T11" fmla="*/ 0 h 113"/>
                <a:gd name="T12" fmla="*/ 0 w 2187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87"/>
                <a:gd name="T22" fmla="*/ 0 h 113"/>
                <a:gd name="T23" fmla="*/ 2187 w 2187"/>
                <a:gd name="T24" fmla="*/ 113 h 1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87" h="113">
                  <a:moveTo>
                    <a:pt x="0" y="0"/>
                  </a:moveTo>
                  <a:lnTo>
                    <a:pt x="0" y="57"/>
                  </a:lnTo>
                  <a:lnTo>
                    <a:pt x="0" y="113"/>
                  </a:lnTo>
                  <a:lnTo>
                    <a:pt x="2187" y="113"/>
                  </a:lnTo>
                  <a:lnTo>
                    <a:pt x="2187" y="57"/>
                  </a:lnTo>
                  <a:lnTo>
                    <a:pt x="21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3" name="Freeform 1342">
              <a:extLst>
                <a:ext uri="{FF2B5EF4-FFF2-40B4-BE49-F238E27FC236}">
                  <a16:creationId xmlns:a16="http://schemas.microsoft.com/office/drawing/2014/main" id="{5106B712-EB44-30A9-E62D-A066251F1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976"/>
              <a:ext cx="313" cy="16"/>
            </a:xfrm>
            <a:custGeom>
              <a:avLst/>
              <a:gdLst>
                <a:gd name="T0" fmla="*/ 0 w 2187"/>
                <a:gd name="T1" fmla="*/ 0 h 113"/>
                <a:gd name="T2" fmla="*/ 0 w 2187"/>
                <a:gd name="T3" fmla="*/ 0 h 113"/>
                <a:gd name="T4" fmla="*/ 0 w 2187"/>
                <a:gd name="T5" fmla="*/ 0 h 113"/>
                <a:gd name="T6" fmla="*/ 0 w 2187"/>
                <a:gd name="T7" fmla="*/ 0 h 113"/>
                <a:gd name="T8" fmla="*/ 0 w 2187"/>
                <a:gd name="T9" fmla="*/ 0 h 113"/>
                <a:gd name="T10" fmla="*/ 0 w 2187"/>
                <a:gd name="T11" fmla="*/ 0 h 113"/>
                <a:gd name="T12" fmla="*/ 0 w 2187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87"/>
                <a:gd name="T22" fmla="*/ 0 h 113"/>
                <a:gd name="T23" fmla="*/ 2187 w 2187"/>
                <a:gd name="T24" fmla="*/ 113 h 1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87" h="113">
                  <a:moveTo>
                    <a:pt x="0" y="0"/>
                  </a:moveTo>
                  <a:lnTo>
                    <a:pt x="0" y="57"/>
                  </a:lnTo>
                  <a:lnTo>
                    <a:pt x="0" y="113"/>
                  </a:lnTo>
                  <a:lnTo>
                    <a:pt x="2187" y="113"/>
                  </a:lnTo>
                  <a:lnTo>
                    <a:pt x="2187" y="57"/>
                  </a:lnTo>
                  <a:lnTo>
                    <a:pt x="218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4" name="Freeform 1343">
              <a:extLst>
                <a:ext uri="{FF2B5EF4-FFF2-40B4-BE49-F238E27FC236}">
                  <a16:creationId xmlns:a16="http://schemas.microsoft.com/office/drawing/2014/main" id="{B77873F0-FBF4-168A-977E-E7026FFB1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976"/>
              <a:ext cx="8" cy="16"/>
            </a:xfrm>
            <a:custGeom>
              <a:avLst/>
              <a:gdLst>
                <a:gd name="T0" fmla="*/ 0 w 57"/>
                <a:gd name="T1" fmla="*/ 0 h 113"/>
                <a:gd name="T2" fmla="*/ 0 w 57"/>
                <a:gd name="T3" fmla="*/ 0 h 113"/>
                <a:gd name="T4" fmla="*/ 0 w 57"/>
                <a:gd name="T5" fmla="*/ 0 h 113"/>
                <a:gd name="T6" fmla="*/ 0 w 57"/>
                <a:gd name="T7" fmla="*/ 0 h 113"/>
                <a:gd name="T8" fmla="*/ 0 w 57"/>
                <a:gd name="T9" fmla="*/ 0 h 113"/>
                <a:gd name="T10" fmla="*/ 0 w 57"/>
                <a:gd name="T11" fmla="*/ 0 h 113"/>
                <a:gd name="T12" fmla="*/ 0 w 57"/>
                <a:gd name="T13" fmla="*/ 0 h 113"/>
                <a:gd name="T14" fmla="*/ 0 w 57"/>
                <a:gd name="T15" fmla="*/ 0 h 113"/>
                <a:gd name="T16" fmla="*/ 0 w 57"/>
                <a:gd name="T17" fmla="*/ 0 h 113"/>
                <a:gd name="T18" fmla="*/ 0 w 57"/>
                <a:gd name="T19" fmla="*/ 0 h 113"/>
                <a:gd name="T20" fmla="*/ 0 w 57"/>
                <a:gd name="T21" fmla="*/ 0 h 113"/>
                <a:gd name="T22" fmla="*/ 0 w 57"/>
                <a:gd name="T23" fmla="*/ 0 h 113"/>
                <a:gd name="T24" fmla="*/ 0 w 57"/>
                <a:gd name="T25" fmla="*/ 0 h 113"/>
                <a:gd name="T26" fmla="*/ 0 w 57"/>
                <a:gd name="T27" fmla="*/ 0 h 113"/>
                <a:gd name="T28" fmla="*/ 0 w 57"/>
                <a:gd name="T29" fmla="*/ 0 h 113"/>
                <a:gd name="T30" fmla="*/ 0 w 57"/>
                <a:gd name="T31" fmla="*/ 0 h 113"/>
                <a:gd name="T32" fmla="*/ 0 w 57"/>
                <a:gd name="T33" fmla="*/ 0 h 1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7"/>
                <a:gd name="T52" fmla="*/ 0 h 113"/>
                <a:gd name="T53" fmla="*/ 57 w 57"/>
                <a:gd name="T54" fmla="*/ 113 h 1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7" h="113">
                  <a:moveTo>
                    <a:pt x="0" y="57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4" y="14"/>
                  </a:lnTo>
                  <a:lnTo>
                    <a:pt x="43" y="23"/>
                  </a:lnTo>
                  <a:lnTo>
                    <a:pt x="50" y="33"/>
                  </a:lnTo>
                  <a:lnTo>
                    <a:pt x="55" y="45"/>
                  </a:lnTo>
                  <a:lnTo>
                    <a:pt x="57" y="57"/>
                  </a:lnTo>
                  <a:lnTo>
                    <a:pt x="55" y="70"/>
                  </a:lnTo>
                  <a:lnTo>
                    <a:pt x="50" y="82"/>
                  </a:lnTo>
                  <a:lnTo>
                    <a:pt x="43" y="92"/>
                  </a:lnTo>
                  <a:lnTo>
                    <a:pt x="34" y="101"/>
                  </a:lnTo>
                  <a:lnTo>
                    <a:pt x="24" y="108"/>
                  </a:lnTo>
                  <a:lnTo>
                    <a:pt x="12" y="112"/>
                  </a:lnTo>
                  <a:lnTo>
                    <a:pt x="0" y="113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5" name="Freeform 1344">
              <a:extLst>
                <a:ext uri="{FF2B5EF4-FFF2-40B4-BE49-F238E27FC236}">
                  <a16:creationId xmlns:a16="http://schemas.microsoft.com/office/drawing/2014/main" id="{64AC414B-5523-A0D5-A78E-26321EAF7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976"/>
              <a:ext cx="8" cy="16"/>
            </a:xfrm>
            <a:custGeom>
              <a:avLst/>
              <a:gdLst>
                <a:gd name="T0" fmla="*/ 0 w 57"/>
                <a:gd name="T1" fmla="*/ 0 h 113"/>
                <a:gd name="T2" fmla="*/ 0 w 57"/>
                <a:gd name="T3" fmla="*/ 0 h 113"/>
                <a:gd name="T4" fmla="*/ 0 w 57"/>
                <a:gd name="T5" fmla="*/ 0 h 113"/>
                <a:gd name="T6" fmla="*/ 0 w 57"/>
                <a:gd name="T7" fmla="*/ 0 h 113"/>
                <a:gd name="T8" fmla="*/ 0 w 57"/>
                <a:gd name="T9" fmla="*/ 0 h 113"/>
                <a:gd name="T10" fmla="*/ 0 w 57"/>
                <a:gd name="T11" fmla="*/ 0 h 113"/>
                <a:gd name="T12" fmla="*/ 0 w 57"/>
                <a:gd name="T13" fmla="*/ 0 h 113"/>
                <a:gd name="T14" fmla="*/ 0 w 57"/>
                <a:gd name="T15" fmla="*/ 0 h 113"/>
                <a:gd name="T16" fmla="*/ 0 w 57"/>
                <a:gd name="T17" fmla="*/ 0 h 113"/>
                <a:gd name="T18" fmla="*/ 0 w 57"/>
                <a:gd name="T19" fmla="*/ 0 h 113"/>
                <a:gd name="T20" fmla="*/ 0 w 57"/>
                <a:gd name="T21" fmla="*/ 0 h 113"/>
                <a:gd name="T22" fmla="*/ 0 w 57"/>
                <a:gd name="T23" fmla="*/ 0 h 113"/>
                <a:gd name="T24" fmla="*/ 0 w 57"/>
                <a:gd name="T25" fmla="*/ 0 h 113"/>
                <a:gd name="T26" fmla="*/ 0 w 57"/>
                <a:gd name="T27" fmla="*/ 0 h 113"/>
                <a:gd name="T28" fmla="*/ 0 w 57"/>
                <a:gd name="T29" fmla="*/ 0 h 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7"/>
                <a:gd name="T46" fmla="*/ 0 h 113"/>
                <a:gd name="T47" fmla="*/ 57 w 57"/>
                <a:gd name="T48" fmla="*/ 113 h 11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7" h="113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4" y="14"/>
                  </a:lnTo>
                  <a:lnTo>
                    <a:pt x="43" y="23"/>
                  </a:lnTo>
                  <a:lnTo>
                    <a:pt x="50" y="33"/>
                  </a:lnTo>
                  <a:lnTo>
                    <a:pt x="55" y="45"/>
                  </a:lnTo>
                  <a:lnTo>
                    <a:pt x="57" y="57"/>
                  </a:lnTo>
                  <a:lnTo>
                    <a:pt x="55" y="70"/>
                  </a:lnTo>
                  <a:lnTo>
                    <a:pt x="50" y="82"/>
                  </a:lnTo>
                  <a:lnTo>
                    <a:pt x="43" y="92"/>
                  </a:lnTo>
                  <a:lnTo>
                    <a:pt x="34" y="101"/>
                  </a:lnTo>
                  <a:lnTo>
                    <a:pt x="24" y="108"/>
                  </a:lnTo>
                  <a:lnTo>
                    <a:pt x="12" y="112"/>
                  </a:lnTo>
                  <a:lnTo>
                    <a:pt x="0" y="1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6" name="Freeform 1345">
              <a:extLst>
                <a:ext uri="{FF2B5EF4-FFF2-40B4-BE49-F238E27FC236}">
                  <a16:creationId xmlns:a16="http://schemas.microsoft.com/office/drawing/2014/main" id="{977E5CF4-6380-D1C7-2F8B-BF55504A5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975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7" name="Freeform 1346">
              <a:extLst>
                <a:ext uri="{FF2B5EF4-FFF2-40B4-BE49-F238E27FC236}">
                  <a16:creationId xmlns:a16="http://schemas.microsoft.com/office/drawing/2014/main" id="{07F09C49-2B47-410D-9509-C36FD18FC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975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8" name="Freeform 1347">
              <a:extLst>
                <a:ext uri="{FF2B5EF4-FFF2-40B4-BE49-F238E27FC236}">
                  <a16:creationId xmlns:a16="http://schemas.microsoft.com/office/drawing/2014/main" id="{55E37817-C7BC-8F0B-13CA-62ED0BC0E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116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9" name="Freeform 1348">
              <a:extLst>
                <a:ext uri="{FF2B5EF4-FFF2-40B4-BE49-F238E27FC236}">
                  <a16:creationId xmlns:a16="http://schemas.microsoft.com/office/drawing/2014/main" id="{F1E49124-D3C4-F47A-1A12-9E6314996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116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0" name="Freeform 1349">
              <a:extLst>
                <a:ext uri="{FF2B5EF4-FFF2-40B4-BE49-F238E27FC236}">
                  <a16:creationId xmlns:a16="http://schemas.microsoft.com/office/drawing/2014/main" id="{D9336812-B18B-FA88-AEB6-BCE8158A7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231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1" name="Freeform 1350">
              <a:extLst>
                <a:ext uri="{FF2B5EF4-FFF2-40B4-BE49-F238E27FC236}">
                  <a16:creationId xmlns:a16="http://schemas.microsoft.com/office/drawing/2014/main" id="{7166E656-F660-FE8D-8583-EE6E13103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231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2" name="Freeform 1351">
              <a:extLst>
                <a:ext uri="{FF2B5EF4-FFF2-40B4-BE49-F238E27FC236}">
                  <a16:creationId xmlns:a16="http://schemas.microsoft.com/office/drawing/2014/main" id="{C2696D97-C4CE-DA9A-A950-6221DCC63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499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3" name="Freeform 1352">
              <a:extLst>
                <a:ext uri="{FF2B5EF4-FFF2-40B4-BE49-F238E27FC236}">
                  <a16:creationId xmlns:a16="http://schemas.microsoft.com/office/drawing/2014/main" id="{55C37E55-1776-1112-CFA8-7FA2FC31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499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4" name="Freeform 1353">
              <a:extLst>
                <a:ext uri="{FF2B5EF4-FFF2-40B4-BE49-F238E27FC236}">
                  <a16:creationId xmlns:a16="http://schemas.microsoft.com/office/drawing/2014/main" id="{64F85F7A-B20A-1C73-D8CF-C200F0134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615"/>
              <a:ext cx="56" cy="19"/>
            </a:xfrm>
            <a:custGeom>
              <a:avLst/>
              <a:gdLst>
                <a:gd name="T0" fmla="*/ 0 w 391"/>
                <a:gd name="T1" fmla="*/ 0 h 131"/>
                <a:gd name="T2" fmla="*/ 0 w 391"/>
                <a:gd name="T3" fmla="*/ 0 h 131"/>
                <a:gd name="T4" fmla="*/ 0 w 391"/>
                <a:gd name="T5" fmla="*/ 0 h 131"/>
                <a:gd name="T6" fmla="*/ 0 w 391"/>
                <a:gd name="T7" fmla="*/ 0 h 1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1"/>
                <a:gd name="T14" fmla="*/ 391 w 391"/>
                <a:gd name="T15" fmla="*/ 131 h 1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1">
                  <a:moveTo>
                    <a:pt x="0" y="0"/>
                  </a:moveTo>
                  <a:lnTo>
                    <a:pt x="0" y="131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5" name="Freeform 1354">
              <a:extLst>
                <a:ext uri="{FF2B5EF4-FFF2-40B4-BE49-F238E27FC236}">
                  <a16:creationId xmlns:a16="http://schemas.microsoft.com/office/drawing/2014/main" id="{79DEF932-864B-CDB6-E641-FF3E586ED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615"/>
              <a:ext cx="56" cy="19"/>
            </a:xfrm>
            <a:custGeom>
              <a:avLst/>
              <a:gdLst>
                <a:gd name="T0" fmla="*/ 0 w 391"/>
                <a:gd name="T1" fmla="*/ 0 h 131"/>
                <a:gd name="T2" fmla="*/ 0 w 391"/>
                <a:gd name="T3" fmla="*/ 0 h 131"/>
                <a:gd name="T4" fmla="*/ 0 w 391"/>
                <a:gd name="T5" fmla="*/ 0 h 131"/>
                <a:gd name="T6" fmla="*/ 0 w 391"/>
                <a:gd name="T7" fmla="*/ 0 h 1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1"/>
                <a:gd name="T14" fmla="*/ 391 w 391"/>
                <a:gd name="T15" fmla="*/ 131 h 1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1">
                  <a:moveTo>
                    <a:pt x="0" y="0"/>
                  </a:moveTo>
                  <a:lnTo>
                    <a:pt x="0" y="131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92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/>
      <p:bldP spid="493" grpId="0"/>
      <p:bldP spid="49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1E400EBA-C75A-408E-37D5-81A27EF58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307" y="9328923"/>
            <a:ext cx="4960246" cy="3103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79" descr="sj">
            <a:extLst>
              <a:ext uri="{FF2B5EF4-FFF2-40B4-BE49-F238E27FC236}">
                <a16:creationId xmlns:a16="http://schemas.microsoft.com/office/drawing/2014/main" id="{77C831E6-FB37-E7F0-9803-C83740E3B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306" y="7016427"/>
            <a:ext cx="4334720" cy="231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A462F37-8088-65B5-84E0-BA55257B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形体分析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17EE35-35A9-BDD8-9C4F-08291ADB8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将整体按轮廓线构成的线框分割成基本平面图形，在其他视图中找对应图形，想象基本立体，最后堆积形成整体。</a:t>
            </a:r>
          </a:p>
        </p:txBody>
      </p:sp>
      <p:grpSp>
        <p:nvGrpSpPr>
          <p:cNvPr id="8" name="Group 260">
            <a:extLst>
              <a:ext uri="{FF2B5EF4-FFF2-40B4-BE49-F238E27FC236}">
                <a16:creationId xmlns:a16="http://schemas.microsoft.com/office/drawing/2014/main" id="{C701D1FA-1CD6-40AA-E702-6A6BCE915195}"/>
              </a:ext>
            </a:extLst>
          </p:cNvPr>
          <p:cNvGrpSpPr>
            <a:grpSpLocks/>
          </p:cNvGrpSpPr>
          <p:nvPr/>
        </p:nvGrpSpPr>
        <p:grpSpPr bwMode="auto">
          <a:xfrm>
            <a:off x="2200209" y="5119653"/>
            <a:ext cx="4331218" cy="6972818"/>
            <a:chOff x="2276" y="676"/>
            <a:chExt cx="1100" cy="1680"/>
          </a:xfrm>
        </p:grpSpPr>
        <p:grpSp>
          <p:nvGrpSpPr>
            <p:cNvPr id="9" name="Group 261">
              <a:extLst>
                <a:ext uri="{FF2B5EF4-FFF2-40B4-BE49-F238E27FC236}">
                  <a16:creationId xmlns:a16="http://schemas.microsoft.com/office/drawing/2014/main" id="{7D8574D1-0347-B845-A7C1-A03CDEA8AD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676"/>
              <a:ext cx="1100" cy="746"/>
              <a:chOff x="1429" y="732"/>
              <a:chExt cx="1100" cy="746"/>
            </a:xfrm>
          </p:grpSpPr>
          <p:grpSp>
            <p:nvGrpSpPr>
              <p:cNvPr id="31" name="Group 262">
                <a:extLst>
                  <a:ext uri="{FF2B5EF4-FFF2-40B4-BE49-F238E27FC236}">
                    <a16:creationId xmlns:a16="http://schemas.microsoft.com/office/drawing/2014/main" id="{8584EFE6-565E-424C-BF99-C533F35218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" y="732"/>
                <a:ext cx="1100" cy="746"/>
                <a:chOff x="1429" y="732"/>
                <a:chExt cx="1100" cy="746"/>
              </a:xfrm>
            </p:grpSpPr>
            <p:sp>
              <p:nvSpPr>
                <p:cNvPr id="36" name="Rectangle 263">
                  <a:extLst>
                    <a:ext uri="{FF2B5EF4-FFF2-40B4-BE49-F238E27FC236}">
                      <a16:creationId xmlns:a16="http://schemas.microsoft.com/office/drawing/2014/main" id="{60A15AA5-67FE-CCA9-8DE0-8BCA2C39F5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9" y="1190"/>
                  <a:ext cx="1099" cy="22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Line 264">
                  <a:extLst>
                    <a:ext uri="{FF2B5EF4-FFF2-40B4-BE49-F238E27FC236}">
                      <a16:creationId xmlns:a16="http://schemas.microsoft.com/office/drawing/2014/main" id="{56CC2BCB-5D23-EE68-318E-9F91878DA2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53" y="1134"/>
                  <a:ext cx="0" cy="3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Line 265">
                  <a:extLst>
                    <a:ext uri="{FF2B5EF4-FFF2-40B4-BE49-F238E27FC236}">
                      <a16:creationId xmlns:a16="http://schemas.microsoft.com/office/drawing/2014/main" id="{7C783DC5-65D7-A68F-21E0-0CB573734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39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Line 266">
                  <a:extLst>
                    <a:ext uri="{FF2B5EF4-FFF2-40B4-BE49-F238E27FC236}">
                      <a16:creationId xmlns:a16="http://schemas.microsoft.com/office/drawing/2014/main" id="{9501D694-B9CB-FCC6-4EA7-DBBE6B8B4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67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Line 267">
                  <a:extLst>
                    <a:ext uri="{FF2B5EF4-FFF2-40B4-BE49-F238E27FC236}">
                      <a16:creationId xmlns:a16="http://schemas.microsoft.com/office/drawing/2014/main" id="{36624E1B-E4C7-BD45-6922-80FC0D4645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93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Line 268">
                  <a:extLst>
                    <a:ext uri="{FF2B5EF4-FFF2-40B4-BE49-F238E27FC236}">
                      <a16:creationId xmlns:a16="http://schemas.microsoft.com/office/drawing/2014/main" id="{D4542D31-43FF-5A81-B44D-0895C772A8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21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Line 269">
                  <a:extLst>
                    <a:ext uri="{FF2B5EF4-FFF2-40B4-BE49-F238E27FC236}">
                      <a16:creationId xmlns:a16="http://schemas.microsoft.com/office/drawing/2014/main" id="{4D02D9BA-A3B1-D3D9-3944-DB7EDA5EB3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07" y="1134"/>
                  <a:ext cx="0" cy="3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" name="Freeform 270">
                  <a:extLst>
                    <a:ext uri="{FF2B5EF4-FFF2-40B4-BE49-F238E27FC236}">
                      <a16:creationId xmlns:a16="http://schemas.microsoft.com/office/drawing/2014/main" id="{F068A852-A636-DC1D-026D-F42272181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8" y="786"/>
                  <a:ext cx="231" cy="405"/>
                </a:xfrm>
                <a:custGeom>
                  <a:avLst/>
                  <a:gdLst>
                    <a:gd name="T0" fmla="*/ 0 w 231"/>
                    <a:gd name="T1" fmla="*/ 390 h 408"/>
                    <a:gd name="T2" fmla="*/ 231 w 231"/>
                    <a:gd name="T3" fmla="*/ 390 h 408"/>
                    <a:gd name="T4" fmla="*/ 0 w 231"/>
                    <a:gd name="T5" fmla="*/ 0 h 408"/>
                    <a:gd name="T6" fmla="*/ 0 w 231"/>
                    <a:gd name="T7" fmla="*/ 390 h 4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1"/>
                    <a:gd name="T13" fmla="*/ 0 h 408"/>
                    <a:gd name="T14" fmla="*/ 231 w 231"/>
                    <a:gd name="T15" fmla="*/ 408 h 4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1" h="408">
                      <a:moveTo>
                        <a:pt x="0" y="408"/>
                      </a:moveTo>
                      <a:lnTo>
                        <a:pt x="231" y="408"/>
                      </a:lnTo>
                      <a:lnTo>
                        <a:pt x="0" y="0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44" name="Group 271">
                  <a:extLst>
                    <a:ext uri="{FF2B5EF4-FFF2-40B4-BE49-F238E27FC236}">
                      <a16:creationId xmlns:a16="http://schemas.microsoft.com/office/drawing/2014/main" id="{C6A742AA-FF6A-6F9E-E5BD-0B3142BB9C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59" y="783"/>
                  <a:ext cx="636" cy="408"/>
                  <a:chOff x="1659" y="783"/>
                  <a:chExt cx="636" cy="408"/>
                </a:xfrm>
              </p:grpSpPr>
              <p:sp>
                <p:nvSpPr>
                  <p:cNvPr id="55" name="Arc 272">
                    <a:extLst>
                      <a:ext uri="{FF2B5EF4-FFF2-40B4-BE49-F238E27FC236}">
                        <a16:creationId xmlns:a16="http://schemas.microsoft.com/office/drawing/2014/main" id="{0B422B4D-BB36-6D21-7184-9BDE5ADB05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780" y="783"/>
                    <a:ext cx="402" cy="201"/>
                  </a:xfrm>
                  <a:custGeom>
                    <a:avLst/>
                    <a:gdLst>
                      <a:gd name="T0" fmla="*/ 0 w 43198"/>
                      <a:gd name="T1" fmla="*/ 0 h 21600"/>
                      <a:gd name="T2" fmla="*/ 0 w 43198"/>
                      <a:gd name="T3" fmla="*/ 0 h 21600"/>
                      <a:gd name="T4" fmla="*/ 0 w 43198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43198"/>
                      <a:gd name="T10" fmla="*/ 0 h 21600"/>
                      <a:gd name="T11" fmla="*/ 43198 w 43198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3198" h="21600" fill="none" extrusionOk="0">
                        <a:moveTo>
                          <a:pt x="0" y="21277"/>
                        </a:moveTo>
                        <a:cubicBezTo>
                          <a:pt x="176" y="9474"/>
                          <a:pt x="9794" y="-1"/>
                          <a:pt x="21598" y="0"/>
                        </a:cubicBezTo>
                        <a:cubicBezTo>
                          <a:pt x="33527" y="0"/>
                          <a:pt x="43198" y="9670"/>
                          <a:pt x="43198" y="21600"/>
                        </a:cubicBezTo>
                      </a:path>
                      <a:path w="43198" h="21600" stroke="0" extrusionOk="0">
                        <a:moveTo>
                          <a:pt x="0" y="21277"/>
                        </a:moveTo>
                        <a:cubicBezTo>
                          <a:pt x="176" y="9474"/>
                          <a:pt x="9794" y="-1"/>
                          <a:pt x="21598" y="0"/>
                        </a:cubicBezTo>
                        <a:cubicBezTo>
                          <a:pt x="33527" y="0"/>
                          <a:pt x="43198" y="9670"/>
                          <a:pt x="43198" y="21600"/>
                        </a:cubicBezTo>
                        <a:lnTo>
                          <a:pt x="21598" y="2160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l" defTabSz="1828800" hangingPunct="1"/>
                    <a:endParaRPr lang="zh-CN" altLang="en-US" sz="3600" b="0" kern="1200">
                      <a:solidFill>
                        <a:prstClr val="black"/>
                      </a:solidFill>
                      <a:latin typeface="等线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56" name="Freeform 273">
                    <a:extLst>
                      <a:ext uri="{FF2B5EF4-FFF2-40B4-BE49-F238E27FC236}">
                        <a16:creationId xmlns:a16="http://schemas.microsoft.com/office/drawing/2014/main" id="{7B8762B9-4212-694D-B547-7B5C50BFE6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59" y="786"/>
                    <a:ext cx="636" cy="405"/>
                  </a:xfrm>
                  <a:custGeom>
                    <a:avLst/>
                    <a:gdLst>
                      <a:gd name="T0" fmla="*/ 129 w 636"/>
                      <a:gd name="T1" fmla="*/ 0 h 405"/>
                      <a:gd name="T2" fmla="*/ 0 w 636"/>
                      <a:gd name="T3" fmla="*/ 0 h 405"/>
                      <a:gd name="T4" fmla="*/ 0 w 636"/>
                      <a:gd name="T5" fmla="*/ 405 h 405"/>
                      <a:gd name="T6" fmla="*/ 636 w 636"/>
                      <a:gd name="T7" fmla="*/ 405 h 405"/>
                      <a:gd name="T8" fmla="*/ 636 w 636"/>
                      <a:gd name="T9" fmla="*/ 3 h 405"/>
                      <a:gd name="T10" fmla="*/ 522 w 636"/>
                      <a:gd name="T11" fmla="*/ 3 h 40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636"/>
                      <a:gd name="T19" fmla="*/ 0 h 405"/>
                      <a:gd name="T20" fmla="*/ 636 w 636"/>
                      <a:gd name="T21" fmla="*/ 405 h 405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636" h="405">
                        <a:moveTo>
                          <a:pt x="129" y="0"/>
                        </a:moveTo>
                        <a:lnTo>
                          <a:pt x="0" y="0"/>
                        </a:lnTo>
                        <a:lnTo>
                          <a:pt x="0" y="405"/>
                        </a:lnTo>
                        <a:lnTo>
                          <a:pt x="636" y="405"/>
                        </a:lnTo>
                        <a:lnTo>
                          <a:pt x="636" y="3"/>
                        </a:lnTo>
                        <a:lnTo>
                          <a:pt x="522" y="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algn="l" defTabSz="1828800" hangingPunct="1"/>
                    <a:endParaRPr lang="zh-CN" altLang="en-US" sz="3600" b="0" kern="1200">
                      <a:solidFill>
                        <a:prstClr val="black"/>
                      </a:solidFill>
                      <a:latin typeface="等线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45" name="Freeform 274">
                  <a:extLst>
                    <a:ext uri="{FF2B5EF4-FFF2-40B4-BE49-F238E27FC236}">
                      <a16:creationId xmlns:a16="http://schemas.microsoft.com/office/drawing/2014/main" id="{8493ED78-7B50-C3C1-FABE-F51198F68A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429" y="784"/>
                  <a:ext cx="231" cy="405"/>
                </a:xfrm>
                <a:custGeom>
                  <a:avLst/>
                  <a:gdLst>
                    <a:gd name="T0" fmla="*/ 0 w 231"/>
                    <a:gd name="T1" fmla="*/ 390 h 408"/>
                    <a:gd name="T2" fmla="*/ 231 w 231"/>
                    <a:gd name="T3" fmla="*/ 390 h 408"/>
                    <a:gd name="T4" fmla="*/ 0 w 231"/>
                    <a:gd name="T5" fmla="*/ 0 h 408"/>
                    <a:gd name="T6" fmla="*/ 0 w 231"/>
                    <a:gd name="T7" fmla="*/ 390 h 4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1"/>
                    <a:gd name="T13" fmla="*/ 0 h 408"/>
                    <a:gd name="T14" fmla="*/ 231 w 231"/>
                    <a:gd name="T15" fmla="*/ 408 h 4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1" h="408">
                      <a:moveTo>
                        <a:pt x="0" y="408"/>
                      </a:moveTo>
                      <a:lnTo>
                        <a:pt x="231" y="408"/>
                      </a:lnTo>
                      <a:lnTo>
                        <a:pt x="0" y="0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Line 275">
                  <a:extLst>
                    <a:ext uri="{FF2B5EF4-FFF2-40B4-BE49-F238E27FC236}">
                      <a16:creationId xmlns:a16="http://schemas.microsoft.com/office/drawing/2014/main" id="{C7360775-555E-4DE7-CC00-D5C377456D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2" y="1278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Line 276">
                  <a:extLst>
                    <a:ext uri="{FF2B5EF4-FFF2-40B4-BE49-F238E27FC236}">
                      <a16:creationId xmlns:a16="http://schemas.microsoft.com/office/drawing/2014/main" id="{96A4FCDC-D4C8-6276-669C-3AEDC129F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2" y="1327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Line 277">
                  <a:extLst>
                    <a:ext uri="{FF2B5EF4-FFF2-40B4-BE49-F238E27FC236}">
                      <a16:creationId xmlns:a16="http://schemas.microsoft.com/office/drawing/2014/main" id="{47B71248-BE08-2700-E6E8-14A3DE45A0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79" y="1303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Line 278">
                  <a:extLst>
                    <a:ext uri="{FF2B5EF4-FFF2-40B4-BE49-F238E27FC236}">
                      <a16:creationId xmlns:a16="http://schemas.microsoft.com/office/drawing/2014/main" id="{5A7DFC3A-922A-9BA5-20A3-143FA772B4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3" y="1352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" name="Line 279">
                  <a:extLst>
                    <a:ext uri="{FF2B5EF4-FFF2-40B4-BE49-F238E27FC236}">
                      <a16:creationId xmlns:a16="http://schemas.microsoft.com/office/drawing/2014/main" id="{5FFA5946-AF1F-FBAB-4776-3258D19C17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5" y="1081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Line 280">
                  <a:extLst>
                    <a:ext uri="{FF2B5EF4-FFF2-40B4-BE49-F238E27FC236}">
                      <a16:creationId xmlns:a16="http://schemas.microsoft.com/office/drawing/2014/main" id="{A5B130DC-B6FB-BEF5-667E-EFEB3D482E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130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Line 281">
                  <a:extLst>
                    <a:ext uri="{FF2B5EF4-FFF2-40B4-BE49-F238E27FC236}">
                      <a16:creationId xmlns:a16="http://schemas.microsoft.com/office/drawing/2014/main" id="{CBF23791-5B47-44A4-CF3E-E6EC36AE4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80" y="732"/>
                  <a:ext cx="0" cy="74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Line 282">
                  <a:extLst>
                    <a:ext uri="{FF2B5EF4-FFF2-40B4-BE49-F238E27FC236}">
                      <a16:creationId xmlns:a16="http://schemas.microsoft.com/office/drawing/2014/main" id="{6607FD14-0370-434C-09DF-88AA17AA3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1065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Line 283">
                  <a:extLst>
                    <a:ext uri="{FF2B5EF4-FFF2-40B4-BE49-F238E27FC236}">
                      <a16:creationId xmlns:a16="http://schemas.microsoft.com/office/drawing/2014/main" id="{EE06C121-A958-A35D-2939-EF558BD22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1" y="1114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2" name="Group 284">
                <a:extLst>
                  <a:ext uri="{FF2B5EF4-FFF2-40B4-BE49-F238E27FC236}">
                    <a16:creationId xmlns:a16="http://schemas.microsoft.com/office/drawing/2014/main" id="{7C3B357B-3AA2-8742-B897-7E24B09B9A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2" y="756"/>
                <a:ext cx="384" cy="58"/>
                <a:chOff x="1782" y="756"/>
                <a:chExt cx="384" cy="58"/>
              </a:xfrm>
            </p:grpSpPr>
            <p:sp>
              <p:nvSpPr>
                <p:cNvPr id="33" name="Line 285">
                  <a:extLst>
                    <a:ext uri="{FF2B5EF4-FFF2-40B4-BE49-F238E27FC236}">
                      <a16:creationId xmlns:a16="http://schemas.microsoft.com/office/drawing/2014/main" id="{4C453996-1E45-2976-73BD-D19F54FCD7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2" y="786"/>
                  <a:ext cx="38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Line 286">
                  <a:extLst>
                    <a:ext uri="{FF2B5EF4-FFF2-40B4-BE49-F238E27FC236}">
                      <a16:creationId xmlns:a16="http://schemas.microsoft.com/office/drawing/2014/main" id="{C57F6F2C-C7E9-B951-C5A3-B46610844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40" y="756"/>
                  <a:ext cx="6" cy="5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Line 287">
                  <a:extLst>
                    <a:ext uri="{FF2B5EF4-FFF2-40B4-BE49-F238E27FC236}">
                      <a16:creationId xmlns:a16="http://schemas.microsoft.com/office/drawing/2014/main" id="{77F6236F-CD82-239E-8F9A-76A85EA289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74" y="760"/>
                  <a:ext cx="6" cy="5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10" name="Group 288">
              <a:extLst>
                <a:ext uri="{FF2B5EF4-FFF2-40B4-BE49-F238E27FC236}">
                  <a16:creationId xmlns:a16="http://schemas.microsoft.com/office/drawing/2014/main" id="{7DBCABC7-9074-6272-BDC0-86C509471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2" y="1556"/>
              <a:ext cx="1090" cy="800"/>
              <a:chOff x="1435" y="1612"/>
              <a:chExt cx="1090" cy="800"/>
            </a:xfrm>
          </p:grpSpPr>
          <p:grpSp>
            <p:nvGrpSpPr>
              <p:cNvPr id="11" name="Group 289">
                <a:extLst>
                  <a:ext uri="{FF2B5EF4-FFF2-40B4-BE49-F238E27FC236}">
                    <a16:creationId xmlns:a16="http://schemas.microsoft.com/office/drawing/2014/main" id="{35F573AC-CE1C-99A4-D7AE-7EC537CAC1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5" y="1612"/>
                <a:ext cx="1090" cy="800"/>
                <a:chOff x="1435" y="1612"/>
                <a:chExt cx="1090" cy="800"/>
              </a:xfrm>
            </p:grpSpPr>
            <p:sp>
              <p:nvSpPr>
                <p:cNvPr id="16" name="Rectangle 290">
                  <a:extLst>
                    <a:ext uri="{FF2B5EF4-FFF2-40B4-BE49-F238E27FC236}">
                      <a16:creationId xmlns:a16="http://schemas.microsoft.com/office/drawing/2014/main" id="{908AEADE-F36D-4654-330C-FD56D09D4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5" y="1650"/>
                  <a:ext cx="1090" cy="6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" name="Rectangle 291">
                  <a:extLst>
                    <a:ext uri="{FF2B5EF4-FFF2-40B4-BE49-F238E27FC236}">
                      <a16:creationId xmlns:a16="http://schemas.microsoft.com/office/drawing/2014/main" id="{8B9B6C11-82B7-8916-6477-81FF0FE404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5" y="1650"/>
                  <a:ext cx="630" cy="34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" name="Line 292">
                  <a:extLst>
                    <a:ext uri="{FF2B5EF4-FFF2-40B4-BE49-F238E27FC236}">
                      <a16:creationId xmlns:a16="http://schemas.microsoft.com/office/drawing/2014/main" id="{E4BC6FA0-E391-9CA2-0D7C-29AF44A3D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6" y="1612"/>
                  <a:ext cx="4" cy="8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" name="Line 293">
                  <a:extLst>
                    <a:ext uri="{FF2B5EF4-FFF2-40B4-BE49-F238E27FC236}">
                      <a16:creationId xmlns:a16="http://schemas.microsoft.com/office/drawing/2014/main" id="{EF6BC371-5958-8B74-4221-564C233ABC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1" y="1650"/>
                  <a:ext cx="0" cy="3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" name="Line 294">
                  <a:extLst>
                    <a:ext uri="{FF2B5EF4-FFF2-40B4-BE49-F238E27FC236}">
                      <a16:creationId xmlns:a16="http://schemas.microsoft.com/office/drawing/2014/main" id="{2D0340FE-FB3D-DB04-0179-7139A4C226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9" y="1650"/>
                  <a:ext cx="0" cy="3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1" name="Line 295">
                  <a:extLst>
                    <a:ext uri="{FF2B5EF4-FFF2-40B4-BE49-F238E27FC236}">
                      <a16:creationId xmlns:a16="http://schemas.microsoft.com/office/drawing/2014/main" id="{93F65EDD-AB10-E521-0982-4A1D05EAB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3" y="2166"/>
                  <a:ext cx="22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" name="Line 296">
                  <a:extLst>
                    <a:ext uri="{FF2B5EF4-FFF2-40B4-BE49-F238E27FC236}">
                      <a16:creationId xmlns:a16="http://schemas.microsoft.com/office/drawing/2014/main" id="{34EBE3AD-3C47-75EB-7AE2-51B1F0D32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7" y="2051"/>
                  <a:ext cx="0" cy="23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" name="Oval 297">
                  <a:extLst>
                    <a:ext uri="{FF2B5EF4-FFF2-40B4-BE49-F238E27FC236}">
                      <a16:creationId xmlns:a16="http://schemas.microsoft.com/office/drawing/2014/main" id="{735A1282-480B-EBA3-9799-C8059D1024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2080"/>
                  <a:ext cx="172" cy="17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" name="Line 298">
                  <a:extLst>
                    <a:ext uri="{FF2B5EF4-FFF2-40B4-BE49-F238E27FC236}">
                      <a16:creationId xmlns:a16="http://schemas.microsoft.com/office/drawing/2014/main" id="{D9F44F42-3227-449B-0827-C398DAA998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8" y="2166"/>
                  <a:ext cx="22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Line 299">
                  <a:extLst>
                    <a:ext uri="{FF2B5EF4-FFF2-40B4-BE49-F238E27FC236}">
                      <a16:creationId xmlns:a16="http://schemas.microsoft.com/office/drawing/2014/main" id="{B7804384-B45B-DA31-3595-A1A9D3E36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3" y="2051"/>
                  <a:ext cx="0" cy="23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" name="Oval 300">
                  <a:extLst>
                    <a:ext uri="{FF2B5EF4-FFF2-40B4-BE49-F238E27FC236}">
                      <a16:creationId xmlns:a16="http://schemas.microsoft.com/office/drawing/2014/main" id="{9EBB31AF-AA0F-1E0E-CA81-3DEFB2A99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67" y="2080"/>
                  <a:ext cx="172" cy="17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7" name="Rectangle 301">
                  <a:extLst>
                    <a:ext uri="{FF2B5EF4-FFF2-40B4-BE49-F238E27FC236}">
                      <a16:creationId xmlns:a16="http://schemas.microsoft.com/office/drawing/2014/main" id="{EA648604-2384-6D78-9D37-4819A7D159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5" y="1656"/>
                  <a:ext cx="230" cy="16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8" name="Rectangle 302">
                  <a:extLst>
                    <a:ext uri="{FF2B5EF4-FFF2-40B4-BE49-F238E27FC236}">
                      <a16:creationId xmlns:a16="http://schemas.microsoft.com/office/drawing/2014/main" id="{ACD9FAE9-B214-294A-BE85-3732FA667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5" y="1656"/>
                  <a:ext cx="230" cy="16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" name="Line 303">
                  <a:extLst>
                    <a:ext uri="{FF2B5EF4-FFF2-40B4-BE49-F238E27FC236}">
                      <a16:creationId xmlns:a16="http://schemas.microsoft.com/office/drawing/2014/main" id="{85A5FB1E-C479-3EE4-8642-CD8E4B6985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120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0" name="Line 304">
                  <a:extLst>
                    <a:ext uri="{FF2B5EF4-FFF2-40B4-BE49-F238E27FC236}">
                      <a16:creationId xmlns:a16="http://schemas.microsoft.com/office/drawing/2014/main" id="{2FA3DCBF-D8B4-A371-2293-F03F252C4D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6" y="2164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algn="l" defTabSz="1828800" hangingPunct="1"/>
                  <a:endParaRPr lang="zh-CN" altLang="en-US" sz="3600" b="0" kern="120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2" name="Line 305">
                <a:extLst>
                  <a:ext uri="{FF2B5EF4-FFF2-40B4-BE49-F238E27FC236}">
                    <a16:creationId xmlns:a16="http://schemas.microsoft.com/office/drawing/2014/main" id="{1B92D7B7-87C4-DFCE-3444-0F94C2E28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188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Line 306">
                <a:extLst>
                  <a:ext uri="{FF2B5EF4-FFF2-40B4-BE49-F238E27FC236}">
                    <a16:creationId xmlns:a16="http://schemas.microsoft.com/office/drawing/2014/main" id="{74E74283-A1D5-762C-933A-3A27CEFEA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6" y="2224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Line 307">
                <a:extLst>
                  <a:ext uri="{FF2B5EF4-FFF2-40B4-BE49-F238E27FC236}">
                    <a16:creationId xmlns:a16="http://schemas.microsoft.com/office/drawing/2014/main" id="{49D77EAE-95E2-63A8-2A8B-1735AD7B5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0" y="2192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Line 308">
                <a:extLst>
                  <a:ext uri="{FF2B5EF4-FFF2-40B4-BE49-F238E27FC236}">
                    <a16:creationId xmlns:a16="http://schemas.microsoft.com/office/drawing/2014/main" id="{05B84816-08E8-0A56-E909-DB001128E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2224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69" name="Picture 78" descr="fk">
            <a:extLst>
              <a:ext uri="{FF2B5EF4-FFF2-40B4-BE49-F238E27FC236}">
                <a16:creationId xmlns:a16="http://schemas.microsoft.com/office/drawing/2014/main" id="{50778FFF-34D7-FE3B-47CE-2222947D6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291" y="4672581"/>
            <a:ext cx="2956602" cy="274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322">
            <a:extLst>
              <a:ext uri="{FF2B5EF4-FFF2-40B4-BE49-F238E27FC236}">
                <a16:creationId xmlns:a16="http://schemas.microsoft.com/office/drawing/2014/main" id="{706E7781-A354-BDC2-232C-0F861CB02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2134" y="6184253"/>
            <a:ext cx="4876248" cy="386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" name="Group 309">
            <a:extLst>
              <a:ext uri="{FF2B5EF4-FFF2-40B4-BE49-F238E27FC236}">
                <a16:creationId xmlns:a16="http://schemas.microsoft.com/office/drawing/2014/main" id="{72FC3296-B952-E637-3B92-35B66712BB95}"/>
              </a:ext>
            </a:extLst>
          </p:cNvPr>
          <p:cNvGrpSpPr>
            <a:grpSpLocks/>
          </p:cNvGrpSpPr>
          <p:nvPr/>
        </p:nvGrpSpPr>
        <p:grpSpPr bwMode="auto">
          <a:xfrm>
            <a:off x="20124495" y="5572127"/>
            <a:ext cx="1098550" cy="1285874"/>
            <a:chOff x="3542" y="731"/>
            <a:chExt cx="346" cy="405"/>
          </a:xfrm>
        </p:grpSpPr>
        <p:sp>
          <p:nvSpPr>
            <p:cNvPr id="74" name="Rectangle 310">
              <a:extLst>
                <a:ext uri="{FF2B5EF4-FFF2-40B4-BE49-F238E27FC236}">
                  <a16:creationId xmlns:a16="http://schemas.microsoft.com/office/drawing/2014/main" id="{8BC21D20-DB62-11C0-5B22-D697BB2DE0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13" y="762"/>
              <a:ext cx="405" cy="3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Line 311">
              <a:extLst>
                <a:ext uri="{FF2B5EF4-FFF2-40B4-BE49-F238E27FC236}">
                  <a16:creationId xmlns:a16="http://schemas.microsoft.com/office/drawing/2014/main" id="{2A9F7805-544F-E184-C096-C9AEE2D32F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2" y="926"/>
              <a:ext cx="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76" name="Rectangle 312">
            <a:extLst>
              <a:ext uri="{FF2B5EF4-FFF2-40B4-BE49-F238E27FC236}">
                <a16:creationId xmlns:a16="http://schemas.microsoft.com/office/drawing/2014/main" id="{7B15D559-6265-C60B-729C-F5B259580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0844" y="5578476"/>
            <a:ext cx="546100" cy="1270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7" name="Group 313">
            <a:extLst>
              <a:ext uri="{FF2B5EF4-FFF2-40B4-BE49-F238E27FC236}">
                <a16:creationId xmlns:a16="http://schemas.microsoft.com/office/drawing/2014/main" id="{06A92110-AC84-4C0B-3B34-2D7AEAFAB6DD}"/>
              </a:ext>
            </a:extLst>
          </p:cNvPr>
          <p:cNvGrpSpPr>
            <a:grpSpLocks/>
          </p:cNvGrpSpPr>
          <p:nvPr/>
        </p:nvGrpSpPr>
        <p:grpSpPr bwMode="auto">
          <a:xfrm>
            <a:off x="20130844" y="6635750"/>
            <a:ext cx="2184400" cy="1108076"/>
            <a:chOff x="3544" y="1066"/>
            <a:chExt cx="688" cy="349"/>
          </a:xfrm>
        </p:grpSpPr>
        <p:sp>
          <p:nvSpPr>
            <p:cNvPr id="78" name="Line 314">
              <a:extLst>
                <a:ext uri="{FF2B5EF4-FFF2-40B4-BE49-F238E27FC236}">
                  <a16:creationId xmlns:a16="http://schemas.microsoft.com/office/drawing/2014/main" id="{7AEDA518-73CE-5362-CF7D-752A6F46F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" y="1066"/>
              <a:ext cx="0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79" name="Group 315">
              <a:extLst>
                <a:ext uri="{FF2B5EF4-FFF2-40B4-BE49-F238E27FC236}">
                  <a16:creationId xmlns:a16="http://schemas.microsoft.com/office/drawing/2014/main" id="{9E25FDA6-99BB-1436-7A30-7C738D802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4" y="1135"/>
              <a:ext cx="688" cy="229"/>
              <a:chOff x="3544" y="1135"/>
              <a:chExt cx="688" cy="229"/>
            </a:xfrm>
          </p:grpSpPr>
          <p:sp>
            <p:nvSpPr>
              <p:cNvPr id="80" name="Rectangle 316">
                <a:extLst>
                  <a:ext uri="{FF2B5EF4-FFF2-40B4-BE49-F238E27FC236}">
                    <a16:creationId xmlns:a16="http://schemas.microsoft.com/office/drawing/2014/main" id="{33A8C60E-FB39-5D29-E7C4-4A65E1AEB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773" y="906"/>
                <a:ext cx="229" cy="6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Line 317">
                <a:extLst>
                  <a:ext uri="{FF2B5EF4-FFF2-40B4-BE49-F238E27FC236}">
                    <a16:creationId xmlns:a16="http://schemas.microsoft.com/office/drawing/2014/main" id="{B75E8176-B9A6-B63F-7E75-F15FBCC8E9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6" y="1135"/>
                <a:ext cx="0" cy="2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Line 318">
                <a:extLst>
                  <a:ext uri="{FF2B5EF4-FFF2-40B4-BE49-F238E27FC236}">
                    <a16:creationId xmlns:a16="http://schemas.microsoft.com/office/drawing/2014/main" id="{670AAB3F-130C-22A4-08A0-F468368E5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4" y="1135"/>
                <a:ext cx="0" cy="2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Line 319">
                <a:extLst>
                  <a:ext uri="{FF2B5EF4-FFF2-40B4-BE49-F238E27FC236}">
                    <a16:creationId xmlns:a16="http://schemas.microsoft.com/office/drawing/2014/main" id="{A87B6010-3950-97DF-1FA9-59CEC0679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9" y="121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Line 320">
                <a:extLst>
                  <a:ext uri="{FF2B5EF4-FFF2-40B4-BE49-F238E27FC236}">
                    <a16:creationId xmlns:a16="http://schemas.microsoft.com/office/drawing/2014/main" id="{A90786E1-C944-2F57-934F-8F6AC959D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3" y="1260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657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4F3C5-C3F3-AE9E-26EC-067DD01C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切割方式（线面分析）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0A4DD0-7571-BADB-AB9D-7369A805A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先想象一个基体，再根据视图中残缺顺次切割，最终成型</a:t>
            </a:r>
          </a:p>
        </p:txBody>
      </p:sp>
      <p:sp>
        <p:nvSpPr>
          <p:cNvPr id="89" name="Freeform 2">
            <a:extLst>
              <a:ext uri="{FF2B5EF4-FFF2-40B4-BE49-F238E27FC236}">
                <a16:creationId xmlns:a16="http://schemas.microsoft.com/office/drawing/2014/main" id="{8D02FB7D-6C06-5F73-AED4-22F88109DAF8}"/>
              </a:ext>
            </a:extLst>
          </p:cNvPr>
          <p:cNvSpPr>
            <a:spLocks/>
          </p:cNvSpPr>
          <p:nvPr/>
        </p:nvSpPr>
        <p:spPr bwMode="auto">
          <a:xfrm>
            <a:off x="13088777" y="4277152"/>
            <a:ext cx="184731" cy="646331"/>
          </a:xfrm>
          <a:custGeom>
            <a:avLst/>
            <a:gdLst>
              <a:gd name="T0" fmla="*/ 2147483647 w 1057"/>
              <a:gd name="T1" fmla="*/ 0 h 500"/>
              <a:gd name="T2" fmla="*/ 2147483647 w 1057"/>
              <a:gd name="T3" fmla="*/ 2147483647 h 500"/>
              <a:gd name="T4" fmla="*/ 2147483647 w 1057"/>
              <a:gd name="T5" fmla="*/ 2147483647 h 500"/>
              <a:gd name="T6" fmla="*/ 2147483647 w 1057"/>
              <a:gd name="T7" fmla="*/ 2147483647 h 500"/>
              <a:gd name="T8" fmla="*/ 2147483647 w 1057"/>
              <a:gd name="T9" fmla="*/ 2147483647 h 500"/>
              <a:gd name="T10" fmla="*/ 2147483647 w 1057"/>
              <a:gd name="T11" fmla="*/ 2147483647 h 500"/>
              <a:gd name="T12" fmla="*/ 0 w 1057"/>
              <a:gd name="T13" fmla="*/ 2147483647 h 500"/>
              <a:gd name="T14" fmla="*/ 2147483647 w 1057"/>
              <a:gd name="T15" fmla="*/ 2147483647 h 500"/>
              <a:gd name="T16" fmla="*/ 2147483647 w 1057"/>
              <a:gd name="T17" fmla="*/ 2147483647 h 500"/>
              <a:gd name="T18" fmla="*/ 2147483647 w 1057"/>
              <a:gd name="T19" fmla="*/ 2147483647 h 500"/>
              <a:gd name="T20" fmla="*/ 2147483647 w 1057"/>
              <a:gd name="T21" fmla="*/ 0 h 5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057"/>
              <a:gd name="T34" fmla="*/ 0 h 500"/>
              <a:gd name="T35" fmla="*/ 1057 w 1057"/>
              <a:gd name="T36" fmla="*/ 500 h 5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057" h="500">
                <a:moveTo>
                  <a:pt x="1" y="0"/>
                </a:moveTo>
                <a:lnTo>
                  <a:pt x="720" y="5"/>
                </a:lnTo>
                <a:lnTo>
                  <a:pt x="735" y="244"/>
                </a:lnTo>
                <a:lnTo>
                  <a:pt x="1057" y="244"/>
                </a:lnTo>
                <a:lnTo>
                  <a:pt x="1057" y="500"/>
                </a:lnTo>
                <a:lnTo>
                  <a:pt x="1" y="500"/>
                </a:lnTo>
                <a:lnTo>
                  <a:pt x="0" y="373"/>
                </a:lnTo>
                <a:lnTo>
                  <a:pt x="320" y="381"/>
                </a:lnTo>
                <a:lnTo>
                  <a:pt x="324" y="122"/>
                </a:lnTo>
                <a:lnTo>
                  <a:pt x="1" y="122"/>
                </a:lnTo>
                <a:lnTo>
                  <a:pt x="1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Line 3">
            <a:extLst>
              <a:ext uri="{FF2B5EF4-FFF2-40B4-BE49-F238E27FC236}">
                <a16:creationId xmlns:a16="http://schemas.microsoft.com/office/drawing/2014/main" id="{7D652A09-7BCE-47B8-B52E-3C4FBAB0CC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07952" y="4987669"/>
            <a:ext cx="0" cy="206375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Rectangle 4">
            <a:extLst>
              <a:ext uri="{FF2B5EF4-FFF2-40B4-BE49-F238E27FC236}">
                <a16:creationId xmlns:a16="http://schemas.microsoft.com/office/drawing/2014/main" id="{C55F9D49-C2F0-E4B9-DB21-EE17BFC4E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2426" y="5105828"/>
            <a:ext cx="3352800" cy="64633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Line 5">
            <a:extLst>
              <a:ext uri="{FF2B5EF4-FFF2-40B4-BE49-F238E27FC236}">
                <a16:creationId xmlns:a16="http://schemas.microsoft.com/office/drawing/2014/main" id="{29E7CE89-5C4C-5A34-71B9-EBBE5AC509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07952" y="4209792"/>
            <a:ext cx="0" cy="7778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1E40A97B-9A6C-3F8F-09AA-E46FE8302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2427" y="4193918"/>
            <a:ext cx="102552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5BD5BE6A-84B4-064D-E4DA-F5E60A649D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082427" y="4987668"/>
            <a:ext cx="102552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12452212-3DAE-3D46-E289-4CC670F8A9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12876" y="3797042"/>
            <a:ext cx="0" cy="2428876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270A4EA8-E4FF-8918-03A5-F44D6572B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12877" y="6225918"/>
            <a:ext cx="10223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Freeform 11">
            <a:extLst>
              <a:ext uri="{FF2B5EF4-FFF2-40B4-BE49-F238E27FC236}">
                <a16:creationId xmlns:a16="http://schemas.microsoft.com/office/drawing/2014/main" id="{D04AE002-59EE-0E91-E895-4097A29069F8}"/>
              </a:ext>
            </a:extLst>
          </p:cNvPr>
          <p:cNvSpPr>
            <a:spLocks/>
          </p:cNvSpPr>
          <p:nvPr/>
        </p:nvSpPr>
        <p:spPr bwMode="auto">
          <a:xfrm>
            <a:off x="8332627" y="8527792"/>
            <a:ext cx="2381250" cy="3176"/>
          </a:xfrm>
          <a:custGeom>
            <a:avLst/>
            <a:gdLst>
              <a:gd name="T0" fmla="*/ 0 w 1499"/>
              <a:gd name="T1" fmla="*/ 0 h 1588"/>
              <a:gd name="T2" fmla="*/ 2147483647 w 1499"/>
              <a:gd name="T3" fmla="*/ 0 h 1588"/>
              <a:gd name="T4" fmla="*/ 2147483647 w 1499"/>
              <a:gd name="T5" fmla="*/ 0 h 1588"/>
              <a:gd name="T6" fmla="*/ 0 60000 65536"/>
              <a:gd name="T7" fmla="*/ 0 60000 65536"/>
              <a:gd name="T8" fmla="*/ 0 60000 65536"/>
              <a:gd name="T9" fmla="*/ 0 w 1499"/>
              <a:gd name="T10" fmla="*/ 0 h 1588"/>
              <a:gd name="T11" fmla="*/ 1499 w 1499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9" h="1588">
                <a:moveTo>
                  <a:pt x="0" y="0"/>
                </a:moveTo>
                <a:lnTo>
                  <a:pt x="1498" y="0"/>
                </a:lnTo>
                <a:lnTo>
                  <a:pt x="1499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Freeform 12">
            <a:extLst>
              <a:ext uri="{FF2B5EF4-FFF2-40B4-BE49-F238E27FC236}">
                <a16:creationId xmlns:a16="http://schemas.microsoft.com/office/drawing/2014/main" id="{C3A61CFF-00B4-C0AB-F209-E27AF79C67A6}"/>
              </a:ext>
            </a:extLst>
          </p:cNvPr>
          <p:cNvSpPr>
            <a:spLocks/>
          </p:cNvSpPr>
          <p:nvPr/>
        </p:nvSpPr>
        <p:spPr bwMode="auto">
          <a:xfrm>
            <a:off x="7567452" y="10848719"/>
            <a:ext cx="3146424" cy="3174"/>
          </a:xfrm>
          <a:custGeom>
            <a:avLst/>
            <a:gdLst>
              <a:gd name="T0" fmla="*/ 0 w 1982"/>
              <a:gd name="T1" fmla="*/ 0 h 1587"/>
              <a:gd name="T2" fmla="*/ 2147483647 w 1982"/>
              <a:gd name="T3" fmla="*/ 0 h 1587"/>
              <a:gd name="T4" fmla="*/ 2147483647 w 1982"/>
              <a:gd name="T5" fmla="*/ 0 h 1587"/>
              <a:gd name="T6" fmla="*/ 0 60000 65536"/>
              <a:gd name="T7" fmla="*/ 0 60000 65536"/>
              <a:gd name="T8" fmla="*/ 0 60000 65536"/>
              <a:gd name="T9" fmla="*/ 0 w 1982"/>
              <a:gd name="T10" fmla="*/ 0 h 1587"/>
              <a:gd name="T11" fmla="*/ 1982 w 1982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2" h="1587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Freeform 13">
            <a:extLst>
              <a:ext uri="{FF2B5EF4-FFF2-40B4-BE49-F238E27FC236}">
                <a16:creationId xmlns:a16="http://schemas.microsoft.com/office/drawing/2014/main" id="{67DAAF9F-8B24-D19B-8FEF-338BE8F71805}"/>
              </a:ext>
            </a:extLst>
          </p:cNvPr>
          <p:cNvSpPr>
            <a:spLocks/>
          </p:cNvSpPr>
          <p:nvPr/>
        </p:nvSpPr>
        <p:spPr bwMode="auto">
          <a:xfrm>
            <a:off x="7567452" y="6222742"/>
            <a:ext cx="3146424" cy="3176"/>
          </a:xfrm>
          <a:custGeom>
            <a:avLst/>
            <a:gdLst>
              <a:gd name="T0" fmla="*/ 0 w 1982"/>
              <a:gd name="T1" fmla="*/ 0 h 1588"/>
              <a:gd name="T2" fmla="*/ 2147483647 w 1982"/>
              <a:gd name="T3" fmla="*/ 0 h 1588"/>
              <a:gd name="T4" fmla="*/ 2147483647 w 1982"/>
              <a:gd name="T5" fmla="*/ 0 h 1588"/>
              <a:gd name="T6" fmla="*/ 0 60000 65536"/>
              <a:gd name="T7" fmla="*/ 0 60000 65536"/>
              <a:gd name="T8" fmla="*/ 0 60000 65536"/>
              <a:gd name="T9" fmla="*/ 0 w 1982"/>
              <a:gd name="T10" fmla="*/ 0 h 1588"/>
              <a:gd name="T11" fmla="*/ 1982 w 1982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2" h="1588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Freeform 14">
            <a:extLst>
              <a:ext uri="{FF2B5EF4-FFF2-40B4-BE49-F238E27FC236}">
                <a16:creationId xmlns:a16="http://schemas.microsoft.com/office/drawing/2014/main" id="{9B858743-66A3-ADB5-B43F-091E26F118CD}"/>
              </a:ext>
            </a:extLst>
          </p:cNvPr>
          <p:cNvSpPr>
            <a:spLocks/>
          </p:cNvSpPr>
          <p:nvPr/>
        </p:nvSpPr>
        <p:spPr bwMode="auto">
          <a:xfrm>
            <a:off x="5910103" y="7051419"/>
            <a:ext cx="4803774" cy="3174"/>
          </a:xfrm>
          <a:custGeom>
            <a:avLst/>
            <a:gdLst>
              <a:gd name="T0" fmla="*/ 0 w 3026"/>
              <a:gd name="T1" fmla="*/ 0 h 1587"/>
              <a:gd name="T2" fmla="*/ 2147483647 w 3026"/>
              <a:gd name="T3" fmla="*/ 0 h 1587"/>
              <a:gd name="T4" fmla="*/ 2147483647 w 3026"/>
              <a:gd name="T5" fmla="*/ 0 h 1587"/>
              <a:gd name="T6" fmla="*/ 0 60000 65536"/>
              <a:gd name="T7" fmla="*/ 0 60000 65536"/>
              <a:gd name="T8" fmla="*/ 0 60000 65536"/>
              <a:gd name="T9" fmla="*/ 0 w 3026"/>
              <a:gd name="T10" fmla="*/ 0 h 1587"/>
              <a:gd name="T11" fmla="*/ 3026 w 302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Freeform 15">
            <a:extLst>
              <a:ext uri="{FF2B5EF4-FFF2-40B4-BE49-F238E27FC236}">
                <a16:creationId xmlns:a16="http://schemas.microsoft.com/office/drawing/2014/main" id="{5CBE6E59-0AA8-9F8C-9304-5BB641A361EA}"/>
              </a:ext>
            </a:extLst>
          </p:cNvPr>
          <p:cNvSpPr>
            <a:spLocks/>
          </p:cNvSpPr>
          <p:nvPr/>
        </p:nvSpPr>
        <p:spPr bwMode="auto">
          <a:xfrm>
            <a:off x="5910103" y="11845669"/>
            <a:ext cx="4803774" cy="3174"/>
          </a:xfrm>
          <a:custGeom>
            <a:avLst/>
            <a:gdLst>
              <a:gd name="T0" fmla="*/ 0 w 3026"/>
              <a:gd name="T1" fmla="*/ 0 h 1587"/>
              <a:gd name="T2" fmla="*/ 2147483647 w 3026"/>
              <a:gd name="T3" fmla="*/ 0 h 1587"/>
              <a:gd name="T4" fmla="*/ 2147483647 w 3026"/>
              <a:gd name="T5" fmla="*/ 0 h 1587"/>
              <a:gd name="T6" fmla="*/ 0 60000 65536"/>
              <a:gd name="T7" fmla="*/ 0 60000 65536"/>
              <a:gd name="T8" fmla="*/ 0 60000 65536"/>
              <a:gd name="T9" fmla="*/ 0 w 3026"/>
              <a:gd name="T10" fmla="*/ 0 h 1587"/>
              <a:gd name="T11" fmla="*/ 3026 w 302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Freeform 16">
            <a:extLst>
              <a:ext uri="{FF2B5EF4-FFF2-40B4-BE49-F238E27FC236}">
                <a16:creationId xmlns:a16="http://schemas.microsoft.com/office/drawing/2014/main" id="{D51167CC-04E2-52AA-EE9D-3E5B2D561095}"/>
              </a:ext>
            </a:extLst>
          </p:cNvPr>
          <p:cNvSpPr>
            <a:spLocks/>
          </p:cNvSpPr>
          <p:nvPr/>
        </p:nvSpPr>
        <p:spPr bwMode="auto">
          <a:xfrm>
            <a:off x="5910102" y="3797043"/>
            <a:ext cx="3251200" cy="1597026"/>
          </a:xfrm>
          <a:custGeom>
            <a:avLst/>
            <a:gdLst>
              <a:gd name="T0" fmla="*/ 2147483647 w 2049"/>
              <a:gd name="T1" fmla="*/ 0 h 1005"/>
              <a:gd name="T2" fmla="*/ 0 w 2049"/>
              <a:gd name="T3" fmla="*/ 2147483647 h 1005"/>
              <a:gd name="T4" fmla="*/ 2147483647 w 2049"/>
              <a:gd name="T5" fmla="*/ 2147483647 h 1005"/>
              <a:gd name="T6" fmla="*/ 0 60000 65536"/>
              <a:gd name="T7" fmla="*/ 0 60000 65536"/>
              <a:gd name="T8" fmla="*/ 0 60000 65536"/>
              <a:gd name="T9" fmla="*/ 0 w 2049"/>
              <a:gd name="T10" fmla="*/ 0 h 1005"/>
              <a:gd name="T11" fmla="*/ 2049 w 2049"/>
              <a:gd name="T12" fmla="*/ 1005 h 10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005">
                <a:moveTo>
                  <a:pt x="2049" y="0"/>
                </a:moveTo>
                <a:lnTo>
                  <a:pt x="0" y="1005"/>
                </a:lnTo>
                <a:lnTo>
                  <a:pt x="1" y="1005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3" name="Freeform 17">
            <a:extLst>
              <a:ext uri="{FF2B5EF4-FFF2-40B4-BE49-F238E27FC236}">
                <a16:creationId xmlns:a16="http://schemas.microsoft.com/office/drawing/2014/main" id="{CAF37511-B903-E984-4AEA-6EFA2808BA30}"/>
              </a:ext>
            </a:extLst>
          </p:cNvPr>
          <p:cNvSpPr>
            <a:spLocks/>
          </p:cNvSpPr>
          <p:nvPr/>
        </p:nvSpPr>
        <p:spPr bwMode="auto">
          <a:xfrm>
            <a:off x="7567453" y="4581269"/>
            <a:ext cx="3174" cy="1641474"/>
          </a:xfrm>
          <a:custGeom>
            <a:avLst/>
            <a:gdLst>
              <a:gd name="T0" fmla="*/ 0 w 1"/>
              <a:gd name="T1" fmla="*/ 2147483647 h 1033"/>
              <a:gd name="T2" fmla="*/ 0 w 1"/>
              <a:gd name="T3" fmla="*/ 0 h 1033"/>
              <a:gd name="T4" fmla="*/ 2147483647 w 1"/>
              <a:gd name="T5" fmla="*/ 0 h 1033"/>
              <a:gd name="T6" fmla="*/ 0 60000 65536"/>
              <a:gd name="T7" fmla="*/ 0 60000 65536"/>
              <a:gd name="T8" fmla="*/ 0 60000 65536"/>
              <a:gd name="T9" fmla="*/ 0 w 1"/>
              <a:gd name="T10" fmla="*/ 0 h 1033"/>
              <a:gd name="T11" fmla="*/ 1 w 1"/>
              <a:gd name="T12" fmla="*/ 1033 h 10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33">
                <a:moveTo>
                  <a:pt x="0" y="103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4" name="Group 18">
            <a:extLst>
              <a:ext uri="{FF2B5EF4-FFF2-40B4-BE49-F238E27FC236}">
                <a16:creationId xmlns:a16="http://schemas.microsoft.com/office/drawing/2014/main" id="{CBAE4130-2D31-2204-D3D4-588E0ABFFD72}"/>
              </a:ext>
            </a:extLst>
          </p:cNvPr>
          <p:cNvGrpSpPr>
            <a:grpSpLocks/>
          </p:cNvGrpSpPr>
          <p:nvPr/>
        </p:nvGrpSpPr>
        <p:grpSpPr bwMode="auto">
          <a:xfrm>
            <a:off x="8332626" y="4206618"/>
            <a:ext cx="3176" cy="2844800"/>
            <a:chOff x="1590" y="937"/>
            <a:chExt cx="1" cy="896"/>
          </a:xfrm>
        </p:grpSpPr>
        <p:sp>
          <p:nvSpPr>
            <p:cNvPr id="105" name="Freeform 19">
              <a:extLst>
                <a:ext uri="{FF2B5EF4-FFF2-40B4-BE49-F238E27FC236}">
                  <a16:creationId xmlns:a16="http://schemas.microsoft.com/office/drawing/2014/main" id="{D3967205-94FF-246E-1894-1A289E9D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684"/>
              <a:ext cx="1" cy="149"/>
            </a:xfrm>
            <a:custGeom>
              <a:avLst/>
              <a:gdLst>
                <a:gd name="T0" fmla="*/ 0 w 1"/>
                <a:gd name="T1" fmla="*/ 5 h 298"/>
                <a:gd name="T2" fmla="*/ 0 w 1"/>
                <a:gd name="T3" fmla="*/ 0 h 298"/>
                <a:gd name="T4" fmla="*/ 1 w 1"/>
                <a:gd name="T5" fmla="*/ 0 h 298"/>
                <a:gd name="T6" fmla="*/ 0 60000 65536"/>
                <a:gd name="T7" fmla="*/ 0 60000 65536"/>
                <a:gd name="T8" fmla="*/ 0 60000 65536"/>
                <a:gd name="T9" fmla="*/ 0 w 1"/>
                <a:gd name="T10" fmla="*/ 0 h 298"/>
                <a:gd name="T11" fmla="*/ 1 w 1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Freeform 20">
              <a:extLst>
                <a:ext uri="{FF2B5EF4-FFF2-40B4-BE49-F238E27FC236}">
                  <a16:creationId xmlns:a16="http://schemas.microsoft.com/office/drawing/2014/main" id="{3DC904C9-C7C4-8567-EED2-353B12D2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497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212F8EA1-D1BF-BA81-8896-E370167E7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310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Freeform 22">
              <a:extLst>
                <a:ext uri="{FF2B5EF4-FFF2-40B4-BE49-F238E27FC236}">
                  <a16:creationId xmlns:a16="http://schemas.microsoft.com/office/drawing/2014/main" id="{D9EF869F-5666-F63F-A264-F3C123397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123"/>
              <a:ext cx="1" cy="149"/>
            </a:xfrm>
            <a:custGeom>
              <a:avLst/>
              <a:gdLst>
                <a:gd name="T0" fmla="*/ 0 w 1"/>
                <a:gd name="T1" fmla="*/ 4 h 300"/>
                <a:gd name="T2" fmla="*/ 0 w 1"/>
                <a:gd name="T3" fmla="*/ 0 h 300"/>
                <a:gd name="T4" fmla="*/ 1 w 1"/>
                <a:gd name="T5" fmla="*/ 0 h 300"/>
                <a:gd name="T6" fmla="*/ 0 60000 65536"/>
                <a:gd name="T7" fmla="*/ 0 60000 65536"/>
                <a:gd name="T8" fmla="*/ 0 60000 65536"/>
                <a:gd name="T9" fmla="*/ 0 w 1"/>
                <a:gd name="T10" fmla="*/ 0 h 300"/>
                <a:gd name="T11" fmla="*/ 1 w 1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Freeform 23">
              <a:extLst>
                <a:ext uri="{FF2B5EF4-FFF2-40B4-BE49-F238E27FC236}">
                  <a16:creationId xmlns:a16="http://schemas.microsoft.com/office/drawing/2014/main" id="{98A32FEE-BA41-C66D-BAA4-86504A2AD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937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0" name="Freeform 24">
            <a:extLst>
              <a:ext uri="{FF2B5EF4-FFF2-40B4-BE49-F238E27FC236}">
                <a16:creationId xmlns:a16="http://schemas.microsoft.com/office/drawing/2014/main" id="{F7C25DE0-B058-5519-3192-3D39E4BAF8AC}"/>
              </a:ext>
            </a:extLst>
          </p:cNvPr>
          <p:cNvSpPr>
            <a:spLocks/>
          </p:cNvSpPr>
          <p:nvPr/>
        </p:nvSpPr>
        <p:spPr bwMode="auto">
          <a:xfrm>
            <a:off x="5910103" y="5394069"/>
            <a:ext cx="3174" cy="1657350"/>
          </a:xfrm>
          <a:custGeom>
            <a:avLst/>
            <a:gdLst>
              <a:gd name="T0" fmla="*/ 0 w 1"/>
              <a:gd name="T1" fmla="*/ 2147483647 h 1044"/>
              <a:gd name="T2" fmla="*/ 0 w 1"/>
              <a:gd name="T3" fmla="*/ 0 h 1044"/>
              <a:gd name="T4" fmla="*/ 2147483647 w 1"/>
              <a:gd name="T5" fmla="*/ 0 h 1044"/>
              <a:gd name="T6" fmla="*/ 0 60000 65536"/>
              <a:gd name="T7" fmla="*/ 0 60000 65536"/>
              <a:gd name="T8" fmla="*/ 0 60000 65536"/>
              <a:gd name="T9" fmla="*/ 0 w 1"/>
              <a:gd name="T10" fmla="*/ 0 h 1044"/>
              <a:gd name="T11" fmla="*/ 1 w 1"/>
              <a:gd name="T12" fmla="*/ 1044 h 10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44">
                <a:moveTo>
                  <a:pt x="0" y="104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1" name="Group 25">
            <a:extLst>
              <a:ext uri="{FF2B5EF4-FFF2-40B4-BE49-F238E27FC236}">
                <a16:creationId xmlns:a16="http://schemas.microsoft.com/office/drawing/2014/main" id="{79EF9784-9630-FCF2-CD03-3160B1A74D5C}"/>
              </a:ext>
            </a:extLst>
          </p:cNvPr>
          <p:cNvGrpSpPr>
            <a:grpSpLocks/>
          </p:cNvGrpSpPr>
          <p:nvPr/>
        </p:nvGrpSpPr>
        <p:grpSpPr bwMode="auto">
          <a:xfrm>
            <a:off x="6738776" y="4987669"/>
            <a:ext cx="3176" cy="2063750"/>
            <a:chOff x="1088" y="1183"/>
            <a:chExt cx="1" cy="650"/>
          </a:xfrm>
        </p:grpSpPr>
        <p:sp>
          <p:nvSpPr>
            <p:cNvPr id="112" name="Freeform 26">
              <a:extLst>
                <a:ext uri="{FF2B5EF4-FFF2-40B4-BE49-F238E27FC236}">
                  <a16:creationId xmlns:a16="http://schemas.microsoft.com/office/drawing/2014/main" id="{CADEEABB-CCF7-0237-DC10-12261FCD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713"/>
              <a:ext cx="1" cy="120"/>
            </a:xfrm>
            <a:custGeom>
              <a:avLst/>
              <a:gdLst>
                <a:gd name="T0" fmla="*/ 0 w 1"/>
                <a:gd name="T1" fmla="*/ 4 h 239"/>
                <a:gd name="T2" fmla="*/ 0 w 1"/>
                <a:gd name="T3" fmla="*/ 0 h 239"/>
                <a:gd name="T4" fmla="*/ 1 w 1"/>
                <a:gd name="T5" fmla="*/ 0 h 239"/>
                <a:gd name="T6" fmla="*/ 0 60000 65536"/>
                <a:gd name="T7" fmla="*/ 0 60000 65536"/>
                <a:gd name="T8" fmla="*/ 0 60000 65536"/>
                <a:gd name="T9" fmla="*/ 0 w 1"/>
                <a:gd name="T10" fmla="*/ 0 h 239"/>
                <a:gd name="T11" fmla="*/ 1 w 1"/>
                <a:gd name="T12" fmla="*/ 239 h 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9">
                  <a:moveTo>
                    <a:pt x="0" y="23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27">
              <a:extLst>
                <a:ext uri="{FF2B5EF4-FFF2-40B4-BE49-F238E27FC236}">
                  <a16:creationId xmlns:a16="http://schemas.microsoft.com/office/drawing/2014/main" id="{2718B95D-59A8-47D8-5555-4439375FE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527"/>
              <a:ext cx="1" cy="149"/>
            </a:xfrm>
            <a:custGeom>
              <a:avLst/>
              <a:gdLst>
                <a:gd name="T0" fmla="*/ 0 w 1"/>
                <a:gd name="T1" fmla="*/ 5 h 298"/>
                <a:gd name="T2" fmla="*/ 0 w 1"/>
                <a:gd name="T3" fmla="*/ 0 h 298"/>
                <a:gd name="T4" fmla="*/ 1 w 1"/>
                <a:gd name="T5" fmla="*/ 0 h 298"/>
                <a:gd name="T6" fmla="*/ 0 60000 65536"/>
                <a:gd name="T7" fmla="*/ 0 60000 65536"/>
                <a:gd name="T8" fmla="*/ 0 60000 65536"/>
                <a:gd name="T9" fmla="*/ 0 w 1"/>
                <a:gd name="T10" fmla="*/ 0 h 298"/>
                <a:gd name="T11" fmla="*/ 1 w 1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Freeform 28">
              <a:extLst>
                <a:ext uri="{FF2B5EF4-FFF2-40B4-BE49-F238E27FC236}">
                  <a16:creationId xmlns:a16="http://schemas.microsoft.com/office/drawing/2014/main" id="{9486A11E-306D-9D76-63EE-7305247CC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340"/>
              <a:ext cx="1" cy="149"/>
            </a:xfrm>
            <a:custGeom>
              <a:avLst/>
              <a:gdLst>
                <a:gd name="T0" fmla="*/ 0 w 1"/>
                <a:gd name="T1" fmla="*/ 4 h 300"/>
                <a:gd name="T2" fmla="*/ 0 w 1"/>
                <a:gd name="T3" fmla="*/ 0 h 300"/>
                <a:gd name="T4" fmla="*/ 1 w 1"/>
                <a:gd name="T5" fmla="*/ 0 h 300"/>
                <a:gd name="T6" fmla="*/ 0 60000 65536"/>
                <a:gd name="T7" fmla="*/ 0 60000 65536"/>
                <a:gd name="T8" fmla="*/ 0 60000 65536"/>
                <a:gd name="T9" fmla="*/ 0 w 1"/>
                <a:gd name="T10" fmla="*/ 0 h 300"/>
                <a:gd name="T11" fmla="*/ 1 w 1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Freeform 29">
              <a:extLst>
                <a:ext uri="{FF2B5EF4-FFF2-40B4-BE49-F238E27FC236}">
                  <a16:creationId xmlns:a16="http://schemas.microsoft.com/office/drawing/2014/main" id="{593210F9-981C-A733-4B20-6280B48C1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183"/>
              <a:ext cx="1" cy="119"/>
            </a:xfrm>
            <a:custGeom>
              <a:avLst/>
              <a:gdLst>
                <a:gd name="T0" fmla="*/ 0 w 1"/>
                <a:gd name="T1" fmla="*/ 3 h 240"/>
                <a:gd name="T2" fmla="*/ 0 w 1"/>
                <a:gd name="T3" fmla="*/ 0 h 240"/>
                <a:gd name="T4" fmla="*/ 1 w 1"/>
                <a:gd name="T5" fmla="*/ 0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6" name="Freeform 30">
            <a:extLst>
              <a:ext uri="{FF2B5EF4-FFF2-40B4-BE49-F238E27FC236}">
                <a16:creationId xmlns:a16="http://schemas.microsoft.com/office/drawing/2014/main" id="{FBFA3425-F1F1-BE2F-6A28-300522466CEC}"/>
              </a:ext>
            </a:extLst>
          </p:cNvPr>
          <p:cNvSpPr>
            <a:spLocks/>
          </p:cNvSpPr>
          <p:nvPr/>
        </p:nvSpPr>
        <p:spPr bwMode="auto">
          <a:xfrm>
            <a:off x="7567453" y="10848719"/>
            <a:ext cx="3174" cy="996950"/>
          </a:xfrm>
          <a:custGeom>
            <a:avLst/>
            <a:gdLst>
              <a:gd name="T0" fmla="*/ 0 w 1"/>
              <a:gd name="T1" fmla="*/ 0 h 628"/>
              <a:gd name="T2" fmla="*/ 0 w 1"/>
              <a:gd name="T3" fmla="*/ 2147483647 h 628"/>
              <a:gd name="T4" fmla="*/ 2147483647 w 1"/>
              <a:gd name="T5" fmla="*/ 2147483647 h 628"/>
              <a:gd name="T6" fmla="*/ 0 60000 65536"/>
              <a:gd name="T7" fmla="*/ 0 60000 65536"/>
              <a:gd name="T8" fmla="*/ 0 60000 65536"/>
              <a:gd name="T9" fmla="*/ 0 w 1"/>
              <a:gd name="T10" fmla="*/ 0 h 628"/>
              <a:gd name="T11" fmla="*/ 1 w 1"/>
              <a:gd name="T12" fmla="*/ 628 h 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8">
                <a:moveTo>
                  <a:pt x="0" y="0"/>
                </a:moveTo>
                <a:lnTo>
                  <a:pt x="0" y="628"/>
                </a:lnTo>
                <a:lnTo>
                  <a:pt x="1" y="628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Freeform 31">
            <a:extLst>
              <a:ext uri="{FF2B5EF4-FFF2-40B4-BE49-F238E27FC236}">
                <a16:creationId xmlns:a16="http://schemas.microsoft.com/office/drawing/2014/main" id="{06D33D45-C689-272B-F472-ABEC4F4DCC8A}"/>
              </a:ext>
            </a:extLst>
          </p:cNvPr>
          <p:cNvSpPr>
            <a:spLocks/>
          </p:cNvSpPr>
          <p:nvPr/>
        </p:nvSpPr>
        <p:spPr bwMode="auto">
          <a:xfrm>
            <a:off x="5910103" y="8527792"/>
            <a:ext cx="3174" cy="3317876"/>
          </a:xfrm>
          <a:custGeom>
            <a:avLst/>
            <a:gdLst>
              <a:gd name="T0" fmla="*/ 0 w 1"/>
              <a:gd name="T1" fmla="*/ 0 h 2090"/>
              <a:gd name="T2" fmla="*/ 0 w 1"/>
              <a:gd name="T3" fmla="*/ 2147483647 h 2090"/>
              <a:gd name="T4" fmla="*/ 2147483647 w 1"/>
              <a:gd name="T5" fmla="*/ 2147483647 h 2090"/>
              <a:gd name="T6" fmla="*/ 0 60000 65536"/>
              <a:gd name="T7" fmla="*/ 0 60000 65536"/>
              <a:gd name="T8" fmla="*/ 0 60000 65536"/>
              <a:gd name="T9" fmla="*/ 0 w 1"/>
              <a:gd name="T10" fmla="*/ 0 h 2090"/>
              <a:gd name="T11" fmla="*/ 1 w 1"/>
              <a:gd name="T12" fmla="*/ 2090 h 20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8" name="Freeform 32">
            <a:extLst>
              <a:ext uri="{FF2B5EF4-FFF2-40B4-BE49-F238E27FC236}">
                <a16:creationId xmlns:a16="http://schemas.microsoft.com/office/drawing/2014/main" id="{BBA4F63B-9E8A-9E61-0253-F214E93B7128}"/>
              </a:ext>
            </a:extLst>
          </p:cNvPr>
          <p:cNvSpPr>
            <a:spLocks/>
          </p:cNvSpPr>
          <p:nvPr/>
        </p:nvSpPr>
        <p:spPr bwMode="auto">
          <a:xfrm>
            <a:off x="8332626" y="8527793"/>
            <a:ext cx="3176" cy="996950"/>
          </a:xfrm>
          <a:custGeom>
            <a:avLst/>
            <a:gdLst>
              <a:gd name="T0" fmla="*/ 0 w 1"/>
              <a:gd name="T1" fmla="*/ 0 h 627"/>
              <a:gd name="T2" fmla="*/ 0 w 1"/>
              <a:gd name="T3" fmla="*/ 2147483647 h 627"/>
              <a:gd name="T4" fmla="*/ 2147483647 w 1"/>
              <a:gd name="T5" fmla="*/ 2147483647 h 627"/>
              <a:gd name="T6" fmla="*/ 0 60000 65536"/>
              <a:gd name="T7" fmla="*/ 0 60000 65536"/>
              <a:gd name="T8" fmla="*/ 0 60000 65536"/>
              <a:gd name="T9" fmla="*/ 0 w 1"/>
              <a:gd name="T10" fmla="*/ 0 h 627"/>
              <a:gd name="T11" fmla="*/ 1 w 1"/>
              <a:gd name="T12" fmla="*/ 627 h 6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Freeform 33">
            <a:extLst>
              <a:ext uri="{FF2B5EF4-FFF2-40B4-BE49-F238E27FC236}">
                <a16:creationId xmlns:a16="http://schemas.microsoft.com/office/drawing/2014/main" id="{31559E30-20DA-6C6F-A05A-12AE7FDE50B3}"/>
              </a:ext>
            </a:extLst>
          </p:cNvPr>
          <p:cNvSpPr>
            <a:spLocks/>
          </p:cNvSpPr>
          <p:nvPr/>
        </p:nvSpPr>
        <p:spPr bwMode="auto">
          <a:xfrm>
            <a:off x="6738776" y="8527793"/>
            <a:ext cx="3176" cy="996950"/>
          </a:xfrm>
          <a:custGeom>
            <a:avLst/>
            <a:gdLst>
              <a:gd name="T0" fmla="*/ 0 w 1"/>
              <a:gd name="T1" fmla="*/ 0 h 627"/>
              <a:gd name="T2" fmla="*/ 0 w 1"/>
              <a:gd name="T3" fmla="*/ 2147483647 h 627"/>
              <a:gd name="T4" fmla="*/ 2147483647 w 1"/>
              <a:gd name="T5" fmla="*/ 2147483647 h 627"/>
              <a:gd name="T6" fmla="*/ 0 60000 65536"/>
              <a:gd name="T7" fmla="*/ 0 60000 65536"/>
              <a:gd name="T8" fmla="*/ 0 60000 65536"/>
              <a:gd name="T9" fmla="*/ 0 w 1"/>
              <a:gd name="T10" fmla="*/ 0 h 627"/>
              <a:gd name="T11" fmla="*/ 1 w 1"/>
              <a:gd name="T12" fmla="*/ 627 h 6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Freeform 34">
            <a:extLst>
              <a:ext uri="{FF2B5EF4-FFF2-40B4-BE49-F238E27FC236}">
                <a16:creationId xmlns:a16="http://schemas.microsoft.com/office/drawing/2014/main" id="{7738D387-9F16-1A94-77FF-D365FE5AA733}"/>
              </a:ext>
            </a:extLst>
          </p:cNvPr>
          <p:cNvSpPr>
            <a:spLocks/>
          </p:cNvSpPr>
          <p:nvPr/>
        </p:nvSpPr>
        <p:spPr bwMode="auto">
          <a:xfrm>
            <a:off x="6738777" y="9524742"/>
            <a:ext cx="1597026" cy="3176"/>
          </a:xfrm>
          <a:custGeom>
            <a:avLst/>
            <a:gdLst>
              <a:gd name="T0" fmla="*/ 0 w 1006"/>
              <a:gd name="T1" fmla="*/ 0 h 1588"/>
              <a:gd name="T2" fmla="*/ 2147483647 w 1006"/>
              <a:gd name="T3" fmla="*/ 0 h 1588"/>
              <a:gd name="T4" fmla="*/ 2147483647 w 1006"/>
              <a:gd name="T5" fmla="*/ 0 h 1588"/>
              <a:gd name="T6" fmla="*/ 0 60000 65536"/>
              <a:gd name="T7" fmla="*/ 0 60000 65536"/>
              <a:gd name="T8" fmla="*/ 0 60000 65536"/>
              <a:gd name="T9" fmla="*/ 0 w 1006"/>
              <a:gd name="T10" fmla="*/ 0 h 1588"/>
              <a:gd name="T11" fmla="*/ 1006 w 100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6" h="1588">
                <a:moveTo>
                  <a:pt x="0" y="0"/>
                </a:moveTo>
                <a:lnTo>
                  <a:pt x="1005" y="0"/>
                </a:lnTo>
                <a:lnTo>
                  <a:pt x="100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Freeform 35">
            <a:extLst>
              <a:ext uri="{FF2B5EF4-FFF2-40B4-BE49-F238E27FC236}">
                <a16:creationId xmlns:a16="http://schemas.microsoft.com/office/drawing/2014/main" id="{76BA1BE1-03A5-1E48-C425-3D29E9383F9D}"/>
              </a:ext>
            </a:extLst>
          </p:cNvPr>
          <p:cNvSpPr>
            <a:spLocks/>
          </p:cNvSpPr>
          <p:nvPr/>
        </p:nvSpPr>
        <p:spPr bwMode="auto">
          <a:xfrm>
            <a:off x="5910103" y="8527792"/>
            <a:ext cx="831850" cy="3176"/>
          </a:xfrm>
          <a:custGeom>
            <a:avLst/>
            <a:gdLst>
              <a:gd name="T0" fmla="*/ 0 w 523"/>
              <a:gd name="T1" fmla="*/ 0 h 1588"/>
              <a:gd name="T2" fmla="*/ 2147483647 w 523"/>
              <a:gd name="T3" fmla="*/ 0 h 1588"/>
              <a:gd name="T4" fmla="*/ 2147483647 w 523"/>
              <a:gd name="T5" fmla="*/ 0 h 1588"/>
              <a:gd name="T6" fmla="*/ 0 60000 65536"/>
              <a:gd name="T7" fmla="*/ 0 60000 65536"/>
              <a:gd name="T8" fmla="*/ 0 60000 65536"/>
              <a:gd name="T9" fmla="*/ 0 w 523"/>
              <a:gd name="T10" fmla="*/ 0 h 1588"/>
              <a:gd name="T11" fmla="*/ 523 w 52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3" h="1588">
                <a:moveTo>
                  <a:pt x="0" y="0"/>
                </a:moveTo>
                <a:lnTo>
                  <a:pt x="522" y="0"/>
                </a:lnTo>
                <a:lnTo>
                  <a:pt x="523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2" name="Freeform 36">
            <a:extLst>
              <a:ext uri="{FF2B5EF4-FFF2-40B4-BE49-F238E27FC236}">
                <a16:creationId xmlns:a16="http://schemas.microsoft.com/office/drawing/2014/main" id="{01893337-DB60-A569-F77E-A78A302F40C2}"/>
              </a:ext>
            </a:extLst>
          </p:cNvPr>
          <p:cNvSpPr>
            <a:spLocks/>
          </p:cNvSpPr>
          <p:nvPr/>
        </p:nvSpPr>
        <p:spPr bwMode="auto">
          <a:xfrm>
            <a:off x="10710703" y="3797042"/>
            <a:ext cx="3174" cy="3254376"/>
          </a:xfrm>
          <a:custGeom>
            <a:avLst/>
            <a:gdLst>
              <a:gd name="T0" fmla="*/ 0 w 1"/>
              <a:gd name="T1" fmla="*/ 2147483647 h 2049"/>
              <a:gd name="T2" fmla="*/ 0 w 1"/>
              <a:gd name="T3" fmla="*/ 0 h 2049"/>
              <a:gd name="T4" fmla="*/ 2147483647 w 1"/>
              <a:gd name="T5" fmla="*/ 0 h 2049"/>
              <a:gd name="T6" fmla="*/ 0 60000 65536"/>
              <a:gd name="T7" fmla="*/ 0 60000 65536"/>
              <a:gd name="T8" fmla="*/ 0 60000 65536"/>
              <a:gd name="T9" fmla="*/ 0 w 1"/>
              <a:gd name="T10" fmla="*/ 0 h 2049"/>
              <a:gd name="T11" fmla="*/ 1 w 1"/>
              <a:gd name="T12" fmla="*/ 2049 h 20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9">
                <a:moveTo>
                  <a:pt x="0" y="2049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3" name="Freeform 37">
            <a:extLst>
              <a:ext uri="{FF2B5EF4-FFF2-40B4-BE49-F238E27FC236}">
                <a16:creationId xmlns:a16="http://schemas.microsoft.com/office/drawing/2014/main" id="{BB9D46BF-3FBD-29FC-6998-9AC81532D3C8}"/>
              </a:ext>
            </a:extLst>
          </p:cNvPr>
          <p:cNvSpPr>
            <a:spLocks/>
          </p:cNvSpPr>
          <p:nvPr/>
        </p:nvSpPr>
        <p:spPr bwMode="auto">
          <a:xfrm>
            <a:off x="10710703" y="8527792"/>
            <a:ext cx="3174" cy="3317876"/>
          </a:xfrm>
          <a:custGeom>
            <a:avLst/>
            <a:gdLst>
              <a:gd name="T0" fmla="*/ 0 w 1"/>
              <a:gd name="T1" fmla="*/ 0 h 2090"/>
              <a:gd name="T2" fmla="*/ 0 w 1"/>
              <a:gd name="T3" fmla="*/ 2147483647 h 2090"/>
              <a:gd name="T4" fmla="*/ 2147483647 w 1"/>
              <a:gd name="T5" fmla="*/ 2147483647 h 2090"/>
              <a:gd name="T6" fmla="*/ 0 60000 65536"/>
              <a:gd name="T7" fmla="*/ 0 60000 65536"/>
              <a:gd name="T8" fmla="*/ 0 60000 65536"/>
              <a:gd name="T9" fmla="*/ 0 w 1"/>
              <a:gd name="T10" fmla="*/ 0 h 2090"/>
              <a:gd name="T11" fmla="*/ 1 w 1"/>
              <a:gd name="T12" fmla="*/ 2090 h 20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Freeform 38">
            <a:extLst>
              <a:ext uri="{FF2B5EF4-FFF2-40B4-BE49-F238E27FC236}">
                <a16:creationId xmlns:a16="http://schemas.microsoft.com/office/drawing/2014/main" id="{52977663-41BC-84A9-D2C6-99124064C078}"/>
              </a:ext>
            </a:extLst>
          </p:cNvPr>
          <p:cNvSpPr>
            <a:spLocks/>
          </p:cNvSpPr>
          <p:nvPr/>
        </p:nvSpPr>
        <p:spPr bwMode="auto">
          <a:xfrm>
            <a:off x="9161303" y="8527793"/>
            <a:ext cx="3174" cy="2320926"/>
          </a:xfrm>
          <a:custGeom>
            <a:avLst/>
            <a:gdLst>
              <a:gd name="T0" fmla="*/ 0 w 1"/>
              <a:gd name="T1" fmla="*/ 0 h 1462"/>
              <a:gd name="T2" fmla="*/ 0 w 1"/>
              <a:gd name="T3" fmla="*/ 2147483647 h 1462"/>
              <a:gd name="T4" fmla="*/ 2147483647 w 1"/>
              <a:gd name="T5" fmla="*/ 2147483647 h 1462"/>
              <a:gd name="T6" fmla="*/ 0 60000 65536"/>
              <a:gd name="T7" fmla="*/ 0 60000 65536"/>
              <a:gd name="T8" fmla="*/ 0 60000 65536"/>
              <a:gd name="T9" fmla="*/ 0 w 1"/>
              <a:gd name="T10" fmla="*/ 0 h 1462"/>
              <a:gd name="T11" fmla="*/ 1 w 1"/>
              <a:gd name="T12" fmla="*/ 1462 h 14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62">
                <a:moveTo>
                  <a:pt x="0" y="0"/>
                </a:moveTo>
                <a:lnTo>
                  <a:pt x="0" y="1462"/>
                </a:lnTo>
                <a:lnTo>
                  <a:pt x="1" y="1462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5" name="Freeform 39">
            <a:extLst>
              <a:ext uri="{FF2B5EF4-FFF2-40B4-BE49-F238E27FC236}">
                <a16:creationId xmlns:a16="http://schemas.microsoft.com/office/drawing/2014/main" id="{EABF8903-BDD7-DB52-8516-D9AFA3F6B15A}"/>
              </a:ext>
            </a:extLst>
          </p:cNvPr>
          <p:cNvSpPr>
            <a:spLocks/>
          </p:cNvSpPr>
          <p:nvPr/>
        </p:nvSpPr>
        <p:spPr bwMode="auto">
          <a:xfrm>
            <a:off x="9161302" y="3797042"/>
            <a:ext cx="1549400" cy="3176"/>
          </a:xfrm>
          <a:custGeom>
            <a:avLst/>
            <a:gdLst>
              <a:gd name="T0" fmla="*/ 2147483647 w 976"/>
              <a:gd name="T1" fmla="*/ 0 h 1588"/>
              <a:gd name="T2" fmla="*/ 0 w 976"/>
              <a:gd name="T3" fmla="*/ 0 h 1588"/>
              <a:gd name="T4" fmla="*/ 2147483647 w 976"/>
              <a:gd name="T5" fmla="*/ 0 h 1588"/>
              <a:gd name="T6" fmla="*/ 0 60000 65536"/>
              <a:gd name="T7" fmla="*/ 0 60000 65536"/>
              <a:gd name="T8" fmla="*/ 0 60000 65536"/>
              <a:gd name="T9" fmla="*/ 0 w 976"/>
              <a:gd name="T10" fmla="*/ 0 h 1588"/>
              <a:gd name="T11" fmla="*/ 976 w 97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6" h="1588">
                <a:moveTo>
                  <a:pt x="976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26" name="Group 40">
            <a:extLst>
              <a:ext uri="{FF2B5EF4-FFF2-40B4-BE49-F238E27FC236}">
                <a16:creationId xmlns:a16="http://schemas.microsoft.com/office/drawing/2014/main" id="{5337BB98-C837-72AB-08C2-EE2DB8ABEC1B}"/>
              </a:ext>
            </a:extLst>
          </p:cNvPr>
          <p:cNvGrpSpPr>
            <a:grpSpLocks/>
          </p:cNvGrpSpPr>
          <p:nvPr/>
        </p:nvGrpSpPr>
        <p:grpSpPr bwMode="auto">
          <a:xfrm>
            <a:off x="5910102" y="3797043"/>
            <a:ext cx="3251200" cy="4733926"/>
            <a:chOff x="827" y="808"/>
            <a:chExt cx="1024" cy="1491"/>
          </a:xfrm>
        </p:grpSpPr>
        <p:sp>
          <p:nvSpPr>
            <p:cNvPr id="127" name="Freeform 41">
              <a:extLst>
                <a:ext uri="{FF2B5EF4-FFF2-40B4-BE49-F238E27FC236}">
                  <a16:creationId xmlns:a16="http://schemas.microsoft.com/office/drawing/2014/main" id="{759E77FB-82B4-5021-8FB7-D9F30AFFC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808"/>
              <a:ext cx="22" cy="1"/>
            </a:xfrm>
            <a:custGeom>
              <a:avLst/>
              <a:gdLst>
                <a:gd name="T0" fmla="*/ 1 w 44"/>
                <a:gd name="T1" fmla="*/ 0 h 1"/>
                <a:gd name="T2" fmla="*/ 0 w 44"/>
                <a:gd name="T3" fmla="*/ 0 h 1"/>
                <a:gd name="T4" fmla="*/ 1 w 44"/>
                <a:gd name="T5" fmla="*/ 0 h 1"/>
                <a:gd name="T6" fmla="*/ 0 60000 65536"/>
                <a:gd name="T7" fmla="*/ 0 60000 65536"/>
                <a:gd name="T8" fmla="*/ 0 60000 65536"/>
                <a:gd name="T9" fmla="*/ 0 w 44"/>
                <a:gd name="T10" fmla="*/ 0 h 1"/>
                <a:gd name="T11" fmla="*/ 44 w 4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" h="1">
                  <a:moveTo>
                    <a:pt x="4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Freeform 42">
              <a:extLst>
                <a:ext uri="{FF2B5EF4-FFF2-40B4-BE49-F238E27FC236}">
                  <a16:creationId xmlns:a16="http://schemas.microsoft.com/office/drawing/2014/main" id="{6FAE65D7-935B-C661-394C-0C23B3692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191"/>
              <a:ext cx="1" cy="120"/>
            </a:xfrm>
            <a:custGeom>
              <a:avLst/>
              <a:gdLst>
                <a:gd name="T0" fmla="*/ 0 w 1"/>
                <a:gd name="T1" fmla="*/ 4 h 240"/>
                <a:gd name="T2" fmla="*/ 0 w 1"/>
                <a:gd name="T3" fmla="*/ 0 h 240"/>
                <a:gd name="T4" fmla="*/ 1 w 1"/>
                <a:gd name="T5" fmla="*/ 0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Freeform 43">
              <a:extLst>
                <a:ext uri="{FF2B5EF4-FFF2-40B4-BE49-F238E27FC236}">
                  <a16:creationId xmlns:a16="http://schemas.microsoft.com/office/drawing/2014/main" id="{955AE3DE-96AA-141F-D14E-C57253C0C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808"/>
              <a:ext cx="509" cy="1"/>
            </a:xfrm>
            <a:custGeom>
              <a:avLst/>
              <a:gdLst>
                <a:gd name="T0" fmla="*/ 16 w 1018"/>
                <a:gd name="T1" fmla="*/ 0 h 1"/>
                <a:gd name="T2" fmla="*/ 0 w 1018"/>
                <a:gd name="T3" fmla="*/ 0 h 1"/>
                <a:gd name="T4" fmla="*/ 1 w 1018"/>
                <a:gd name="T5" fmla="*/ 0 h 1"/>
                <a:gd name="T6" fmla="*/ 0 60000 65536"/>
                <a:gd name="T7" fmla="*/ 0 60000 65536"/>
                <a:gd name="T8" fmla="*/ 0 60000 65536"/>
                <a:gd name="T9" fmla="*/ 0 w 1018"/>
                <a:gd name="T10" fmla="*/ 0 h 1"/>
                <a:gd name="T11" fmla="*/ 1018 w 101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8" h="1">
                  <a:moveTo>
                    <a:pt x="101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Freeform 44">
              <a:extLst>
                <a:ext uri="{FF2B5EF4-FFF2-40B4-BE49-F238E27FC236}">
                  <a16:creationId xmlns:a16="http://schemas.microsoft.com/office/drawing/2014/main" id="{50E7CFEE-C86E-EB00-3910-7769A0393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135"/>
              <a:ext cx="1" cy="11"/>
            </a:xfrm>
            <a:custGeom>
              <a:avLst/>
              <a:gdLst>
                <a:gd name="T0" fmla="*/ 0 w 1"/>
                <a:gd name="T1" fmla="*/ 1 h 22"/>
                <a:gd name="T2" fmla="*/ 0 w 1"/>
                <a:gd name="T3" fmla="*/ 0 h 22"/>
                <a:gd name="T4" fmla="*/ 1 w 1"/>
                <a:gd name="T5" fmla="*/ 0 h 22"/>
                <a:gd name="T6" fmla="*/ 0 60000 65536"/>
                <a:gd name="T7" fmla="*/ 0 60000 65536"/>
                <a:gd name="T8" fmla="*/ 0 60000 65536"/>
                <a:gd name="T9" fmla="*/ 0 w 1"/>
                <a:gd name="T10" fmla="*/ 0 h 22"/>
                <a:gd name="T11" fmla="*/ 1 w 1"/>
                <a:gd name="T12" fmla="*/ 22 h 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">
                  <a:moveTo>
                    <a:pt x="0" y="2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Freeform 45">
              <a:extLst>
                <a:ext uri="{FF2B5EF4-FFF2-40B4-BE49-F238E27FC236}">
                  <a16:creationId xmlns:a16="http://schemas.microsoft.com/office/drawing/2014/main" id="{AA10DC63-4184-4203-AFDC-DEBAC64CC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067"/>
              <a:ext cx="1" cy="11"/>
            </a:xfrm>
            <a:custGeom>
              <a:avLst/>
              <a:gdLst>
                <a:gd name="T0" fmla="*/ 0 w 1"/>
                <a:gd name="T1" fmla="*/ 0 h 23"/>
                <a:gd name="T2" fmla="*/ 0 w 1"/>
                <a:gd name="T3" fmla="*/ 0 h 23"/>
                <a:gd name="T4" fmla="*/ 1 w 1"/>
                <a:gd name="T5" fmla="*/ 0 h 23"/>
                <a:gd name="T6" fmla="*/ 0 60000 65536"/>
                <a:gd name="T7" fmla="*/ 0 60000 65536"/>
                <a:gd name="T8" fmla="*/ 0 60000 65536"/>
                <a:gd name="T9" fmla="*/ 0 w 1"/>
                <a:gd name="T10" fmla="*/ 0 h 23"/>
                <a:gd name="T11" fmla="*/ 1 w 1"/>
                <a:gd name="T12" fmla="*/ 23 h 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">
                  <a:moveTo>
                    <a:pt x="0" y="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2" name="Freeform 46">
              <a:extLst>
                <a:ext uri="{FF2B5EF4-FFF2-40B4-BE49-F238E27FC236}">
                  <a16:creationId xmlns:a16="http://schemas.microsoft.com/office/drawing/2014/main" id="{8C674A66-56EF-1FF8-AFC8-CC377D13D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808"/>
              <a:ext cx="1" cy="203"/>
            </a:xfrm>
            <a:custGeom>
              <a:avLst/>
              <a:gdLst>
                <a:gd name="T0" fmla="*/ 0 w 1"/>
                <a:gd name="T1" fmla="*/ 7 h 405"/>
                <a:gd name="T2" fmla="*/ 0 w 1"/>
                <a:gd name="T3" fmla="*/ 0 h 405"/>
                <a:gd name="T4" fmla="*/ 1 w 1"/>
                <a:gd name="T5" fmla="*/ 0 h 405"/>
                <a:gd name="T6" fmla="*/ 0 60000 65536"/>
                <a:gd name="T7" fmla="*/ 0 60000 65536"/>
                <a:gd name="T8" fmla="*/ 0 60000 65536"/>
                <a:gd name="T9" fmla="*/ 0 w 1"/>
                <a:gd name="T10" fmla="*/ 0 h 405"/>
                <a:gd name="T11" fmla="*/ 1 w 1"/>
                <a:gd name="T12" fmla="*/ 405 h 4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05">
                  <a:moveTo>
                    <a:pt x="0" y="40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3" name="Freeform 47">
              <a:extLst>
                <a:ext uri="{FF2B5EF4-FFF2-40B4-BE49-F238E27FC236}">
                  <a16:creationId xmlns:a16="http://schemas.microsoft.com/office/drawing/2014/main" id="{CB6FC364-C532-0716-89FB-1B982EFB6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808"/>
              <a:ext cx="301" cy="1"/>
            </a:xfrm>
            <a:custGeom>
              <a:avLst/>
              <a:gdLst>
                <a:gd name="T0" fmla="*/ 9 w 602"/>
                <a:gd name="T1" fmla="*/ 0 h 1"/>
                <a:gd name="T2" fmla="*/ 0 w 602"/>
                <a:gd name="T3" fmla="*/ 0 h 1"/>
                <a:gd name="T4" fmla="*/ 1 w 602"/>
                <a:gd name="T5" fmla="*/ 0 h 1"/>
                <a:gd name="T6" fmla="*/ 0 60000 65536"/>
                <a:gd name="T7" fmla="*/ 0 60000 65536"/>
                <a:gd name="T8" fmla="*/ 0 60000 65536"/>
                <a:gd name="T9" fmla="*/ 0 w 602"/>
                <a:gd name="T10" fmla="*/ 0 h 1"/>
                <a:gd name="T11" fmla="*/ 602 w 6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2" h="1">
                  <a:moveTo>
                    <a:pt x="60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4" name="Freeform 48">
              <a:extLst>
                <a:ext uri="{FF2B5EF4-FFF2-40B4-BE49-F238E27FC236}">
                  <a16:creationId xmlns:a16="http://schemas.microsoft.com/office/drawing/2014/main" id="{B1B85754-171D-7B87-01F3-680ACAB1A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808"/>
              <a:ext cx="23" cy="1"/>
            </a:xfrm>
            <a:custGeom>
              <a:avLst/>
              <a:gdLst>
                <a:gd name="T0" fmla="*/ 1 w 46"/>
                <a:gd name="T1" fmla="*/ 0 h 1"/>
                <a:gd name="T2" fmla="*/ 0 w 46"/>
                <a:gd name="T3" fmla="*/ 0 h 1"/>
                <a:gd name="T4" fmla="*/ 1 w 46"/>
                <a:gd name="T5" fmla="*/ 0 h 1"/>
                <a:gd name="T6" fmla="*/ 0 60000 65536"/>
                <a:gd name="T7" fmla="*/ 0 60000 65536"/>
                <a:gd name="T8" fmla="*/ 0 60000 65536"/>
                <a:gd name="T9" fmla="*/ 0 w 46"/>
                <a:gd name="T10" fmla="*/ 0 h 1"/>
                <a:gd name="T11" fmla="*/ 46 w 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" h="1">
                  <a:moveTo>
                    <a:pt x="4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" name="Freeform 49">
              <a:extLst>
                <a:ext uri="{FF2B5EF4-FFF2-40B4-BE49-F238E27FC236}">
                  <a16:creationId xmlns:a16="http://schemas.microsoft.com/office/drawing/2014/main" id="{42ACF547-43C8-23D8-427E-55AAF860D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2298"/>
              <a:ext cx="131" cy="1"/>
            </a:xfrm>
            <a:custGeom>
              <a:avLst/>
              <a:gdLst>
                <a:gd name="T0" fmla="*/ 0 w 262"/>
                <a:gd name="T1" fmla="*/ 0 h 1"/>
                <a:gd name="T2" fmla="*/ 4 w 262"/>
                <a:gd name="T3" fmla="*/ 0 h 1"/>
                <a:gd name="T4" fmla="*/ 4 w 262"/>
                <a:gd name="T5" fmla="*/ 0 h 1"/>
                <a:gd name="T6" fmla="*/ 0 60000 65536"/>
                <a:gd name="T7" fmla="*/ 0 60000 65536"/>
                <a:gd name="T8" fmla="*/ 0 60000 65536"/>
                <a:gd name="T9" fmla="*/ 0 w 262"/>
                <a:gd name="T10" fmla="*/ 0 h 1"/>
                <a:gd name="T11" fmla="*/ 262 w 26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" h="1">
                  <a:moveTo>
                    <a:pt x="0" y="0"/>
                  </a:moveTo>
                  <a:lnTo>
                    <a:pt x="261" y="0"/>
                  </a:lnTo>
                  <a:lnTo>
                    <a:pt x="262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" name="Freeform 50">
              <a:extLst>
                <a:ext uri="{FF2B5EF4-FFF2-40B4-BE49-F238E27FC236}">
                  <a16:creationId xmlns:a16="http://schemas.microsoft.com/office/drawing/2014/main" id="{145DEF34-F922-D08C-E6ED-B70BB4FB7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298"/>
              <a:ext cx="24" cy="1"/>
            </a:xfrm>
            <a:custGeom>
              <a:avLst/>
              <a:gdLst>
                <a:gd name="T0" fmla="*/ 0 w 47"/>
                <a:gd name="T1" fmla="*/ 0 h 1"/>
                <a:gd name="T2" fmla="*/ 1 w 47"/>
                <a:gd name="T3" fmla="*/ 0 h 1"/>
                <a:gd name="T4" fmla="*/ 1 w 47"/>
                <a:gd name="T5" fmla="*/ 0 h 1"/>
                <a:gd name="T6" fmla="*/ 0 60000 65536"/>
                <a:gd name="T7" fmla="*/ 0 60000 65536"/>
                <a:gd name="T8" fmla="*/ 0 60000 65536"/>
                <a:gd name="T9" fmla="*/ 0 w 47"/>
                <a:gd name="T10" fmla="*/ 0 h 1"/>
                <a:gd name="T11" fmla="*/ 47 w 4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" h="1">
                  <a:moveTo>
                    <a:pt x="0" y="0"/>
                  </a:moveTo>
                  <a:lnTo>
                    <a:pt x="46" y="0"/>
                  </a:lnTo>
                  <a:lnTo>
                    <a:pt x="47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" name="Freeform 51">
              <a:extLst>
                <a:ext uri="{FF2B5EF4-FFF2-40B4-BE49-F238E27FC236}">
                  <a16:creationId xmlns:a16="http://schemas.microsoft.com/office/drawing/2014/main" id="{42B52944-D351-8F54-0A2D-72F9C1664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2298"/>
              <a:ext cx="23" cy="1"/>
            </a:xfrm>
            <a:custGeom>
              <a:avLst/>
              <a:gdLst>
                <a:gd name="T0" fmla="*/ 0 w 46"/>
                <a:gd name="T1" fmla="*/ 0 h 1"/>
                <a:gd name="T2" fmla="*/ 1 w 46"/>
                <a:gd name="T3" fmla="*/ 0 h 1"/>
                <a:gd name="T4" fmla="*/ 1 w 46"/>
                <a:gd name="T5" fmla="*/ 0 h 1"/>
                <a:gd name="T6" fmla="*/ 0 60000 65536"/>
                <a:gd name="T7" fmla="*/ 0 60000 65536"/>
                <a:gd name="T8" fmla="*/ 0 60000 65536"/>
                <a:gd name="T9" fmla="*/ 0 w 46"/>
                <a:gd name="T10" fmla="*/ 0 h 1"/>
                <a:gd name="T11" fmla="*/ 46 w 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" h="1">
                  <a:moveTo>
                    <a:pt x="0" y="0"/>
                  </a:moveTo>
                  <a:lnTo>
                    <a:pt x="45" y="0"/>
                  </a:lnTo>
                  <a:lnTo>
                    <a:pt x="46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" name="Freeform 52">
              <a:extLst>
                <a:ext uri="{FF2B5EF4-FFF2-40B4-BE49-F238E27FC236}">
                  <a16:creationId xmlns:a16="http://schemas.microsoft.com/office/drawing/2014/main" id="{53B024E5-DC27-4F20-4A0A-7BADF42E7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298"/>
              <a:ext cx="169" cy="1"/>
            </a:xfrm>
            <a:custGeom>
              <a:avLst/>
              <a:gdLst>
                <a:gd name="T0" fmla="*/ 0 w 339"/>
                <a:gd name="T1" fmla="*/ 0 h 1"/>
                <a:gd name="T2" fmla="*/ 5 w 339"/>
                <a:gd name="T3" fmla="*/ 0 h 1"/>
                <a:gd name="T4" fmla="*/ 5 w 339"/>
                <a:gd name="T5" fmla="*/ 0 h 1"/>
                <a:gd name="T6" fmla="*/ 0 60000 65536"/>
                <a:gd name="T7" fmla="*/ 0 60000 65536"/>
                <a:gd name="T8" fmla="*/ 0 60000 65536"/>
                <a:gd name="T9" fmla="*/ 0 w 339"/>
                <a:gd name="T10" fmla="*/ 0 h 1"/>
                <a:gd name="T11" fmla="*/ 339 w 33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9" h="1">
                  <a:moveTo>
                    <a:pt x="0" y="0"/>
                  </a:moveTo>
                  <a:lnTo>
                    <a:pt x="338" y="0"/>
                  </a:lnTo>
                  <a:lnTo>
                    <a:pt x="339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39" name="Group 53">
            <a:extLst>
              <a:ext uri="{FF2B5EF4-FFF2-40B4-BE49-F238E27FC236}">
                <a16:creationId xmlns:a16="http://schemas.microsoft.com/office/drawing/2014/main" id="{7B52B049-EC37-FB56-26D9-D0D6A3333C03}"/>
              </a:ext>
            </a:extLst>
          </p:cNvPr>
          <p:cNvGrpSpPr>
            <a:grpSpLocks/>
          </p:cNvGrpSpPr>
          <p:nvPr/>
        </p:nvGrpSpPr>
        <p:grpSpPr bwMode="auto">
          <a:xfrm>
            <a:off x="15244603" y="8381742"/>
            <a:ext cx="5048250" cy="5133976"/>
            <a:chOff x="580" y="2662"/>
            <a:chExt cx="1154" cy="1174"/>
          </a:xfrm>
        </p:grpSpPr>
        <p:sp>
          <p:nvSpPr>
            <p:cNvPr id="140" name="Freeform 54">
              <a:extLst>
                <a:ext uri="{FF2B5EF4-FFF2-40B4-BE49-F238E27FC236}">
                  <a16:creationId xmlns:a16="http://schemas.microsoft.com/office/drawing/2014/main" id="{74E1ECE2-C97F-B8D3-8337-0EAF01B03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2781"/>
              <a:ext cx="957" cy="771"/>
            </a:xfrm>
            <a:custGeom>
              <a:avLst/>
              <a:gdLst>
                <a:gd name="T0" fmla="*/ 495 w 957"/>
                <a:gd name="T1" fmla="*/ 0 h 771"/>
                <a:gd name="T2" fmla="*/ 957 w 957"/>
                <a:gd name="T3" fmla="*/ 265 h 771"/>
                <a:gd name="T4" fmla="*/ 452 w 957"/>
                <a:gd name="T5" fmla="*/ 771 h 771"/>
                <a:gd name="T6" fmla="*/ 0 w 957"/>
                <a:gd name="T7" fmla="*/ 500 h 771"/>
                <a:gd name="T8" fmla="*/ 495 w 957"/>
                <a:gd name="T9" fmla="*/ 0 h 7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7"/>
                <a:gd name="T16" fmla="*/ 0 h 771"/>
                <a:gd name="T17" fmla="*/ 957 w 957"/>
                <a:gd name="T18" fmla="*/ 771 h 7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7" h="771">
                  <a:moveTo>
                    <a:pt x="495" y="0"/>
                  </a:moveTo>
                  <a:lnTo>
                    <a:pt x="957" y="265"/>
                  </a:lnTo>
                  <a:lnTo>
                    <a:pt x="452" y="771"/>
                  </a:lnTo>
                  <a:lnTo>
                    <a:pt x="0" y="500"/>
                  </a:lnTo>
                  <a:lnTo>
                    <a:pt x="495" y="0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1" name="Freeform 55">
              <a:extLst>
                <a:ext uri="{FF2B5EF4-FFF2-40B4-BE49-F238E27FC236}">
                  <a16:creationId xmlns:a16="http://schemas.microsoft.com/office/drawing/2014/main" id="{1AE92BF9-8709-D2E4-FF35-D4F79F6B8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662"/>
              <a:ext cx="668" cy="393"/>
            </a:xfrm>
            <a:custGeom>
              <a:avLst/>
              <a:gdLst/>
              <a:ahLst/>
              <a:cxnLst>
                <a:cxn ang="0">
                  <a:pos x="0" y="128"/>
                </a:cxn>
                <a:cxn ang="0">
                  <a:pos x="207" y="0"/>
                </a:cxn>
                <a:cxn ang="0">
                  <a:pos x="668" y="273"/>
                </a:cxn>
                <a:cxn ang="0">
                  <a:pos x="462" y="393"/>
                </a:cxn>
                <a:cxn ang="0">
                  <a:pos x="0" y="128"/>
                </a:cxn>
              </a:cxnLst>
              <a:rect l="0" t="0" r="r" b="b"/>
              <a:pathLst>
                <a:path w="668" h="393">
                  <a:moveTo>
                    <a:pt x="0" y="128"/>
                  </a:moveTo>
                  <a:lnTo>
                    <a:pt x="207" y="0"/>
                  </a:lnTo>
                  <a:lnTo>
                    <a:pt x="668" y="273"/>
                  </a:lnTo>
                  <a:lnTo>
                    <a:pt x="462" y="393"/>
                  </a:lnTo>
                  <a:lnTo>
                    <a:pt x="0" y="12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274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l" defTabSz="1828800" hangingPunct="1">
                <a:defRPr/>
              </a:pPr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2" name="Freeform 56">
              <a:extLst>
                <a:ext uri="{FF2B5EF4-FFF2-40B4-BE49-F238E27FC236}">
                  <a16:creationId xmlns:a16="http://schemas.microsoft.com/office/drawing/2014/main" id="{8823D128-5596-A938-B9E3-3368AD52D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3282"/>
              <a:ext cx="459" cy="554"/>
            </a:xfrm>
            <a:custGeom>
              <a:avLst/>
              <a:gdLst>
                <a:gd name="T0" fmla="*/ 0 w 644"/>
                <a:gd name="T1" fmla="*/ 0 h 777"/>
                <a:gd name="T2" fmla="*/ 0 w 644"/>
                <a:gd name="T3" fmla="*/ 55 h 777"/>
                <a:gd name="T4" fmla="*/ 84 w 644"/>
                <a:gd name="T5" fmla="*/ 102 h 777"/>
                <a:gd name="T6" fmla="*/ 84 w 644"/>
                <a:gd name="T7" fmla="*/ 48 h 777"/>
                <a:gd name="T8" fmla="*/ 0 w 644"/>
                <a:gd name="T9" fmla="*/ 0 h 7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4"/>
                <a:gd name="T16" fmla="*/ 0 h 777"/>
                <a:gd name="T17" fmla="*/ 644 w 644"/>
                <a:gd name="T18" fmla="*/ 777 h 7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4" h="777">
                  <a:moveTo>
                    <a:pt x="0" y="0"/>
                  </a:moveTo>
                  <a:lnTo>
                    <a:pt x="0" y="417"/>
                  </a:lnTo>
                  <a:lnTo>
                    <a:pt x="644" y="777"/>
                  </a:lnTo>
                  <a:lnTo>
                    <a:pt x="644" y="37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47"/>
                </a:gs>
                <a:gs pos="100000">
                  <a:srgbClr val="00CC99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3" name="Freeform 57">
              <a:extLst>
                <a:ext uri="{FF2B5EF4-FFF2-40B4-BE49-F238E27FC236}">
                  <a16:creationId xmlns:a16="http://schemas.microsoft.com/office/drawing/2014/main" id="{6592EB9B-35DA-9937-A748-9E5F1360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2935"/>
              <a:ext cx="702" cy="901"/>
            </a:xfrm>
            <a:custGeom>
              <a:avLst/>
              <a:gdLst>
                <a:gd name="T0" fmla="*/ 90 w 984"/>
                <a:gd name="T1" fmla="*/ 21 h 1262"/>
                <a:gd name="T2" fmla="*/ 130 w 984"/>
                <a:gd name="T3" fmla="*/ 0 h 1262"/>
                <a:gd name="T4" fmla="*/ 130 w 984"/>
                <a:gd name="T5" fmla="*/ 94 h 1262"/>
                <a:gd name="T6" fmla="*/ 0 w 984"/>
                <a:gd name="T7" fmla="*/ 167 h 1262"/>
                <a:gd name="T8" fmla="*/ 0 w 984"/>
                <a:gd name="T9" fmla="*/ 113 h 1262"/>
                <a:gd name="T10" fmla="*/ 90 w 984"/>
                <a:gd name="T11" fmla="*/ 21 h 12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4"/>
                <a:gd name="T19" fmla="*/ 0 h 1262"/>
                <a:gd name="T20" fmla="*/ 984 w 984"/>
                <a:gd name="T21" fmla="*/ 1262 h 12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4" h="1262">
                  <a:moveTo>
                    <a:pt x="684" y="156"/>
                  </a:moveTo>
                  <a:lnTo>
                    <a:pt x="984" y="0"/>
                  </a:lnTo>
                  <a:lnTo>
                    <a:pt x="984" y="708"/>
                  </a:lnTo>
                  <a:lnTo>
                    <a:pt x="0" y="1262"/>
                  </a:lnTo>
                  <a:lnTo>
                    <a:pt x="0" y="852"/>
                  </a:lnTo>
                  <a:lnTo>
                    <a:pt x="684" y="156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256F25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44" name="Group 58">
            <a:extLst>
              <a:ext uri="{FF2B5EF4-FFF2-40B4-BE49-F238E27FC236}">
                <a16:creationId xmlns:a16="http://schemas.microsoft.com/office/drawing/2014/main" id="{2B64299B-A53C-6DB2-A89B-91113DC76C52}"/>
              </a:ext>
            </a:extLst>
          </p:cNvPr>
          <p:cNvGrpSpPr>
            <a:grpSpLocks/>
          </p:cNvGrpSpPr>
          <p:nvPr/>
        </p:nvGrpSpPr>
        <p:grpSpPr bwMode="auto">
          <a:xfrm>
            <a:off x="15727203" y="9321542"/>
            <a:ext cx="1882774" cy="1692276"/>
            <a:chOff x="4169" y="3128"/>
            <a:chExt cx="431" cy="387"/>
          </a:xfrm>
        </p:grpSpPr>
        <p:sp>
          <p:nvSpPr>
            <p:cNvPr id="145" name="Freeform 59">
              <a:extLst>
                <a:ext uri="{FF2B5EF4-FFF2-40B4-BE49-F238E27FC236}">
                  <a16:creationId xmlns:a16="http://schemas.microsoft.com/office/drawing/2014/main" id="{EF72D449-3F6A-C551-44C5-0C511A331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3128"/>
              <a:ext cx="412" cy="387"/>
            </a:xfrm>
            <a:custGeom>
              <a:avLst/>
              <a:gdLst>
                <a:gd name="T0" fmla="*/ 41 w 579"/>
                <a:gd name="T1" fmla="*/ 0 h 543"/>
                <a:gd name="T2" fmla="*/ 75 w 579"/>
                <a:gd name="T3" fmla="*/ 24 h 543"/>
                <a:gd name="T4" fmla="*/ 29 w 579"/>
                <a:gd name="T5" fmla="*/ 71 h 543"/>
                <a:gd name="T6" fmla="*/ 0 w 579"/>
                <a:gd name="T7" fmla="*/ 54 h 543"/>
                <a:gd name="T8" fmla="*/ 41 w 579"/>
                <a:gd name="T9" fmla="*/ 0 h 5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9"/>
                <a:gd name="T16" fmla="*/ 0 h 543"/>
                <a:gd name="T17" fmla="*/ 579 w 579"/>
                <a:gd name="T18" fmla="*/ 543 h 5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9" h="543">
                  <a:moveTo>
                    <a:pt x="320" y="0"/>
                  </a:moveTo>
                  <a:lnTo>
                    <a:pt x="579" y="184"/>
                  </a:lnTo>
                  <a:lnTo>
                    <a:pt x="226" y="543"/>
                  </a:lnTo>
                  <a:lnTo>
                    <a:pt x="0" y="413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" name="Freeform 60">
              <a:extLst>
                <a:ext uri="{FF2B5EF4-FFF2-40B4-BE49-F238E27FC236}">
                  <a16:creationId xmlns:a16="http://schemas.microsoft.com/office/drawing/2014/main" id="{F2665378-C62C-841F-83CB-463DD47A0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3149"/>
              <a:ext cx="171" cy="267"/>
            </a:xfrm>
            <a:custGeom>
              <a:avLst/>
              <a:gdLst>
                <a:gd name="T0" fmla="*/ 0 w 240"/>
                <a:gd name="T1" fmla="*/ 0 h 375"/>
                <a:gd name="T2" fmla="*/ 0 w 240"/>
                <a:gd name="T3" fmla="*/ 48 h 375"/>
                <a:gd name="T4" fmla="*/ 31 w 240"/>
                <a:gd name="T5" fmla="*/ 19 h 375"/>
                <a:gd name="T6" fmla="*/ 0 w 240"/>
                <a:gd name="T7" fmla="*/ 0 h 3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375"/>
                <a:gd name="T14" fmla="*/ 240 w 240"/>
                <a:gd name="T15" fmla="*/ 375 h 3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375">
                  <a:moveTo>
                    <a:pt x="0" y="0"/>
                  </a:moveTo>
                  <a:lnTo>
                    <a:pt x="0" y="375"/>
                  </a:lnTo>
                  <a:lnTo>
                    <a:pt x="240" y="1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47" name="Group 61">
            <a:extLst>
              <a:ext uri="{FF2B5EF4-FFF2-40B4-BE49-F238E27FC236}">
                <a16:creationId xmlns:a16="http://schemas.microsoft.com/office/drawing/2014/main" id="{8703ED67-98A5-B7A8-55F3-ACE7D8C9FDCE}"/>
              </a:ext>
            </a:extLst>
          </p:cNvPr>
          <p:cNvGrpSpPr>
            <a:grpSpLocks/>
          </p:cNvGrpSpPr>
          <p:nvPr/>
        </p:nvGrpSpPr>
        <p:grpSpPr bwMode="auto">
          <a:xfrm>
            <a:off x="17663953" y="9143743"/>
            <a:ext cx="2736850" cy="3130550"/>
            <a:chOff x="4612" y="3087"/>
            <a:chExt cx="626" cy="716"/>
          </a:xfrm>
        </p:grpSpPr>
        <p:grpSp>
          <p:nvGrpSpPr>
            <p:cNvPr id="148" name="Group 62">
              <a:extLst>
                <a:ext uri="{FF2B5EF4-FFF2-40B4-BE49-F238E27FC236}">
                  <a16:creationId xmlns:a16="http://schemas.microsoft.com/office/drawing/2014/main" id="{11113D34-DB3D-DB10-817B-8500B7015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3101"/>
              <a:ext cx="585" cy="702"/>
              <a:chOff x="2688" y="2477"/>
              <a:chExt cx="819" cy="985"/>
            </a:xfrm>
          </p:grpSpPr>
          <p:sp>
            <p:nvSpPr>
              <p:cNvPr id="150" name="Freeform 63">
                <a:extLst>
                  <a:ext uri="{FF2B5EF4-FFF2-40B4-BE49-F238E27FC236}">
                    <a16:creationId xmlns:a16="http://schemas.microsoft.com/office/drawing/2014/main" id="{2B6FDF22-B16C-FE90-ED79-334EFE029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2477"/>
                <a:ext cx="634" cy="768"/>
              </a:xfrm>
              <a:custGeom>
                <a:avLst/>
                <a:gdLst>
                  <a:gd name="T0" fmla="*/ 634 w 634"/>
                  <a:gd name="T1" fmla="*/ 0 h 768"/>
                  <a:gd name="T2" fmla="*/ 634 w 634"/>
                  <a:gd name="T3" fmla="*/ 537 h 768"/>
                  <a:gd name="T4" fmla="*/ 211 w 634"/>
                  <a:gd name="T5" fmla="*/ 768 h 768"/>
                  <a:gd name="T6" fmla="*/ 211 w 634"/>
                  <a:gd name="T7" fmla="*/ 633 h 768"/>
                  <a:gd name="T8" fmla="*/ 0 w 634"/>
                  <a:gd name="T9" fmla="*/ 512 h 768"/>
                  <a:gd name="T10" fmla="*/ 346 w 634"/>
                  <a:gd name="T11" fmla="*/ 160 h 768"/>
                  <a:gd name="T12" fmla="*/ 634 w 634"/>
                  <a:gd name="T13" fmla="*/ 0 h 76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4"/>
                  <a:gd name="T22" fmla="*/ 0 h 768"/>
                  <a:gd name="T23" fmla="*/ 634 w 634"/>
                  <a:gd name="T24" fmla="*/ 768 h 76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4" h="768">
                    <a:moveTo>
                      <a:pt x="634" y="0"/>
                    </a:moveTo>
                    <a:lnTo>
                      <a:pt x="634" y="537"/>
                    </a:lnTo>
                    <a:lnTo>
                      <a:pt x="211" y="768"/>
                    </a:lnTo>
                    <a:lnTo>
                      <a:pt x="211" y="633"/>
                    </a:lnTo>
                    <a:lnTo>
                      <a:pt x="0" y="512"/>
                    </a:lnTo>
                    <a:lnTo>
                      <a:pt x="346" y="160"/>
                    </a:lnTo>
                    <a:lnTo>
                      <a:pt x="63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1" name="Freeform 64">
                <a:extLst>
                  <a:ext uri="{FF2B5EF4-FFF2-40B4-BE49-F238E27FC236}">
                    <a16:creationId xmlns:a16="http://schemas.microsoft.com/office/drawing/2014/main" id="{C3406FB0-F58A-0891-9345-09E4822C0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3008"/>
                <a:ext cx="608" cy="454"/>
              </a:xfrm>
              <a:custGeom>
                <a:avLst/>
                <a:gdLst>
                  <a:gd name="T0" fmla="*/ 0 w 608"/>
                  <a:gd name="T1" fmla="*/ 237 h 454"/>
                  <a:gd name="T2" fmla="*/ 0 w 608"/>
                  <a:gd name="T3" fmla="*/ 454 h 454"/>
                  <a:gd name="T4" fmla="*/ 608 w 608"/>
                  <a:gd name="T5" fmla="*/ 102 h 454"/>
                  <a:gd name="T6" fmla="*/ 432 w 608"/>
                  <a:gd name="T7" fmla="*/ 0 h 454"/>
                  <a:gd name="T8" fmla="*/ 0 w 608"/>
                  <a:gd name="T9" fmla="*/ 237 h 4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8"/>
                  <a:gd name="T16" fmla="*/ 0 h 454"/>
                  <a:gd name="T17" fmla="*/ 608 w 608"/>
                  <a:gd name="T18" fmla="*/ 454 h 4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8" h="454">
                    <a:moveTo>
                      <a:pt x="0" y="237"/>
                    </a:moveTo>
                    <a:lnTo>
                      <a:pt x="0" y="454"/>
                    </a:lnTo>
                    <a:lnTo>
                      <a:pt x="608" y="102"/>
                    </a:lnTo>
                    <a:lnTo>
                      <a:pt x="432" y="0"/>
                    </a:lnTo>
                    <a:lnTo>
                      <a:pt x="0" y="2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9" name="Freeform 65">
              <a:extLst>
                <a:ext uri="{FF2B5EF4-FFF2-40B4-BE49-F238E27FC236}">
                  <a16:creationId xmlns:a16="http://schemas.microsoft.com/office/drawing/2014/main" id="{20196461-EB11-EDB6-E34F-4F4BDE889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3087"/>
              <a:ext cx="173" cy="489"/>
            </a:xfrm>
            <a:custGeom>
              <a:avLst/>
              <a:gdLst>
                <a:gd name="T0" fmla="*/ 0 w 243"/>
                <a:gd name="T1" fmla="*/ 1 h 685"/>
                <a:gd name="T2" fmla="*/ 0 w 243"/>
                <a:gd name="T3" fmla="*/ 74 h 685"/>
                <a:gd name="T4" fmla="*/ 32 w 243"/>
                <a:gd name="T5" fmla="*/ 91 h 685"/>
                <a:gd name="T6" fmla="*/ 32 w 243"/>
                <a:gd name="T7" fmla="*/ 10 h 685"/>
                <a:gd name="T8" fmla="*/ 16 w 243"/>
                <a:gd name="T9" fmla="*/ 0 h 685"/>
                <a:gd name="T10" fmla="*/ 0 w 243"/>
                <a:gd name="T11" fmla="*/ 1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3"/>
                <a:gd name="T19" fmla="*/ 0 h 685"/>
                <a:gd name="T20" fmla="*/ 243 w 243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3" h="685">
                  <a:moveTo>
                    <a:pt x="0" y="7"/>
                  </a:moveTo>
                  <a:lnTo>
                    <a:pt x="0" y="557"/>
                  </a:lnTo>
                  <a:lnTo>
                    <a:pt x="243" y="685"/>
                  </a:lnTo>
                  <a:lnTo>
                    <a:pt x="243" y="71"/>
                  </a:lnTo>
                  <a:lnTo>
                    <a:pt x="120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52" name="Text Box 66">
            <a:extLst>
              <a:ext uri="{FF2B5EF4-FFF2-40B4-BE49-F238E27FC236}">
                <a16:creationId xmlns:a16="http://schemas.microsoft.com/office/drawing/2014/main" id="{DCF8555A-1A08-0AFA-50FB-041DEB677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3908" y="10412424"/>
            <a:ext cx="70243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pPr defTabSz="1828800" hangingPunct="1"/>
            <a:r>
              <a:rPr lang="en-US" altLang="zh-CN" sz="8000" i="1" kern="1200">
                <a:solidFill>
                  <a:srgbClr val="44546A"/>
                </a:solidFill>
                <a:latin typeface="宋体" pitchFamily="2" charset="-122"/>
                <a:cs typeface="+mn-cs"/>
              </a:rPr>
              <a:t>p</a:t>
            </a:r>
          </a:p>
        </p:txBody>
      </p:sp>
      <p:sp>
        <p:nvSpPr>
          <p:cNvPr id="153" name="Text Box 67">
            <a:extLst>
              <a:ext uri="{FF2B5EF4-FFF2-40B4-BE49-F238E27FC236}">
                <a16:creationId xmlns:a16="http://schemas.microsoft.com/office/drawing/2014/main" id="{D9BA8211-D02C-5CE2-E7DF-6A3DC688D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731" y="9867197"/>
            <a:ext cx="59824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pPr defTabSz="1828800" hangingPunct="1"/>
            <a:r>
              <a:rPr lang="en-US" altLang="zh-CN" sz="6400" i="1" kern="1200">
                <a:solidFill>
                  <a:srgbClr val="FF0000"/>
                </a:solidFill>
                <a:latin typeface="宋体" pitchFamily="2" charset="-122"/>
                <a:cs typeface="+mn-cs"/>
              </a:rPr>
              <a:t>P</a:t>
            </a:r>
          </a:p>
        </p:txBody>
      </p:sp>
      <p:sp>
        <p:nvSpPr>
          <p:cNvPr id="154" name="Line 72">
            <a:extLst>
              <a:ext uri="{FF2B5EF4-FFF2-40B4-BE49-F238E27FC236}">
                <a16:creationId xmlns:a16="http://schemas.microsoft.com/office/drawing/2014/main" id="{1CB0F9C6-3A33-40B4-5337-3A985D464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2626" y="4193918"/>
            <a:ext cx="474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5" name="Line 73">
            <a:extLst>
              <a:ext uri="{FF2B5EF4-FFF2-40B4-BE49-F238E27FC236}">
                <a16:creationId xmlns:a16="http://schemas.microsoft.com/office/drawing/2014/main" id="{254EA255-E9EE-53F0-4316-5209A872C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1953" y="4987668"/>
            <a:ext cx="634047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6" name="Line 74">
            <a:extLst>
              <a:ext uri="{FF2B5EF4-FFF2-40B4-BE49-F238E27FC236}">
                <a16:creationId xmlns:a16="http://schemas.microsoft.com/office/drawing/2014/main" id="{7487991C-3AD0-6261-ED73-53D5E5B89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5227" y="4581268"/>
            <a:ext cx="794702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7" name="Line 75">
            <a:extLst>
              <a:ext uri="{FF2B5EF4-FFF2-40B4-BE49-F238E27FC236}">
                <a16:creationId xmlns:a16="http://schemas.microsoft.com/office/drawing/2014/main" id="{07B4D026-2DC0-B4A0-8B16-D0C960C1E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1803" y="6225918"/>
            <a:ext cx="4870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8" name="Line 76">
            <a:extLst>
              <a:ext uri="{FF2B5EF4-FFF2-40B4-BE49-F238E27FC236}">
                <a16:creationId xmlns:a16="http://schemas.microsoft.com/office/drawing/2014/main" id="{6505C790-CC99-C341-0B0D-D5DA50343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102" y="5394068"/>
            <a:ext cx="717232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9" name="Line 77">
            <a:extLst>
              <a:ext uri="{FF2B5EF4-FFF2-40B4-BE49-F238E27FC236}">
                <a16:creationId xmlns:a16="http://schemas.microsoft.com/office/drawing/2014/main" id="{CA29040D-2CE9-F84C-30E8-9DBC30E78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2427" y="5394068"/>
            <a:ext cx="3384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0" name="Line 78">
            <a:extLst>
              <a:ext uri="{FF2B5EF4-FFF2-40B4-BE49-F238E27FC236}">
                <a16:creationId xmlns:a16="http://schemas.microsoft.com/office/drawing/2014/main" id="{6C01203D-2CEE-AD22-C96C-F32F5DD0B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12877" y="4584442"/>
            <a:ext cx="1022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1" name="Group 79">
            <a:extLst>
              <a:ext uri="{FF2B5EF4-FFF2-40B4-BE49-F238E27FC236}">
                <a16:creationId xmlns:a16="http://schemas.microsoft.com/office/drawing/2014/main" id="{FCB0F298-1F99-365F-1D4F-2761FBA00385}"/>
              </a:ext>
            </a:extLst>
          </p:cNvPr>
          <p:cNvGrpSpPr>
            <a:grpSpLocks/>
          </p:cNvGrpSpPr>
          <p:nvPr/>
        </p:nvGrpSpPr>
        <p:grpSpPr bwMode="auto">
          <a:xfrm>
            <a:off x="15412876" y="3806568"/>
            <a:ext cx="1054100" cy="784224"/>
            <a:chOff x="3820" y="811"/>
            <a:chExt cx="332" cy="247"/>
          </a:xfrm>
        </p:grpSpPr>
        <p:sp>
          <p:nvSpPr>
            <p:cNvPr id="162" name="Line 80">
              <a:extLst>
                <a:ext uri="{FF2B5EF4-FFF2-40B4-BE49-F238E27FC236}">
                  <a16:creationId xmlns:a16="http://schemas.microsoft.com/office/drawing/2014/main" id="{DC9A05FF-FA9C-4BB9-E7A2-445C3240F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11"/>
              <a:ext cx="332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" name="Line 81">
              <a:extLst>
                <a:ext uri="{FF2B5EF4-FFF2-40B4-BE49-F238E27FC236}">
                  <a16:creationId xmlns:a16="http://schemas.microsoft.com/office/drawing/2014/main" id="{00B1A31F-0A95-2C94-5A1A-65CFDC4E5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5" y="811"/>
              <a:ext cx="0" cy="244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" name="Line 82">
              <a:extLst>
                <a:ext uri="{FF2B5EF4-FFF2-40B4-BE49-F238E27FC236}">
                  <a16:creationId xmlns:a16="http://schemas.microsoft.com/office/drawing/2014/main" id="{285A25AC-B3F8-08D1-5C2B-54FCEBCEB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0" y="814"/>
              <a:ext cx="0" cy="24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65" name="Line 83">
            <a:extLst>
              <a:ext uri="{FF2B5EF4-FFF2-40B4-BE49-F238E27FC236}">
                <a16:creationId xmlns:a16="http://schemas.microsoft.com/office/drawing/2014/main" id="{1A091B3D-DE36-5EC2-662F-345CB1113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8776" y="3797042"/>
            <a:ext cx="0" cy="3254376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defTabSz="1828800" hangingPunct="1"/>
            <a:endParaRPr lang="zh-CN" altLang="en-US" sz="3600" b="0" kern="120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6" name="Group 84">
            <a:extLst>
              <a:ext uri="{FF2B5EF4-FFF2-40B4-BE49-F238E27FC236}">
                <a16:creationId xmlns:a16="http://schemas.microsoft.com/office/drawing/2014/main" id="{74B08C9B-C680-0508-086A-F9D0B04E0082}"/>
              </a:ext>
            </a:extLst>
          </p:cNvPr>
          <p:cNvGrpSpPr>
            <a:grpSpLocks/>
          </p:cNvGrpSpPr>
          <p:nvPr/>
        </p:nvGrpSpPr>
        <p:grpSpPr bwMode="auto">
          <a:xfrm>
            <a:off x="13082427" y="3797042"/>
            <a:ext cx="3362326" cy="3254376"/>
            <a:chOff x="3086" y="808"/>
            <a:chExt cx="1059" cy="1025"/>
          </a:xfrm>
        </p:grpSpPr>
        <p:sp>
          <p:nvSpPr>
            <p:cNvPr id="167" name="Line 85">
              <a:extLst>
                <a:ext uri="{FF2B5EF4-FFF2-40B4-BE49-F238E27FC236}">
                  <a16:creationId xmlns:a16="http://schemas.microsoft.com/office/drawing/2014/main" id="{8EDD99E7-F786-5205-7EE5-133F4F44C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808"/>
              <a:ext cx="7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" name="Line 86">
              <a:extLst>
                <a:ext uri="{FF2B5EF4-FFF2-40B4-BE49-F238E27FC236}">
                  <a16:creationId xmlns:a16="http://schemas.microsoft.com/office/drawing/2014/main" id="{1E549D8B-DB39-F05F-7859-B17800CFD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08"/>
              <a:ext cx="0" cy="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" name="Line 87">
              <a:extLst>
                <a:ext uri="{FF2B5EF4-FFF2-40B4-BE49-F238E27FC236}">
                  <a16:creationId xmlns:a16="http://schemas.microsoft.com/office/drawing/2014/main" id="{6CB70A87-B51D-A4EA-A8D5-8F4E07A35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059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" name="Line 88">
              <a:extLst>
                <a:ext uri="{FF2B5EF4-FFF2-40B4-BE49-F238E27FC236}">
                  <a16:creationId xmlns:a16="http://schemas.microsoft.com/office/drawing/2014/main" id="{E21BABF0-543B-8796-AC0C-9C9DF6E2D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1056"/>
              <a:ext cx="0" cy="7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" name="Line 89">
              <a:extLst>
                <a:ext uri="{FF2B5EF4-FFF2-40B4-BE49-F238E27FC236}">
                  <a16:creationId xmlns:a16="http://schemas.microsoft.com/office/drawing/2014/main" id="{6004308B-F627-A7DE-E197-09F4EE8CB8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833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" name="Line 90">
              <a:extLst>
                <a:ext uri="{FF2B5EF4-FFF2-40B4-BE49-F238E27FC236}">
                  <a16:creationId xmlns:a16="http://schemas.microsoft.com/office/drawing/2014/main" id="{F4A6DB0D-C54F-D14E-776D-63B147606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8" y="808"/>
              <a:ext cx="0" cy="1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" name="Line 91">
              <a:extLst>
                <a:ext uri="{FF2B5EF4-FFF2-40B4-BE49-F238E27FC236}">
                  <a16:creationId xmlns:a16="http://schemas.microsoft.com/office/drawing/2014/main" id="{198BC1B3-2433-C582-A28E-786D97BCC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938"/>
              <a:ext cx="3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" name="Line 92">
              <a:extLst>
                <a:ext uri="{FF2B5EF4-FFF2-40B4-BE49-F238E27FC236}">
                  <a16:creationId xmlns:a16="http://schemas.microsoft.com/office/drawing/2014/main" id="{7ADC2304-E9CB-E671-09F7-BFBCEDCB0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" y="938"/>
              <a:ext cx="0" cy="2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Line 93">
              <a:extLst>
                <a:ext uri="{FF2B5EF4-FFF2-40B4-BE49-F238E27FC236}">
                  <a16:creationId xmlns:a16="http://schemas.microsoft.com/office/drawing/2014/main" id="{DE6D6C53-3200-609F-D98D-57E3968734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183"/>
              <a:ext cx="3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Line 94">
              <a:extLst>
                <a:ext uri="{FF2B5EF4-FFF2-40B4-BE49-F238E27FC236}">
                  <a16:creationId xmlns:a16="http://schemas.microsoft.com/office/drawing/2014/main" id="{B4BB4A1C-75F1-F160-9CA1-D42F0F9B6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1311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77" name="Group 95">
            <a:extLst>
              <a:ext uri="{FF2B5EF4-FFF2-40B4-BE49-F238E27FC236}">
                <a16:creationId xmlns:a16="http://schemas.microsoft.com/office/drawing/2014/main" id="{ABCCFABF-3AB6-0838-F4E5-697FE48428FC}"/>
              </a:ext>
            </a:extLst>
          </p:cNvPr>
          <p:cNvGrpSpPr>
            <a:grpSpLocks/>
          </p:cNvGrpSpPr>
          <p:nvPr/>
        </p:nvGrpSpPr>
        <p:grpSpPr bwMode="auto">
          <a:xfrm>
            <a:off x="5910103" y="3797043"/>
            <a:ext cx="3254374" cy="4733926"/>
            <a:chOff x="827" y="808"/>
            <a:chExt cx="1025" cy="1491"/>
          </a:xfrm>
        </p:grpSpPr>
        <p:sp>
          <p:nvSpPr>
            <p:cNvPr id="178" name="Line 96">
              <a:extLst>
                <a:ext uri="{FF2B5EF4-FFF2-40B4-BE49-F238E27FC236}">
                  <a16:creationId xmlns:a16="http://schemas.microsoft.com/office/drawing/2014/main" id="{25E87930-8F8E-9E66-A103-3CE596BA1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2" y="808"/>
              <a:ext cx="0" cy="149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80000" tIns="93600" rIns="180000" bIns="93600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Line 97">
              <a:extLst>
                <a:ext uri="{FF2B5EF4-FFF2-40B4-BE49-F238E27FC236}">
                  <a16:creationId xmlns:a16="http://schemas.microsoft.com/office/drawing/2014/main" id="{B57FB32E-519A-99AA-2263-821947546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" y="1834"/>
              <a:ext cx="0" cy="465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80000" tIns="93600" rIns="180000" bIns="93600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80" name="Group 98">
            <a:extLst>
              <a:ext uri="{FF2B5EF4-FFF2-40B4-BE49-F238E27FC236}">
                <a16:creationId xmlns:a16="http://schemas.microsoft.com/office/drawing/2014/main" id="{2F9627EA-349B-A7D0-C23F-DD869BE70D89}"/>
              </a:ext>
            </a:extLst>
          </p:cNvPr>
          <p:cNvGrpSpPr>
            <a:grpSpLocks/>
          </p:cNvGrpSpPr>
          <p:nvPr/>
        </p:nvGrpSpPr>
        <p:grpSpPr bwMode="auto">
          <a:xfrm>
            <a:off x="7545227" y="6079869"/>
            <a:ext cx="3146426" cy="4768850"/>
            <a:chOff x="1342" y="1527"/>
            <a:chExt cx="991" cy="1502"/>
          </a:xfrm>
        </p:grpSpPr>
        <p:sp>
          <p:nvSpPr>
            <p:cNvPr id="181" name="Line 99">
              <a:extLst>
                <a:ext uri="{FF2B5EF4-FFF2-40B4-BE49-F238E27FC236}">
                  <a16:creationId xmlns:a16="http://schemas.microsoft.com/office/drawing/2014/main" id="{DEA7BD61-CA60-BA3C-3CCC-03ED9B97D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1527"/>
              <a:ext cx="0" cy="1502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80000" tIns="93600" rIns="180000" bIns="93600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" name="Line 100">
              <a:extLst>
                <a:ext uri="{FF2B5EF4-FFF2-40B4-BE49-F238E27FC236}">
                  <a16:creationId xmlns:a16="http://schemas.microsoft.com/office/drawing/2014/main" id="{AB9EEF9D-A040-018F-C690-4D09FE698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1833"/>
              <a:ext cx="0" cy="1196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93600" rIns="180000" bIns="93600" anchor="ctr">
              <a:spAutoFit/>
            </a:bodyPr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356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152" grpId="0" autoUpdateAnimBg="0"/>
      <p:bldP spid="153" grpId="0" autoUpdateAnimBg="0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57CB-F520-A136-7DB1-F3DF9A31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  <a:r>
              <a:rPr lang="en-US" altLang="zh-CN" dirty="0"/>
              <a:t>——</a:t>
            </a:r>
            <a:r>
              <a:rPr lang="zh-CN" altLang="en-US" dirty="0"/>
              <a:t>基本立体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9BA476C-05ED-BB7B-1A3E-FDB0D769F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125" y="2955759"/>
            <a:ext cx="4371502" cy="428902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0F9C7F-D993-7303-7BF5-9C7DCD410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179" y="2646742"/>
            <a:ext cx="3487422" cy="51400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BF40540-9947-8A2B-4011-58736FE03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7089" y="2646743"/>
            <a:ext cx="4276590" cy="5233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8A1E808-C56B-8004-95C5-E24C43F8A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309" y="8491492"/>
            <a:ext cx="4371502" cy="46040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AD4D97D-C7D0-E398-A844-50D6AFD5F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998" y="8393357"/>
            <a:ext cx="4941252" cy="491103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5FCC237-90F9-297D-7F32-68D12E80C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25670" y="7985890"/>
            <a:ext cx="4371504" cy="418482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2720B8C-B6A7-1CF3-4496-15028411E3E7}"/>
              </a:ext>
            </a:extLst>
          </p:cNvPr>
          <p:cNvSpPr txBox="1"/>
          <p:nvPr/>
        </p:nvSpPr>
        <p:spPr>
          <a:xfrm>
            <a:off x="3048000" y="7880593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长方体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3ACDA4-1F2E-87A5-7BCF-69E71895F1EB}"/>
              </a:ext>
            </a:extLst>
          </p:cNvPr>
          <p:cNvSpPr txBox="1"/>
          <p:nvPr/>
        </p:nvSpPr>
        <p:spPr>
          <a:xfrm>
            <a:off x="10332864" y="7880593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四棱锥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F6BF3D-BF8D-4D02-18FA-7FD552EDD394}"/>
              </a:ext>
            </a:extLst>
          </p:cNvPr>
          <p:cNvSpPr txBox="1"/>
          <p:nvPr/>
        </p:nvSpPr>
        <p:spPr>
          <a:xfrm>
            <a:off x="17108985" y="7880593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正六棱柱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C9ECA41-55EC-D480-9BE6-61FF5C4BB51D}"/>
              </a:ext>
            </a:extLst>
          </p:cNvPr>
          <p:cNvSpPr txBox="1"/>
          <p:nvPr/>
        </p:nvSpPr>
        <p:spPr>
          <a:xfrm>
            <a:off x="2890548" y="1283825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圆柱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2C4D29-E4DE-BA56-39CA-749EA3241226}"/>
              </a:ext>
            </a:extLst>
          </p:cNvPr>
          <p:cNvSpPr txBox="1"/>
          <p:nvPr/>
        </p:nvSpPr>
        <p:spPr>
          <a:xfrm>
            <a:off x="10369434" y="1272618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圆锥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90558A-B3A9-A13C-511C-49986BB97313}"/>
              </a:ext>
            </a:extLst>
          </p:cNvPr>
          <p:cNvSpPr txBox="1"/>
          <p:nvPr/>
        </p:nvSpPr>
        <p:spPr>
          <a:xfrm>
            <a:off x="17615513" y="1235685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828800" hangingPunct="1"/>
            <a:r>
              <a:rPr lang="zh-CN" altLang="en-US" sz="3600" b="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rPr>
              <a:t>球</a:t>
            </a:r>
          </a:p>
        </p:txBody>
      </p:sp>
    </p:spTree>
    <p:extLst>
      <p:ext uri="{BB962C8B-B14F-4D97-AF65-F5344CB8AC3E}">
        <p14:creationId xmlns:p14="http://schemas.microsoft.com/office/powerpoint/2010/main" val="1403605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552AE4-20D0-38DC-D684-0F2E5E306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257" y="461421"/>
            <a:ext cx="10937446" cy="127931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7DB9132F-3985-4C1F-6D16-331C79BE2098}"/>
                  </a:ext>
                </a:extLst>
              </p14:cNvPr>
              <p14:cNvContentPartPr/>
              <p14:nvPr/>
            </p14:nvContentPartPr>
            <p14:xfrm>
              <a:off x="13319760" y="6371780"/>
              <a:ext cx="815040" cy="4392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7DB9132F-3985-4C1F-6D16-331C79BE20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56788" y="6308625"/>
                <a:ext cx="940625" cy="56515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14BD32CB-22D6-5BC0-993F-B3EE63CF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BF30E-4D12-3621-F02B-2222A21D3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尺寸基准</a:t>
            </a:r>
            <a:endParaRPr lang="en-US" altLang="zh-CN" dirty="0"/>
          </a:p>
          <a:p>
            <a:r>
              <a:rPr lang="zh-CN" altLang="en-US" sz="4800" dirty="0"/>
              <a:t>三个方向上各有一个基准</a:t>
            </a:r>
            <a:endParaRPr lang="en-US" altLang="zh-CN" sz="4800" dirty="0"/>
          </a:p>
          <a:p>
            <a:r>
              <a:rPr lang="zh-CN" altLang="en-US" sz="4800" dirty="0"/>
              <a:t>对称组合体对称平面作基准，尺寸注在两端</a:t>
            </a:r>
            <a:endParaRPr lang="en-US" altLang="zh-CN" sz="4800" dirty="0"/>
          </a:p>
          <a:p>
            <a:r>
              <a:rPr lang="zh-CN" altLang="en-US" sz="4800" dirty="0"/>
              <a:t>非对称组合体选较大平面作基准</a:t>
            </a:r>
            <a:endParaRPr lang="en-US" altLang="zh-CN" sz="4800" dirty="0"/>
          </a:p>
          <a:p>
            <a:r>
              <a:rPr lang="zh-CN" altLang="en-US" sz="4800" dirty="0"/>
              <a:t>整体具有回转轴线组合体，将轴线作为两方向基准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E32A229-C05F-4400-C3B5-DF564689F372}"/>
                  </a:ext>
                </a:extLst>
              </p14:cNvPr>
              <p14:cNvContentPartPr/>
              <p14:nvPr/>
            </p14:nvContentPartPr>
            <p14:xfrm>
              <a:off x="16285441" y="7691257"/>
              <a:ext cx="91438" cy="91438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E32A229-C05F-4400-C3B5-DF564689F3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51558" y="-8310393"/>
                <a:ext cx="10728725" cy="3200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46C26BB4-600C-C6B7-53A7-848FB580232F}"/>
                  </a:ext>
                </a:extLst>
              </p14:cNvPr>
              <p14:cNvContentPartPr/>
              <p14:nvPr/>
            </p14:nvContentPartPr>
            <p14:xfrm>
              <a:off x="13095120" y="8324420"/>
              <a:ext cx="2564640" cy="16106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46C26BB4-600C-C6B7-53A7-848FB58023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32111" y="8261406"/>
                <a:ext cx="2690298" cy="17363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723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B089F-FDB1-6214-FA6F-D563668F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1EDBD4-E457-83BC-EBF2-5C755DAE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定形尺寸</a:t>
            </a:r>
            <a:endParaRPr lang="en-US" altLang="zh-CN" dirty="0"/>
          </a:p>
          <a:p>
            <a:r>
              <a:rPr lang="zh-CN" altLang="en-US" sz="4000" dirty="0"/>
              <a:t>确定形体形状、大小</a:t>
            </a:r>
            <a:endParaRPr lang="en-US" altLang="zh-CN" sz="4000" dirty="0"/>
          </a:p>
          <a:p>
            <a:r>
              <a:rPr lang="zh-CN" altLang="en-US" dirty="0"/>
              <a:t>定位尺寸</a:t>
            </a:r>
            <a:endParaRPr lang="en-US" altLang="zh-CN" dirty="0"/>
          </a:p>
          <a:p>
            <a:r>
              <a:rPr lang="zh-CN" altLang="en-US" sz="4000" dirty="0"/>
              <a:t>确定各形体相对位置</a:t>
            </a:r>
            <a:endParaRPr lang="en-US" altLang="zh-CN" sz="4000" dirty="0"/>
          </a:p>
          <a:p>
            <a:r>
              <a:rPr lang="zh-CN" altLang="en-US" dirty="0"/>
              <a:t>总体尺寸</a:t>
            </a:r>
            <a:endParaRPr lang="en-US" altLang="zh-CN" dirty="0"/>
          </a:p>
          <a:p>
            <a:r>
              <a:rPr lang="zh-CN" altLang="en-US" sz="4000" dirty="0"/>
              <a:t>组合体总的长、宽、高</a:t>
            </a:r>
            <a:endParaRPr lang="en-US" altLang="zh-CN" sz="4000" dirty="0"/>
          </a:p>
          <a:p>
            <a:r>
              <a:rPr lang="zh-CN" altLang="en-US" sz="4000" dirty="0"/>
              <a:t>产生封闭尺寸时删去一个定形尺寸</a:t>
            </a:r>
            <a:endParaRPr lang="en-US" altLang="zh-CN" sz="4000" dirty="0"/>
          </a:p>
          <a:p>
            <a:r>
              <a:rPr lang="zh-CN" altLang="en-US" sz="4000" dirty="0"/>
              <a:t>某端面回转体时，不标总体尺寸，</a:t>
            </a:r>
            <a:endParaRPr lang="en-US" altLang="zh-CN" sz="4000" dirty="0"/>
          </a:p>
          <a:p>
            <a:pPr marL="0" indent="0">
              <a:buNone/>
            </a:pPr>
            <a:r>
              <a:rPr lang="zh-CN" altLang="en-US" sz="4000" dirty="0"/>
              <a:t>通过半径加中心距确定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996DE2-162A-0B89-31DB-FD48DC9A8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823" y="827412"/>
            <a:ext cx="4661962" cy="56038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5A152E-8B6B-128C-88F3-7CBF39BE9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784" y="349021"/>
            <a:ext cx="5638816" cy="5519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DB91DC-EB09-D254-BE61-2B0201A20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22" y="6810016"/>
            <a:ext cx="5302316" cy="40125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A948C30-12EA-52E4-79D9-C997B232E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1045" y="6248998"/>
            <a:ext cx="6548402" cy="49263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43B911-A4F8-2D92-2CBE-400A6FF4C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31087" y="928855"/>
            <a:ext cx="3429026" cy="48196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98AA1E-7B57-CF9D-C62E-09705E9EA92C}"/>
              </a:ext>
            </a:extLst>
          </p:cNvPr>
          <p:cNvSpPr txBox="1"/>
          <p:nvPr/>
        </p:nvSpPr>
        <p:spPr>
          <a:xfrm>
            <a:off x="-1968500" y="1098808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&lt;=半圆标半径</a:t>
            </a:r>
          </a:p>
          <a:p>
            <a:r>
              <a:rPr lang="zh-CN" altLang="en-US" sz="3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&gt;半圆标直径</a:t>
            </a:r>
          </a:p>
        </p:txBody>
      </p:sp>
    </p:spTree>
    <p:extLst>
      <p:ext uri="{BB962C8B-B14F-4D97-AF65-F5344CB8AC3E}">
        <p14:creationId xmlns:p14="http://schemas.microsoft.com/office/powerpoint/2010/main" val="1691563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1B702-A0A2-4D39-72A1-AFB0DA8E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350FD-DDC5-1261-9ABD-DDE1E5C0A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160" y="2040224"/>
            <a:ext cx="21977352" cy="9728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形体分析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①选取尺寸基准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②标注独立定形尺寸</a:t>
            </a:r>
            <a:endParaRPr lang="en-US" altLang="zh-CN" dirty="0"/>
          </a:p>
          <a:p>
            <a:r>
              <a:rPr lang="zh-CN" altLang="en-US" dirty="0"/>
              <a:t>仅标注独立的，不受约束，不被其他形体确定的定形尺寸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③标注定位尺寸，确立形体间关系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④标注总体尺寸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686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E7555-2080-9D95-1F41-6C9343C3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9413F-0249-F360-28AB-05F82182A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切割顺序</a:t>
            </a:r>
            <a:endParaRPr lang="en-US" altLang="zh-CN" dirty="0"/>
          </a:p>
          <a:p>
            <a:r>
              <a:rPr lang="zh-CN" altLang="en-US" dirty="0"/>
              <a:t>以切割为主形成的组合体，按切割顺序标注尺寸</a:t>
            </a:r>
          </a:p>
        </p:txBody>
      </p:sp>
      <p:grpSp>
        <p:nvGrpSpPr>
          <p:cNvPr id="4" name="Group 5147">
            <a:extLst>
              <a:ext uri="{FF2B5EF4-FFF2-40B4-BE49-F238E27FC236}">
                <a16:creationId xmlns:a16="http://schemas.microsoft.com/office/drawing/2014/main" id="{05E073CC-985F-1427-9F91-5570E43FADEE}"/>
              </a:ext>
            </a:extLst>
          </p:cNvPr>
          <p:cNvGrpSpPr>
            <a:grpSpLocks/>
          </p:cNvGrpSpPr>
          <p:nvPr/>
        </p:nvGrpSpPr>
        <p:grpSpPr bwMode="auto">
          <a:xfrm>
            <a:off x="6375400" y="4902200"/>
            <a:ext cx="10490200" cy="7731126"/>
            <a:chOff x="2688" y="1594"/>
            <a:chExt cx="2415" cy="1735"/>
          </a:xfrm>
        </p:grpSpPr>
        <p:sp>
          <p:nvSpPr>
            <p:cNvPr id="5" name="Freeform 4436">
              <a:extLst>
                <a:ext uri="{FF2B5EF4-FFF2-40B4-BE49-F238E27FC236}">
                  <a16:creationId xmlns:a16="http://schemas.microsoft.com/office/drawing/2014/main" id="{3FD318AE-F4B9-32B0-BB0A-958B80291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3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Freeform 4437">
              <a:extLst>
                <a:ext uri="{FF2B5EF4-FFF2-40B4-BE49-F238E27FC236}">
                  <a16:creationId xmlns:a16="http://schemas.microsoft.com/office/drawing/2014/main" id="{7F334B98-88EB-4CAE-122B-F5D2DAC6C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3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Freeform 4438">
              <a:extLst>
                <a:ext uri="{FF2B5EF4-FFF2-40B4-BE49-F238E27FC236}">
                  <a16:creationId xmlns:a16="http://schemas.microsoft.com/office/drawing/2014/main" id="{6CF02E91-5348-4274-753D-8FCDA4D8A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931"/>
              <a:ext cx="295" cy="18"/>
            </a:xfrm>
            <a:custGeom>
              <a:avLst/>
              <a:gdLst>
                <a:gd name="T0" fmla="*/ 0 w 1769"/>
                <a:gd name="T1" fmla="*/ 0 h 107"/>
                <a:gd name="T2" fmla="*/ 0 w 1769"/>
                <a:gd name="T3" fmla="*/ 0 h 107"/>
                <a:gd name="T4" fmla="*/ 0 w 1769"/>
                <a:gd name="T5" fmla="*/ 0 h 107"/>
                <a:gd name="T6" fmla="*/ 0 w 1769"/>
                <a:gd name="T7" fmla="*/ 0 h 107"/>
                <a:gd name="T8" fmla="*/ 0 w 1769"/>
                <a:gd name="T9" fmla="*/ 0 h 107"/>
                <a:gd name="T10" fmla="*/ 0 w 1769"/>
                <a:gd name="T11" fmla="*/ 0 h 107"/>
                <a:gd name="T12" fmla="*/ 0 w 176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9"/>
                <a:gd name="T22" fmla="*/ 0 h 107"/>
                <a:gd name="T23" fmla="*/ 1769 w 176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769" y="107"/>
                  </a:lnTo>
                  <a:lnTo>
                    <a:pt x="1769" y="54"/>
                  </a:lnTo>
                  <a:lnTo>
                    <a:pt x="17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Freeform 4439">
              <a:extLst>
                <a:ext uri="{FF2B5EF4-FFF2-40B4-BE49-F238E27FC236}">
                  <a16:creationId xmlns:a16="http://schemas.microsoft.com/office/drawing/2014/main" id="{793CE38B-7CFE-B038-A312-E49DBFC16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931"/>
              <a:ext cx="295" cy="18"/>
            </a:xfrm>
            <a:custGeom>
              <a:avLst/>
              <a:gdLst>
                <a:gd name="T0" fmla="*/ 0 w 1769"/>
                <a:gd name="T1" fmla="*/ 0 h 107"/>
                <a:gd name="T2" fmla="*/ 0 w 1769"/>
                <a:gd name="T3" fmla="*/ 0 h 107"/>
                <a:gd name="T4" fmla="*/ 0 w 1769"/>
                <a:gd name="T5" fmla="*/ 0 h 107"/>
                <a:gd name="T6" fmla="*/ 0 w 1769"/>
                <a:gd name="T7" fmla="*/ 0 h 107"/>
                <a:gd name="T8" fmla="*/ 0 w 1769"/>
                <a:gd name="T9" fmla="*/ 0 h 107"/>
                <a:gd name="T10" fmla="*/ 0 w 1769"/>
                <a:gd name="T11" fmla="*/ 0 h 107"/>
                <a:gd name="T12" fmla="*/ 0 w 176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9"/>
                <a:gd name="T22" fmla="*/ 0 h 107"/>
                <a:gd name="T23" fmla="*/ 1769 w 176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769" y="107"/>
                  </a:lnTo>
                  <a:lnTo>
                    <a:pt x="1769" y="54"/>
                  </a:lnTo>
                  <a:lnTo>
                    <a:pt x="176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Freeform 4440">
              <a:extLst>
                <a:ext uri="{FF2B5EF4-FFF2-40B4-BE49-F238E27FC236}">
                  <a16:creationId xmlns:a16="http://schemas.microsoft.com/office/drawing/2014/main" id="{E7E61716-0F36-9F97-82E4-6156B86A4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93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Freeform 4441">
              <a:extLst>
                <a:ext uri="{FF2B5EF4-FFF2-40B4-BE49-F238E27FC236}">
                  <a16:creationId xmlns:a16="http://schemas.microsoft.com/office/drawing/2014/main" id="{2D2D58F5-583D-2875-3C04-7809921BE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93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Freeform 4442">
              <a:extLst>
                <a:ext uri="{FF2B5EF4-FFF2-40B4-BE49-F238E27FC236}">
                  <a16:creationId xmlns:a16="http://schemas.microsoft.com/office/drawing/2014/main" id="{7A433CB9-0986-3EED-81CE-04A92914F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138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Freeform 4443">
              <a:extLst>
                <a:ext uri="{FF2B5EF4-FFF2-40B4-BE49-F238E27FC236}">
                  <a16:creationId xmlns:a16="http://schemas.microsoft.com/office/drawing/2014/main" id="{86D5F9B2-CD52-63FC-F27F-CE73EFB66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138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Freeform 4444">
              <a:extLst>
                <a:ext uri="{FF2B5EF4-FFF2-40B4-BE49-F238E27FC236}">
                  <a16:creationId xmlns:a16="http://schemas.microsoft.com/office/drawing/2014/main" id="{3043A67E-EE59-15DF-AC27-FC6BB1FE2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3138"/>
              <a:ext cx="325" cy="18"/>
            </a:xfrm>
            <a:custGeom>
              <a:avLst/>
              <a:gdLst>
                <a:gd name="T0" fmla="*/ 0 w 1947"/>
                <a:gd name="T1" fmla="*/ 0 h 107"/>
                <a:gd name="T2" fmla="*/ 0 w 1947"/>
                <a:gd name="T3" fmla="*/ 0 h 107"/>
                <a:gd name="T4" fmla="*/ 0 w 1947"/>
                <a:gd name="T5" fmla="*/ 0 h 107"/>
                <a:gd name="T6" fmla="*/ 0 w 1947"/>
                <a:gd name="T7" fmla="*/ 0 h 107"/>
                <a:gd name="T8" fmla="*/ 0 w 1947"/>
                <a:gd name="T9" fmla="*/ 0 h 107"/>
                <a:gd name="T10" fmla="*/ 0 w 1947"/>
                <a:gd name="T11" fmla="*/ 0 h 107"/>
                <a:gd name="T12" fmla="*/ 0 w 194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47"/>
                <a:gd name="T22" fmla="*/ 0 h 107"/>
                <a:gd name="T23" fmla="*/ 1947 w 194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47" h="107">
                  <a:moveTo>
                    <a:pt x="1947" y="107"/>
                  </a:moveTo>
                  <a:lnTo>
                    <a:pt x="1947" y="54"/>
                  </a:lnTo>
                  <a:lnTo>
                    <a:pt x="1947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947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Freeform 4445">
              <a:extLst>
                <a:ext uri="{FF2B5EF4-FFF2-40B4-BE49-F238E27FC236}">
                  <a16:creationId xmlns:a16="http://schemas.microsoft.com/office/drawing/2014/main" id="{A5B30059-299F-7719-8D6F-06572834E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3138"/>
              <a:ext cx="325" cy="18"/>
            </a:xfrm>
            <a:custGeom>
              <a:avLst/>
              <a:gdLst>
                <a:gd name="T0" fmla="*/ 0 w 1947"/>
                <a:gd name="T1" fmla="*/ 0 h 107"/>
                <a:gd name="T2" fmla="*/ 0 w 1947"/>
                <a:gd name="T3" fmla="*/ 0 h 107"/>
                <a:gd name="T4" fmla="*/ 0 w 1947"/>
                <a:gd name="T5" fmla="*/ 0 h 107"/>
                <a:gd name="T6" fmla="*/ 0 w 1947"/>
                <a:gd name="T7" fmla="*/ 0 h 107"/>
                <a:gd name="T8" fmla="*/ 0 w 1947"/>
                <a:gd name="T9" fmla="*/ 0 h 107"/>
                <a:gd name="T10" fmla="*/ 0 w 1947"/>
                <a:gd name="T11" fmla="*/ 0 h 107"/>
                <a:gd name="T12" fmla="*/ 0 w 194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47"/>
                <a:gd name="T22" fmla="*/ 0 h 107"/>
                <a:gd name="T23" fmla="*/ 1947 w 194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47" h="107">
                  <a:moveTo>
                    <a:pt x="1947" y="107"/>
                  </a:moveTo>
                  <a:lnTo>
                    <a:pt x="1947" y="54"/>
                  </a:lnTo>
                  <a:lnTo>
                    <a:pt x="1947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947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Freeform 4446">
              <a:extLst>
                <a:ext uri="{FF2B5EF4-FFF2-40B4-BE49-F238E27FC236}">
                  <a16:creationId xmlns:a16="http://schemas.microsoft.com/office/drawing/2014/main" id="{087FB0D3-2A7B-18C5-65BE-4EB0FFB2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38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Freeform 4447">
              <a:extLst>
                <a:ext uri="{FF2B5EF4-FFF2-40B4-BE49-F238E27FC236}">
                  <a16:creationId xmlns:a16="http://schemas.microsoft.com/office/drawing/2014/main" id="{B5EB90EC-B94C-F329-CC39-40A829937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38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Freeform 4448">
              <a:extLst>
                <a:ext uri="{FF2B5EF4-FFF2-40B4-BE49-F238E27FC236}">
                  <a16:creationId xmlns:a16="http://schemas.microsoft.com/office/drawing/2014/main" id="{C5F8CFC3-7C50-26A8-987F-A87DC1E9F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769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w 78"/>
                <a:gd name="T31" fmla="*/ 0 h 100"/>
                <a:gd name="T32" fmla="*/ 0 w 78"/>
                <a:gd name="T33" fmla="*/ 0 h 1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8"/>
                <a:gd name="T52" fmla="*/ 0 h 100"/>
                <a:gd name="T53" fmla="*/ 78 w 78"/>
                <a:gd name="T54" fmla="*/ 100 h 10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8" h="100">
                  <a:moveTo>
                    <a:pt x="25" y="53"/>
                  </a:moveTo>
                  <a:lnTo>
                    <a:pt x="0" y="6"/>
                  </a:lnTo>
                  <a:lnTo>
                    <a:pt x="10" y="1"/>
                  </a:lnTo>
                  <a:lnTo>
                    <a:pt x="22" y="0"/>
                  </a:lnTo>
                  <a:lnTo>
                    <a:pt x="35" y="0"/>
                  </a:lnTo>
                  <a:lnTo>
                    <a:pt x="46" y="3"/>
                  </a:lnTo>
                  <a:lnTo>
                    <a:pt x="56" y="10"/>
                  </a:lnTo>
                  <a:lnTo>
                    <a:pt x="66" y="18"/>
                  </a:lnTo>
                  <a:lnTo>
                    <a:pt x="72" y="28"/>
                  </a:lnTo>
                  <a:lnTo>
                    <a:pt x="77" y="38"/>
                  </a:lnTo>
                  <a:lnTo>
                    <a:pt x="78" y="50"/>
                  </a:lnTo>
                  <a:lnTo>
                    <a:pt x="78" y="62"/>
                  </a:lnTo>
                  <a:lnTo>
                    <a:pt x="75" y="74"/>
                  </a:lnTo>
                  <a:lnTo>
                    <a:pt x="69" y="84"/>
                  </a:lnTo>
                  <a:lnTo>
                    <a:pt x="60" y="93"/>
                  </a:lnTo>
                  <a:lnTo>
                    <a:pt x="51" y="100"/>
                  </a:lnTo>
                  <a:lnTo>
                    <a:pt x="25" y="53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Freeform 4449">
              <a:extLst>
                <a:ext uri="{FF2B5EF4-FFF2-40B4-BE49-F238E27FC236}">
                  <a16:creationId xmlns:a16="http://schemas.microsoft.com/office/drawing/2014/main" id="{E71023DC-F1E8-4E2C-517B-5B40207BD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769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8"/>
                <a:gd name="T46" fmla="*/ 0 h 100"/>
                <a:gd name="T47" fmla="*/ 78 w 78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8" h="100">
                  <a:moveTo>
                    <a:pt x="0" y="6"/>
                  </a:moveTo>
                  <a:lnTo>
                    <a:pt x="10" y="1"/>
                  </a:lnTo>
                  <a:lnTo>
                    <a:pt x="22" y="0"/>
                  </a:lnTo>
                  <a:lnTo>
                    <a:pt x="35" y="0"/>
                  </a:lnTo>
                  <a:lnTo>
                    <a:pt x="46" y="3"/>
                  </a:lnTo>
                  <a:lnTo>
                    <a:pt x="56" y="10"/>
                  </a:lnTo>
                  <a:lnTo>
                    <a:pt x="66" y="18"/>
                  </a:lnTo>
                  <a:lnTo>
                    <a:pt x="72" y="28"/>
                  </a:lnTo>
                  <a:lnTo>
                    <a:pt x="77" y="38"/>
                  </a:lnTo>
                  <a:lnTo>
                    <a:pt x="78" y="50"/>
                  </a:lnTo>
                  <a:lnTo>
                    <a:pt x="78" y="62"/>
                  </a:lnTo>
                  <a:lnTo>
                    <a:pt x="75" y="74"/>
                  </a:lnTo>
                  <a:lnTo>
                    <a:pt x="69" y="84"/>
                  </a:lnTo>
                  <a:lnTo>
                    <a:pt x="60" y="93"/>
                  </a:lnTo>
                  <a:lnTo>
                    <a:pt x="51" y="10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Freeform 4450">
              <a:extLst>
                <a:ext uri="{FF2B5EF4-FFF2-40B4-BE49-F238E27FC236}">
                  <a16:creationId xmlns:a16="http://schemas.microsoft.com/office/drawing/2014/main" id="{BF0D0D9D-AAA3-A9FF-8060-F93446B8A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770"/>
              <a:ext cx="657" cy="370"/>
            </a:xfrm>
            <a:custGeom>
              <a:avLst/>
              <a:gdLst>
                <a:gd name="T0" fmla="*/ 0 w 3944"/>
                <a:gd name="T1" fmla="*/ 0 h 2220"/>
                <a:gd name="T2" fmla="*/ 0 w 3944"/>
                <a:gd name="T3" fmla="*/ 0 h 2220"/>
                <a:gd name="T4" fmla="*/ 0 w 3944"/>
                <a:gd name="T5" fmla="*/ 0 h 2220"/>
                <a:gd name="T6" fmla="*/ 0 w 3944"/>
                <a:gd name="T7" fmla="*/ 0 h 2220"/>
                <a:gd name="T8" fmla="*/ 0 w 3944"/>
                <a:gd name="T9" fmla="*/ 0 h 2220"/>
                <a:gd name="T10" fmla="*/ 0 w 3944"/>
                <a:gd name="T11" fmla="*/ 0 h 2220"/>
                <a:gd name="T12" fmla="*/ 0 w 3944"/>
                <a:gd name="T13" fmla="*/ 0 h 2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44"/>
                <a:gd name="T22" fmla="*/ 0 h 2220"/>
                <a:gd name="T23" fmla="*/ 3944 w 3944"/>
                <a:gd name="T24" fmla="*/ 2220 h 22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44" h="2220">
                  <a:moveTo>
                    <a:pt x="3944" y="94"/>
                  </a:moveTo>
                  <a:lnTo>
                    <a:pt x="3918" y="47"/>
                  </a:lnTo>
                  <a:lnTo>
                    <a:pt x="3893" y="0"/>
                  </a:lnTo>
                  <a:lnTo>
                    <a:pt x="0" y="2126"/>
                  </a:lnTo>
                  <a:lnTo>
                    <a:pt x="25" y="2173"/>
                  </a:lnTo>
                  <a:lnTo>
                    <a:pt x="50" y="2220"/>
                  </a:lnTo>
                  <a:lnTo>
                    <a:pt x="3944" y="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Freeform 4451">
              <a:extLst>
                <a:ext uri="{FF2B5EF4-FFF2-40B4-BE49-F238E27FC236}">
                  <a16:creationId xmlns:a16="http://schemas.microsoft.com/office/drawing/2014/main" id="{8FD275D0-60F5-F47F-DD9F-68BE9F9FA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770"/>
              <a:ext cx="657" cy="370"/>
            </a:xfrm>
            <a:custGeom>
              <a:avLst/>
              <a:gdLst>
                <a:gd name="T0" fmla="*/ 0 w 3944"/>
                <a:gd name="T1" fmla="*/ 0 h 2220"/>
                <a:gd name="T2" fmla="*/ 0 w 3944"/>
                <a:gd name="T3" fmla="*/ 0 h 2220"/>
                <a:gd name="T4" fmla="*/ 0 w 3944"/>
                <a:gd name="T5" fmla="*/ 0 h 2220"/>
                <a:gd name="T6" fmla="*/ 0 w 3944"/>
                <a:gd name="T7" fmla="*/ 0 h 2220"/>
                <a:gd name="T8" fmla="*/ 0 w 3944"/>
                <a:gd name="T9" fmla="*/ 0 h 2220"/>
                <a:gd name="T10" fmla="*/ 0 w 3944"/>
                <a:gd name="T11" fmla="*/ 0 h 2220"/>
                <a:gd name="T12" fmla="*/ 0 w 3944"/>
                <a:gd name="T13" fmla="*/ 0 h 2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44"/>
                <a:gd name="T22" fmla="*/ 0 h 2220"/>
                <a:gd name="T23" fmla="*/ 3944 w 3944"/>
                <a:gd name="T24" fmla="*/ 2220 h 22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44" h="2220">
                  <a:moveTo>
                    <a:pt x="3944" y="94"/>
                  </a:moveTo>
                  <a:lnTo>
                    <a:pt x="3918" y="47"/>
                  </a:lnTo>
                  <a:lnTo>
                    <a:pt x="3893" y="0"/>
                  </a:lnTo>
                  <a:lnTo>
                    <a:pt x="0" y="2126"/>
                  </a:lnTo>
                  <a:lnTo>
                    <a:pt x="25" y="2173"/>
                  </a:lnTo>
                  <a:lnTo>
                    <a:pt x="50" y="2220"/>
                  </a:lnTo>
                  <a:lnTo>
                    <a:pt x="3944" y="9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Freeform 4452">
              <a:extLst>
                <a:ext uri="{FF2B5EF4-FFF2-40B4-BE49-F238E27FC236}">
                  <a16:creationId xmlns:a16="http://schemas.microsoft.com/office/drawing/2014/main" id="{CCECE89C-03F3-73A4-BF13-4B4D04134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4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w 78"/>
                <a:gd name="T31" fmla="*/ 0 h 100"/>
                <a:gd name="T32" fmla="*/ 0 w 78"/>
                <a:gd name="T33" fmla="*/ 0 h 1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8"/>
                <a:gd name="T52" fmla="*/ 0 h 100"/>
                <a:gd name="T53" fmla="*/ 78 w 78"/>
                <a:gd name="T54" fmla="*/ 100 h 10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8" h="100">
                  <a:moveTo>
                    <a:pt x="53" y="47"/>
                  </a:moveTo>
                  <a:lnTo>
                    <a:pt x="78" y="94"/>
                  </a:lnTo>
                  <a:lnTo>
                    <a:pt x="68" y="99"/>
                  </a:lnTo>
                  <a:lnTo>
                    <a:pt x="56" y="100"/>
                  </a:lnTo>
                  <a:lnTo>
                    <a:pt x="43" y="100"/>
                  </a:lnTo>
                  <a:lnTo>
                    <a:pt x="32" y="97"/>
                  </a:lnTo>
                  <a:lnTo>
                    <a:pt x="22" y="90"/>
                  </a:lnTo>
                  <a:lnTo>
                    <a:pt x="13" y="82"/>
                  </a:lnTo>
                  <a:lnTo>
                    <a:pt x="6" y="72"/>
                  </a:lnTo>
                  <a:lnTo>
                    <a:pt x="1" y="62"/>
                  </a:lnTo>
                  <a:lnTo>
                    <a:pt x="0" y="50"/>
                  </a:lnTo>
                  <a:lnTo>
                    <a:pt x="0" y="38"/>
                  </a:lnTo>
                  <a:lnTo>
                    <a:pt x="3" y="26"/>
                  </a:lnTo>
                  <a:lnTo>
                    <a:pt x="10" y="16"/>
                  </a:lnTo>
                  <a:lnTo>
                    <a:pt x="18" y="7"/>
                  </a:lnTo>
                  <a:lnTo>
                    <a:pt x="28" y="0"/>
                  </a:lnTo>
                  <a:lnTo>
                    <a:pt x="53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Freeform 4453">
              <a:extLst>
                <a:ext uri="{FF2B5EF4-FFF2-40B4-BE49-F238E27FC236}">
                  <a16:creationId xmlns:a16="http://schemas.microsoft.com/office/drawing/2014/main" id="{77259798-456F-AB2D-0D18-BB97B345E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4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8"/>
                <a:gd name="T46" fmla="*/ 0 h 100"/>
                <a:gd name="T47" fmla="*/ 78 w 78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8" h="100">
                  <a:moveTo>
                    <a:pt x="78" y="94"/>
                  </a:moveTo>
                  <a:lnTo>
                    <a:pt x="68" y="99"/>
                  </a:lnTo>
                  <a:lnTo>
                    <a:pt x="56" y="100"/>
                  </a:lnTo>
                  <a:lnTo>
                    <a:pt x="43" y="100"/>
                  </a:lnTo>
                  <a:lnTo>
                    <a:pt x="32" y="97"/>
                  </a:lnTo>
                  <a:lnTo>
                    <a:pt x="22" y="90"/>
                  </a:lnTo>
                  <a:lnTo>
                    <a:pt x="13" y="82"/>
                  </a:lnTo>
                  <a:lnTo>
                    <a:pt x="6" y="72"/>
                  </a:lnTo>
                  <a:lnTo>
                    <a:pt x="1" y="62"/>
                  </a:lnTo>
                  <a:lnTo>
                    <a:pt x="0" y="50"/>
                  </a:lnTo>
                  <a:lnTo>
                    <a:pt x="0" y="38"/>
                  </a:lnTo>
                  <a:lnTo>
                    <a:pt x="3" y="26"/>
                  </a:lnTo>
                  <a:lnTo>
                    <a:pt x="10" y="16"/>
                  </a:lnTo>
                  <a:lnTo>
                    <a:pt x="18" y="7"/>
                  </a:lnTo>
                  <a:lnTo>
                    <a:pt x="2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Freeform 4454">
              <a:extLst>
                <a:ext uri="{FF2B5EF4-FFF2-40B4-BE49-F238E27FC236}">
                  <a16:creationId xmlns:a16="http://schemas.microsoft.com/office/drawing/2014/main" id="{AA29A675-DC1A-64A4-419B-9E5147C6B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Freeform 4455">
              <a:extLst>
                <a:ext uri="{FF2B5EF4-FFF2-40B4-BE49-F238E27FC236}">
                  <a16:creationId xmlns:a16="http://schemas.microsoft.com/office/drawing/2014/main" id="{40B76422-74E4-31EE-5461-A9677907F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Freeform 4456">
              <a:extLst>
                <a:ext uri="{FF2B5EF4-FFF2-40B4-BE49-F238E27FC236}">
                  <a16:creationId xmlns:a16="http://schemas.microsoft.com/office/drawing/2014/main" id="{5021BCF6-9D70-5F13-2E2C-09ED934AE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89"/>
              <a:ext cx="1298" cy="18"/>
            </a:xfrm>
            <a:custGeom>
              <a:avLst/>
              <a:gdLst>
                <a:gd name="T0" fmla="*/ 0 w 7787"/>
                <a:gd name="T1" fmla="*/ 0 h 107"/>
                <a:gd name="T2" fmla="*/ 0 w 7787"/>
                <a:gd name="T3" fmla="*/ 0 h 107"/>
                <a:gd name="T4" fmla="*/ 0 w 7787"/>
                <a:gd name="T5" fmla="*/ 0 h 107"/>
                <a:gd name="T6" fmla="*/ 0 w 7787"/>
                <a:gd name="T7" fmla="*/ 0 h 107"/>
                <a:gd name="T8" fmla="*/ 0 w 7787"/>
                <a:gd name="T9" fmla="*/ 0 h 107"/>
                <a:gd name="T10" fmla="*/ 0 w 7787"/>
                <a:gd name="T11" fmla="*/ 0 h 107"/>
                <a:gd name="T12" fmla="*/ 0 w 778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787"/>
                <a:gd name="T22" fmla="*/ 0 h 107"/>
                <a:gd name="T23" fmla="*/ 7787 w 778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78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787" y="107"/>
                  </a:lnTo>
                  <a:lnTo>
                    <a:pt x="7787" y="54"/>
                  </a:lnTo>
                  <a:lnTo>
                    <a:pt x="77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Freeform 4457">
              <a:extLst>
                <a:ext uri="{FF2B5EF4-FFF2-40B4-BE49-F238E27FC236}">
                  <a16:creationId xmlns:a16="http://schemas.microsoft.com/office/drawing/2014/main" id="{BB35434E-1A11-D61C-0475-342CF20DF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89"/>
              <a:ext cx="1298" cy="18"/>
            </a:xfrm>
            <a:custGeom>
              <a:avLst/>
              <a:gdLst>
                <a:gd name="T0" fmla="*/ 0 w 7787"/>
                <a:gd name="T1" fmla="*/ 0 h 107"/>
                <a:gd name="T2" fmla="*/ 0 w 7787"/>
                <a:gd name="T3" fmla="*/ 0 h 107"/>
                <a:gd name="T4" fmla="*/ 0 w 7787"/>
                <a:gd name="T5" fmla="*/ 0 h 107"/>
                <a:gd name="T6" fmla="*/ 0 w 7787"/>
                <a:gd name="T7" fmla="*/ 0 h 107"/>
                <a:gd name="T8" fmla="*/ 0 w 7787"/>
                <a:gd name="T9" fmla="*/ 0 h 107"/>
                <a:gd name="T10" fmla="*/ 0 w 7787"/>
                <a:gd name="T11" fmla="*/ 0 h 107"/>
                <a:gd name="T12" fmla="*/ 0 w 778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787"/>
                <a:gd name="T22" fmla="*/ 0 h 107"/>
                <a:gd name="T23" fmla="*/ 7787 w 778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78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787" y="107"/>
                  </a:lnTo>
                  <a:lnTo>
                    <a:pt x="7787" y="54"/>
                  </a:lnTo>
                  <a:lnTo>
                    <a:pt x="778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Freeform 4458">
              <a:extLst>
                <a:ext uri="{FF2B5EF4-FFF2-40B4-BE49-F238E27FC236}">
                  <a16:creationId xmlns:a16="http://schemas.microsoft.com/office/drawing/2014/main" id="{974384DF-8CFE-60E1-57C2-C8BA529AB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Freeform 4459">
              <a:extLst>
                <a:ext uri="{FF2B5EF4-FFF2-40B4-BE49-F238E27FC236}">
                  <a16:creationId xmlns:a16="http://schemas.microsoft.com/office/drawing/2014/main" id="{9F0ADE21-3DBB-43B7-BD74-78422469D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Freeform 4460">
              <a:extLst>
                <a:ext uri="{FF2B5EF4-FFF2-40B4-BE49-F238E27FC236}">
                  <a16:creationId xmlns:a16="http://schemas.microsoft.com/office/drawing/2014/main" id="{566FDE1F-97CB-43F5-AE57-3B7D762DC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Freeform 4461">
              <a:extLst>
                <a:ext uri="{FF2B5EF4-FFF2-40B4-BE49-F238E27FC236}">
                  <a16:creationId xmlns:a16="http://schemas.microsoft.com/office/drawing/2014/main" id="{69248052-FD53-DB9A-226F-D0EB263C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Freeform 4462">
              <a:extLst>
                <a:ext uri="{FF2B5EF4-FFF2-40B4-BE49-F238E27FC236}">
                  <a16:creationId xmlns:a16="http://schemas.microsoft.com/office/drawing/2014/main" id="{3734DB64-B0A8-60BE-C1D3-03DA75C80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22"/>
              <a:ext cx="18" cy="325"/>
            </a:xfrm>
            <a:custGeom>
              <a:avLst/>
              <a:gdLst>
                <a:gd name="T0" fmla="*/ 0 w 107"/>
                <a:gd name="T1" fmla="*/ 0 h 1948"/>
                <a:gd name="T2" fmla="*/ 0 w 107"/>
                <a:gd name="T3" fmla="*/ 0 h 1948"/>
                <a:gd name="T4" fmla="*/ 0 w 107"/>
                <a:gd name="T5" fmla="*/ 0 h 1948"/>
                <a:gd name="T6" fmla="*/ 0 w 107"/>
                <a:gd name="T7" fmla="*/ 0 h 1948"/>
                <a:gd name="T8" fmla="*/ 0 w 107"/>
                <a:gd name="T9" fmla="*/ 0 h 1948"/>
                <a:gd name="T10" fmla="*/ 0 w 107"/>
                <a:gd name="T11" fmla="*/ 0 h 1948"/>
                <a:gd name="T12" fmla="*/ 0 w 107"/>
                <a:gd name="T13" fmla="*/ 0 h 19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948"/>
                <a:gd name="T23" fmla="*/ 107 w 107"/>
                <a:gd name="T24" fmla="*/ 1948 h 19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94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948"/>
                  </a:lnTo>
                  <a:lnTo>
                    <a:pt x="53" y="1948"/>
                  </a:lnTo>
                  <a:lnTo>
                    <a:pt x="107" y="194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Freeform 4463">
              <a:extLst>
                <a:ext uri="{FF2B5EF4-FFF2-40B4-BE49-F238E27FC236}">
                  <a16:creationId xmlns:a16="http://schemas.microsoft.com/office/drawing/2014/main" id="{427CB41B-B297-0D7B-F225-A20553F88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22"/>
              <a:ext cx="18" cy="325"/>
            </a:xfrm>
            <a:custGeom>
              <a:avLst/>
              <a:gdLst>
                <a:gd name="T0" fmla="*/ 0 w 107"/>
                <a:gd name="T1" fmla="*/ 0 h 1948"/>
                <a:gd name="T2" fmla="*/ 0 w 107"/>
                <a:gd name="T3" fmla="*/ 0 h 1948"/>
                <a:gd name="T4" fmla="*/ 0 w 107"/>
                <a:gd name="T5" fmla="*/ 0 h 1948"/>
                <a:gd name="T6" fmla="*/ 0 w 107"/>
                <a:gd name="T7" fmla="*/ 0 h 1948"/>
                <a:gd name="T8" fmla="*/ 0 w 107"/>
                <a:gd name="T9" fmla="*/ 0 h 1948"/>
                <a:gd name="T10" fmla="*/ 0 w 107"/>
                <a:gd name="T11" fmla="*/ 0 h 1948"/>
                <a:gd name="T12" fmla="*/ 0 w 107"/>
                <a:gd name="T13" fmla="*/ 0 h 19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948"/>
                <a:gd name="T23" fmla="*/ 107 w 107"/>
                <a:gd name="T24" fmla="*/ 1948 h 19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94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948"/>
                  </a:lnTo>
                  <a:lnTo>
                    <a:pt x="53" y="1948"/>
                  </a:lnTo>
                  <a:lnTo>
                    <a:pt x="107" y="194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Freeform 4464">
              <a:extLst>
                <a:ext uri="{FF2B5EF4-FFF2-40B4-BE49-F238E27FC236}">
                  <a16:creationId xmlns:a16="http://schemas.microsoft.com/office/drawing/2014/main" id="{AB589E02-7D23-A308-F7C5-E67C22F1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47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" name="Freeform 4465">
              <a:extLst>
                <a:ext uri="{FF2B5EF4-FFF2-40B4-BE49-F238E27FC236}">
                  <a16:creationId xmlns:a16="http://schemas.microsoft.com/office/drawing/2014/main" id="{ECB65FD6-8F37-EE94-7611-DD735C74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47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Freeform 4466">
              <a:extLst>
                <a:ext uri="{FF2B5EF4-FFF2-40B4-BE49-F238E27FC236}">
                  <a16:creationId xmlns:a16="http://schemas.microsoft.com/office/drawing/2014/main" id="{D7D7D39A-2458-BD67-C9DA-05BE78A78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Freeform 4467">
              <a:extLst>
                <a:ext uri="{FF2B5EF4-FFF2-40B4-BE49-F238E27FC236}">
                  <a16:creationId xmlns:a16="http://schemas.microsoft.com/office/drawing/2014/main" id="{C1C34139-6CF6-A739-5994-881E6F1EB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Freeform 4468">
              <a:extLst>
                <a:ext uri="{FF2B5EF4-FFF2-40B4-BE49-F238E27FC236}">
                  <a16:creationId xmlns:a16="http://schemas.microsoft.com/office/drawing/2014/main" id="{5F8CB9B9-B52B-E000-85BE-A71F3894F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Freeform 4469">
              <a:extLst>
                <a:ext uri="{FF2B5EF4-FFF2-40B4-BE49-F238E27FC236}">
                  <a16:creationId xmlns:a16="http://schemas.microsoft.com/office/drawing/2014/main" id="{7081953F-2D01-AD3C-800C-C6E82EFD5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Freeform 4470">
              <a:extLst>
                <a:ext uri="{FF2B5EF4-FFF2-40B4-BE49-F238E27FC236}">
                  <a16:creationId xmlns:a16="http://schemas.microsoft.com/office/drawing/2014/main" id="{18577C4F-ACC4-98A2-A810-88CF74C95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Freeform 4471">
              <a:extLst>
                <a:ext uri="{FF2B5EF4-FFF2-40B4-BE49-F238E27FC236}">
                  <a16:creationId xmlns:a16="http://schemas.microsoft.com/office/drawing/2014/main" id="{F0A918F6-CBD8-80CB-AE05-9E9FB7477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Freeform 4472">
              <a:extLst>
                <a:ext uri="{FF2B5EF4-FFF2-40B4-BE49-F238E27FC236}">
                  <a16:creationId xmlns:a16="http://schemas.microsoft.com/office/drawing/2014/main" id="{01276D77-F5A7-C574-2894-D19E14168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Freeform 4473">
              <a:extLst>
                <a:ext uri="{FF2B5EF4-FFF2-40B4-BE49-F238E27FC236}">
                  <a16:creationId xmlns:a16="http://schemas.microsoft.com/office/drawing/2014/main" id="{5550BBB1-1F2C-39C6-B5E7-13F32B924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Freeform 4474">
              <a:extLst>
                <a:ext uri="{FF2B5EF4-FFF2-40B4-BE49-F238E27FC236}">
                  <a16:creationId xmlns:a16="http://schemas.microsoft.com/office/drawing/2014/main" id="{22BCBEFC-DB24-1D0E-201C-C819BBAE6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813"/>
              <a:ext cx="206" cy="18"/>
            </a:xfrm>
            <a:custGeom>
              <a:avLst/>
              <a:gdLst>
                <a:gd name="T0" fmla="*/ 0 w 1239"/>
                <a:gd name="T1" fmla="*/ 0 h 107"/>
                <a:gd name="T2" fmla="*/ 0 w 1239"/>
                <a:gd name="T3" fmla="*/ 0 h 107"/>
                <a:gd name="T4" fmla="*/ 0 w 1239"/>
                <a:gd name="T5" fmla="*/ 0 h 107"/>
                <a:gd name="T6" fmla="*/ 0 w 1239"/>
                <a:gd name="T7" fmla="*/ 0 h 107"/>
                <a:gd name="T8" fmla="*/ 0 w 1239"/>
                <a:gd name="T9" fmla="*/ 0 h 107"/>
                <a:gd name="T10" fmla="*/ 0 w 1239"/>
                <a:gd name="T11" fmla="*/ 0 h 107"/>
                <a:gd name="T12" fmla="*/ 0 w 123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9"/>
                <a:gd name="T22" fmla="*/ 0 h 107"/>
                <a:gd name="T23" fmla="*/ 1239 w 123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239" y="107"/>
                  </a:lnTo>
                  <a:lnTo>
                    <a:pt x="1239" y="54"/>
                  </a:lnTo>
                  <a:lnTo>
                    <a:pt x="12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Freeform 4475">
              <a:extLst>
                <a:ext uri="{FF2B5EF4-FFF2-40B4-BE49-F238E27FC236}">
                  <a16:creationId xmlns:a16="http://schemas.microsoft.com/office/drawing/2014/main" id="{FD08F1D7-5B0D-2DDB-69C0-6A4EF95A5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813"/>
              <a:ext cx="206" cy="18"/>
            </a:xfrm>
            <a:custGeom>
              <a:avLst/>
              <a:gdLst>
                <a:gd name="T0" fmla="*/ 0 w 1239"/>
                <a:gd name="T1" fmla="*/ 0 h 107"/>
                <a:gd name="T2" fmla="*/ 0 w 1239"/>
                <a:gd name="T3" fmla="*/ 0 h 107"/>
                <a:gd name="T4" fmla="*/ 0 w 1239"/>
                <a:gd name="T5" fmla="*/ 0 h 107"/>
                <a:gd name="T6" fmla="*/ 0 w 1239"/>
                <a:gd name="T7" fmla="*/ 0 h 107"/>
                <a:gd name="T8" fmla="*/ 0 w 1239"/>
                <a:gd name="T9" fmla="*/ 0 h 107"/>
                <a:gd name="T10" fmla="*/ 0 w 1239"/>
                <a:gd name="T11" fmla="*/ 0 h 107"/>
                <a:gd name="T12" fmla="*/ 0 w 123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9"/>
                <a:gd name="T22" fmla="*/ 0 h 107"/>
                <a:gd name="T23" fmla="*/ 1239 w 123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239" y="107"/>
                  </a:lnTo>
                  <a:lnTo>
                    <a:pt x="1239" y="54"/>
                  </a:lnTo>
                  <a:lnTo>
                    <a:pt x="123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Freeform 4476">
              <a:extLst>
                <a:ext uri="{FF2B5EF4-FFF2-40B4-BE49-F238E27FC236}">
                  <a16:creationId xmlns:a16="http://schemas.microsoft.com/office/drawing/2014/main" id="{E7E6F4ED-060B-F6D8-F96C-6821A483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Freeform 4477">
              <a:extLst>
                <a:ext uri="{FF2B5EF4-FFF2-40B4-BE49-F238E27FC236}">
                  <a16:creationId xmlns:a16="http://schemas.microsoft.com/office/drawing/2014/main" id="{3154B518-B0F9-B30B-0845-D54F83537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Freeform 4478">
              <a:extLst>
                <a:ext uri="{FF2B5EF4-FFF2-40B4-BE49-F238E27FC236}">
                  <a16:creationId xmlns:a16="http://schemas.microsoft.com/office/drawing/2014/main" id="{4250810F-1998-E0B0-B74D-BE8ED9916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Freeform 4479">
              <a:extLst>
                <a:ext uri="{FF2B5EF4-FFF2-40B4-BE49-F238E27FC236}">
                  <a16:creationId xmlns:a16="http://schemas.microsoft.com/office/drawing/2014/main" id="{2906D150-8A9A-C125-5CCD-7E71EA927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Freeform 4480">
              <a:extLst>
                <a:ext uri="{FF2B5EF4-FFF2-40B4-BE49-F238E27FC236}">
                  <a16:creationId xmlns:a16="http://schemas.microsoft.com/office/drawing/2014/main" id="{D8959407-4FD4-23D5-35E6-9B1263B12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32"/>
              <a:ext cx="18" cy="266"/>
            </a:xfrm>
            <a:custGeom>
              <a:avLst/>
              <a:gdLst>
                <a:gd name="T0" fmla="*/ 0 w 107"/>
                <a:gd name="T1" fmla="*/ 0 h 1594"/>
                <a:gd name="T2" fmla="*/ 0 w 107"/>
                <a:gd name="T3" fmla="*/ 0 h 1594"/>
                <a:gd name="T4" fmla="*/ 0 w 107"/>
                <a:gd name="T5" fmla="*/ 0 h 1594"/>
                <a:gd name="T6" fmla="*/ 0 w 107"/>
                <a:gd name="T7" fmla="*/ 0 h 1594"/>
                <a:gd name="T8" fmla="*/ 0 w 107"/>
                <a:gd name="T9" fmla="*/ 0 h 1594"/>
                <a:gd name="T10" fmla="*/ 0 w 107"/>
                <a:gd name="T11" fmla="*/ 0 h 1594"/>
                <a:gd name="T12" fmla="*/ 0 w 107"/>
                <a:gd name="T13" fmla="*/ 0 h 15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4"/>
                <a:gd name="T23" fmla="*/ 107 w 107"/>
                <a:gd name="T24" fmla="*/ 1594 h 15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4"/>
                  </a:lnTo>
                  <a:lnTo>
                    <a:pt x="53" y="1594"/>
                  </a:lnTo>
                  <a:lnTo>
                    <a:pt x="107" y="159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Freeform 4481">
              <a:extLst>
                <a:ext uri="{FF2B5EF4-FFF2-40B4-BE49-F238E27FC236}">
                  <a16:creationId xmlns:a16="http://schemas.microsoft.com/office/drawing/2014/main" id="{FC0372CC-074A-E604-080F-31AE29BE3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32"/>
              <a:ext cx="18" cy="266"/>
            </a:xfrm>
            <a:custGeom>
              <a:avLst/>
              <a:gdLst>
                <a:gd name="T0" fmla="*/ 0 w 107"/>
                <a:gd name="T1" fmla="*/ 0 h 1594"/>
                <a:gd name="T2" fmla="*/ 0 w 107"/>
                <a:gd name="T3" fmla="*/ 0 h 1594"/>
                <a:gd name="T4" fmla="*/ 0 w 107"/>
                <a:gd name="T5" fmla="*/ 0 h 1594"/>
                <a:gd name="T6" fmla="*/ 0 w 107"/>
                <a:gd name="T7" fmla="*/ 0 h 1594"/>
                <a:gd name="T8" fmla="*/ 0 w 107"/>
                <a:gd name="T9" fmla="*/ 0 h 1594"/>
                <a:gd name="T10" fmla="*/ 0 w 107"/>
                <a:gd name="T11" fmla="*/ 0 h 1594"/>
                <a:gd name="T12" fmla="*/ 0 w 107"/>
                <a:gd name="T13" fmla="*/ 0 h 15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4"/>
                <a:gd name="T23" fmla="*/ 107 w 107"/>
                <a:gd name="T24" fmla="*/ 1594 h 15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4"/>
                  </a:lnTo>
                  <a:lnTo>
                    <a:pt x="53" y="1594"/>
                  </a:lnTo>
                  <a:lnTo>
                    <a:pt x="107" y="159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Freeform 4482">
              <a:extLst>
                <a:ext uri="{FF2B5EF4-FFF2-40B4-BE49-F238E27FC236}">
                  <a16:creationId xmlns:a16="http://schemas.microsoft.com/office/drawing/2014/main" id="{A9C4C51F-34BA-D3BB-8ECF-9F36FCF6D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Freeform 4483">
              <a:extLst>
                <a:ext uri="{FF2B5EF4-FFF2-40B4-BE49-F238E27FC236}">
                  <a16:creationId xmlns:a16="http://schemas.microsoft.com/office/drawing/2014/main" id="{DF1698F3-E00E-3147-5689-7F6C00BF2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Line 4484">
              <a:extLst>
                <a:ext uri="{FF2B5EF4-FFF2-40B4-BE49-F238E27FC236}">
                  <a16:creationId xmlns:a16="http://schemas.microsoft.com/office/drawing/2014/main" id="{0B3B836B-8BAC-C86B-5C95-94A02130A5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339"/>
              <a:ext cx="1" cy="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Line 4485">
              <a:extLst>
                <a:ext uri="{FF2B5EF4-FFF2-40B4-BE49-F238E27FC236}">
                  <a16:creationId xmlns:a16="http://schemas.microsoft.com/office/drawing/2014/main" id="{A5FE3D56-A291-40E8-DEBB-890F9C73D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26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Line 4486">
              <a:extLst>
                <a:ext uri="{FF2B5EF4-FFF2-40B4-BE49-F238E27FC236}">
                  <a16:creationId xmlns:a16="http://schemas.microsoft.com/office/drawing/2014/main" id="{1A0635A5-7D27-71E9-E950-B7D73C320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18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Line 4487">
              <a:extLst>
                <a:ext uri="{FF2B5EF4-FFF2-40B4-BE49-F238E27FC236}">
                  <a16:creationId xmlns:a16="http://schemas.microsoft.com/office/drawing/2014/main" id="{83DFB41B-B09D-5457-9DDD-74B2F5A134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104"/>
              <a:ext cx="1" cy="5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Line 4488">
              <a:extLst>
                <a:ext uri="{FF2B5EF4-FFF2-40B4-BE49-F238E27FC236}">
                  <a16:creationId xmlns:a16="http://schemas.microsoft.com/office/drawing/2014/main" id="{7B4FB441-C8A9-9C52-9626-073447D8E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019"/>
              <a:ext cx="1" cy="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Freeform 4489">
              <a:extLst>
                <a:ext uri="{FF2B5EF4-FFF2-40B4-BE49-F238E27FC236}">
                  <a16:creationId xmlns:a16="http://schemas.microsoft.com/office/drawing/2014/main" id="{DB17400F-A571-34C6-6399-9F802EFEA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328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Freeform 4490">
              <a:extLst>
                <a:ext uri="{FF2B5EF4-FFF2-40B4-BE49-F238E27FC236}">
                  <a16:creationId xmlns:a16="http://schemas.microsoft.com/office/drawing/2014/main" id="{C2A323C2-2A9E-F366-A0F2-9EB3435AB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328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Freeform 4491">
              <a:extLst>
                <a:ext uri="{FF2B5EF4-FFF2-40B4-BE49-F238E27FC236}">
                  <a16:creationId xmlns:a16="http://schemas.microsoft.com/office/drawing/2014/main" id="{3355805C-52B6-8B68-4BF0-6B5CC7435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286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Freeform 4492">
              <a:extLst>
                <a:ext uri="{FF2B5EF4-FFF2-40B4-BE49-F238E27FC236}">
                  <a16:creationId xmlns:a16="http://schemas.microsoft.com/office/drawing/2014/main" id="{78E141A9-4E76-0A60-3C58-E2C1D1ABE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286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" name="Freeform 4493">
              <a:extLst>
                <a:ext uri="{FF2B5EF4-FFF2-40B4-BE49-F238E27FC236}">
                  <a16:creationId xmlns:a16="http://schemas.microsoft.com/office/drawing/2014/main" id="{C489C62F-F6AF-D549-0E2D-15A882872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8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" name="Freeform 4494">
              <a:extLst>
                <a:ext uri="{FF2B5EF4-FFF2-40B4-BE49-F238E27FC236}">
                  <a16:creationId xmlns:a16="http://schemas.microsoft.com/office/drawing/2014/main" id="{2A289FB9-F1DB-BBD3-7C3C-55F1735B2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8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Freeform 4495">
              <a:extLst>
                <a:ext uri="{FF2B5EF4-FFF2-40B4-BE49-F238E27FC236}">
                  <a16:creationId xmlns:a16="http://schemas.microsoft.com/office/drawing/2014/main" id="{AD34C12E-74B7-00C1-20E3-B25D4F1BA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Freeform 4496">
              <a:extLst>
                <a:ext uri="{FF2B5EF4-FFF2-40B4-BE49-F238E27FC236}">
                  <a16:creationId xmlns:a16="http://schemas.microsoft.com/office/drawing/2014/main" id="{9E6810D8-71F7-1FA2-E181-D80AB6CF8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Freeform 4497">
              <a:extLst>
                <a:ext uri="{FF2B5EF4-FFF2-40B4-BE49-F238E27FC236}">
                  <a16:creationId xmlns:a16="http://schemas.microsoft.com/office/drawing/2014/main" id="{D7F507B2-118A-6001-FC06-6FA40369C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813"/>
              <a:ext cx="797" cy="18"/>
            </a:xfrm>
            <a:custGeom>
              <a:avLst/>
              <a:gdLst>
                <a:gd name="T0" fmla="*/ 0 w 4779"/>
                <a:gd name="T1" fmla="*/ 0 h 107"/>
                <a:gd name="T2" fmla="*/ 0 w 4779"/>
                <a:gd name="T3" fmla="*/ 0 h 107"/>
                <a:gd name="T4" fmla="*/ 0 w 4779"/>
                <a:gd name="T5" fmla="*/ 0 h 107"/>
                <a:gd name="T6" fmla="*/ 0 w 4779"/>
                <a:gd name="T7" fmla="*/ 0 h 107"/>
                <a:gd name="T8" fmla="*/ 0 w 4779"/>
                <a:gd name="T9" fmla="*/ 0 h 107"/>
                <a:gd name="T10" fmla="*/ 0 w 4779"/>
                <a:gd name="T11" fmla="*/ 0 h 107"/>
                <a:gd name="T12" fmla="*/ 0 w 477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79"/>
                <a:gd name="T22" fmla="*/ 0 h 107"/>
                <a:gd name="T23" fmla="*/ 4779 w 477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7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4779" y="107"/>
                  </a:lnTo>
                  <a:lnTo>
                    <a:pt x="4779" y="54"/>
                  </a:lnTo>
                  <a:lnTo>
                    <a:pt x="47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7" name="Freeform 4498">
              <a:extLst>
                <a:ext uri="{FF2B5EF4-FFF2-40B4-BE49-F238E27FC236}">
                  <a16:creationId xmlns:a16="http://schemas.microsoft.com/office/drawing/2014/main" id="{0CBEA271-E124-922D-D0E0-DEA948E9A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813"/>
              <a:ext cx="797" cy="18"/>
            </a:xfrm>
            <a:custGeom>
              <a:avLst/>
              <a:gdLst>
                <a:gd name="T0" fmla="*/ 0 w 4779"/>
                <a:gd name="T1" fmla="*/ 0 h 107"/>
                <a:gd name="T2" fmla="*/ 0 w 4779"/>
                <a:gd name="T3" fmla="*/ 0 h 107"/>
                <a:gd name="T4" fmla="*/ 0 w 4779"/>
                <a:gd name="T5" fmla="*/ 0 h 107"/>
                <a:gd name="T6" fmla="*/ 0 w 4779"/>
                <a:gd name="T7" fmla="*/ 0 h 107"/>
                <a:gd name="T8" fmla="*/ 0 w 4779"/>
                <a:gd name="T9" fmla="*/ 0 h 107"/>
                <a:gd name="T10" fmla="*/ 0 w 4779"/>
                <a:gd name="T11" fmla="*/ 0 h 107"/>
                <a:gd name="T12" fmla="*/ 0 w 477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79"/>
                <a:gd name="T22" fmla="*/ 0 h 107"/>
                <a:gd name="T23" fmla="*/ 4779 w 477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7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4779" y="107"/>
                  </a:lnTo>
                  <a:lnTo>
                    <a:pt x="4779" y="54"/>
                  </a:lnTo>
                  <a:lnTo>
                    <a:pt x="477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8" name="Freeform 4499">
              <a:extLst>
                <a:ext uri="{FF2B5EF4-FFF2-40B4-BE49-F238E27FC236}">
                  <a16:creationId xmlns:a16="http://schemas.microsoft.com/office/drawing/2014/main" id="{CD4906EA-4579-4760-72DE-42369CE09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" name="Freeform 4500">
              <a:extLst>
                <a:ext uri="{FF2B5EF4-FFF2-40B4-BE49-F238E27FC236}">
                  <a16:creationId xmlns:a16="http://schemas.microsoft.com/office/drawing/2014/main" id="{BC82A74C-89FF-21F6-3C5F-1B935B1D3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" name="Freeform 4501">
              <a:extLst>
                <a:ext uri="{FF2B5EF4-FFF2-40B4-BE49-F238E27FC236}">
                  <a16:creationId xmlns:a16="http://schemas.microsoft.com/office/drawing/2014/main" id="{ECA2A95F-2950-243A-BDE3-555C78999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" name="Freeform 4502">
              <a:extLst>
                <a:ext uri="{FF2B5EF4-FFF2-40B4-BE49-F238E27FC236}">
                  <a16:creationId xmlns:a16="http://schemas.microsoft.com/office/drawing/2014/main" id="{C217C571-7EC6-C7B2-2334-AFC2E3B34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" name="Freeform 4503">
              <a:extLst>
                <a:ext uri="{FF2B5EF4-FFF2-40B4-BE49-F238E27FC236}">
                  <a16:creationId xmlns:a16="http://schemas.microsoft.com/office/drawing/2014/main" id="{0DDEEC2D-399D-DEDC-0889-0B78BAB5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Freeform 4504">
              <a:extLst>
                <a:ext uri="{FF2B5EF4-FFF2-40B4-BE49-F238E27FC236}">
                  <a16:creationId xmlns:a16="http://schemas.microsoft.com/office/drawing/2014/main" id="{139AA18F-4A1E-53C4-4B13-9C703689A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Freeform 4505">
              <a:extLst>
                <a:ext uri="{FF2B5EF4-FFF2-40B4-BE49-F238E27FC236}">
                  <a16:creationId xmlns:a16="http://schemas.microsoft.com/office/drawing/2014/main" id="{D2E98E9F-7875-4A95-05F5-D1485E758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Freeform 4506">
              <a:extLst>
                <a:ext uri="{FF2B5EF4-FFF2-40B4-BE49-F238E27FC236}">
                  <a16:creationId xmlns:a16="http://schemas.microsoft.com/office/drawing/2014/main" id="{CC784E76-DEF4-30B6-0C22-00A0614AC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Freeform 4507">
              <a:extLst>
                <a:ext uri="{FF2B5EF4-FFF2-40B4-BE49-F238E27FC236}">
                  <a16:creationId xmlns:a16="http://schemas.microsoft.com/office/drawing/2014/main" id="{6E6773BC-6586-464F-A5BB-EDA45BB47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7" name="Freeform 4508">
              <a:extLst>
                <a:ext uri="{FF2B5EF4-FFF2-40B4-BE49-F238E27FC236}">
                  <a16:creationId xmlns:a16="http://schemas.microsoft.com/office/drawing/2014/main" id="{ACE320BF-F766-E59F-4273-EC8F8873F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Freeform 4509">
              <a:extLst>
                <a:ext uri="{FF2B5EF4-FFF2-40B4-BE49-F238E27FC236}">
                  <a16:creationId xmlns:a16="http://schemas.microsoft.com/office/drawing/2014/main" id="{9A3989A3-D869-3497-4056-9AAE7CE6D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47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0" y="887"/>
                  </a:move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" name="Freeform 4510">
              <a:extLst>
                <a:ext uri="{FF2B5EF4-FFF2-40B4-BE49-F238E27FC236}">
                  <a16:creationId xmlns:a16="http://schemas.microsoft.com/office/drawing/2014/main" id="{27B42828-BA1B-4A0C-AF46-6E3178EB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47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0" y="887"/>
                  </a:move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0" name="Freeform 4511">
              <a:extLst>
                <a:ext uri="{FF2B5EF4-FFF2-40B4-BE49-F238E27FC236}">
                  <a16:creationId xmlns:a16="http://schemas.microsoft.com/office/drawing/2014/main" id="{6BBEF265-8D65-3A69-CF5A-FC840A5B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3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Freeform 4512">
              <a:extLst>
                <a:ext uri="{FF2B5EF4-FFF2-40B4-BE49-F238E27FC236}">
                  <a16:creationId xmlns:a16="http://schemas.microsoft.com/office/drawing/2014/main" id="{5D8A2435-31B7-33CD-9C02-7322DD1EC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3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Line 4513">
              <a:extLst>
                <a:ext uri="{FF2B5EF4-FFF2-40B4-BE49-F238E27FC236}">
                  <a16:creationId xmlns:a16="http://schemas.microsoft.com/office/drawing/2014/main" id="{9D8D7E00-6D69-9062-2C2C-2A8CCC1C7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7" y="3147"/>
              <a:ext cx="5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Line 4514">
              <a:extLst>
                <a:ext uri="{FF2B5EF4-FFF2-40B4-BE49-F238E27FC236}">
                  <a16:creationId xmlns:a16="http://schemas.microsoft.com/office/drawing/2014/main" id="{B303CE89-2767-EF67-A245-BB7E043A1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2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4" name="Line 4515">
              <a:extLst>
                <a:ext uri="{FF2B5EF4-FFF2-40B4-BE49-F238E27FC236}">
                  <a16:creationId xmlns:a16="http://schemas.microsoft.com/office/drawing/2014/main" id="{2D351027-16D6-2594-7602-028809AA4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5" name="Line 4516">
              <a:extLst>
                <a:ext uri="{FF2B5EF4-FFF2-40B4-BE49-F238E27FC236}">
                  <a16:creationId xmlns:a16="http://schemas.microsoft.com/office/drawing/2014/main" id="{51B44652-FC96-6EED-7891-B0D1E8993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8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6" name="Line 4517">
              <a:extLst>
                <a:ext uri="{FF2B5EF4-FFF2-40B4-BE49-F238E27FC236}">
                  <a16:creationId xmlns:a16="http://schemas.microsoft.com/office/drawing/2014/main" id="{4B51AB11-F673-87ED-9D40-7F4F4EFB7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7" name="Line 4518">
              <a:extLst>
                <a:ext uri="{FF2B5EF4-FFF2-40B4-BE49-F238E27FC236}">
                  <a16:creationId xmlns:a16="http://schemas.microsoft.com/office/drawing/2014/main" id="{C413B4A0-C833-F2BA-6887-E965E4AD0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Line 4519">
              <a:extLst>
                <a:ext uri="{FF2B5EF4-FFF2-40B4-BE49-F238E27FC236}">
                  <a16:creationId xmlns:a16="http://schemas.microsoft.com/office/drawing/2014/main" id="{47E7CD3A-98FA-397E-09CE-B9B4FE23C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" y="3147"/>
              <a:ext cx="6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9" name="Line 4520">
              <a:extLst>
                <a:ext uri="{FF2B5EF4-FFF2-40B4-BE49-F238E27FC236}">
                  <a16:creationId xmlns:a16="http://schemas.microsoft.com/office/drawing/2014/main" id="{696A86FB-4AFA-6625-25C3-E50AF6FFA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3147"/>
              <a:ext cx="5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0" name="Line 4521">
              <a:extLst>
                <a:ext uri="{FF2B5EF4-FFF2-40B4-BE49-F238E27FC236}">
                  <a16:creationId xmlns:a16="http://schemas.microsoft.com/office/drawing/2014/main" id="{BB8D5774-0478-EA69-2E32-EDFB2A5E6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8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1" name="Line 4522">
              <a:extLst>
                <a:ext uri="{FF2B5EF4-FFF2-40B4-BE49-F238E27FC236}">
                  <a16:creationId xmlns:a16="http://schemas.microsoft.com/office/drawing/2014/main" id="{20E70459-99F3-AB3F-D810-606384A58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6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2" name="Line 4523">
              <a:extLst>
                <a:ext uri="{FF2B5EF4-FFF2-40B4-BE49-F238E27FC236}">
                  <a16:creationId xmlns:a16="http://schemas.microsoft.com/office/drawing/2014/main" id="{2061DB49-DF2B-9D3D-9167-02E37901B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Line 4524">
              <a:extLst>
                <a:ext uri="{FF2B5EF4-FFF2-40B4-BE49-F238E27FC236}">
                  <a16:creationId xmlns:a16="http://schemas.microsoft.com/office/drawing/2014/main" id="{341C0AC6-E1D4-4366-0CD7-7F4F46F29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4" name="Line 4525">
              <a:extLst>
                <a:ext uri="{FF2B5EF4-FFF2-40B4-BE49-F238E27FC236}">
                  <a16:creationId xmlns:a16="http://schemas.microsoft.com/office/drawing/2014/main" id="{C40D45AE-37D3-ED62-F633-31ED85A41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3147"/>
              <a:ext cx="5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5" name="Freeform 4526">
              <a:extLst>
                <a:ext uri="{FF2B5EF4-FFF2-40B4-BE49-F238E27FC236}">
                  <a16:creationId xmlns:a16="http://schemas.microsoft.com/office/drawing/2014/main" id="{A6FE48D2-CF3A-C1BC-18DC-C1BD37F9B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Freeform 4527">
              <a:extLst>
                <a:ext uri="{FF2B5EF4-FFF2-40B4-BE49-F238E27FC236}">
                  <a16:creationId xmlns:a16="http://schemas.microsoft.com/office/drawing/2014/main" id="{A1DA4E15-C261-1F29-7E0D-3E7133F4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7" name="Freeform 4528">
              <a:extLst>
                <a:ext uri="{FF2B5EF4-FFF2-40B4-BE49-F238E27FC236}">
                  <a16:creationId xmlns:a16="http://schemas.microsoft.com/office/drawing/2014/main" id="{48A1C02A-E700-40C7-513B-125B0676A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0" y="708"/>
                  </a:move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8" name="Freeform 4529">
              <a:extLst>
                <a:ext uri="{FF2B5EF4-FFF2-40B4-BE49-F238E27FC236}">
                  <a16:creationId xmlns:a16="http://schemas.microsoft.com/office/drawing/2014/main" id="{67EC4A18-D2C1-B51D-304F-5B941B8FB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0" y="708"/>
                  </a:move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9" name="Freeform 4530">
              <a:extLst>
                <a:ext uri="{FF2B5EF4-FFF2-40B4-BE49-F238E27FC236}">
                  <a16:creationId xmlns:a16="http://schemas.microsoft.com/office/drawing/2014/main" id="{F1B22B35-460D-27D2-1AC4-FD25F9EB0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0" name="Freeform 4531">
              <a:extLst>
                <a:ext uri="{FF2B5EF4-FFF2-40B4-BE49-F238E27FC236}">
                  <a16:creationId xmlns:a16="http://schemas.microsoft.com/office/drawing/2014/main" id="{55679CB9-CDB0-7497-B6AD-BF3DD76F5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Line 4532">
              <a:extLst>
                <a:ext uri="{FF2B5EF4-FFF2-40B4-BE49-F238E27FC236}">
                  <a16:creationId xmlns:a16="http://schemas.microsoft.com/office/drawing/2014/main" id="{818B69F2-2240-AE97-3ACB-655C14A9C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788"/>
              <a:ext cx="1" cy="23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2" name="Line 4533">
              <a:extLst>
                <a:ext uri="{FF2B5EF4-FFF2-40B4-BE49-F238E27FC236}">
                  <a16:creationId xmlns:a16="http://schemas.microsoft.com/office/drawing/2014/main" id="{805C65FE-3EAA-346C-1FDB-E24E75E7B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3046"/>
              <a:ext cx="1" cy="2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3" name="Line 4534">
              <a:extLst>
                <a:ext uri="{FF2B5EF4-FFF2-40B4-BE49-F238E27FC236}">
                  <a16:creationId xmlns:a16="http://schemas.microsoft.com/office/drawing/2014/main" id="{2847C72C-7F9D-F897-6660-991DF7E50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3098"/>
              <a:ext cx="1" cy="23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4" name="Line 4535">
              <a:extLst>
                <a:ext uri="{FF2B5EF4-FFF2-40B4-BE49-F238E27FC236}">
                  <a16:creationId xmlns:a16="http://schemas.microsoft.com/office/drawing/2014/main" id="{526B3E2E-0259-A080-19F6-D982E00D0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822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Line 4536">
              <a:extLst>
                <a:ext uri="{FF2B5EF4-FFF2-40B4-BE49-F238E27FC236}">
                  <a16:creationId xmlns:a16="http://schemas.microsoft.com/office/drawing/2014/main" id="{CE280C37-BBBA-A4E3-50C1-425850FB0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87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Line 4537">
              <a:extLst>
                <a:ext uri="{FF2B5EF4-FFF2-40B4-BE49-F238E27FC236}">
                  <a16:creationId xmlns:a16="http://schemas.microsoft.com/office/drawing/2014/main" id="{6E620858-C42B-B3C6-F5D8-26A0062BC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95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Line 4538">
              <a:extLst>
                <a:ext uri="{FF2B5EF4-FFF2-40B4-BE49-F238E27FC236}">
                  <a16:creationId xmlns:a16="http://schemas.microsoft.com/office/drawing/2014/main" id="{8CA22911-644B-17A2-A654-5D218910E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03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Line 4539">
              <a:extLst>
                <a:ext uri="{FF2B5EF4-FFF2-40B4-BE49-F238E27FC236}">
                  <a16:creationId xmlns:a16="http://schemas.microsoft.com/office/drawing/2014/main" id="{C04BEF30-B91F-C339-FAA9-4C46A6909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11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Line 4540">
              <a:extLst>
                <a:ext uri="{FF2B5EF4-FFF2-40B4-BE49-F238E27FC236}">
                  <a16:creationId xmlns:a16="http://schemas.microsoft.com/office/drawing/2014/main" id="{FCB4CC3C-1B2D-3CCF-9372-CBF6333AE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189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Line 4541">
              <a:extLst>
                <a:ext uri="{FF2B5EF4-FFF2-40B4-BE49-F238E27FC236}">
                  <a16:creationId xmlns:a16="http://schemas.microsoft.com/office/drawing/2014/main" id="{D6A99EDE-90A7-69BC-C170-A36798E52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267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Freeform 4542">
              <a:extLst>
                <a:ext uri="{FF2B5EF4-FFF2-40B4-BE49-F238E27FC236}">
                  <a16:creationId xmlns:a16="http://schemas.microsoft.com/office/drawing/2014/main" id="{66226304-565B-D77E-24A2-BEC80B39D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Freeform 4543">
              <a:extLst>
                <a:ext uri="{FF2B5EF4-FFF2-40B4-BE49-F238E27FC236}">
                  <a16:creationId xmlns:a16="http://schemas.microsoft.com/office/drawing/2014/main" id="{B17590FF-93A0-FC92-4442-ADC8D8B3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4544">
              <a:extLst>
                <a:ext uri="{FF2B5EF4-FFF2-40B4-BE49-F238E27FC236}">
                  <a16:creationId xmlns:a16="http://schemas.microsoft.com/office/drawing/2014/main" id="{94FC6DF7-BA6A-8778-7E53-1E298C216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Freeform 4545">
              <a:extLst>
                <a:ext uri="{FF2B5EF4-FFF2-40B4-BE49-F238E27FC236}">
                  <a16:creationId xmlns:a16="http://schemas.microsoft.com/office/drawing/2014/main" id="{F1B84937-ABDE-ABC6-D201-12CD14494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Freeform 4546">
              <a:extLst>
                <a:ext uri="{FF2B5EF4-FFF2-40B4-BE49-F238E27FC236}">
                  <a16:creationId xmlns:a16="http://schemas.microsoft.com/office/drawing/2014/main" id="{25CCA0A6-D1E6-3153-75B3-D6E3B2D8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Freeform 4547">
              <a:extLst>
                <a:ext uri="{FF2B5EF4-FFF2-40B4-BE49-F238E27FC236}">
                  <a16:creationId xmlns:a16="http://schemas.microsoft.com/office/drawing/2014/main" id="{60DA8C37-3B28-A0CF-936E-D9E5D130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7" name="Freeform 4548">
              <a:extLst>
                <a:ext uri="{FF2B5EF4-FFF2-40B4-BE49-F238E27FC236}">
                  <a16:creationId xmlns:a16="http://schemas.microsoft.com/office/drawing/2014/main" id="{A7C62E8A-C682-F2F1-F207-BF9F3C3B8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4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Freeform 4549">
              <a:extLst>
                <a:ext uri="{FF2B5EF4-FFF2-40B4-BE49-F238E27FC236}">
                  <a16:creationId xmlns:a16="http://schemas.microsoft.com/office/drawing/2014/main" id="{15BB4E11-AFDF-10E2-D85D-1D222EDC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4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Freeform 4550">
              <a:extLst>
                <a:ext uri="{FF2B5EF4-FFF2-40B4-BE49-F238E27FC236}">
                  <a16:creationId xmlns:a16="http://schemas.microsoft.com/office/drawing/2014/main" id="{3D8F6575-D7B8-4404-780A-0AAD47D0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Freeform 4551">
              <a:extLst>
                <a:ext uri="{FF2B5EF4-FFF2-40B4-BE49-F238E27FC236}">
                  <a16:creationId xmlns:a16="http://schemas.microsoft.com/office/drawing/2014/main" id="{E95309A6-3510-3148-5415-CBB951054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1" name="Freeform 4552">
              <a:extLst>
                <a:ext uri="{FF2B5EF4-FFF2-40B4-BE49-F238E27FC236}">
                  <a16:creationId xmlns:a16="http://schemas.microsoft.com/office/drawing/2014/main" id="{78AED437-7A7B-DFB1-8781-55A2918A6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Freeform 4553">
              <a:extLst>
                <a:ext uri="{FF2B5EF4-FFF2-40B4-BE49-F238E27FC236}">
                  <a16:creationId xmlns:a16="http://schemas.microsoft.com/office/drawing/2014/main" id="{179271D9-2E58-8F75-FCF5-70FD65144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Line 4554">
              <a:extLst>
                <a:ext uri="{FF2B5EF4-FFF2-40B4-BE49-F238E27FC236}">
                  <a16:creationId xmlns:a16="http://schemas.microsoft.com/office/drawing/2014/main" id="{731866CB-A7B2-D238-9637-0DEDA9DE7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822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Line 4555">
              <a:extLst>
                <a:ext uri="{FF2B5EF4-FFF2-40B4-BE49-F238E27FC236}">
                  <a16:creationId xmlns:a16="http://schemas.microsoft.com/office/drawing/2014/main" id="{7A05FAF6-4664-4DDA-8047-F4AA2102D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87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Line 4556">
              <a:extLst>
                <a:ext uri="{FF2B5EF4-FFF2-40B4-BE49-F238E27FC236}">
                  <a16:creationId xmlns:a16="http://schemas.microsoft.com/office/drawing/2014/main" id="{E0B3AB73-0ABB-3660-078D-02EDF88B0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95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6" name="Line 4557">
              <a:extLst>
                <a:ext uri="{FF2B5EF4-FFF2-40B4-BE49-F238E27FC236}">
                  <a16:creationId xmlns:a16="http://schemas.microsoft.com/office/drawing/2014/main" id="{E590D04D-19F8-1413-F3C1-EFE4D2981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03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7" name="Line 4558">
              <a:extLst>
                <a:ext uri="{FF2B5EF4-FFF2-40B4-BE49-F238E27FC236}">
                  <a16:creationId xmlns:a16="http://schemas.microsoft.com/office/drawing/2014/main" id="{56DFA819-6E3D-9185-CDFC-01045C29B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11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Line 4559">
              <a:extLst>
                <a:ext uri="{FF2B5EF4-FFF2-40B4-BE49-F238E27FC236}">
                  <a16:creationId xmlns:a16="http://schemas.microsoft.com/office/drawing/2014/main" id="{A111E255-A45F-03D1-3C3F-120D15C3C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189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Line 4560">
              <a:extLst>
                <a:ext uri="{FF2B5EF4-FFF2-40B4-BE49-F238E27FC236}">
                  <a16:creationId xmlns:a16="http://schemas.microsoft.com/office/drawing/2014/main" id="{52BB426A-2E8D-4C61-1499-D1AAC2174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267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Freeform 4561">
              <a:extLst>
                <a:ext uri="{FF2B5EF4-FFF2-40B4-BE49-F238E27FC236}">
                  <a16:creationId xmlns:a16="http://schemas.microsoft.com/office/drawing/2014/main" id="{158CF4F4-9277-07DA-DE12-44ECC97F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970"/>
              <a:ext cx="19" cy="15"/>
            </a:xfrm>
            <a:custGeom>
              <a:avLst/>
              <a:gdLst>
                <a:gd name="T0" fmla="*/ 0 w 111"/>
                <a:gd name="T1" fmla="*/ 0 h 91"/>
                <a:gd name="T2" fmla="*/ 0 w 111"/>
                <a:gd name="T3" fmla="*/ 0 h 91"/>
                <a:gd name="T4" fmla="*/ 0 w 111"/>
                <a:gd name="T5" fmla="*/ 0 h 91"/>
                <a:gd name="T6" fmla="*/ 0 w 111"/>
                <a:gd name="T7" fmla="*/ 0 h 91"/>
                <a:gd name="T8" fmla="*/ 0 w 111"/>
                <a:gd name="T9" fmla="*/ 0 h 91"/>
                <a:gd name="T10" fmla="*/ 0 w 111"/>
                <a:gd name="T11" fmla="*/ 0 h 91"/>
                <a:gd name="T12" fmla="*/ 0 w 111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91"/>
                <a:gd name="T23" fmla="*/ 111 w 111"/>
                <a:gd name="T24" fmla="*/ 91 h 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91">
                  <a:moveTo>
                    <a:pt x="5" y="91"/>
                  </a:moveTo>
                  <a:lnTo>
                    <a:pt x="58" y="88"/>
                  </a:lnTo>
                  <a:lnTo>
                    <a:pt x="111" y="85"/>
                  </a:lnTo>
                  <a:lnTo>
                    <a:pt x="106" y="0"/>
                  </a:lnTo>
                  <a:lnTo>
                    <a:pt x="53" y="3"/>
                  </a:lnTo>
                  <a:lnTo>
                    <a:pt x="0" y="6"/>
                  </a:lnTo>
                  <a:lnTo>
                    <a:pt x="5" y="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Freeform 4562">
              <a:extLst>
                <a:ext uri="{FF2B5EF4-FFF2-40B4-BE49-F238E27FC236}">
                  <a16:creationId xmlns:a16="http://schemas.microsoft.com/office/drawing/2014/main" id="{9D0BAF77-D5B6-1E8D-B6BC-027EFE0F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970"/>
              <a:ext cx="19" cy="15"/>
            </a:xfrm>
            <a:custGeom>
              <a:avLst/>
              <a:gdLst>
                <a:gd name="T0" fmla="*/ 0 w 111"/>
                <a:gd name="T1" fmla="*/ 0 h 91"/>
                <a:gd name="T2" fmla="*/ 0 w 111"/>
                <a:gd name="T3" fmla="*/ 0 h 91"/>
                <a:gd name="T4" fmla="*/ 0 w 111"/>
                <a:gd name="T5" fmla="*/ 0 h 91"/>
                <a:gd name="T6" fmla="*/ 0 w 111"/>
                <a:gd name="T7" fmla="*/ 0 h 91"/>
                <a:gd name="T8" fmla="*/ 0 w 111"/>
                <a:gd name="T9" fmla="*/ 0 h 91"/>
                <a:gd name="T10" fmla="*/ 0 w 111"/>
                <a:gd name="T11" fmla="*/ 0 h 91"/>
                <a:gd name="T12" fmla="*/ 0 w 111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91"/>
                <a:gd name="T23" fmla="*/ 111 w 111"/>
                <a:gd name="T24" fmla="*/ 91 h 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91">
                  <a:moveTo>
                    <a:pt x="5" y="91"/>
                  </a:moveTo>
                  <a:lnTo>
                    <a:pt x="58" y="88"/>
                  </a:lnTo>
                  <a:lnTo>
                    <a:pt x="111" y="85"/>
                  </a:lnTo>
                  <a:lnTo>
                    <a:pt x="106" y="0"/>
                  </a:lnTo>
                  <a:lnTo>
                    <a:pt x="53" y="3"/>
                  </a:lnTo>
                  <a:lnTo>
                    <a:pt x="0" y="6"/>
                  </a:lnTo>
                  <a:lnTo>
                    <a:pt x="5" y="9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2" name="Freeform 4563">
              <a:extLst>
                <a:ext uri="{FF2B5EF4-FFF2-40B4-BE49-F238E27FC236}">
                  <a16:creationId xmlns:a16="http://schemas.microsoft.com/office/drawing/2014/main" id="{69009F0E-8CD5-4A86-A444-A59724012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969"/>
              <a:ext cx="9" cy="1"/>
            </a:xfrm>
            <a:custGeom>
              <a:avLst/>
              <a:gdLst>
                <a:gd name="T0" fmla="*/ 0 w 53"/>
                <a:gd name="T1" fmla="*/ 0 h 9"/>
                <a:gd name="T2" fmla="*/ 0 w 53"/>
                <a:gd name="T3" fmla="*/ 0 h 9"/>
                <a:gd name="T4" fmla="*/ 0 w 53"/>
                <a:gd name="T5" fmla="*/ 0 h 9"/>
                <a:gd name="T6" fmla="*/ 0 w 5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9"/>
                <a:gd name="T14" fmla="*/ 53 w 53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9">
                  <a:moveTo>
                    <a:pt x="0" y="9"/>
                  </a:moveTo>
                  <a:lnTo>
                    <a:pt x="53" y="6"/>
                  </a:lnTo>
                  <a:lnTo>
                    <a:pt x="53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3" name="Line 4564">
              <a:extLst>
                <a:ext uri="{FF2B5EF4-FFF2-40B4-BE49-F238E27FC236}">
                  <a16:creationId xmlns:a16="http://schemas.microsoft.com/office/drawing/2014/main" id="{E7476592-AC89-CD88-D31B-5F17F867F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4" y="196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4" name="Freeform 4565">
              <a:extLst>
                <a:ext uri="{FF2B5EF4-FFF2-40B4-BE49-F238E27FC236}">
                  <a16:creationId xmlns:a16="http://schemas.microsoft.com/office/drawing/2014/main" id="{523B23E2-17C0-78F8-78F3-991A35E14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1955"/>
              <a:ext cx="20" cy="17"/>
            </a:xfrm>
            <a:custGeom>
              <a:avLst/>
              <a:gdLst>
                <a:gd name="T0" fmla="*/ 0 w 121"/>
                <a:gd name="T1" fmla="*/ 0 h 104"/>
                <a:gd name="T2" fmla="*/ 0 w 121"/>
                <a:gd name="T3" fmla="*/ 0 h 104"/>
                <a:gd name="T4" fmla="*/ 0 w 121"/>
                <a:gd name="T5" fmla="*/ 0 h 104"/>
                <a:gd name="T6" fmla="*/ 0 w 121"/>
                <a:gd name="T7" fmla="*/ 0 h 104"/>
                <a:gd name="T8" fmla="*/ 0 w 121"/>
                <a:gd name="T9" fmla="*/ 0 h 104"/>
                <a:gd name="T10" fmla="*/ 0 w 121"/>
                <a:gd name="T11" fmla="*/ 0 h 104"/>
                <a:gd name="T12" fmla="*/ 0 w 121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1"/>
                <a:gd name="T22" fmla="*/ 0 h 104"/>
                <a:gd name="T23" fmla="*/ 121 w 121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1" h="104">
                  <a:moveTo>
                    <a:pt x="15" y="104"/>
                  </a:moveTo>
                  <a:lnTo>
                    <a:pt x="68" y="94"/>
                  </a:lnTo>
                  <a:lnTo>
                    <a:pt x="121" y="85"/>
                  </a:lnTo>
                  <a:lnTo>
                    <a:pt x="105" y="0"/>
                  </a:lnTo>
                  <a:lnTo>
                    <a:pt x="52" y="9"/>
                  </a:lnTo>
                  <a:lnTo>
                    <a:pt x="0" y="19"/>
                  </a:lnTo>
                  <a:lnTo>
                    <a:pt x="15" y="10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" name="Freeform 4566">
              <a:extLst>
                <a:ext uri="{FF2B5EF4-FFF2-40B4-BE49-F238E27FC236}">
                  <a16:creationId xmlns:a16="http://schemas.microsoft.com/office/drawing/2014/main" id="{43EE438C-3EBD-B722-6EA3-AE3D6C397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1955"/>
              <a:ext cx="20" cy="17"/>
            </a:xfrm>
            <a:custGeom>
              <a:avLst/>
              <a:gdLst>
                <a:gd name="T0" fmla="*/ 0 w 121"/>
                <a:gd name="T1" fmla="*/ 0 h 104"/>
                <a:gd name="T2" fmla="*/ 0 w 121"/>
                <a:gd name="T3" fmla="*/ 0 h 104"/>
                <a:gd name="T4" fmla="*/ 0 w 121"/>
                <a:gd name="T5" fmla="*/ 0 h 104"/>
                <a:gd name="T6" fmla="*/ 0 w 121"/>
                <a:gd name="T7" fmla="*/ 0 h 104"/>
                <a:gd name="T8" fmla="*/ 0 w 121"/>
                <a:gd name="T9" fmla="*/ 0 h 104"/>
                <a:gd name="T10" fmla="*/ 0 w 121"/>
                <a:gd name="T11" fmla="*/ 0 h 104"/>
                <a:gd name="T12" fmla="*/ 0 w 121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1"/>
                <a:gd name="T22" fmla="*/ 0 h 104"/>
                <a:gd name="T23" fmla="*/ 121 w 121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1" h="104">
                  <a:moveTo>
                    <a:pt x="15" y="104"/>
                  </a:moveTo>
                  <a:lnTo>
                    <a:pt x="68" y="94"/>
                  </a:lnTo>
                  <a:lnTo>
                    <a:pt x="121" y="85"/>
                  </a:lnTo>
                  <a:lnTo>
                    <a:pt x="105" y="0"/>
                  </a:lnTo>
                  <a:lnTo>
                    <a:pt x="52" y="9"/>
                  </a:lnTo>
                  <a:lnTo>
                    <a:pt x="0" y="19"/>
                  </a:lnTo>
                  <a:lnTo>
                    <a:pt x="15" y="10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" name="Freeform 4567">
              <a:extLst>
                <a:ext uri="{FF2B5EF4-FFF2-40B4-BE49-F238E27FC236}">
                  <a16:creationId xmlns:a16="http://schemas.microsoft.com/office/drawing/2014/main" id="{1530ABA4-DE39-E2F6-A8FC-0E6F31210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1954"/>
              <a:ext cx="9" cy="2"/>
            </a:xfrm>
            <a:custGeom>
              <a:avLst/>
              <a:gdLst>
                <a:gd name="T0" fmla="*/ 0 w 53"/>
                <a:gd name="T1" fmla="*/ 0 h 15"/>
                <a:gd name="T2" fmla="*/ 0 w 53"/>
                <a:gd name="T3" fmla="*/ 0 h 15"/>
                <a:gd name="T4" fmla="*/ 0 w 53"/>
                <a:gd name="T5" fmla="*/ 0 h 15"/>
                <a:gd name="T6" fmla="*/ 0 w 53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5"/>
                <a:gd name="T14" fmla="*/ 53 w 53"/>
                <a:gd name="T15" fmla="*/ 15 h 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5">
                  <a:moveTo>
                    <a:pt x="0" y="15"/>
                  </a:moveTo>
                  <a:lnTo>
                    <a:pt x="53" y="6"/>
                  </a:lnTo>
                  <a:lnTo>
                    <a:pt x="51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37" name="Group 4769">
              <a:extLst>
                <a:ext uri="{FF2B5EF4-FFF2-40B4-BE49-F238E27FC236}">
                  <a16:creationId xmlns:a16="http://schemas.microsoft.com/office/drawing/2014/main" id="{68FC8BC3-5630-9841-93A1-061E90BF5D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1" y="1858"/>
              <a:ext cx="254" cy="254"/>
              <a:chOff x="3604" y="1858"/>
              <a:chExt cx="254" cy="254"/>
            </a:xfrm>
          </p:grpSpPr>
          <p:sp>
            <p:nvSpPr>
              <p:cNvPr id="463" name="Line 4569">
                <a:extLst>
                  <a:ext uri="{FF2B5EF4-FFF2-40B4-BE49-F238E27FC236}">
                    <a16:creationId xmlns:a16="http://schemas.microsoft.com/office/drawing/2014/main" id="{44AAC6BB-7461-D5BF-1DDA-E41CB5523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54" y="19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Freeform 4570">
                <a:extLst>
                  <a:ext uri="{FF2B5EF4-FFF2-40B4-BE49-F238E27FC236}">
                    <a16:creationId xmlns:a16="http://schemas.microsoft.com/office/drawing/2014/main" id="{761B8C0B-65E0-C190-40F6-DACBD5C2E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26" y="113"/>
                    </a:moveTo>
                    <a:lnTo>
                      <a:pt x="76" y="97"/>
                    </a:lnTo>
                    <a:lnTo>
                      <a:pt x="127" y="82"/>
                    </a:lnTo>
                    <a:lnTo>
                      <a:pt x="102" y="0"/>
                    </a:lnTo>
                    <a:lnTo>
                      <a:pt x="51" y="16"/>
                    </a:lnTo>
                    <a:lnTo>
                      <a:pt x="0" y="32"/>
                    </a:lnTo>
                    <a:lnTo>
                      <a:pt x="26" y="1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5" name="Freeform 4571">
                <a:extLst>
                  <a:ext uri="{FF2B5EF4-FFF2-40B4-BE49-F238E27FC236}">
                    <a16:creationId xmlns:a16="http://schemas.microsoft.com/office/drawing/2014/main" id="{263616DB-9041-23C5-C448-DA1E29736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26" y="113"/>
                    </a:moveTo>
                    <a:lnTo>
                      <a:pt x="76" y="97"/>
                    </a:lnTo>
                    <a:lnTo>
                      <a:pt x="127" y="82"/>
                    </a:lnTo>
                    <a:lnTo>
                      <a:pt x="102" y="0"/>
                    </a:lnTo>
                    <a:lnTo>
                      <a:pt x="51" y="16"/>
                    </a:lnTo>
                    <a:lnTo>
                      <a:pt x="0" y="32"/>
                    </a:lnTo>
                    <a:lnTo>
                      <a:pt x="26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6" name="Freeform 4572">
                <a:extLst>
                  <a:ext uri="{FF2B5EF4-FFF2-40B4-BE49-F238E27FC236}">
                    <a16:creationId xmlns:a16="http://schemas.microsoft.com/office/drawing/2014/main" id="{43D83B22-371E-BCB3-6A5B-336FC7BC3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1939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0" y="22"/>
                    </a:moveTo>
                    <a:lnTo>
                      <a:pt x="51" y="6"/>
                    </a:lnTo>
                    <a:lnTo>
                      <a:pt x="49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7" name="Line 4573">
                <a:extLst>
                  <a:ext uri="{FF2B5EF4-FFF2-40B4-BE49-F238E27FC236}">
                    <a16:creationId xmlns:a16="http://schemas.microsoft.com/office/drawing/2014/main" id="{7A51EF15-08A2-04CB-07F4-DDF88F41D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9" y="19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8" name="Freeform 4574">
                <a:extLst>
                  <a:ext uri="{FF2B5EF4-FFF2-40B4-BE49-F238E27FC236}">
                    <a16:creationId xmlns:a16="http://schemas.microsoft.com/office/drawing/2014/main" id="{23057042-2670-DB90-7661-D729A23F3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1926"/>
                <a:ext cx="22" cy="20"/>
              </a:xfrm>
              <a:custGeom>
                <a:avLst/>
                <a:gdLst>
                  <a:gd name="T0" fmla="*/ 0 w 133"/>
                  <a:gd name="T1" fmla="*/ 0 h 123"/>
                  <a:gd name="T2" fmla="*/ 0 w 133"/>
                  <a:gd name="T3" fmla="*/ 0 h 123"/>
                  <a:gd name="T4" fmla="*/ 0 w 133"/>
                  <a:gd name="T5" fmla="*/ 0 h 123"/>
                  <a:gd name="T6" fmla="*/ 0 w 133"/>
                  <a:gd name="T7" fmla="*/ 0 h 123"/>
                  <a:gd name="T8" fmla="*/ 0 w 133"/>
                  <a:gd name="T9" fmla="*/ 0 h 123"/>
                  <a:gd name="T10" fmla="*/ 0 w 133"/>
                  <a:gd name="T11" fmla="*/ 0 h 123"/>
                  <a:gd name="T12" fmla="*/ 0 w 133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3"/>
                  <a:gd name="T23" fmla="*/ 133 w 133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3">
                    <a:moveTo>
                      <a:pt x="35" y="123"/>
                    </a:moveTo>
                    <a:lnTo>
                      <a:pt x="84" y="101"/>
                    </a:lnTo>
                    <a:lnTo>
                      <a:pt x="133" y="79"/>
                    </a:lnTo>
                    <a:lnTo>
                      <a:pt x="98" y="0"/>
                    </a:lnTo>
                    <a:lnTo>
                      <a:pt x="49" y="23"/>
                    </a:lnTo>
                    <a:lnTo>
                      <a:pt x="0" y="45"/>
                    </a:lnTo>
                    <a:lnTo>
                      <a:pt x="35" y="1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9" name="Freeform 4575">
                <a:extLst>
                  <a:ext uri="{FF2B5EF4-FFF2-40B4-BE49-F238E27FC236}">
                    <a16:creationId xmlns:a16="http://schemas.microsoft.com/office/drawing/2014/main" id="{721E71B2-130E-3017-47DC-585CD64D7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1926"/>
                <a:ext cx="22" cy="20"/>
              </a:xfrm>
              <a:custGeom>
                <a:avLst/>
                <a:gdLst>
                  <a:gd name="T0" fmla="*/ 0 w 133"/>
                  <a:gd name="T1" fmla="*/ 0 h 123"/>
                  <a:gd name="T2" fmla="*/ 0 w 133"/>
                  <a:gd name="T3" fmla="*/ 0 h 123"/>
                  <a:gd name="T4" fmla="*/ 0 w 133"/>
                  <a:gd name="T5" fmla="*/ 0 h 123"/>
                  <a:gd name="T6" fmla="*/ 0 w 133"/>
                  <a:gd name="T7" fmla="*/ 0 h 123"/>
                  <a:gd name="T8" fmla="*/ 0 w 133"/>
                  <a:gd name="T9" fmla="*/ 0 h 123"/>
                  <a:gd name="T10" fmla="*/ 0 w 133"/>
                  <a:gd name="T11" fmla="*/ 0 h 123"/>
                  <a:gd name="T12" fmla="*/ 0 w 133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3"/>
                  <a:gd name="T23" fmla="*/ 133 w 133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3">
                    <a:moveTo>
                      <a:pt x="35" y="123"/>
                    </a:moveTo>
                    <a:lnTo>
                      <a:pt x="84" y="101"/>
                    </a:lnTo>
                    <a:lnTo>
                      <a:pt x="133" y="79"/>
                    </a:lnTo>
                    <a:lnTo>
                      <a:pt x="98" y="0"/>
                    </a:lnTo>
                    <a:lnTo>
                      <a:pt x="49" y="23"/>
                    </a:lnTo>
                    <a:lnTo>
                      <a:pt x="0" y="45"/>
                    </a:lnTo>
                    <a:lnTo>
                      <a:pt x="35" y="12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0" name="Freeform 4576">
                <a:extLst>
                  <a:ext uri="{FF2B5EF4-FFF2-40B4-BE49-F238E27FC236}">
                    <a16:creationId xmlns:a16="http://schemas.microsoft.com/office/drawing/2014/main" id="{12CEB430-5429-62F7-B108-6DCBDD0E7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1925"/>
                <a:ext cx="8" cy="5"/>
              </a:xfrm>
              <a:custGeom>
                <a:avLst/>
                <a:gdLst>
                  <a:gd name="T0" fmla="*/ 0 w 49"/>
                  <a:gd name="T1" fmla="*/ 0 h 28"/>
                  <a:gd name="T2" fmla="*/ 0 w 49"/>
                  <a:gd name="T3" fmla="*/ 0 h 28"/>
                  <a:gd name="T4" fmla="*/ 0 w 49"/>
                  <a:gd name="T5" fmla="*/ 0 h 28"/>
                  <a:gd name="T6" fmla="*/ 0 w 49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28"/>
                  <a:gd name="T14" fmla="*/ 49 w 4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28">
                    <a:moveTo>
                      <a:pt x="0" y="28"/>
                    </a:moveTo>
                    <a:lnTo>
                      <a:pt x="49" y="5"/>
                    </a:lnTo>
                    <a:lnTo>
                      <a:pt x="46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1" name="Line 4577">
                <a:extLst>
                  <a:ext uri="{FF2B5EF4-FFF2-40B4-BE49-F238E27FC236}">
                    <a16:creationId xmlns:a16="http://schemas.microsoft.com/office/drawing/2014/main" id="{BEB12353-426E-EB81-8BA0-A79E17316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3" y="19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2" name="Freeform 4578">
                <a:extLst>
                  <a:ext uri="{FF2B5EF4-FFF2-40B4-BE49-F238E27FC236}">
                    <a16:creationId xmlns:a16="http://schemas.microsoft.com/office/drawing/2014/main" id="{03B02270-309D-6FD0-F394-C30DE40D2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1913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45" y="128"/>
                    </a:moveTo>
                    <a:lnTo>
                      <a:pt x="90" y="101"/>
                    </a:lnTo>
                    <a:lnTo>
                      <a:pt x="136" y="73"/>
                    </a:lnTo>
                    <a:lnTo>
                      <a:pt x="91" y="0"/>
                    </a:lnTo>
                    <a:lnTo>
                      <a:pt x="46" y="27"/>
                    </a:lnTo>
                    <a:lnTo>
                      <a:pt x="0" y="55"/>
                    </a:lnTo>
                    <a:lnTo>
                      <a:pt x="45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3" name="Freeform 4579">
                <a:extLst>
                  <a:ext uri="{FF2B5EF4-FFF2-40B4-BE49-F238E27FC236}">
                    <a16:creationId xmlns:a16="http://schemas.microsoft.com/office/drawing/2014/main" id="{A2C29FD7-E97B-CB80-2B63-F2C50E31F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1913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45" y="128"/>
                    </a:moveTo>
                    <a:lnTo>
                      <a:pt x="90" y="101"/>
                    </a:lnTo>
                    <a:lnTo>
                      <a:pt x="136" y="73"/>
                    </a:lnTo>
                    <a:lnTo>
                      <a:pt x="91" y="0"/>
                    </a:lnTo>
                    <a:lnTo>
                      <a:pt x="46" y="27"/>
                    </a:lnTo>
                    <a:lnTo>
                      <a:pt x="0" y="55"/>
                    </a:lnTo>
                    <a:lnTo>
                      <a:pt x="45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4" name="Freeform 4580">
                <a:extLst>
                  <a:ext uri="{FF2B5EF4-FFF2-40B4-BE49-F238E27FC236}">
                    <a16:creationId xmlns:a16="http://schemas.microsoft.com/office/drawing/2014/main" id="{D1CCFFBB-3F94-4CBF-6C06-0C2120853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1912"/>
                <a:ext cx="8" cy="5"/>
              </a:xfrm>
              <a:custGeom>
                <a:avLst/>
                <a:gdLst>
                  <a:gd name="T0" fmla="*/ 0 w 45"/>
                  <a:gd name="T1" fmla="*/ 0 h 32"/>
                  <a:gd name="T2" fmla="*/ 0 w 45"/>
                  <a:gd name="T3" fmla="*/ 0 h 32"/>
                  <a:gd name="T4" fmla="*/ 0 w 45"/>
                  <a:gd name="T5" fmla="*/ 0 h 32"/>
                  <a:gd name="T6" fmla="*/ 0 w 45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2"/>
                  <a:gd name="T14" fmla="*/ 45 w 45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2">
                    <a:moveTo>
                      <a:pt x="0" y="32"/>
                    </a:moveTo>
                    <a:lnTo>
                      <a:pt x="45" y="5"/>
                    </a:lnTo>
                    <a:lnTo>
                      <a:pt x="42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5" name="Line 4581">
                <a:extLst>
                  <a:ext uri="{FF2B5EF4-FFF2-40B4-BE49-F238E27FC236}">
                    <a16:creationId xmlns:a16="http://schemas.microsoft.com/office/drawing/2014/main" id="{50482915-00D1-58D0-EBCB-8B492172D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35" y="191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6" name="Freeform 4582">
                <a:extLst>
                  <a:ext uri="{FF2B5EF4-FFF2-40B4-BE49-F238E27FC236}">
                    <a16:creationId xmlns:a16="http://schemas.microsoft.com/office/drawing/2014/main" id="{1AEE2D8F-8FAE-DD86-7609-4EFD4C78A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01"/>
                <a:ext cx="23" cy="22"/>
              </a:xfrm>
              <a:custGeom>
                <a:avLst/>
                <a:gdLst>
                  <a:gd name="T0" fmla="*/ 0 w 138"/>
                  <a:gd name="T1" fmla="*/ 0 h 132"/>
                  <a:gd name="T2" fmla="*/ 0 w 138"/>
                  <a:gd name="T3" fmla="*/ 0 h 132"/>
                  <a:gd name="T4" fmla="*/ 0 w 138"/>
                  <a:gd name="T5" fmla="*/ 0 h 132"/>
                  <a:gd name="T6" fmla="*/ 0 w 138"/>
                  <a:gd name="T7" fmla="*/ 0 h 132"/>
                  <a:gd name="T8" fmla="*/ 0 w 138"/>
                  <a:gd name="T9" fmla="*/ 0 h 132"/>
                  <a:gd name="T10" fmla="*/ 0 w 138"/>
                  <a:gd name="T11" fmla="*/ 0 h 132"/>
                  <a:gd name="T12" fmla="*/ 0 w 138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2"/>
                  <a:gd name="T23" fmla="*/ 138 w 138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2">
                    <a:moveTo>
                      <a:pt x="53" y="132"/>
                    </a:moveTo>
                    <a:lnTo>
                      <a:pt x="96" y="99"/>
                    </a:lnTo>
                    <a:lnTo>
                      <a:pt x="138" y="67"/>
                    </a:lnTo>
                    <a:lnTo>
                      <a:pt x="85" y="0"/>
                    </a:lnTo>
                    <a:lnTo>
                      <a:pt x="43" y="33"/>
                    </a:lnTo>
                    <a:lnTo>
                      <a:pt x="0" y="66"/>
                    </a:lnTo>
                    <a:lnTo>
                      <a:pt x="53" y="1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7" name="Freeform 4583">
                <a:extLst>
                  <a:ext uri="{FF2B5EF4-FFF2-40B4-BE49-F238E27FC236}">
                    <a16:creationId xmlns:a16="http://schemas.microsoft.com/office/drawing/2014/main" id="{95196BF1-F100-0E3B-BBA1-0D27DBACF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01"/>
                <a:ext cx="23" cy="22"/>
              </a:xfrm>
              <a:custGeom>
                <a:avLst/>
                <a:gdLst>
                  <a:gd name="T0" fmla="*/ 0 w 138"/>
                  <a:gd name="T1" fmla="*/ 0 h 132"/>
                  <a:gd name="T2" fmla="*/ 0 w 138"/>
                  <a:gd name="T3" fmla="*/ 0 h 132"/>
                  <a:gd name="T4" fmla="*/ 0 w 138"/>
                  <a:gd name="T5" fmla="*/ 0 h 132"/>
                  <a:gd name="T6" fmla="*/ 0 w 138"/>
                  <a:gd name="T7" fmla="*/ 0 h 132"/>
                  <a:gd name="T8" fmla="*/ 0 w 138"/>
                  <a:gd name="T9" fmla="*/ 0 h 132"/>
                  <a:gd name="T10" fmla="*/ 0 w 138"/>
                  <a:gd name="T11" fmla="*/ 0 h 132"/>
                  <a:gd name="T12" fmla="*/ 0 w 138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2"/>
                  <a:gd name="T23" fmla="*/ 138 w 138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2">
                    <a:moveTo>
                      <a:pt x="53" y="132"/>
                    </a:moveTo>
                    <a:lnTo>
                      <a:pt x="96" y="99"/>
                    </a:lnTo>
                    <a:lnTo>
                      <a:pt x="138" y="67"/>
                    </a:lnTo>
                    <a:lnTo>
                      <a:pt x="85" y="0"/>
                    </a:lnTo>
                    <a:lnTo>
                      <a:pt x="43" y="33"/>
                    </a:lnTo>
                    <a:lnTo>
                      <a:pt x="0" y="66"/>
                    </a:lnTo>
                    <a:lnTo>
                      <a:pt x="53" y="1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8" name="Freeform 4584">
                <a:extLst>
                  <a:ext uri="{FF2B5EF4-FFF2-40B4-BE49-F238E27FC236}">
                    <a16:creationId xmlns:a16="http://schemas.microsoft.com/office/drawing/2014/main" id="{AE6C5450-EFC4-C80F-45CE-647127431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900"/>
                <a:ext cx="7" cy="6"/>
              </a:xfrm>
              <a:custGeom>
                <a:avLst/>
                <a:gdLst>
                  <a:gd name="T0" fmla="*/ 0 w 42"/>
                  <a:gd name="T1" fmla="*/ 0 h 37"/>
                  <a:gd name="T2" fmla="*/ 0 w 42"/>
                  <a:gd name="T3" fmla="*/ 0 h 37"/>
                  <a:gd name="T4" fmla="*/ 0 w 42"/>
                  <a:gd name="T5" fmla="*/ 0 h 37"/>
                  <a:gd name="T6" fmla="*/ 0 w 42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37"/>
                  <a:gd name="T14" fmla="*/ 42 w 42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37">
                    <a:moveTo>
                      <a:pt x="0" y="37"/>
                    </a:moveTo>
                    <a:lnTo>
                      <a:pt x="42" y="4"/>
                    </a:lnTo>
                    <a:lnTo>
                      <a:pt x="38" y="0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9" name="Line 4585">
                <a:extLst>
                  <a:ext uri="{FF2B5EF4-FFF2-40B4-BE49-F238E27FC236}">
                    <a16:creationId xmlns:a16="http://schemas.microsoft.com/office/drawing/2014/main" id="{6505B544-1749-6A00-C3E1-867A074B6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25" y="19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0" name="Freeform 4586">
                <a:extLst>
                  <a:ext uri="{FF2B5EF4-FFF2-40B4-BE49-F238E27FC236}">
                    <a16:creationId xmlns:a16="http://schemas.microsoft.com/office/drawing/2014/main" id="{456B07C9-325D-1E11-071E-E45879BEC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890"/>
                <a:ext cx="22" cy="22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61" y="136"/>
                    </a:moveTo>
                    <a:lnTo>
                      <a:pt x="99" y="99"/>
                    </a:lnTo>
                    <a:lnTo>
                      <a:pt x="137" y="62"/>
                    </a:lnTo>
                    <a:lnTo>
                      <a:pt x="76" y="0"/>
                    </a:lnTo>
                    <a:lnTo>
                      <a:pt x="38" y="37"/>
                    </a:lnTo>
                    <a:lnTo>
                      <a:pt x="0" y="74"/>
                    </a:lnTo>
                    <a:lnTo>
                      <a:pt x="61" y="1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1" name="Freeform 4587">
                <a:extLst>
                  <a:ext uri="{FF2B5EF4-FFF2-40B4-BE49-F238E27FC236}">
                    <a16:creationId xmlns:a16="http://schemas.microsoft.com/office/drawing/2014/main" id="{CA265313-96C9-5138-EA0D-38BA3C3E0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890"/>
                <a:ext cx="22" cy="22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61" y="136"/>
                    </a:moveTo>
                    <a:lnTo>
                      <a:pt x="99" y="99"/>
                    </a:lnTo>
                    <a:lnTo>
                      <a:pt x="137" y="62"/>
                    </a:lnTo>
                    <a:lnTo>
                      <a:pt x="76" y="0"/>
                    </a:lnTo>
                    <a:lnTo>
                      <a:pt x="38" y="37"/>
                    </a:lnTo>
                    <a:lnTo>
                      <a:pt x="0" y="74"/>
                    </a:lnTo>
                    <a:lnTo>
                      <a:pt x="61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2" name="Freeform 4588">
                <a:extLst>
                  <a:ext uri="{FF2B5EF4-FFF2-40B4-BE49-F238E27FC236}">
                    <a16:creationId xmlns:a16="http://schemas.microsoft.com/office/drawing/2014/main" id="{A1FD4EDB-8FF2-93F8-9383-9A9E9A7C6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889"/>
                <a:ext cx="6" cy="7"/>
              </a:xfrm>
              <a:custGeom>
                <a:avLst/>
                <a:gdLst>
                  <a:gd name="T0" fmla="*/ 0 w 38"/>
                  <a:gd name="T1" fmla="*/ 0 h 42"/>
                  <a:gd name="T2" fmla="*/ 0 w 38"/>
                  <a:gd name="T3" fmla="*/ 0 h 42"/>
                  <a:gd name="T4" fmla="*/ 0 w 38"/>
                  <a:gd name="T5" fmla="*/ 0 h 42"/>
                  <a:gd name="T6" fmla="*/ 0 w 38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2"/>
                  <a:gd name="T14" fmla="*/ 38 w 38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2">
                    <a:moveTo>
                      <a:pt x="0" y="42"/>
                    </a:moveTo>
                    <a:lnTo>
                      <a:pt x="38" y="5"/>
                    </a:lnTo>
                    <a:lnTo>
                      <a:pt x="33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3" name="Line 4589">
                <a:extLst>
                  <a:ext uri="{FF2B5EF4-FFF2-40B4-BE49-F238E27FC236}">
                    <a16:creationId xmlns:a16="http://schemas.microsoft.com/office/drawing/2014/main" id="{60D21DB2-45B1-D715-50AC-F9F4366D6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15" y="18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4" name="Freeform 4590">
                <a:extLst>
                  <a:ext uri="{FF2B5EF4-FFF2-40B4-BE49-F238E27FC236}">
                    <a16:creationId xmlns:a16="http://schemas.microsoft.com/office/drawing/2014/main" id="{BE9B4EF2-69FA-823B-A701-2389D09D5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1880"/>
                <a:ext cx="23" cy="23"/>
              </a:xfrm>
              <a:custGeom>
                <a:avLst/>
                <a:gdLst>
                  <a:gd name="T0" fmla="*/ 0 w 132"/>
                  <a:gd name="T1" fmla="*/ 0 h 137"/>
                  <a:gd name="T2" fmla="*/ 0 w 132"/>
                  <a:gd name="T3" fmla="*/ 0 h 137"/>
                  <a:gd name="T4" fmla="*/ 0 w 132"/>
                  <a:gd name="T5" fmla="*/ 0 h 137"/>
                  <a:gd name="T6" fmla="*/ 0 w 132"/>
                  <a:gd name="T7" fmla="*/ 0 h 137"/>
                  <a:gd name="T8" fmla="*/ 0 w 132"/>
                  <a:gd name="T9" fmla="*/ 0 h 137"/>
                  <a:gd name="T10" fmla="*/ 0 w 132"/>
                  <a:gd name="T11" fmla="*/ 0 h 137"/>
                  <a:gd name="T12" fmla="*/ 0 w 132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7"/>
                  <a:gd name="T23" fmla="*/ 132 w 132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7">
                    <a:moveTo>
                      <a:pt x="67" y="137"/>
                    </a:moveTo>
                    <a:lnTo>
                      <a:pt x="99" y="94"/>
                    </a:lnTo>
                    <a:lnTo>
                      <a:pt x="132" y="52"/>
                    </a:lnTo>
                    <a:lnTo>
                      <a:pt x="65" y="0"/>
                    </a:lnTo>
                    <a:lnTo>
                      <a:pt x="33" y="42"/>
                    </a:lnTo>
                    <a:lnTo>
                      <a:pt x="0" y="85"/>
                    </a:lnTo>
                    <a:lnTo>
                      <a:pt x="67" y="1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5" name="Freeform 4591">
                <a:extLst>
                  <a:ext uri="{FF2B5EF4-FFF2-40B4-BE49-F238E27FC236}">
                    <a16:creationId xmlns:a16="http://schemas.microsoft.com/office/drawing/2014/main" id="{0D60E084-9B84-CAA3-2EA3-68A94A001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1880"/>
                <a:ext cx="23" cy="23"/>
              </a:xfrm>
              <a:custGeom>
                <a:avLst/>
                <a:gdLst>
                  <a:gd name="T0" fmla="*/ 0 w 132"/>
                  <a:gd name="T1" fmla="*/ 0 h 137"/>
                  <a:gd name="T2" fmla="*/ 0 w 132"/>
                  <a:gd name="T3" fmla="*/ 0 h 137"/>
                  <a:gd name="T4" fmla="*/ 0 w 132"/>
                  <a:gd name="T5" fmla="*/ 0 h 137"/>
                  <a:gd name="T6" fmla="*/ 0 w 132"/>
                  <a:gd name="T7" fmla="*/ 0 h 137"/>
                  <a:gd name="T8" fmla="*/ 0 w 132"/>
                  <a:gd name="T9" fmla="*/ 0 h 137"/>
                  <a:gd name="T10" fmla="*/ 0 w 132"/>
                  <a:gd name="T11" fmla="*/ 0 h 137"/>
                  <a:gd name="T12" fmla="*/ 0 w 132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7"/>
                  <a:gd name="T23" fmla="*/ 132 w 132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7">
                    <a:moveTo>
                      <a:pt x="67" y="137"/>
                    </a:moveTo>
                    <a:lnTo>
                      <a:pt x="99" y="94"/>
                    </a:lnTo>
                    <a:lnTo>
                      <a:pt x="132" y="52"/>
                    </a:lnTo>
                    <a:lnTo>
                      <a:pt x="65" y="0"/>
                    </a:lnTo>
                    <a:lnTo>
                      <a:pt x="33" y="42"/>
                    </a:lnTo>
                    <a:lnTo>
                      <a:pt x="0" y="85"/>
                    </a:lnTo>
                    <a:lnTo>
                      <a:pt x="67" y="13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6" name="Freeform 4592">
                <a:extLst>
                  <a:ext uri="{FF2B5EF4-FFF2-40B4-BE49-F238E27FC236}">
                    <a16:creationId xmlns:a16="http://schemas.microsoft.com/office/drawing/2014/main" id="{F142F7A9-6FA0-AC17-A9C5-C4DBC1416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1880"/>
                <a:ext cx="5" cy="7"/>
              </a:xfrm>
              <a:custGeom>
                <a:avLst/>
                <a:gdLst>
                  <a:gd name="T0" fmla="*/ 0 w 32"/>
                  <a:gd name="T1" fmla="*/ 0 h 45"/>
                  <a:gd name="T2" fmla="*/ 0 w 32"/>
                  <a:gd name="T3" fmla="*/ 0 h 45"/>
                  <a:gd name="T4" fmla="*/ 0 w 32"/>
                  <a:gd name="T5" fmla="*/ 0 h 45"/>
                  <a:gd name="T6" fmla="*/ 0 w 32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5"/>
                  <a:gd name="T14" fmla="*/ 32 w 32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5">
                    <a:moveTo>
                      <a:pt x="0" y="45"/>
                    </a:moveTo>
                    <a:lnTo>
                      <a:pt x="32" y="3"/>
                    </a:lnTo>
                    <a:lnTo>
                      <a:pt x="27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7" name="Line 4593">
                <a:extLst>
                  <a:ext uri="{FF2B5EF4-FFF2-40B4-BE49-F238E27FC236}">
                    <a16:creationId xmlns:a16="http://schemas.microsoft.com/office/drawing/2014/main" id="{8B6DBB18-F19B-B627-4B54-2184BF4E8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3" y="18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8" name="Freeform 4594">
                <a:extLst>
                  <a:ext uri="{FF2B5EF4-FFF2-40B4-BE49-F238E27FC236}">
                    <a16:creationId xmlns:a16="http://schemas.microsoft.com/office/drawing/2014/main" id="{A2E16F93-33BA-6EBA-9AB9-C09171E67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1872"/>
                <a:ext cx="22" cy="23"/>
              </a:xfrm>
              <a:custGeom>
                <a:avLst/>
                <a:gdLst>
                  <a:gd name="T0" fmla="*/ 0 w 128"/>
                  <a:gd name="T1" fmla="*/ 0 h 136"/>
                  <a:gd name="T2" fmla="*/ 0 w 128"/>
                  <a:gd name="T3" fmla="*/ 0 h 136"/>
                  <a:gd name="T4" fmla="*/ 0 w 128"/>
                  <a:gd name="T5" fmla="*/ 0 h 136"/>
                  <a:gd name="T6" fmla="*/ 0 w 128"/>
                  <a:gd name="T7" fmla="*/ 0 h 136"/>
                  <a:gd name="T8" fmla="*/ 0 w 128"/>
                  <a:gd name="T9" fmla="*/ 0 h 136"/>
                  <a:gd name="T10" fmla="*/ 0 w 128"/>
                  <a:gd name="T11" fmla="*/ 0 h 136"/>
                  <a:gd name="T12" fmla="*/ 0 w 128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6"/>
                  <a:gd name="T23" fmla="*/ 128 w 128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6">
                    <a:moveTo>
                      <a:pt x="73" y="136"/>
                    </a:moveTo>
                    <a:lnTo>
                      <a:pt x="101" y="90"/>
                    </a:lnTo>
                    <a:lnTo>
                      <a:pt x="128" y="45"/>
                    </a:lnTo>
                    <a:lnTo>
                      <a:pt x="55" y="0"/>
                    </a:lnTo>
                    <a:lnTo>
                      <a:pt x="28" y="46"/>
                    </a:lnTo>
                    <a:lnTo>
                      <a:pt x="0" y="92"/>
                    </a:lnTo>
                    <a:lnTo>
                      <a:pt x="73" y="1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9" name="Freeform 4595">
                <a:extLst>
                  <a:ext uri="{FF2B5EF4-FFF2-40B4-BE49-F238E27FC236}">
                    <a16:creationId xmlns:a16="http://schemas.microsoft.com/office/drawing/2014/main" id="{D0C5B507-89FD-6FB0-F80E-5B3F7ECD7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1872"/>
                <a:ext cx="22" cy="23"/>
              </a:xfrm>
              <a:custGeom>
                <a:avLst/>
                <a:gdLst>
                  <a:gd name="T0" fmla="*/ 0 w 128"/>
                  <a:gd name="T1" fmla="*/ 0 h 136"/>
                  <a:gd name="T2" fmla="*/ 0 w 128"/>
                  <a:gd name="T3" fmla="*/ 0 h 136"/>
                  <a:gd name="T4" fmla="*/ 0 w 128"/>
                  <a:gd name="T5" fmla="*/ 0 h 136"/>
                  <a:gd name="T6" fmla="*/ 0 w 128"/>
                  <a:gd name="T7" fmla="*/ 0 h 136"/>
                  <a:gd name="T8" fmla="*/ 0 w 128"/>
                  <a:gd name="T9" fmla="*/ 0 h 136"/>
                  <a:gd name="T10" fmla="*/ 0 w 128"/>
                  <a:gd name="T11" fmla="*/ 0 h 136"/>
                  <a:gd name="T12" fmla="*/ 0 w 128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6"/>
                  <a:gd name="T23" fmla="*/ 128 w 128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6">
                    <a:moveTo>
                      <a:pt x="73" y="136"/>
                    </a:moveTo>
                    <a:lnTo>
                      <a:pt x="101" y="90"/>
                    </a:lnTo>
                    <a:lnTo>
                      <a:pt x="128" y="45"/>
                    </a:lnTo>
                    <a:lnTo>
                      <a:pt x="55" y="0"/>
                    </a:lnTo>
                    <a:lnTo>
                      <a:pt x="28" y="46"/>
                    </a:lnTo>
                    <a:lnTo>
                      <a:pt x="0" y="92"/>
                    </a:lnTo>
                    <a:lnTo>
                      <a:pt x="73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0" name="Freeform 4596">
                <a:extLst>
                  <a:ext uri="{FF2B5EF4-FFF2-40B4-BE49-F238E27FC236}">
                    <a16:creationId xmlns:a16="http://schemas.microsoft.com/office/drawing/2014/main" id="{273B5322-5980-9032-D686-B2AE9F185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1872"/>
                <a:ext cx="4" cy="8"/>
              </a:xfrm>
              <a:custGeom>
                <a:avLst/>
                <a:gdLst>
                  <a:gd name="T0" fmla="*/ 0 w 27"/>
                  <a:gd name="T1" fmla="*/ 0 h 49"/>
                  <a:gd name="T2" fmla="*/ 0 w 27"/>
                  <a:gd name="T3" fmla="*/ 0 h 49"/>
                  <a:gd name="T4" fmla="*/ 0 w 27"/>
                  <a:gd name="T5" fmla="*/ 0 h 49"/>
                  <a:gd name="T6" fmla="*/ 0 w 27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49"/>
                  <a:gd name="T14" fmla="*/ 27 w 27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49">
                    <a:moveTo>
                      <a:pt x="0" y="49"/>
                    </a:moveTo>
                    <a:lnTo>
                      <a:pt x="27" y="3"/>
                    </a:lnTo>
                    <a:lnTo>
                      <a:pt x="22" y="0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1" name="Line 4597">
                <a:extLst>
                  <a:ext uri="{FF2B5EF4-FFF2-40B4-BE49-F238E27FC236}">
                    <a16:creationId xmlns:a16="http://schemas.microsoft.com/office/drawing/2014/main" id="{42133ACD-F3FF-C9BB-AC86-1DFEC856A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89" y="187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2" name="Freeform 4598">
                <a:extLst>
                  <a:ext uri="{FF2B5EF4-FFF2-40B4-BE49-F238E27FC236}">
                    <a16:creationId xmlns:a16="http://schemas.microsoft.com/office/drawing/2014/main" id="{D1A5E73B-550D-7D71-BCA3-B1CE62BC0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1866"/>
                <a:ext cx="20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78" y="133"/>
                    </a:moveTo>
                    <a:lnTo>
                      <a:pt x="101" y="84"/>
                    </a:lnTo>
                    <a:lnTo>
                      <a:pt x="123" y="35"/>
                    </a:lnTo>
                    <a:lnTo>
                      <a:pt x="44" y="0"/>
                    </a:lnTo>
                    <a:lnTo>
                      <a:pt x="22" y="49"/>
                    </a:lnTo>
                    <a:lnTo>
                      <a:pt x="0" y="98"/>
                    </a:lnTo>
                    <a:lnTo>
                      <a:pt x="78" y="1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3" name="Freeform 4599">
                <a:extLst>
                  <a:ext uri="{FF2B5EF4-FFF2-40B4-BE49-F238E27FC236}">
                    <a16:creationId xmlns:a16="http://schemas.microsoft.com/office/drawing/2014/main" id="{D57FD05F-30D3-1B97-F8F3-602E4AAB2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1866"/>
                <a:ext cx="20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78" y="133"/>
                    </a:moveTo>
                    <a:lnTo>
                      <a:pt x="101" y="84"/>
                    </a:lnTo>
                    <a:lnTo>
                      <a:pt x="123" y="35"/>
                    </a:lnTo>
                    <a:lnTo>
                      <a:pt x="44" y="0"/>
                    </a:lnTo>
                    <a:lnTo>
                      <a:pt x="22" y="49"/>
                    </a:lnTo>
                    <a:lnTo>
                      <a:pt x="0" y="98"/>
                    </a:lnTo>
                    <a:lnTo>
                      <a:pt x="78" y="13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4" name="Freeform 4600">
                <a:extLst>
                  <a:ext uri="{FF2B5EF4-FFF2-40B4-BE49-F238E27FC236}">
                    <a16:creationId xmlns:a16="http://schemas.microsoft.com/office/drawing/2014/main" id="{064DDA98-BDB2-FA5E-F222-A91A85858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866"/>
                <a:ext cx="3" cy="8"/>
              </a:xfrm>
              <a:custGeom>
                <a:avLst/>
                <a:gdLst>
                  <a:gd name="T0" fmla="*/ 0 w 22"/>
                  <a:gd name="T1" fmla="*/ 0 h 51"/>
                  <a:gd name="T2" fmla="*/ 0 w 22"/>
                  <a:gd name="T3" fmla="*/ 0 h 51"/>
                  <a:gd name="T4" fmla="*/ 0 w 22"/>
                  <a:gd name="T5" fmla="*/ 0 h 51"/>
                  <a:gd name="T6" fmla="*/ 0 w 22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1"/>
                  <a:gd name="T14" fmla="*/ 22 w 2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1">
                    <a:moveTo>
                      <a:pt x="0" y="51"/>
                    </a:moveTo>
                    <a:lnTo>
                      <a:pt x="22" y="2"/>
                    </a:lnTo>
                    <a:lnTo>
                      <a:pt x="16" y="0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5" name="Line 4601">
                <a:extLst>
                  <a:ext uri="{FF2B5EF4-FFF2-40B4-BE49-F238E27FC236}">
                    <a16:creationId xmlns:a16="http://schemas.microsoft.com/office/drawing/2014/main" id="{9A906DB9-F011-ECC3-33CF-D80EE31F6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75" y="18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6" name="Freeform 4602">
                <a:extLst>
                  <a:ext uri="{FF2B5EF4-FFF2-40B4-BE49-F238E27FC236}">
                    <a16:creationId xmlns:a16="http://schemas.microsoft.com/office/drawing/2014/main" id="{439E6E1C-BC7C-5314-7DB0-18095ED4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1861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81" y="127"/>
                    </a:moveTo>
                    <a:lnTo>
                      <a:pt x="97" y="76"/>
                    </a:lnTo>
                    <a:lnTo>
                      <a:pt x="113" y="25"/>
                    </a:lnTo>
                    <a:lnTo>
                      <a:pt x="32" y="0"/>
                    </a:lnTo>
                    <a:lnTo>
                      <a:pt x="16" y="51"/>
                    </a:lnTo>
                    <a:lnTo>
                      <a:pt x="0" y="101"/>
                    </a:lnTo>
                    <a:lnTo>
                      <a:pt x="81" y="1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7" name="Freeform 4603">
                <a:extLst>
                  <a:ext uri="{FF2B5EF4-FFF2-40B4-BE49-F238E27FC236}">
                    <a16:creationId xmlns:a16="http://schemas.microsoft.com/office/drawing/2014/main" id="{669B97B8-8724-B1D0-B899-D3746B04B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1861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81" y="127"/>
                    </a:moveTo>
                    <a:lnTo>
                      <a:pt x="97" y="76"/>
                    </a:lnTo>
                    <a:lnTo>
                      <a:pt x="113" y="25"/>
                    </a:lnTo>
                    <a:lnTo>
                      <a:pt x="32" y="0"/>
                    </a:lnTo>
                    <a:lnTo>
                      <a:pt x="16" y="51"/>
                    </a:lnTo>
                    <a:lnTo>
                      <a:pt x="0" y="101"/>
                    </a:lnTo>
                    <a:lnTo>
                      <a:pt x="81" y="12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8" name="Freeform 4604">
                <a:extLst>
                  <a:ext uri="{FF2B5EF4-FFF2-40B4-BE49-F238E27FC236}">
                    <a16:creationId xmlns:a16="http://schemas.microsoft.com/office/drawing/2014/main" id="{E5F9B7CB-0938-C0DB-25D5-EDF432032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1861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0" y="53"/>
                    </a:moveTo>
                    <a:lnTo>
                      <a:pt x="16" y="2"/>
                    </a:lnTo>
                    <a:lnTo>
                      <a:pt x="9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9" name="Line 4605">
                <a:extLst>
                  <a:ext uri="{FF2B5EF4-FFF2-40B4-BE49-F238E27FC236}">
                    <a16:creationId xmlns:a16="http://schemas.microsoft.com/office/drawing/2014/main" id="{C2AFC1D6-BCE7-4C66-4351-6524BFA89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1" y="18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0" name="Freeform 4606">
                <a:extLst>
                  <a:ext uri="{FF2B5EF4-FFF2-40B4-BE49-F238E27FC236}">
                    <a16:creationId xmlns:a16="http://schemas.microsoft.com/office/drawing/2014/main" id="{7C58BF5B-ACE4-4110-CE29-E70EFA43C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58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85" y="122"/>
                    </a:moveTo>
                    <a:lnTo>
                      <a:pt x="95" y="69"/>
                    </a:lnTo>
                    <a:lnTo>
                      <a:pt x="104" y="16"/>
                    </a:lnTo>
                    <a:lnTo>
                      <a:pt x="20" y="0"/>
                    </a:lnTo>
                    <a:lnTo>
                      <a:pt x="10" y="53"/>
                    </a:lnTo>
                    <a:lnTo>
                      <a:pt x="0" y="106"/>
                    </a:lnTo>
                    <a:lnTo>
                      <a:pt x="85" y="1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1" name="Freeform 4607">
                <a:extLst>
                  <a:ext uri="{FF2B5EF4-FFF2-40B4-BE49-F238E27FC236}">
                    <a16:creationId xmlns:a16="http://schemas.microsoft.com/office/drawing/2014/main" id="{1754F257-B1DC-77D7-1720-1E9E9265F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58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85" y="122"/>
                    </a:moveTo>
                    <a:lnTo>
                      <a:pt x="95" y="69"/>
                    </a:lnTo>
                    <a:lnTo>
                      <a:pt x="104" y="16"/>
                    </a:lnTo>
                    <a:lnTo>
                      <a:pt x="20" y="0"/>
                    </a:lnTo>
                    <a:lnTo>
                      <a:pt x="10" y="53"/>
                    </a:lnTo>
                    <a:lnTo>
                      <a:pt x="0" y="106"/>
                    </a:lnTo>
                    <a:lnTo>
                      <a:pt x="85" y="12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2" name="Freeform 4608">
                <a:extLst>
                  <a:ext uri="{FF2B5EF4-FFF2-40B4-BE49-F238E27FC236}">
                    <a16:creationId xmlns:a16="http://schemas.microsoft.com/office/drawing/2014/main" id="{09BA352E-059C-F4F9-661A-244B10E5D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58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0" y="53"/>
                    </a:moveTo>
                    <a:lnTo>
                      <a:pt x="10" y="0"/>
                    </a:lnTo>
                    <a:lnTo>
                      <a:pt x="3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3" name="Line 4609">
                <a:extLst>
                  <a:ext uri="{FF2B5EF4-FFF2-40B4-BE49-F238E27FC236}">
                    <a16:creationId xmlns:a16="http://schemas.microsoft.com/office/drawing/2014/main" id="{380532C8-5859-42DD-8DAF-10D185146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6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4" name="Freeform 4610">
                <a:extLst>
                  <a:ext uri="{FF2B5EF4-FFF2-40B4-BE49-F238E27FC236}">
                    <a16:creationId xmlns:a16="http://schemas.microsoft.com/office/drawing/2014/main" id="{6AC87EC6-C947-C949-09E4-59B2E9DF5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6" cy="18"/>
              </a:xfrm>
              <a:custGeom>
                <a:avLst/>
                <a:gdLst>
                  <a:gd name="T0" fmla="*/ 0 w 91"/>
                  <a:gd name="T1" fmla="*/ 0 h 111"/>
                  <a:gd name="T2" fmla="*/ 0 w 91"/>
                  <a:gd name="T3" fmla="*/ 0 h 111"/>
                  <a:gd name="T4" fmla="*/ 0 w 91"/>
                  <a:gd name="T5" fmla="*/ 0 h 111"/>
                  <a:gd name="T6" fmla="*/ 0 w 91"/>
                  <a:gd name="T7" fmla="*/ 0 h 111"/>
                  <a:gd name="T8" fmla="*/ 0 w 91"/>
                  <a:gd name="T9" fmla="*/ 0 h 111"/>
                  <a:gd name="T10" fmla="*/ 0 w 91"/>
                  <a:gd name="T11" fmla="*/ 0 h 111"/>
                  <a:gd name="T12" fmla="*/ 0 w 91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1"/>
                  <a:gd name="T23" fmla="*/ 91 w 91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1">
                    <a:moveTo>
                      <a:pt x="85" y="111"/>
                    </a:moveTo>
                    <a:lnTo>
                      <a:pt x="88" y="58"/>
                    </a:lnTo>
                    <a:lnTo>
                      <a:pt x="91" y="5"/>
                    </a:lnTo>
                    <a:lnTo>
                      <a:pt x="6" y="0"/>
                    </a:lnTo>
                    <a:lnTo>
                      <a:pt x="3" y="52"/>
                    </a:lnTo>
                    <a:lnTo>
                      <a:pt x="0" y="105"/>
                    </a:lnTo>
                    <a:lnTo>
                      <a:pt x="85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5" name="Freeform 4611">
                <a:extLst>
                  <a:ext uri="{FF2B5EF4-FFF2-40B4-BE49-F238E27FC236}">
                    <a16:creationId xmlns:a16="http://schemas.microsoft.com/office/drawing/2014/main" id="{5FA038F8-0C49-B2CF-726E-27FE06380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6" cy="18"/>
              </a:xfrm>
              <a:custGeom>
                <a:avLst/>
                <a:gdLst>
                  <a:gd name="T0" fmla="*/ 0 w 91"/>
                  <a:gd name="T1" fmla="*/ 0 h 111"/>
                  <a:gd name="T2" fmla="*/ 0 w 91"/>
                  <a:gd name="T3" fmla="*/ 0 h 111"/>
                  <a:gd name="T4" fmla="*/ 0 w 91"/>
                  <a:gd name="T5" fmla="*/ 0 h 111"/>
                  <a:gd name="T6" fmla="*/ 0 w 91"/>
                  <a:gd name="T7" fmla="*/ 0 h 111"/>
                  <a:gd name="T8" fmla="*/ 0 w 91"/>
                  <a:gd name="T9" fmla="*/ 0 h 111"/>
                  <a:gd name="T10" fmla="*/ 0 w 91"/>
                  <a:gd name="T11" fmla="*/ 0 h 111"/>
                  <a:gd name="T12" fmla="*/ 0 w 91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1"/>
                  <a:gd name="T23" fmla="*/ 91 w 91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1">
                    <a:moveTo>
                      <a:pt x="85" y="111"/>
                    </a:moveTo>
                    <a:lnTo>
                      <a:pt x="88" y="58"/>
                    </a:lnTo>
                    <a:lnTo>
                      <a:pt x="91" y="5"/>
                    </a:lnTo>
                    <a:lnTo>
                      <a:pt x="6" y="0"/>
                    </a:lnTo>
                    <a:lnTo>
                      <a:pt x="3" y="52"/>
                    </a:lnTo>
                    <a:lnTo>
                      <a:pt x="0" y="105"/>
                    </a:lnTo>
                    <a:lnTo>
                      <a:pt x="85" y="11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6" name="Freeform 4612">
                <a:extLst>
                  <a:ext uri="{FF2B5EF4-FFF2-40B4-BE49-F238E27FC236}">
                    <a16:creationId xmlns:a16="http://schemas.microsoft.com/office/drawing/2014/main" id="{E8A7434C-1980-77D4-7D27-2573D7E7D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" cy="8"/>
              </a:xfrm>
              <a:custGeom>
                <a:avLst/>
                <a:gdLst>
                  <a:gd name="T0" fmla="*/ 0 w 6"/>
                  <a:gd name="T1" fmla="*/ 0 h 52"/>
                  <a:gd name="T2" fmla="*/ 0 w 6"/>
                  <a:gd name="T3" fmla="*/ 0 h 52"/>
                  <a:gd name="T4" fmla="*/ 0 w 6"/>
                  <a:gd name="T5" fmla="*/ 0 h 52"/>
                  <a:gd name="T6" fmla="*/ 0 w 6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2"/>
                  <a:gd name="T14" fmla="*/ 6 w 6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2">
                    <a:moveTo>
                      <a:pt x="3" y="52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3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7" name="Line 4613">
                <a:extLst>
                  <a:ext uri="{FF2B5EF4-FFF2-40B4-BE49-F238E27FC236}">
                    <a16:creationId xmlns:a16="http://schemas.microsoft.com/office/drawing/2014/main" id="{AF360F9F-D965-3B0C-727E-60815B1E6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30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8" name="Freeform 4614">
                <a:extLst>
                  <a:ext uri="{FF2B5EF4-FFF2-40B4-BE49-F238E27FC236}">
                    <a16:creationId xmlns:a16="http://schemas.microsoft.com/office/drawing/2014/main" id="{3AAE7289-D6C7-E44D-F78C-27388EBCE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1858"/>
                <a:ext cx="15" cy="18"/>
              </a:xfrm>
              <a:custGeom>
                <a:avLst/>
                <a:gdLst>
                  <a:gd name="T0" fmla="*/ 0 w 92"/>
                  <a:gd name="T1" fmla="*/ 0 h 111"/>
                  <a:gd name="T2" fmla="*/ 0 w 92"/>
                  <a:gd name="T3" fmla="*/ 0 h 111"/>
                  <a:gd name="T4" fmla="*/ 0 w 92"/>
                  <a:gd name="T5" fmla="*/ 0 h 111"/>
                  <a:gd name="T6" fmla="*/ 0 w 92"/>
                  <a:gd name="T7" fmla="*/ 0 h 111"/>
                  <a:gd name="T8" fmla="*/ 0 w 92"/>
                  <a:gd name="T9" fmla="*/ 0 h 111"/>
                  <a:gd name="T10" fmla="*/ 0 w 92"/>
                  <a:gd name="T11" fmla="*/ 0 h 111"/>
                  <a:gd name="T12" fmla="*/ 0 w 92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11"/>
                  <a:gd name="T23" fmla="*/ 92 w 92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11">
                    <a:moveTo>
                      <a:pt x="92" y="105"/>
                    </a:moveTo>
                    <a:lnTo>
                      <a:pt x="89" y="52"/>
                    </a:lnTo>
                    <a:lnTo>
                      <a:pt x="86" y="0"/>
                    </a:lnTo>
                    <a:lnTo>
                      <a:pt x="0" y="5"/>
                    </a:lnTo>
                    <a:lnTo>
                      <a:pt x="4" y="58"/>
                    </a:lnTo>
                    <a:lnTo>
                      <a:pt x="7" y="111"/>
                    </a:lnTo>
                    <a:lnTo>
                      <a:pt x="92" y="10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9" name="Freeform 4615">
                <a:extLst>
                  <a:ext uri="{FF2B5EF4-FFF2-40B4-BE49-F238E27FC236}">
                    <a16:creationId xmlns:a16="http://schemas.microsoft.com/office/drawing/2014/main" id="{B9503B92-EBD3-4520-DA51-6AA459593B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1858"/>
                <a:ext cx="15" cy="18"/>
              </a:xfrm>
              <a:custGeom>
                <a:avLst/>
                <a:gdLst>
                  <a:gd name="T0" fmla="*/ 0 w 92"/>
                  <a:gd name="T1" fmla="*/ 0 h 111"/>
                  <a:gd name="T2" fmla="*/ 0 w 92"/>
                  <a:gd name="T3" fmla="*/ 0 h 111"/>
                  <a:gd name="T4" fmla="*/ 0 w 92"/>
                  <a:gd name="T5" fmla="*/ 0 h 111"/>
                  <a:gd name="T6" fmla="*/ 0 w 92"/>
                  <a:gd name="T7" fmla="*/ 0 h 111"/>
                  <a:gd name="T8" fmla="*/ 0 w 92"/>
                  <a:gd name="T9" fmla="*/ 0 h 111"/>
                  <a:gd name="T10" fmla="*/ 0 w 92"/>
                  <a:gd name="T11" fmla="*/ 0 h 111"/>
                  <a:gd name="T12" fmla="*/ 0 w 92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11"/>
                  <a:gd name="T23" fmla="*/ 92 w 92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11">
                    <a:moveTo>
                      <a:pt x="92" y="105"/>
                    </a:moveTo>
                    <a:lnTo>
                      <a:pt x="89" y="52"/>
                    </a:lnTo>
                    <a:lnTo>
                      <a:pt x="86" y="0"/>
                    </a:lnTo>
                    <a:lnTo>
                      <a:pt x="0" y="5"/>
                    </a:lnTo>
                    <a:lnTo>
                      <a:pt x="4" y="58"/>
                    </a:lnTo>
                    <a:lnTo>
                      <a:pt x="7" y="111"/>
                    </a:lnTo>
                    <a:lnTo>
                      <a:pt x="92" y="10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0" name="Freeform 4616">
                <a:extLst>
                  <a:ext uri="{FF2B5EF4-FFF2-40B4-BE49-F238E27FC236}">
                    <a16:creationId xmlns:a16="http://schemas.microsoft.com/office/drawing/2014/main" id="{04BF5E41-3492-57E7-7E2D-C2488BD87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5" y="1858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10" y="53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1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1" name="Line 4617">
                <a:extLst>
                  <a:ext uri="{FF2B5EF4-FFF2-40B4-BE49-F238E27FC236}">
                    <a16:creationId xmlns:a16="http://schemas.microsoft.com/office/drawing/2014/main" id="{9C674D06-50CB-E676-5835-40340198B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15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2" name="Freeform 4618">
                <a:extLst>
                  <a:ext uri="{FF2B5EF4-FFF2-40B4-BE49-F238E27FC236}">
                    <a16:creationId xmlns:a16="http://schemas.microsoft.com/office/drawing/2014/main" id="{52DD17C4-5A3D-6A3D-3792-E654346F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58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03" y="106"/>
                    </a:moveTo>
                    <a:lnTo>
                      <a:pt x="94" y="53"/>
                    </a:lnTo>
                    <a:lnTo>
                      <a:pt x="84" y="0"/>
                    </a:lnTo>
                    <a:lnTo>
                      <a:pt x="0" y="16"/>
                    </a:lnTo>
                    <a:lnTo>
                      <a:pt x="10" y="69"/>
                    </a:lnTo>
                    <a:lnTo>
                      <a:pt x="19" y="122"/>
                    </a:lnTo>
                    <a:lnTo>
                      <a:pt x="103" y="10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3" name="Freeform 4619">
                <a:extLst>
                  <a:ext uri="{FF2B5EF4-FFF2-40B4-BE49-F238E27FC236}">
                    <a16:creationId xmlns:a16="http://schemas.microsoft.com/office/drawing/2014/main" id="{1ED097AF-B2E4-F127-6F56-AAB735BCCE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58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03" y="106"/>
                    </a:moveTo>
                    <a:lnTo>
                      <a:pt x="94" y="53"/>
                    </a:lnTo>
                    <a:lnTo>
                      <a:pt x="84" y="0"/>
                    </a:lnTo>
                    <a:lnTo>
                      <a:pt x="0" y="16"/>
                    </a:lnTo>
                    <a:lnTo>
                      <a:pt x="10" y="69"/>
                    </a:lnTo>
                    <a:lnTo>
                      <a:pt x="19" y="122"/>
                    </a:lnTo>
                    <a:lnTo>
                      <a:pt x="103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4" name="Freeform 4620">
                <a:extLst>
                  <a:ext uri="{FF2B5EF4-FFF2-40B4-BE49-F238E27FC236}">
                    <a16:creationId xmlns:a16="http://schemas.microsoft.com/office/drawing/2014/main" id="{2934DABB-7B68-8E28-9D30-74F732834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1861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16" y="53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16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5" name="Line 4621">
                <a:extLst>
                  <a:ext uri="{FF2B5EF4-FFF2-40B4-BE49-F238E27FC236}">
                    <a16:creationId xmlns:a16="http://schemas.microsoft.com/office/drawing/2014/main" id="{C17484F3-B043-6422-A4F0-8480878B0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00" y="18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6" name="Freeform 4622">
                <a:extLst>
                  <a:ext uri="{FF2B5EF4-FFF2-40B4-BE49-F238E27FC236}">
                    <a16:creationId xmlns:a16="http://schemas.microsoft.com/office/drawing/2014/main" id="{F5BFEECA-1F07-8BA6-47AB-184CFFB01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1861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114" y="101"/>
                    </a:moveTo>
                    <a:lnTo>
                      <a:pt x="98" y="51"/>
                    </a:lnTo>
                    <a:lnTo>
                      <a:pt x="82" y="0"/>
                    </a:lnTo>
                    <a:lnTo>
                      <a:pt x="0" y="25"/>
                    </a:lnTo>
                    <a:lnTo>
                      <a:pt x="16" y="76"/>
                    </a:lnTo>
                    <a:lnTo>
                      <a:pt x="32" y="127"/>
                    </a:lnTo>
                    <a:lnTo>
                      <a:pt x="114" y="10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7" name="Freeform 4623">
                <a:extLst>
                  <a:ext uri="{FF2B5EF4-FFF2-40B4-BE49-F238E27FC236}">
                    <a16:creationId xmlns:a16="http://schemas.microsoft.com/office/drawing/2014/main" id="{1B8B08F0-8A7D-8F00-9288-FDD75BE7D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1861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114" y="101"/>
                    </a:moveTo>
                    <a:lnTo>
                      <a:pt x="98" y="51"/>
                    </a:lnTo>
                    <a:lnTo>
                      <a:pt x="82" y="0"/>
                    </a:lnTo>
                    <a:lnTo>
                      <a:pt x="0" y="25"/>
                    </a:lnTo>
                    <a:lnTo>
                      <a:pt x="16" y="76"/>
                    </a:lnTo>
                    <a:lnTo>
                      <a:pt x="32" y="127"/>
                    </a:lnTo>
                    <a:lnTo>
                      <a:pt x="114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8" name="Freeform 4624">
                <a:extLst>
                  <a:ext uri="{FF2B5EF4-FFF2-40B4-BE49-F238E27FC236}">
                    <a16:creationId xmlns:a16="http://schemas.microsoft.com/office/drawing/2014/main" id="{B33BAC0D-EB0A-D009-583E-237BA55E6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1866"/>
                <a:ext cx="4" cy="8"/>
              </a:xfrm>
              <a:custGeom>
                <a:avLst/>
                <a:gdLst>
                  <a:gd name="T0" fmla="*/ 0 w 22"/>
                  <a:gd name="T1" fmla="*/ 0 h 51"/>
                  <a:gd name="T2" fmla="*/ 0 w 22"/>
                  <a:gd name="T3" fmla="*/ 0 h 51"/>
                  <a:gd name="T4" fmla="*/ 0 w 22"/>
                  <a:gd name="T5" fmla="*/ 0 h 51"/>
                  <a:gd name="T6" fmla="*/ 0 w 22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1"/>
                  <a:gd name="T14" fmla="*/ 22 w 2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1">
                    <a:moveTo>
                      <a:pt x="22" y="51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2" y="5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9" name="Line 4625">
                <a:extLst>
                  <a:ext uri="{FF2B5EF4-FFF2-40B4-BE49-F238E27FC236}">
                    <a16:creationId xmlns:a16="http://schemas.microsoft.com/office/drawing/2014/main" id="{2D429419-6A60-B848-4C71-1BF82B985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5" y="18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0" name="Freeform 4626">
                <a:extLst>
                  <a:ext uri="{FF2B5EF4-FFF2-40B4-BE49-F238E27FC236}">
                    <a16:creationId xmlns:a16="http://schemas.microsoft.com/office/drawing/2014/main" id="{B5EEB850-72CF-B50F-1DA0-8E9AFE3AD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66"/>
                <a:ext cx="21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123" y="98"/>
                    </a:moveTo>
                    <a:lnTo>
                      <a:pt x="100" y="49"/>
                    </a:lnTo>
                    <a:lnTo>
                      <a:pt x="78" y="0"/>
                    </a:lnTo>
                    <a:lnTo>
                      <a:pt x="0" y="35"/>
                    </a:lnTo>
                    <a:lnTo>
                      <a:pt x="22" y="84"/>
                    </a:lnTo>
                    <a:lnTo>
                      <a:pt x="44" y="133"/>
                    </a:lnTo>
                    <a:lnTo>
                      <a:pt x="123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1" name="Freeform 4627">
                <a:extLst>
                  <a:ext uri="{FF2B5EF4-FFF2-40B4-BE49-F238E27FC236}">
                    <a16:creationId xmlns:a16="http://schemas.microsoft.com/office/drawing/2014/main" id="{981A879F-8816-0CED-E4DE-DCBFEC8A1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66"/>
                <a:ext cx="21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123" y="98"/>
                    </a:moveTo>
                    <a:lnTo>
                      <a:pt x="100" y="49"/>
                    </a:lnTo>
                    <a:lnTo>
                      <a:pt x="78" y="0"/>
                    </a:lnTo>
                    <a:lnTo>
                      <a:pt x="0" y="35"/>
                    </a:lnTo>
                    <a:lnTo>
                      <a:pt x="22" y="84"/>
                    </a:lnTo>
                    <a:lnTo>
                      <a:pt x="44" y="133"/>
                    </a:lnTo>
                    <a:lnTo>
                      <a:pt x="123" y="9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2" name="Freeform 4628">
                <a:extLst>
                  <a:ext uri="{FF2B5EF4-FFF2-40B4-BE49-F238E27FC236}">
                    <a16:creationId xmlns:a16="http://schemas.microsoft.com/office/drawing/2014/main" id="{99A6C9CC-8F4E-C8DD-07A6-758B89E7D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1872"/>
                <a:ext cx="5" cy="8"/>
              </a:xfrm>
              <a:custGeom>
                <a:avLst/>
                <a:gdLst>
                  <a:gd name="T0" fmla="*/ 0 w 28"/>
                  <a:gd name="T1" fmla="*/ 0 h 49"/>
                  <a:gd name="T2" fmla="*/ 0 w 28"/>
                  <a:gd name="T3" fmla="*/ 0 h 49"/>
                  <a:gd name="T4" fmla="*/ 0 w 28"/>
                  <a:gd name="T5" fmla="*/ 0 h 49"/>
                  <a:gd name="T6" fmla="*/ 0 w 28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49"/>
                  <a:gd name="T14" fmla="*/ 28 w 28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49">
                    <a:moveTo>
                      <a:pt x="28" y="49"/>
                    </a:moveTo>
                    <a:lnTo>
                      <a:pt x="6" y="0"/>
                    </a:lnTo>
                    <a:lnTo>
                      <a:pt x="0" y="3"/>
                    </a:lnTo>
                    <a:lnTo>
                      <a:pt x="28" y="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3" name="Line 4629">
                <a:extLst>
                  <a:ext uri="{FF2B5EF4-FFF2-40B4-BE49-F238E27FC236}">
                    <a16:creationId xmlns:a16="http://schemas.microsoft.com/office/drawing/2014/main" id="{153FDFEE-1D9F-26B8-5A4B-1DDC3AD05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71" y="187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4" name="Freeform 4630">
                <a:extLst>
                  <a:ext uri="{FF2B5EF4-FFF2-40B4-BE49-F238E27FC236}">
                    <a16:creationId xmlns:a16="http://schemas.microsoft.com/office/drawing/2014/main" id="{B0221529-7728-7EF9-5373-A26832BF8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72"/>
                <a:ext cx="22" cy="23"/>
              </a:xfrm>
              <a:custGeom>
                <a:avLst/>
                <a:gdLst>
                  <a:gd name="T0" fmla="*/ 0 w 129"/>
                  <a:gd name="T1" fmla="*/ 0 h 136"/>
                  <a:gd name="T2" fmla="*/ 0 w 129"/>
                  <a:gd name="T3" fmla="*/ 0 h 136"/>
                  <a:gd name="T4" fmla="*/ 0 w 129"/>
                  <a:gd name="T5" fmla="*/ 0 h 136"/>
                  <a:gd name="T6" fmla="*/ 0 w 129"/>
                  <a:gd name="T7" fmla="*/ 0 h 136"/>
                  <a:gd name="T8" fmla="*/ 0 w 129"/>
                  <a:gd name="T9" fmla="*/ 0 h 136"/>
                  <a:gd name="T10" fmla="*/ 0 w 129"/>
                  <a:gd name="T11" fmla="*/ 0 h 136"/>
                  <a:gd name="T12" fmla="*/ 0 w 129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6"/>
                  <a:gd name="T23" fmla="*/ 129 w 129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6">
                    <a:moveTo>
                      <a:pt x="129" y="92"/>
                    </a:moveTo>
                    <a:lnTo>
                      <a:pt x="101" y="46"/>
                    </a:lnTo>
                    <a:lnTo>
                      <a:pt x="73" y="0"/>
                    </a:lnTo>
                    <a:lnTo>
                      <a:pt x="0" y="45"/>
                    </a:lnTo>
                    <a:lnTo>
                      <a:pt x="28" y="90"/>
                    </a:lnTo>
                    <a:lnTo>
                      <a:pt x="55" y="136"/>
                    </a:lnTo>
                    <a:lnTo>
                      <a:pt x="129" y="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5" name="Freeform 4631">
                <a:extLst>
                  <a:ext uri="{FF2B5EF4-FFF2-40B4-BE49-F238E27FC236}">
                    <a16:creationId xmlns:a16="http://schemas.microsoft.com/office/drawing/2014/main" id="{3F8E2BB8-2671-35C3-D80B-11174C08E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72"/>
                <a:ext cx="22" cy="23"/>
              </a:xfrm>
              <a:custGeom>
                <a:avLst/>
                <a:gdLst>
                  <a:gd name="T0" fmla="*/ 0 w 129"/>
                  <a:gd name="T1" fmla="*/ 0 h 136"/>
                  <a:gd name="T2" fmla="*/ 0 w 129"/>
                  <a:gd name="T3" fmla="*/ 0 h 136"/>
                  <a:gd name="T4" fmla="*/ 0 w 129"/>
                  <a:gd name="T5" fmla="*/ 0 h 136"/>
                  <a:gd name="T6" fmla="*/ 0 w 129"/>
                  <a:gd name="T7" fmla="*/ 0 h 136"/>
                  <a:gd name="T8" fmla="*/ 0 w 129"/>
                  <a:gd name="T9" fmla="*/ 0 h 136"/>
                  <a:gd name="T10" fmla="*/ 0 w 129"/>
                  <a:gd name="T11" fmla="*/ 0 h 136"/>
                  <a:gd name="T12" fmla="*/ 0 w 129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6"/>
                  <a:gd name="T23" fmla="*/ 129 w 129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6">
                    <a:moveTo>
                      <a:pt x="129" y="92"/>
                    </a:moveTo>
                    <a:lnTo>
                      <a:pt x="101" y="46"/>
                    </a:lnTo>
                    <a:lnTo>
                      <a:pt x="73" y="0"/>
                    </a:lnTo>
                    <a:lnTo>
                      <a:pt x="0" y="45"/>
                    </a:lnTo>
                    <a:lnTo>
                      <a:pt x="28" y="90"/>
                    </a:lnTo>
                    <a:lnTo>
                      <a:pt x="55" y="136"/>
                    </a:lnTo>
                    <a:lnTo>
                      <a:pt x="129" y="9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6" name="Freeform 4632">
                <a:extLst>
                  <a:ext uri="{FF2B5EF4-FFF2-40B4-BE49-F238E27FC236}">
                    <a16:creationId xmlns:a16="http://schemas.microsoft.com/office/drawing/2014/main" id="{CE925C96-6748-7509-243A-4D1A4B0AA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1880"/>
                <a:ext cx="6" cy="7"/>
              </a:xfrm>
              <a:custGeom>
                <a:avLst/>
                <a:gdLst>
                  <a:gd name="T0" fmla="*/ 0 w 33"/>
                  <a:gd name="T1" fmla="*/ 0 h 45"/>
                  <a:gd name="T2" fmla="*/ 0 w 33"/>
                  <a:gd name="T3" fmla="*/ 0 h 45"/>
                  <a:gd name="T4" fmla="*/ 0 w 33"/>
                  <a:gd name="T5" fmla="*/ 0 h 45"/>
                  <a:gd name="T6" fmla="*/ 0 w 33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5"/>
                  <a:gd name="T14" fmla="*/ 33 w 33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5">
                    <a:moveTo>
                      <a:pt x="33" y="45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33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7" name="Line 4633">
                <a:extLst>
                  <a:ext uri="{FF2B5EF4-FFF2-40B4-BE49-F238E27FC236}">
                    <a16:creationId xmlns:a16="http://schemas.microsoft.com/office/drawing/2014/main" id="{26F46F79-2136-E4AD-D0B4-FD4072420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8" y="18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8" name="Freeform 4634">
                <a:extLst>
                  <a:ext uri="{FF2B5EF4-FFF2-40B4-BE49-F238E27FC236}">
                    <a16:creationId xmlns:a16="http://schemas.microsoft.com/office/drawing/2014/main" id="{569A4BE4-008E-249A-ACBE-840B2383A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80"/>
                <a:ext cx="22" cy="23"/>
              </a:xfrm>
              <a:custGeom>
                <a:avLst/>
                <a:gdLst>
                  <a:gd name="T0" fmla="*/ 0 w 133"/>
                  <a:gd name="T1" fmla="*/ 0 h 137"/>
                  <a:gd name="T2" fmla="*/ 0 w 133"/>
                  <a:gd name="T3" fmla="*/ 0 h 137"/>
                  <a:gd name="T4" fmla="*/ 0 w 133"/>
                  <a:gd name="T5" fmla="*/ 0 h 137"/>
                  <a:gd name="T6" fmla="*/ 0 w 133"/>
                  <a:gd name="T7" fmla="*/ 0 h 137"/>
                  <a:gd name="T8" fmla="*/ 0 w 133"/>
                  <a:gd name="T9" fmla="*/ 0 h 137"/>
                  <a:gd name="T10" fmla="*/ 0 w 133"/>
                  <a:gd name="T11" fmla="*/ 0 h 137"/>
                  <a:gd name="T12" fmla="*/ 0 w 133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7"/>
                  <a:gd name="T23" fmla="*/ 133 w 133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7">
                    <a:moveTo>
                      <a:pt x="133" y="85"/>
                    </a:moveTo>
                    <a:lnTo>
                      <a:pt x="100" y="42"/>
                    </a:lnTo>
                    <a:lnTo>
                      <a:pt x="67" y="0"/>
                    </a:lnTo>
                    <a:lnTo>
                      <a:pt x="0" y="52"/>
                    </a:lnTo>
                    <a:lnTo>
                      <a:pt x="33" y="94"/>
                    </a:lnTo>
                    <a:lnTo>
                      <a:pt x="66" y="137"/>
                    </a:lnTo>
                    <a:lnTo>
                      <a:pt x="133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9" name="Freeform 4635">
                <a:extLst>
                  <a:ext uri="{FF2B5EF4-FFF2-40B4-BE49-F238E27FC236}">
                    <a16:creationId xmlns:a16="http://schemas.microsoft.com/office/drawing/2014/main" id="{CE709385-411E-1809-B40A-F661D1C5D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80"/>
                <a:ext cx="22" cy="23"/>
              </a:xfrm>
              <a:custGeom>
                <a:avLst/>
                <a:gdLst>
                  <a:gd name="T0" fmla="*/ 0 w 133"/>
                  <a:gd name="T1" fmla="*/ 0 h 137"/>
                  <a:gd name="T2" fmla="*/ 0 w 133"/>
                  <a:gd name="T3" fmla="*/ 0 h 137"/>
                  <a:gd name="T4" fmla="*/ 0 w 133"/>
                  <a:gd name="T5" fmla="*/ 0 h 137"/>
                  <a:gd name="T6" fmla="*/ 0 w 133"/>
                  <a:gd name="T7" fmla="*/ 0 h 137"/>
                  <a:gd name="T8" fmla="*/ 0 w 133"/>
                  <a:gd name="T9" fmla="*/ 0 h 137"/>
                  <a:gd name="T10" fmla="*/ 0 w 133"/>
                  <a:gd name="T11" fmla="*/ 0 h 137"/>
                  <a:gd name="T12" fmla="*/ 0 w 133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7"/>
                  <a:gd name="T23" fmla="*/ 133 w 133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7">
                    <a:moveTo>
                      <a:pt x="133" y="85"/>
                    </a:moveTo>
                    <a:lnTo>
                      <a:pt x="100" y="42"/>
                    </a:lnTo>
                    <a:lnTo>
                      <a:pt x="67" y="0"/>
                    </a:lnTo>
                    <a:lnTo>
                      <a:pt x="0" y="52"/>
                    </a:lnTo>
                    <a:lnTo>
                      <a:pt x="33" y="94"/>
                    </a:lnTo>
                    <a:lnTo>
                      <a:pt x="66" y="137"/>
                    </a:lnTo>
                    <a:lnTo>
                      <a:pt x="133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0" name="Freeform 4636">
                <a:extLst>
                  <a:ext uri="{FF2B5EF4-FFF2-40B4-BE49-F238E27FC236}">
                    <a16:creationId xmlns:a16="http://schemas.microsoft.com/office/drawing/2014/main" id="{0B9BB65A-3EEB-4CC0-DA0A-97DDE11DF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1889"/>
                <a:ext cx="7" cy="7"/>
              </a:xfrm>
              <a:custGeom>
                <a:avLst/>
                <a:gdLst>
                  <a:gd name="T0" fmla="*/ 0 w 38"/>
                  <a:gd name="T1" fmla="*/ 0 h 42"/>
                  <a:gd name="T2" fmla="*/ 0 w 38"/>
                  <a:gd name="T3" fmla="*/ 0 h 42"/>
                  <a:gd name="T4" fmla="*/ 0 w 38"/>
                  <a:gd name="T5" fmla="*/ 0 h 42"/>
                  <a:gd name="T6" fmla="*/ 0 w 38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2"/>
                  <a:gd name="T14" fmla="*/ 38 w 38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2">
                    <a:moveTo>
                      <a:pt x="38" y="42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8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1" name="Line 4637">
                <a:extLst>
                  <a:ext uri="{FF2B5EF4-FFF2-40B4-BE49-F238E27FC236}">
                    <a16:creationId xmlns:a16="http://schemas.microsoft.com/office/drawing/2014/main" id="{F1BC935D-6B64-597F-DB58-C50CE6998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6" y="18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2" name="Freeform 4638">
                <a:extLst>
                  <a:ext uri="{FF2B5EF4-FFF2-40B4-BE49-F238E27FC236}">
                    <a16:creationId xmlns:a16="http://schemas.microsoft.com/office/drawing/2014/main" id="{362A3EC4-0339-756D-A639-A62576FED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90"/>
                <a:ext cx="23" cy="23"/>
              </a:xfrm>
              <a:custGeom>
                <a:avLst/>
                <a:gdLst>
                  <a:gd name="T0" fmla="*/ 0 w 137"/>
                  <a:gd name="T1" fmla="*/ 0 h 138"/>
                  <a:gd name="T2" fmla="*/ 0 w 137"/>
                  <a:gd name="T3" fmla="*/ 0 h 138"/>
                  <a:gd name="T4" fmla="*/ 0 w 137"/>
                  <a:gd name="T5" fmla="*/ 0 h 138"/>
                  <a:gd name="T6" fmla="*/ 0 w 137"/>
                  <a:gd name="T7" fmla="*/ 0 h 138"/>
                  <a:gd name="T8" fmla="*/ 0 w 137"/>
                  <a:gd name="T9" fmla="*/ 0 h 138"/>
                  <a:gd name="T10" fmla="*/ 0 w 137"/>
                  <a:gd name="T11" fmla="*/ 0 h 138"/>
                  <a:gd name="T12" fmla="*/ 0 w 137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8"/>
                  <a:gd name="T23" fmla="*/ 137 w 137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8">
                    <a:moveTo>
                      <a:pt x="137" y="76"/>
                    </a:moveTo>
                    <a:lnTo>
                      <a:pt x="99" y="38"/>
                    </a:lnTo>
                    <a:lnTo>
                      <a:pt x="61" y="0"/>
                    </a:lnTo>
                    <a:lnTo>
                      <a:pt x="0" y="62"/>
                    </a:lnTo>
                    <a:lnTo>
                      <a:pt x="38" y="100"/>
                    </a:lnTo>
                    <a:lnTo>
                      <a:pt x="76" y="138"/>
                    </a:lnTo>
                    <a:lnTo>
                      <a:pt x="137" y="7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3" name="Freeform 4639">
                <a:extLst>
                  <a:ext uri="{FF2B5EF4-FFF2-40B4-BE49-F238E27FC236}">
                    <a16:creationId xmlns:a16="http://schemas.microsoft.com/office/drawing/2014/main" id="{4E66FEE4-69DD-5B4F-AABD-4C046E64D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90"/>
                <a:ext cx="23" cy="23"/>
              </a:xfrm>
              <a:custGeom>
                <a:avLst/>
                <a:gdLst>
                  <a:gd name="T0" fmla="*/ 0 w 137"/>
                  <a:gd name="T1" fmla="*/ 0 h 138"/>
                  <a:gd name="T2" fmla="*/ 0 w 137"/>
                  <a:gd name="T3" fmla="*/ 0 h 138"/>
                  <a:gd name="T4" fmla="*/ 0 w 137"/>
                  <a:gd name="T5" fmla="*/ 0 h 138"/>
                  <a:gd name="T6" fmla="*/ 0 w 137"/>
                  <a:gd name="T7" fmla="*/ 0 h 138"/>
                  <a:gd name="T8" fmla="*/ 0 w 137"/>
                  <a:gd name="T9" fmla="*/ 0 h 138"/>
                  <a:gd name="T10" fmla="*/ 0 w 137"/>
                  <a:gd name="T11" fmla="*/ 0 h 138"/>
                  <a:gd name="T12" fmla="*/ 0 w 137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8"/>
                  <a:gd name="T23" fmla="*/ 137 w 137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8">
                    <a:moveTo>
                      <a:pt x="137" y="76"/>
                    </a:moveTo>
                    <a:lnTo>
                      <a:pt x="99" y="38"/>
                    </a:lnTo>
                    <a:lnTo>
                      <a:pt x="61" y="0"/>
                    </a:lnTo>
                    <a:lnTo>
                      <a:pt x="0" y="62"/>
                    </a:lnTo>
                    <a:lnTo>
                      <a:pt x="38" y="100"/>
                    </a:lnTo>
                    <a:lnTo>
                      <a:pt x="76" y="138"/>
                    </a:lnTo>
                    <a:lnTo>
                      <a:pt x="137" y="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4" name="Freeform 4640">
                <a:extLst>
                  <a:ext uri="{FF2B5EF4-FFF2-40B4-BE49-F238E27FC236}">
                    <a16:creationId xmlns:a16="http://schemas.microsoft.com/office/drawing/2014/main" id="{85CE6381-5B98-A749-60EA-B55364A25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" y="1900"/>
                <a:ext cx="7" cy="6"/>
              </a:xfrm>
              <a:custGeom>
                <a:avLst/>
                <a:gdLst>
                  <a:gd name="T0" fmla="*/ 0 w 43"/>
                  <a:gd name="T1" fmla="*/ 0 h 38"/>
                  <a:gd name="T2" fmla="*/ 0 w 43"/>
                  <a:gd name="T3" fmla="*/ 0 h 38"/>
                  <a:gd name="T4" fmla="*/ 0 w 43"/>
                  <a:gd name="T5" fmla="*/ 0 h 38"/>
                  <a:gd name="T6" fmla="*/ 0 w 43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38"/>
                  <a:gd name="T14" fmla="*/ 43 w 43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38">
                    <a:moveTo>
                      <a:pt x="43" y="38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43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5" name="Line 4641">
                <a:extLst>
                  <a:ext uri="{FF2B5EF4-FFF2-40B4-BE49-F238E27FC236}">
                    <a16:creationId xmlns:a16="http://schemas.microsoft.com/office/drawing/2014/main" id="{67FDA98D-A598-DF04-120C-4BB0473FB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5" y="19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6" name="Freeform 4642">
                <a:extLst>
                  <a:ext uri="{FF2B5EF4-FFF2-40B4-BE49-F238E27FC236}">
                    <a16:creationId xmlns:a16="http://schemas.microsoft.com/office/drawing/2014/main" id="{56D7E95B-10A7-3CE9-984D-437ACE995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1901"/>
                <a:ext cx="23" cy="22"/>
              </a:xfrm>
              <a:custGeom>
                <a:avLst/>
                <a:gdLst>
                  <a:gd name="T0" fmla="*/ 0 w 136"/>
                  <a:gd name="T1" fmla="*/ 0 h 132"/>
                  <a:gd name="T2" fmla="*/ 0 w 136"/>
                  <a:gd name="T3" fmla="*/ 0 h 132"/>
                  <a:gd name="T4" fmla="*/ 0 w 136"/>
                  <a:gd name="T5" fmla="*/ 0 h 132"/>
                  <a:gd name="T6" fmla="*/ 0 w 136"/>
                  <a:gd name="T7" fmla="*/ 0 h 132"/>
                  <a:gd name="T8" fmla="*/ 0 w 136"/>
                  <a:gd name="T9" fmla="*/ 0 h 132"/>
                  <a:gd name="T10" fmla="*/ 0 w 136"/>
                  <a:gd name="T11" fmla="*/ 0 h 132"/>
                  <a:gd name="T12" fmla="*/ 0 w 136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2"/>
                  <a:gd name="T23" fmla="*/ 136 w 136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2">
                    <a:moveTo>
                      <a:pt x="136" y="66"/>
                    </a:moveTo>
                    <a:lnTo>
                      <a:pt x="94" y="33"/>
                    </a:lnTo>
                    <a:lnTo>
                      <a:pt x="51" y="0"/>
                    </a:lnTo>
                    <a:lnTo>
                      <a:pt x="0" y="67"/>
                    </a:lnTo>
                    <a:lnTo>
                      <a:pt x="42" y="99"/>
                    </a:lnTo>
                    <a:lnTo>
                      <a:pt x="84" y="132"/>
                    </a:lnTo>
                    <a:lnTo>
                      <a:pt x="136" y="6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7" name="Freeform 4643">
                <a:extLst>
                  <a:ext uri="{FF2B5EF4-FFF2-40B4-BE49-F238E27FC236}">
                    <a16:creationId xmlns:a16="http://schemas.microsoft.com/office/drawing/2014/main" id="{60EABC69-3670-ECE7-92F4-C859C1EF5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1901"/>
                <a:ext cx="23" cy="22"/>
              </a:xfrm>
              <a:custGeom>
                <a:avLst/>
                <a:gdLst>
                  <a:gd name="T0" fmla="*/ 0 w 136"/>
                  <a:gd name="T1" fmla="*/ 0 h 132"/>
                  <a:gd name="T2" fmla="*/ 0 w 136"/>
                  <a:gd name="T3" fmla="*/ 0 h 132"/>
                  <a:gd name="T4" fmla="*/ 0 w 136"/>
                  <a:gd name="T5" fmla="*/ 0 h 132"/>
                  <a:gd name="T6" fmla="*/ 0 w 136"/>
                  <a:gd name="T7" fmla="*/ 0 h 132"/>
                  <a:gd name="T8" fmla="*/ 0 w 136"/>
                  <a:gd name="T9" fmla="*/ 0 h 132"/>
                  <a:gd name="T10" fmla="*/ 0 w 136"/>
                  <a:gd name="T11" fmla="*/ 0 h 132"/>
                  <a:gd name="T12" fmla="*/ 0 w 136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2"/>
                  <a:gd name="T23" fmla="*/ 136 w 136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2">
                    <a:moveTo>
                      <a:pt x="136" y="66"/>
                    </a:moveTo>
                    <a:lnTo>
                      <a:pt x="94" y="33"/>
                    </a:lnTo>
                    <a:lnTo>
                      <a:pt x="51" y="0"/>
                    </a:lnTo>
                    <a:lnTo>
                      <a:pt x="0" y="67"/>
                    </a:lnTo>
                    <a:lnTo>
                      <a:pt x="42" y="99"/>
                    </a:lnTo>
                    <a:lnTo>
                      <a:pt x="84" y="132"/>
                    </a:lnTo>
                    <a:lnTo>
                      <a:pt x="136" y="6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8" name="Freeform 4644">
                <a:extLst>
                  <a:ext uri="{FF2B5EF4-FFF2-40B4-BE49-F238E27FC236}">
                    <a16:creationId xmlns:a16="http://schemas.microsoft.com/office/drawing/2014/main" id="{895243A1-A51F-CDAE-DE75-005B72B5C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1912"/>
                <a:ext cx="8" cy="5"/>
              </a:xfrm>
              <a:custGeom>
                <a:avLst/>
                <a:gdLst>
                  <a:gd name="T0" fmla="*/ 0 w 46"/>
                  <a:gd name="T1" fmla="*/ 0 h 32"/>
                  <a:gd name="T2" fmla="*/ 0 w 46"/>
                  <a:gd name="T3" fmla="*/ 0 h 32"/>
                  <a:gd name="T4" fmla="*/ 0 w 46"/>
                  <a:gd name="T5" fmla="*/ 0 h 32"/>
                  <a:gd name="T6" fmla="*/ 0 w 46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32"/>
                  <a:gd name="T14" fmla="*/ 46 w 46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32">
                    <a:moveTo>
                      <a:pt x="46" y="32"/>
                    </a:moveTo>
                    <a:lnTo>
                      <a:pt x="4" y="0"/>
                    </a:lnTo>
                    <a:lnTo>
                      <a:pt x="0" y="5"/>
                    </a:lnTo>
                    <a:lnTo>
                      <a:pt x="4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9" name="Line 4645">
                <a:extLst>
                  <a:ext uri="{FF2B5EF4-FFF2-40B4-BE49-F238E27FC236}">
                    <a16:creationId xmlns:a16="http://schemas.microsoft.com/office/drawing/2014/main" id="{EC89A587-D3C1-ACE2-033D-18570F6DD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6" y="191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0" name="Freeform 4646">
                <a:extLst>
                  <a:ext uri="{FF2B5EF4-FFF2-40B4-BE49-F238E27FC236}">
                    <a16:creationId xmlns:a16="http://schemas.microsoft.com/office/drawing/2014/main" id="{E3C85ABF-7068-2B2A-1F12-B53C1184A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13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135" y="55"/>
                    </a:moveTo>
                    <a:lnTo>
                      <a:pt x="90" y="27"/>
                    </a:lnTo>
                    <a:lnTo>
                      <a:pt x="44" y="0"/>
                    </a:lnTo>
                    <a:lnTo>
                      <a:pt x="0" y="73"/>
                    </a:lnTo>
                    <a:lnTo>
                      <a:pt x="45" y="101"/>
                    </a:lnTo>
                    <a:lnTo>
                      <a:pt x="91" y="128"/>
                    </a:lnTo>
                    <a:lnTo>
                      <a:pt x="135" y="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1" name="Freeform 4647">
                <a:extLst>
                  <a:ext uri="{FF2B5EF4-FFF2-40B4-BE49-F238E27FC236}">
                    <a16:creationId xmlns:a16="http://schemas.microsoft.com/office/drawing/2014/main" id="{89B2C667-A149-2C78-023F-D8DBE9BD4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13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135" y="55"/>
                    </a:moveTo>
                    <a:lnTo>
                      <a:pt x="90" y="27"/>
                    </a:lnTo>
                    <a:lnTo>
                      <a:pt x="44" y="0"/>
                    </a:lnTo>
                    <a:lnTo>
                      <a:pt x="0" y="73"/>
                    </a:lnTo>
                    <a:lnTo>
                      <a:pt x="45" y="101"/>
                    </a:lnTo>
                    <a:lnTo>
                      <a:pt x="91" y="128"/>
                    </a:lnTo>
                    <a:lnTo>
                      <a:pt x="135" y="5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2" name="Freeform 4648">
                <a:extLst>
                  <a:ext uri="{FF2B5EF4-FFF2-40B4-BE49-F238E27FC236}">
                    <a16:creationId xmlns:a16="http://schemas.microsoft.com/office/drawing/2014/main" id="{CEF0906F-173E-9CDD-D745-83E565C07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1925"/>
                <a:ext cx="8" cy="5"/>
              </a:xfrm>
              <a:custGeom>
                <a:avLst/>
                <a:gdLst>
                  <a:gd name="T0" fmla="*/ 0 w 48"/>
                  <a:gd name="T1" fmla="*/ 0 h 28"/>
                  <a:gd name="T2" fmla="*/ 0 w 48"/>
                  <a:gd name="T3" fmla="*/ 0 h 28"/>
                  <a:gd name="T4" fmla="*/ 0 w 48"/>
                  <a:gd name="T5" fmla="*/ 0 h 28"/>
                  <a:gd name="T6" fmla="*/ 0 w 48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28"/>
                  <a:gd name="T14" fmla="*/ 48 w 4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28">
                    <a:moveTo>
                      <a:pt x="48" y="28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48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3" name="Line 4649">
                <a:extLst>
                  <a:ext uri="{FF2B5EF4-FFF2-40B4-BE49-F238E27FC236}">
                    <a16:creationId xmlns:a16="http://schemas.microsoft.com/office/drawing/2014/main" id="{BAF0C23A-4101-6342-4B13-6239216A8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18" y="19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4" name="Freeform 4650">
                <a:extLst>
                  <a:ext uri="{FF2B5EF4-FFF2-40B4-BE49-F238E27FC236}">
                    <a16:creationId xmlns:a16="http://schemas.microsoft.com/office/drawing/2014/main" id="{DB43424E-4DC9-E69C-316D-19E9CB3F9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26"/>
                <a:ext cx="23" cy="20"/>
              </a:xfrm>
              <a:custGeom>
                <a:avLst/>
                <a:gdLst>
                  <a:gd name="T0" fmla="*/ 0 w 132"/>
                  <a:gd name="T1" fmla="*/ 0 h 123"/>
                  <a:gd name="T2" fmla="*/ 0 w 132"/>
                  <a:gd name="T3" fmla="*/ 0 h 123"/>
                  <a:gd name="T4" fmla="*/ 0 w 132"/>
                  <a:gd name="T5" fmla="*/ 0 h 123"/>
                  <a:gd name="T6" fmla="*/ 0 w 132"/>
                  <a:gd name="T7" fmla="*/ 0 h 123"/>
                  <a:gd name="T8" fmla="*/ 0 w 132"/>
                  <a:gd name="T9" fmla="*/ 0 h 123"/>
                  <a:gd name="T10" fmla="*/ 0 w 132"/>
                  <a:gd name="T11" fmla="*/ 0 h 123"/>
                  <a:gd name="T12" fmla="*/ 0 w 132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3"/>
                  <a:gd name="T23" fmla="*/ 132 w 132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3">
                    <a:moveTo>
                      <a:pt x="132" y="45"/>
                    </a:moveTo>
                    <a:lnTo>
                      <a:pt x="83" y="23"/>
                    </a:lnTo>
                    <a:lnTo>
                      <a:pt x="35" y="0"/>
                    </a:lnTo>
                    <a:lnTo>
                      <a:pt x="0" y="79"/>
                    </a:lnTo>
                    <a:lnTo>
                      <a:pt x="49" y="101"/>
                    </a:lnTo>
                    <a:lnTo>
                      <a:pt x="97" y="123"/>
                    </a:lnTo>
                    <a:lnTo>
                      <a:pt x="132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5" name="Freeform 4651">
                <a:extLst>
                  <a:ext uri="{FF2B5EF4-FFF2-40B4-BE49-F238E27FC236}">
                    <a16:creationId xmlns:a16="http://schemas.microsoft.com/office/drawing/2014/main" id="{634FA140-0A33-A4EA-F1BE-08266466E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26"/>
                <a:ext cx="23" cy="20"/>
              </a:xfrm>
              <a:custGeom>
                <a:avLst/>
                <a:gdLst>
                  <a:gd name="T0" fmla="*/ 0 w 132"/>
                  <a:gd name="T1" fmla="*/ 0 h 123"/>
                  <a:gd name="T2" fmla="*/ 0 w 132"/>
                  <a:gd name="T3" fmla="*/ 0 h 123"/>
                  <a:gd name="T4" fmla="*/ 0 w 132"/>
                  <a:gd name="T5" fmla="*/ 0 h 123"/>
                  <a:gd name="T6" fmla="*/ 0 w 132"/>
                  <a:gd name="T7" fmla="*/ 0 h 123"/>
                  <a:gd name="T8" fmla="*/ 0 w 132"/>
                  <a:gd name="T9" fmla="*/ 0 h 123"/>
                  <a:gd name="T10" fmla="*/ 0 w 132"/>
                  <a:gd name="T11" fmla="*/ 0 h 123"/>
                  <a:gd name="T12" fmla="*/ 0 w 132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3"/>
                  <a:gd name="T23" fmla="*/ 132 w 132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3">
                    <a:moveTo>
                      <a:pt x="132" y="45"/>
                    </a:moveTo>
                    <a:lnTo>
                      <a:pt x="83" y="23"/>
                    </a:lnTo>
                    <a:lnTo>
                      <a:pt x="35" y="0"/>
                    </a:lnTo>
                    <a:lnTo>
                      <a:pt x="0" y="79"/>
                    </a:lnTo>
                    <a:lnTo>
                      <a:pt x="49" y="101"/>
                    </a:lnTo>
                    <a:lnTo>
                      <a:pt x="97" y="123"/>
                    </a:lnTo>
                    <a:lnTo>
                      <a:pt x="132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6" name="Freeform 4652">
                <a:extLst>
                  <a:ext uri="{FF2B5EF4-FFF2-40B4-BE49-F238E27FC236}">
                    <a16:creationId xmlns:a16="http://schemas.microsoft.com/office/drawing/2014/main" id="{FF4DF576-BEEF-E831-660F-704F3B7A0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39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51" y="22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51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7" name="Line 4653">
                <a:extLst>
                  <a:ext uri="{FF2B5EF4-FFF2-40B4-BE49-F238E27FC236}">
                    <a16:creationId xmlns:a16="http://schemas.microsoft.com/office/drawing/2014/main" id="{3B2D6C3D-B674-B6B2-E653-05017A07D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12" y="19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8" name="Freeform 4654">
                <a:extLst>
                  <a:ext uri="{FF2B5EF4-FFF2-40B4-BE49-F238E27FC236}">
                    <a16:creationId xmlns:a16="http://schemas.microsoft.com/office/drawing/2014/main" id="{214FD2A7-A046-137E-2934-8296E6DF9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127" y="32"/>
                    </a:moveTo>
                    <a:lnTo>
                      <a:pt x="77" y="16"/>
                    </a:lnTo>
                    <a:lnTo>
                      <a:pt x="26" y="0"/>
                    </a:lnTo>
                    <a:lnTo>
                      <a:pt x="0" y="82"/>
                    </a:lnTo>
                    <a:lnTo>
                      <a:pt x="51" y="97"/>
                    </a:lnTo>
                    <a:lnTo>
                      <a:pt x="102" y="113"/>
                    </a:lnTo>
                    <a:lnTo>
                      <a:pt x="12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9" name="Freeform 4655">
                <a:extLst>
                  <a:ext uri="{FF2B5EF4-FFF2-40B4-BE49-F238E27FC236}">
                    <a16:creationId xmlns:a16="http://schemas.microsoft.com/office/drawing/2014/main" id="{0E1E2E66-6B0F-7D4A-61A7-68C124687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127" y="32"/>
                    </a:moveTo>
                    <a:lnTo>
                      <a:pt x="77" y="16"/>
                    </a:lnTo>
                    <a:lnTo>
                      <a:pt x="26" y="0"/>
                    </a:lnTo>
                    <a:lnTo>
                      <a:pt x="0" y="82"/>
                    </a:lnTo>
                    <a:lnTo>
                      <a:pt x="51" y="97"/>
                    </a:lnTo>
                    <a:lnTo>
                      <a:pt x="102" y="113"/>
                    </a:lnTo>
                    <a:lnTo>
                      <a:pt x="127" y="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0" name="Freeform 4656">
                <a:extLst>
                  <a:ext uri="{FF2B5EF4-FFF2-40B4-BE49-F238E27FC236}">
                    <a16:creationId xmlns:a16="http://schemas.microsoft.com/office/drawing/2014/main" id="{E5E8B219-8DB3-8B25-1517-B9377CA45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54"/>
                <a:ext cx="8" cy="2"/>
              </a:xfrm>
              <a:custGeom>
                <a:avLst/>
                <a:gdLst>
                  <a:gd name="T0" fmla="*/ 0 w 53"/>
                  <a:gd name="T1" fmla="*/ 0 h 15"/>
                  <a:gd name="T2" fmla="*/ 0 w 53"/>
                  <a:gd name="T3" fmla="*/ 0 h 15"/>
                  <a:gd name="T4" fmla="*/ 0 w 53"/>
                  <a:gd name="T5" fmla="*/ 0 h 15"/>
                  <a:gd name="T6" fmla="*/ 0 w 53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5"/>
                  <a:gd name="T14" fmla="*/ 53 w 53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5">
                    <a:moveTo>
                      <a:pt x="53" y="15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53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1" name="Line 4657">
                <a:extLst>
                  <a:ext uri="{FF2B5EF4-FFF2-40B4-BE49-F238E27FC236}">
                    <a16:creationId xmlns:a16="http://schemas.microsoft.com/office/drawing/2014/main" id="{3C5A723C-B339-D1A3-1D98-ECD0886AA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8" y="19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2" name="Freeform 4658">
                <a:extLst>
                  <a:ext uri="{FF2B5EF4-FFF2-40B4-BE49-F238E27FC236}">
                    <a16:creationId xmlns:a16="http://schemas.microsoft.com/office/drawing/2014/main" id="{F2E80556-F9F3-0051-DC3D-6CAF76BF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55"/>
                <a:ext cx="20" cy="17"/>
              </a:xfrm>
              <a:custGeom>
                <a:avLst/>
                <a:gdLst>
                  <a:gd name="T0" fmla="*/ 0 w 122"/>
                  <a:gd name="T1" fmla="*/ 0 h 104"/>
                  <a:gd name="T2" fmla="*/ 0 w 122"/>
                  <a:gd name="T3" fmla="*/ 0 h 104"/>
                  <a:gd name="T4" fmla="*/ 0 w 122"/>
                  <a:gd name="T5" fmla="*/ 0 h 104"/>
                  <a:gd name="T6" fmla="*/ 0 w 122"/>
                  <a:gd name="T7" fmla="*/ 0 h 104"/>
                  <a:gd name="T8" fmla="*/ 0 w 122"/>
                  <a:gd name="T9" fmla="*/ 0 h 104"/>
                  <a:gd name="T10" fmla="*/ 0 w 122"/>
                  <a:gd name="T11" fmla="*/ 0 h 104"/>
                  <a:gd name="T12" fmla="*/ 0 w 122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4"/>
                  <a:gd name="T23" fmla="*/ 122 w 122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4">
                    <a:moveTo>
                      <a:pt x="122" y="19"/>
                    </a:moveTo>
                    <a:lnTo>
                      <a:pt x="69" y="9"/>
                    </a:lnTo>
                    <a:lnTo>
                      <a:pt x="16" y="0"/>
                    </a:lnTo>
                    <a:lnTo>
                      <a:pt x="0" y="85"/>
                    </a:lnTo>
                    <a:lnTo>
                      <a:pt x="53" y="94"/>
                    </a:lnTo>
                    <a:lnTo>
                      <a:pt x="106" y="104"/>
                    </a:lnTo>
                    <a:lnTo>
                      <a:pt x="122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3" name="Freeform 4659">
                <a:extLst>
                  <a:ext uri="{FF2B5EF4-FFF2-40B4-BE49-F238E27FC236}">
                    <a16:creationId xmlns:a16="http://schemas.microsoft.com/office/drawing/2014/main" id="{D8CF4EB5-EE3A-F094-F49D-661DC3D1B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55"/>
                <a:ext cx="20" cy="17"/>
              </a:xfrm>
              <a:custGeom>
                <a:avLst/>
                <a:gdLst>
                  <a:gd name="T0" fmla="*/ 0 w 122"/>
                  <a:gd name="T1" fmla="*/ 0 h 104"/>
                  <a:gd name="T2" fmla="*/ 0 w 122"/>
                  <a:gd name="T3" fmla="*/ 0 h 104"/>
                  <a:gd name="T4" fmla="*/ 0 w 122"/>
                  <a:gd name="T5" fmla="*/ 0 h 104"/>
                  <a:gd name="T6" fmla="*/ 0 w 122"/>
                  <a:gd name="T7" fmla="*/ 0 h 104"/>
                  <a:gd name="T8" fmla="*/ 0 w 122"/>
                  <a:gd name="T9" fmla="*/ 0 h 104"/>
                  <a:gd name="T10" fmla="*/ 0 w 122"/>
                  <a:gd name="T11" fmla="*/ 0 h 104"/>
                  <a:gd name="T12" fmla="*/ 0 w 122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4"/>
                  <a:gd name="T23" fmla="*/ 122 w 122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4">
                    <a:moveTo>
                      <a:pt x="122" y="19"/>
                    </a:moveTo>
                    <a:lnTo>
                      <a:pt x="69" y="9"/>
                    </a:lnTo>
                    <a:lnTo>
                      <a:pt x="16" y="0"/>
                    </a:lnTo>
                    <a:lnTo>
                      <a:pt x="0" y="85"/>
                    </a:lnTo>
                    <a:lnTo>
                      <a:pt x="53" y="94"/>
                    </a:lnTo>
                    <a:lnTo>
                      <a:pt x="106" y="104"/>
                    </a:lnTo>
                    <a:lnTo>
                      <a:pt x="122" y="1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4" name="Freeform 4660">
                <a:extLst>
                  <a:ext uri="{FF2B5EF4-FFF2-40B4-BE49-F238E27FC236}">
                    <a16:creationId xmlns:a16="http://schemas.microsoft.com/office/drawing/2014/main" id="{E6C6EAA1-43FA-6CB2-BCC2-1DAAF2CDA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6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53" y="9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53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5" name="Line 4661">
                <a:extLst>
                  <a:ext uri="{FF2B5EF4-FFF2-40B4-BE49-F238E27FC236}">
                    <a16:creationId xmlns:a16="http://schemas.microsoft.com/office/drawing/2014/main" id="{EF019E2F-26F0-2C32-8EFC-4D70ABD0C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19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6" name="Freeform 4662">
                <a:extLst>
                  <a:ext uri="{FF2B5EF4-FFF2-40B4-BE49-F238E27FC236}">
                    <a16:creationId xmlns:a16="http://schemas.microsoft.com/office/drawing/2014/main" id="{AF5B1D02-26FD-77B7-BD84-4DB0526CD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70"/>
                <a:ext cx="19" cy="15"/>
              </a:xfrm>
              <a:custGeom>
                <a:avLst/>
                <a:gdLst>
                  <a:gd name="T0" fmla="*/ 0 w 111"/>
                  <a:gd name="T1" fmla="*/ 0 h 91"/>
                  <a:gd name="T2" fmla="*/ 0 w 111"/>
                  <a:gd name="T3" fmla="*/ 0 h 91"/>
                  <a:gd name="T4" fmla="*/ 0 w 111"/>
                  <a:gd name="T5" fmla="*/ 0 h 91"/>
                  <a:gd name="T6" fmla="*/ 0 w 111"/>
                  <a:gd name="T7" fmla="*/ 0 h 91"/>
                  <a:gd name="T8" fmla="*/ 0 w 111"/>
                  <a:gd name="T9" fmla="*/ 0 h 91"/>
                  <a:gd name="T10" fmla="*/ 0 w 111"/>
                  <a:gd name="T11" fmla="*/ 0 h 91"/>
                  <a:gd name="T12" fmla="*/ 0 w 111"/>
                  <a:gd name="T13" fmla="*/ 0 h 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1"/>
                  <a:gd name="T23" fmla="*/ 111 w 111"/>
                  <a:gd name="T24" fmla="*/ 91 h 9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1">
                    <a:moveTo>
                      <a:pt x="111" y="6"/>
                    </a:moveTo>
                    <a:lnTo>
                      <a:pt x="58" y="3"/>
                    </a:lnTo>
                    <a:lnTo>
                      <a:pt x="5" y="0"/>
                    </a:lnTo>
                    <a:lnTo>
                      <a:pt x="0" y="85"/>
                    </a:lnTo>
                    <a:lnTo>
                      <a:pt x="53" y="88"/>
                    </a:lnTo>
                    <a:lnTo>
                      <a:pt x="106" y="91"/>
                    </a:lnTo>
                    <a:lnTo>
                      <a:pt x="11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7" name="Freeform 4663">
                <a:extLst>
                  <a:ext uri="{FF2B5EF4-FFF2-40B4-BE49-F238E27FC236}">
                    <a16:creationId xmlns:a16="http://schemas.microsoft.com/office/drawing/2014/main" id="{A12703D3-D769-8BBF-406A-C4550451E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70"/>
                <a:ext cx="19" cy="15"/>
              </a:xfrm>
              <a:custGeom>
                <a:avLst/>
                <a:gdLst>
                  <a:gd name="T0" fmla="*/ 0 w 111"/>
                  <a:gd name="T1" fmla="*/ 0 h 91"/>
                  <a:gd name="T2" fmla="*/ 0 w 111"/>
                  <a:gd name="T3" fmla="*/ 0 h 91"/>
                  <a:gd name="T4" fmla="*/ 0 w 111"/>
                  <a:gd name="T5" fmla="*/ 0 h 91"/>
                  <a:gd name="T6" fmla="*/ 0 w 111"/>
                  <a:gd name="T7" fmla="*/ 0 h 91"/>
                  <a:gd name="T8" fmla="*/ 0 w 111"/>
                  <a:gd name="T9" fmla="*/ 0 h 91"/>
                  <a:gd name="T10" fmla="*/ 0 w 111"/>
                  <a:gd name="T11" fmla="*/ 0 h 91"/>
                  <a:gd name="T12" fmla="*/ 0 w 111"/>
                  <a:gd name="T13" fmla="*/ 0 h 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1"/>
                  <a:gd name="T23" fmla="*/ 111 w 111"/>
                  <a:gd name="T24" fmla="*/ 91 h 9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1">
                    <a:moveTo>
                      <a:pt x="111" y="6"/>
                    </a:moveTo>
                    <a:lnTo>
                      <a:pt x="58" y="3"/>
                    </a:lnTo>
                    <a:lnTo>
                      <a:pt x="5" y="0"/>
                    </a:lnTo>
                    <a:lnTo>
                      <a:pt x="0" y="85"/>
                    </a:lnTo>
                    <a:lnTo>
                      <a:pt x="53" y="88"/>
                    </a:lnTo>
                    <a:lnTo>
                      <a:pt x="106" y="91"/>
                    </a:lnTo>
                    <a:lnTo>
                      <a:pt x="111" y="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8" name="Freeform 4664">
                <a:extLst>
                  <a:ext uri="{FF2B5EF4-FFF2-40B4-BE49-F238E27FC236}">
                    <a16:creationId xmlns:a16="http://schemas.microsoft.com/office/drawing/2014/main" id="{E12410F4-8C62-6119-7C42-95F33E9D5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9" cy="1"/>
              </a:xfrm>
              <a:custGeom>
                <a:avLst/>
                <a:gdLst>
                  <a:gd name="T0" fmla="*/ 0 w 53"/>
                  <a:gd name="T1" fmla="*/ 0 h 6"/>
                  <a:gd name="T2" fmla="*/ 0 w 53"/>
                  <a:gd name="T3" fmla="*/ 0 h 6"/>
                  <a:gd name="T4" fmla="*/ 0 w 53"/>
                  <a:gd name="T5" fmla="*/ 0 h 6"/>
                  <a:gd name="T6" fmla="*/ 0 w 53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6"/>
                  <a:gd name="T14" fmla="*/ 53 w 53"/>
                  <a:gd name="T15" fmla="*/ 6 h 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6">
                    <a:moveTo>
                      <a:pt x="53" y="3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5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9" name="Line 4665">
                <a:extLst>
                  <a:ext uri="{FF2B5EF4-FFF2-40B4-BE49-F238E27FC236}">
                    <a16:creationId xmlns:a16="http://schemas.microsoft.com/office/drawing/2014/main" id="{698A5CAE-7C70-043B-39A6-24BE07D46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19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0" name="Freeform 4666">
                <a:extLst>
                  <a:ext uri="{FF2B5EF4-FFF2-40B4-BE49-F238E27FC236}">
                    <a16:creationId xmlns:a16="http://schemas.microsoft.com/office/drawing/2014/main" id="{20AE0CD5-784F-D2C7-71F5-28173651F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19" cy="15"/>
              </a:xfrm>
              <a:custGeom>
                <a:avLst/>
                <a:gdLst>
                  <a:gd name="T0" fmla="*/ 0 w 111"/>
                  <a:gd name="T1" fmla="*/ 0 h 92"/>
                  <a:gd name="T2" fmla="*/ 0 w 111"/>
                  <a:gd name="T3" fmla="*/ 0 h 92"/>
                  <a:gd name="T4" fmla="*/ 0 w 111"/>
                  <a:gd name="T5" fmla="*/ 0 h 92"/>
                  <a:gd name="T6" fmla="*/ 0 w 111"/>
                  <a:gd name="T7" fmla="*/ 0 h 92"/>
                  <a:gd name="T8" fmla="*/ 0 w 111"/>
                  <a:gd name="T9" fmla="*/ 0 h 92"/>
                  <a:gd name="T10" fmla="*/ 0 w 111"/>
                  <a:gd name="T11" fmla="*/ 0 h 92"/>
                  <a:gd name="T12" fmla="*/ 0 w 111"/>
                  <a:gd name="T13" fmla="*/ 0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2"/>
                  <a:gd name="T23" fmla="*/ 111 w 111"/>
                  <a:gd name="T24" fmla="*/ 92 h 9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2">
                    <a:moveTo>
                      <a:pt x="106" y="0"/>
                    </a:moveTo>
                    <a:lnTo>
                      <a:pt x="53" y="3"/>
                    </a:lnTo>
                    <a:lnTo>
                      <a:pt x="0" y="6"/>
                    </a:lnTo>
                    <a:lnTo>
                      <a:pt x="5" y="92"/>
                    </a:lnTo>
                    <a:lnTo>
                      <a:pt x="58" y="89"/>
                    </a:lnTo>
                    <a:lnTo>
                      <a:pt x="111" y="85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1" name="Freeform 4667">
                <a:extLst>
                  <a:ext uri="{FF2B5EF4-FFF2-40B4-BE49-F238E27FC236}">
                    <a16:creationId xmlns:a16="http://schemas.microsoft.com/office/drawing/2014/main" id="{5909AD6F-973A-7738-1C46-C1DC8B59C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19" cy="15"/>
              </a:xfrm>
              <a:custGeom>
                <a:avLst/>
                <a:gdLst>
                  <a:gd name="T0" fmla="*/ 0 w 111"/>
                  <a:gd name="T1" fmla="*/ 0 h 92"/>
                  <a:gd name="T2" fmla="*/ 0 w 111"/>
                  <a:gd name="T3" fmla="*/ 0 h 92"/>
                  <a:gd name="T4" fmla="*/ 0 w 111"/>
                  <a:gd name="T5" fmla="*/ 0 h 92"/>
                  <a:gd name="T6" fmla="*/ 0 w 111"/>
                  <a:gd name="T7" fmla="*/ 0 h 92"/>
                  <a:gd name="T8" fmla="*/ 0 w 111"/>
                  <a:gd name="T9" fmla="*/ 0 h 92"/>
                  <a:gd name="T10" fmla="*/ 0 w 111"/>
                  <a:gd name="T11" fmla="*/ 0 h 92"/>
                  <a:gd name="T12" fmla="*/ 0 w 111"/>
                  <a:gd name="T13" fmla="*/ 0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2"/>
                  <a:gd name="T23" fmla="*/ 111 w 111"/>
                  <a:gd name="T24" fmla="*/ 92 h 9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2">
                    <a:moveTo>
                      <a:pt x="106" y="0"/>
                    </a:moveTo>
                    <a:lnTo>
                      <a:pt x="53" y="3"/>
                    </a:lnTo>
                    <a:lnTo>
                      <a:pt x="0" y="6"/>
                    </a:lnTo>
                    <a:lnTo>
                      <a:pt x="5" y="92"/>
                    </a:lnTo>
                    <a:lnTo>
                      <a:pt x="58" y="89"/>
                    </a:lnTo>
                    <a:lnTo>
                      <a:pt x="111" y="85"/>
                    </a:lnTo>
                    <a:lnTo>
                      <a:pt x="10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2" name="Freeform 4668">
                <a:extLst>
                  <a:ext uri="{FF2B5EF4-FFF2-40B4-BE49-F238E27FC236}">
                    <a16:creationId xmlns:a16="http://schemas.microsoft.com/office/drawing/2014/main" id="{0C9F3A5F-FFE7-735E-7824-CB4FCE472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53" y="0"/>
                    </a:moveTo>
                    <a:lnTo>
                      <a:pt x="0" y="3"/>
                    </a:lnTo>
                    <a:lnTo>
                      <a:pt x="0" y="9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3" name="Line 4669">
                <a:extLst>
                  <a:ext uri="{FF2B5EF4-FFF2-40B4-BE49-F238E27FC236}">
                    <a16:creationId xmlns:a16="http://schemas.microsoft.com/office/drawing/2014/main" id="{CDE4B208-6AD3-E4CC-EF0B-9FE2B674B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199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4" name="Freeform 4670">
                <a:extLst>
                  <a:ext uri="{FF2B5EF4-FFF2-40B4-BE49-F238E27FC236}">
                    <a16:creationId xmlns:a16="http://schemas.microsoft.com/office/drawing/2014/main" id="{DF7FDF1B-CDF6-D015-A130-9B81A6B2B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7"/>
                <a:ext cx="20" cy="17"/>
              </a:xfrm>
              <a:custGeom>
                <a:avLst/>
                <a:gdLst>
                  <a:gd name="T0" fmla="*/ 0 w 122"/>
                  <a:gd name="T1" fmla="*/ 0 h 103"/>
                  <a:gd name="T2" fmla="*/ 0 w 122"/>
                  <a:gd name="T3" fmla="*/ 0 h 103"/>
                  <a:gd name="T4" fmla="*/ 0 w 122"/>
                  <a:gd name="T5" fmla="*/ 0 h 103"/>
                  <a:gd name="T6" fmla="*/ 0 w 122"/>
                  <a:gd name="T7" fmla="*/ 0 h 103"/>
                  <a:gd name="T8" fmla="*/ 0 w 122"/>
                  <a:gd name="T9" fmla="*/ 0 h 103"/>
                  <a:gd name="T10" fmla="*/ 0 w 122"/>
                  <a:gd name="T11" fmla="*/ 0 h 103"/>
                  <a:gd name="T12" fmla="*/ 0 w 122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3"/>
                  <a:gd name="T23" fmla="*/ 122 w 122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3">
                    <a:moveTo>
                      <a:pt x="106" y="0"/>
                    </a:moveTo>
                    <a:lnTo>
                      <a:pt x="53" y="10"/>
                    </a:lnTo>
                    <a:lnTo>
                      <a:pt x="0" y="19"/>
                    </a:lnTo>
                    <a:lnTo>
                      <a:pt x="16" y="103"/>
                    </a:lnTo>
                    <a:lnTo>
                      <a:pt x="69" y="93"/>
                    </a:lnTo>
                    <a:lnTo>
                      <a:pt x="122" y="84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5" name="Freeform 4671">
                <a:extLst>
                  <a:ext uri="{FF2B5EF4-FFF2-40B4-BE49-F238E27FC236}">
                    <a16:creationId xmlns:a16="http://schemas.microsoft.com/office/drawing/2014/main" id="{AE8B304A-5177-EF97-72FA-427B48089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7"/>
                <a:ext cx="20" cy="17"/>
              </a:xfrm>
              <a:custGeom>
                <a:avLst/>
                <a:gdLst>
                  <a:gd name="T0" fmla="*/ 0 w 122"/>
                  <a:gd name="T1" fmla="*/ 0 h 103"/>
                  <a:gd name="T2" fmla="*/ 0 w 122"/>
                  <a:gd name="T3" fmla="*/ 0 h 103"/>
                  <a:gd name="T4" fmla="*/ 0 w 122"/>
                  <a:gd name="T5" fmla="*/ 0 h 103"/>
                  <a:gd name="T6" fmla="*/ 0 w 122"/>
                  <a:gd name="T7" fmla="*/ 0 h 103"/>
                  <a:gd name="T8" fmla="*/ 0 w 122"/>
                  <a:gd name="T9" fmla="*/ 0 h 103"/>
                  <a:gd name="T10" fmla="*/ 0 w 122"/>
                  <a:gd name="T11" fmla="*/ 0 h 103"/>
                  <a:gd name="T12" fmla="*/ 0 w 122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3"/>
                  <a:gd name="T23" fmla="*/ 122 w 122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3">
                    <a:moveTo>
                      <a:pt x="106" y="0"/>
                    </a:moveTo>
                    <a:lnTo>
                      <a:pt x="53" y="10"/>
                    </a:lnTo>
                    <a:lnTo>
                      <a:pt x="0" y="19"/>
                    </a:lnTo>
                    <a:lnTo>
                      <a:pt x="16" y="103"/>
                    </a:lnTo>
                    <a:lnTo>
                      <a:pt x="69" y="93"/>
                    </a:lnTo>
                    <a:lnTo>
                      <a:pt x="122" y="84"/>
                    </a:lnTo>
                    <a:lnTo>
                      <a:pt x="10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6" name="Freeform 4672">
                <a:extLst>
                  <a:ext uri="{FF2B5EF4-FFF2-40B4-BE49-F238E27FC236}">
                    <a16:creationId xmlns:a16="http://schemas.microsoft.com/office/drawing/2014/main" id="{8F3CF55F-26E7-E154-A4C1-E558CEA8C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3"/>
                <a:ext cx="8" cy="2"/>
              </a:xfrm>
              <a:custGeom>
                <a:avLst/>
                <a:gdLst>
                  <a:gd name="T0" fmla="*/ 0 w 53"/>
                  <a:gd name="T1" fmla="*/ 0 h 16"/>
                  <a:gd name="T2" fmla="*/ 0 w 53"/>
                  <a:gd name="T3" fmla="*/ 0 h 16"/>
                  <a:gd name="T4" fmla="*/ 0 w 53"/>
                  <a:gd name="T5" fmla="*/ 0 h 16"/>
                  <a:gd name="T6" fmla="*/ 0 w 53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6"/>
                  <a:gd name="T14" fmla="*/ 53 w 53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6">
                    <a:moveTo>
                      <a:pt x="53" y="0"/>
                    </a:moveTo>
                    <a:lnTo>
                      <a:pt x="0" y="10"/>
                    </a:lnTo>
                    <a:lnTo>
                      <a:pt x="2" y="1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7" name="Line 4673">
                <a:extLst>
                  <a:ext uri="{FF2B5EF4-FFF2-40B4-BE49-F238E27FC236}">
                    <a16:creationId xmlns:a16="http://schemas.microsoft.com/office/drawing/2014/main" id="{788F8FA5-C867-E363-F081-0D75AE3DB3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8" y="2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8" name="Freeform 4674">
                <a:extLst>
                  <a:ext uri="{FF2B5EF4-FFF2-40B4-BE49-F238E27FC236}">
                    <a16:creationId xmlns:a16="http://schemas.microsoft.com/office/drawing/2014/main" id="{F0CE2A09-BE70-A620-0A4E-2FBDDE5FA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102" y="0"/>
                    </a:moveTo>
                    <a:lnTo>
                      <a:pt x="51" y="16"/>
                    </a:lnTo>
                    <a:lnTo>
                      <a:pt x="0" y="32"/>
                    </a:lnTo>
                    <a:lnTo>
                      <a:pt x="26" y="115"/>
                    </a:lnTo>
                    <a:lnTo>
                      <a:pt x="77" y="99"/>
                    </a:lnTo>
                    <a:lnTo>
                      <a:pt x="127" y="83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9" name="Freeform 4675">
                <a:extLst>
                  <a:ext uri="{FF2B5EF4-FFF2-40B4-BE49-F238E27FC236}">
                    <a16:creationId xmlns:a16="http://schemas.microsoft.com/office/drawing/2014/main" id="{B604497D-5E97-24F2-8554-4F00FA1C2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102" y="0"/>
                    </a:moveTo>
                    <a:lnTo>
                      <a:pt x="51" y="16"/>
                    </a:lnTo>
                    <a:lnTo>
                      <a:pt x="0" y="32"/>
                    </a:lnTo>
                    <a:lnTo>
                      <a:pt x="26" y="115"/>
                    </a:lnTo>
                    <a:lnTo>
                      <a:pt x="77" y="99"/>
                    </a:lnTo>
                    <a:lnTo>
                      <a:pt x="127" y="83"/>
                    </a:lnTo>
                    <a:lnTo>
                      <a:pt x="10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0" name="Freeform 4676">
                <a:extLst>
                  <a:ext uri="{FF2B5EF4-FFF2-40B4-BE49-F238E27FC236}">
                    <a16:creationId xmlns:a16="http://schemas.microsoft.com/office/drawing/2014/main" id="{0C872E89-D5B4-2A8F-DB46-E3B49DFBA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6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51" y="0"/>
                    </a:moveTo>
                    <a:lnTo>
                      <a:pt x="0" y="16"/>
                    </a:lnTo>
                    <a:lnTo>
                      <a:pt x="2" y="22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1" name="Line 4677">
                <a:extLst>
                  <a:ext uri="{FF2B5EF4-FFF2-40B4-BE49-F238E27FC236}">
                    <a16:creationId xmlns:a16="http://schemas.microsoft.com/office/drawing/2014/main" id="{6C4D9437-093E-E412-C320-49355D1A4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0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2" name="Freeform 4678">
                <a:extLst>
                  <a:ext uri="{FF2B5EF4-FFF2-40B4-BE49-F238E27FC236}">
                    <a16:creationId xmlns:a16="http://schemas.microsoft.com/office/drawing/2014/main" id="{0C21D49D-78D3-86BE-E7A8-097D31512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3"/>
                <a:ext cx="23" cy="20"/>
              </a:xfrm>
              <a:custGeom>
                <a:avLst/>
                <a:gdLst>
                  <a:gd name="T0" fmla="*/ 0 w 132"/>
                  <a:gd name="T1" fmla="*/ 0 h 121"/>
                  <a:gd name="T2" fmla="*/ 0 w 132"/>
                  <a:gd name="T3" fmla="*/ 0 h 121"/>
                  <a:gd name="T4" fmla="*/ 0 w 132"/>
                  <a:gd name="T5" fmla="*/ 0 h 121"/>
                  <a:gd name="T6" fmla="*/ 0 w 132"/>
                  <a:gd name="T7" fmla="*/ 0 h 121"/>
                  <a:gd name="T8" fmla="*/ 0 w 132"/>
                  <a:gd name="T9" fmla="*/ 0 h 121"/>
                  <a:gd name="T10" fmla="*/ 0 w 132"/>
                  <a:gd name="T11" fmla="*/ 0 h 121"/>
                  <a:gd name="T12" fmla="*/ 0 w 132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1"/>
                  <a:gd name="T23" fmla="*/ 132 w 132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1">
                    <a:moveTo>
                      <a:pt x="97" y="0"/>
                    </a:moveTo>
                    <a:lnTo>
                      <a:pt x="49" y="22"/>
                    </a:lnTo>
                    <a:lnTo>
                      <a:pt x="0" y="44"/>
                    </a:lnTo>
                    <a:lnTo>
                      <a:pt x="35" y="121"/>
                    </a:lnTo>
                    <a:lnTo>
                      <a:pt x="83" y="99"/>
                    </a:lnTo>
                    <a:lnTo>
                      <a:pt x="132" y="77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3" name="Freeform 4679">
                <a:extLst>
                  <a:ext uri="{FF2B5EF4-FFF2-40B4-BE49-F238E27FC236}">
                    <a16:creationId xmlns:a16="http://schemas.microsoft.com/office/drawing/2014/main" id="{B3D43FE0-F36F-F721-9021-E16D43ACBE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3"/>
                <a:ext cx="23" cy="20"/>
              </a:xfrm>
              <a:custGeom>
                <a:avLst/>
                <a:gdLst>
                  <a:gd name="T0" fmla="*/ 0 w 132"/>
                  <a:gd name="T1" fmla="*/ 0 h 121"/>
                  <a:gd name="T2" fmla="*/ 0 w 132"/>
                  <a:gd name="T3" fmla="*/ 0 h 121"/>
                  <a:gd name="T4" fmla="*/ 0 w 132"/>
                  <a:gd name="T5" fmla="*/ 0 h 121"/>
                  <a:gd name="T6" fmla="*/ 0 w 132"/>
                  <a:gd name="T7" fmla="*/ 0 h 121"/>
                  <a:gd name="T8" fmla="*/ 0 w 132"/>
                  <a:gd name="T9" fmla="*/ 0 h 121"/>
                  <a:gd name="T10" fmla="*/ 0 w 132"/>
                  <a:gd name="T11" fmla="*/ 0 h 121"/>
                  <a:gd name="T12" fmla="*/ 0 w 132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1"/>
                  <a:gd name="T23" fmla="*/ 132 w 132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1">
                    <a:moveTo>
                      <a:pt x="97" y="0"/>
                    </a:moveTo>
                    <a:lnTo>
                      <a:pt x="49" y="22"/>
                    </a:lnTo>
                    <a:lnTo>
                      <a:pt x="0" y="44"/>
                    </a:lnTo>
                    <a:lnTo>
                      <a:pt x="35" y="121"/>
                    </a:lnTo>
                    <a:lnTo>
                      <a:pt x="83" y="99"/>
                    </a:lnTo>
                    <a:lnTo>
                      <a:pt x="132" y="77"/>
                    </a:lnTo>
                    <a:lnTo>
                      <a:pt x="9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4" name="Freeform 4680">
                <a:extLst>
                  <a:ext uri="{FF2B5EF4-FFF2-40B4-BE49-F238E27FC236}">
                    <a16:creationId xmlns:a16="http://schemas.microsoft.com/office/drawing/2014/main" id="{9D8CA4DD-6CC0-1600-FFDC-C24EE8997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2039"/>
                <a:ext cx="8" cy="5"/>
              </a:xfrm>
              <a:custGeom>
                <a:avLst/>
                <a:gdLst>
                  <a:gd name="T0" fmla="*/ 0 w 48"/>
                  <a:gd name="T1" fmla="*/ 0 h 28"/>
                  <a:gd name="T2" fmla="*/ 0 w 48"/>
                  <a:gd name="T3" fmla="*/ 0 h 28"/>
                  <a:gd name="T4" fmla="*/ 0 w 48"/>
                  <a:gd name="T5" fmla="*/ 0 h 28"/>
                  <a:gd name="T6" fmla="*/ 0 w 48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28"/>
                  <a:gd name="T14" fmla="*/ 48 w 4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28">
                    <a:moveTo>
                      <a:pt x="48" y="0"/>
                    </a:moveTo>
                    <a:lnTo>
                      <a:pt x="0" y="22"/>
                    </a:lnTo>
                    <a:lnTo>
                      <a:pt x="3" y="28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5" name="Line 4681">
                <a:extLst>
                  <a:ext uri="{FF2B5EF4-FFF2-40B4-BE49-F238E27FC236}">
                    <a16:creationId xmlns:a16="http://schemas.microsoft.com/office/drawing/2014/main" id="{E03E8894-0CA3-6276-6899-746852C47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8" y="204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6" name="Freeform 4682">
                <a:extLst>
                  <a:ext uri="{FF2B5EF4-FFF2-40B4-BE49-F238E27FC236}">
                    <a16:creationId xmlns:a16="http://schemas.microsoft.com/office/drawing/2014/main" id="{4BA7FB2B-A2C3-4E80-70DA-8E3A1ED5A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2035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91" y="0"/>
                    </a:moveTo>
                    <a:lnTo>
                      <a:pt x="45" y="27"/>
                    </a:lnTo>
                    <a:lnTo>
                      <a:pt x="0" y="55"/>
                    </a:lnTo>
                    <a:lnTo>
                      <a:pt x="44" y="128"/>
                    </a:lnTo>
                    <a:lnTo>
                      <a:pt x="90" y="100"/>
                    </a:lnTo>
                    <a:lnTo>
                      <a:pt x="135" y="73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7" name="Freeform 4683">
                <a:extLst>
                  <a:ext uri="{FF2B5EF4-FFF2-40B4-BE49-F238E27FC236}">
                    <a16:creationId xmlns:a16="http://schemas.microsoft.com/office/drawing/2014/main" id="{2F5CA7F5-1E11-EE05-21C2-49060F39D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2035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91" y="0"/>
                    </a:moveTo>
                    <a:lnTo>
                      <a:pt x="45" y="27"/>
                    </a:lnTo>
                    <a:lnTo>
                      <a:pt x="0" y="55"/>
                    </a:lnTo>
                    <a:lnTo>
                      <a:pt x="44" y="128"/>
                    </a:lnTo>
                    <a:lnTo>
                      <a:pt x="90" y="100"/>
                    </a:lnTo>
                    <a:lnTo>
                      <a:pt x="135" y="73"/>
                    </a:lnTo>
                    <a:lnTo>
                      <a:pt x="9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8" name="Freeform 4684">
                <a:extLst>
                  <a:ext uri="{FF2B5EF4-FFF2-40B4-BE49-F238E27FC236}">
                    <a16:creationId xmlns:a16="http://schemas.microsoft.com/office/drawing/2014/main" id="{DD56ED37-B0A9-5043-8A79-FB57F4D0B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2052"/>
                <a:ext cx="8" cy="5"/>
              </a:xfrm>
              <a:custGeom>
                <a:avLst/>
                <a:gdLst>
                  <a:gd name="T0" fmla="*/ 0 w 46"/>
                  <a:gd name="T1" fmla="*/ 0 h 33"/>
                  <a:gd name="T2" fmla="*/ 0 w 46"/>
                  <a:gd name="T3" fmla="*/ 0 h 33"/>
                  <a:gd name="T4" fmla="*/ 0 w 46"/>
                  <a:gd name="T5" fmla="*/ 0 h 33"/>
                  <a:gd name="T6" fmla="*/ 0 w 46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33"/>
                  <a:gd name="T14" fmla="*/ 46 w 46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33">
                    <a:moveTo>
                      <a:pt x="46" y="0"/>
                    </a:moveTo>
                    <a:lnTo>
                      <a:pt x="0" y="28"/>
                    </a:lnTo>
                    <a:lnTo>
                      <a:pt x="4" y="3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9" name="Line 4685">
                <a:extLst>
                  <a:ext uri="{FF2B5EF4-FFF2-40B4-BE49-F238E27FC236}">
                    <a16:creationId xmlns:a16="http://schemas.microsoft.com/office/drawing/2014/main" id="{F0FAE47C-D8D3-0BE6-03F4-F0AA797FC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6" y="205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0" name="Freeform 4686">
                <a:extLst>
                  <a:ext uri="{FF2B5EF4-FFF2-40B4-BE49-F238E27FC236}">
                    <a16:creationId xmlns:a16="http://schemas.microsoft.com/office/drawing/2014/main" id="{8B7C254E-CDE8-A066-086C-3E489C9E8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2046"/>
                <a:ext cx="23" cy="22"/>
              </a:xfrm>
              <a:custGeom>
                <a:avLst/>
                <a:gdLst>
                  <a:gd name="T0" fmla="*/ 0 w 136"/>
                  <a:gd name="T1" fmla="*/ 0 h 134"/>
                  <a:gd name="T2" fmla="*/ 0 w 136"/>
                  <a:gd name="T3" fmla="*/ 0 h 134"/>
                  <a:gd name="T4" fmla="*/ 0 w 136"/>
                  <a:gd name="T5" fmla="*/ 0 h 134"/>
                  <a:gd name="T6" fmla="*/ 0 w 136"/>
                  <a:gd name="T7" fmla="*/ 0 h 134"/>
                  <a:gd name="T8" fmla="*/ 0 w 136"/>
                  <a:gd name="T9" fmla="*/ 0 h 134"/>
                  <a:gd name="T10" fmla="*/ 0 w 136"/>
                  <a:gd name="T11" fmla="*/ 0 h 134"/>
                  <a:gd name="T12" fmla="*/ 0 w 136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4"/>
                  <a:gd name="T23" fmla="*/ 136 w 136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4">
                    <a:moveTo>
                      <a:pt x="84" y="0"/>
                    </a:moveTo>
                    <a:lnTo>
                      <a:pt x="42" y="33"/>
                    </a:lnTo>
                    <a:lnTo>
                      <a:pt x="0" y="66"/>
                    </a:lnTo>
                    <a:lnTo>
                      <a:pt x="51" y="134"/>
                    </a:lnTo>
                    <a:lnTo>
                      <a:pt x="94" y="101"/>
                    </a:lnTo>
                    <a:lnTo>
                      <a:pt x="136" y="68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1" name="Freeform 4687">
                <a:extLst>
                  <a:ext uri="{FF2B5EF4-FFF2-40B4-BE49-F238E27FC236}">
                    <a16:creationId xmlns:a16="http://schemas.microsoft.com/office/drawing/2014/main" id="{5DE399B7-15B1-7239-FDCA-5255090D5F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2046"/>
                <a:ext cx="23" cy="22"/>
              </a:xfrm>
              <a:custGeom>
                <a:avLst/>
                <a:gdLst>
                  <a:gd name="T0" fmla="*/ 0 w 136"/>
                  <a:gd name="T1" fmla="*/ 0 h 134"/>
                  <a:gd name="T2" fmla="*/ 0 w 136"/>
                  <a:gd name="T3" fmla="*/ 0 h 134"/>
                  <a:gd name="T4" fmla="*/ 0 w 136"/>
                  <a:gd name="T5" fmla="*/ 0 h 134"/>
                  <a:gd name="T6" fmla="*/ 0 w 136"/>
                  <a:gd name="T7" fmla="*/ 0 h 134"/>
                  <a:gd name="T8" fmla="*/ 0 w 136"/>
                  <a:gd name="T9" fmla="*/ 0 h 134"/>
                  <a:gd name="T10" fmla="*/ 0 w 136"/>
                  <a:gd name="T11" fmla="*/ 0 h 134"/>
                  <a:gd name="T12" fmla="*/ 0 w 136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4"/>
                  <a:gd name="T23" fmla="*/ 136 w 136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4">
                    <a:moveTo>
                      <a:pt x="84" y="0"/>
                    </a:moveTo>
                    <a:lnTo>
                      <a:pt x="42" y="33"/>
                    </a:lnTo>
                    <a:lnTo>
                      <a:pt x="0" y="66"/>
                    </a:lnTo>
                    <a:lnTo>
                      <a:pt x="51" y="134"/>
                    </a:lnTo>
                    <a:lnTo>
                      <a:pt x="94" y="101"/>
                    </a:lnTo>
                    <a:lnTo>
                      <a:pt x="136" y="68"/>
                    </a:lnTo>
                    <a:lnTo>
                      <a:pt x="8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2" name="Freeform 4688">
                <a:extLst>
                  <a:ext uri="{FF2B5EF4-FFF2-40B4-BE49-F238E27FC236}">
                    <a16:creationId xmlns:a16="http://schemas.microsoft.com/office/drawing/2014/main" id="{945B07B6-3F34-5407-000C-EF8B6A912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" y="2063"/>
                <a:ext cx="7" cy="6"/>
              </a:xfrm>
              <a:custGeom>
                <a:avLst/>
                <a:gdLst>
                  <a:gd name="T0" fmla="*/ 0 w 43"/>
                  <a:gd name="T1" fmla="*/ 0 h 38"/>
                  <a:gd name="T2" fmla="*/ 0 w 43"/>
                  <a:gd name="T3" fmla="*/ 0 h 38"/>
                  <a:gd name="T4" fmla="*/ 0 w 43"/>
                  <a:gd name="T5" fmla="*/ 0 h 38"/>
                  <a:gd name="T6" fmla="*/ 0 w 43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38"/>
                  <a:gd name="T14" fmla="*/ 43 w 43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38">
                    <a:moveTo>
                      <a:pt x="43" y="0"/>
                    </a:moveTo>
                    <a:lnTo>
                      <a:pt x="0" y="33"/>
                    </a:lnTo>
                    <a:lnTo>
                      <a:pt x="6" y="3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3" name="Line 4689">
                <a:extLst>
                  <a:ext uri="{FF2B5EF4-FFF2-40B4-BE49-F238E27FC236}">
                    <a16:creationId xmlns:a16="http://schemas.microsoft.com/office/drawing/2014/main" id="{39E3D3BB-E34E-1ABB-7CFB-1EBF34CD4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06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4" name="Freeform 4690">
                <a:extLst>
                  <a:ext uri="{FF2B5EF4-FFF2-40B4-BE49-F238E27FC236}">
                    <a16:creationId xmlns:a16="http://schemas.microsoft.com/office/drawing/2014/main" id="{C182AA1A-849A-7091-097D-967B4EA76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056"/>
                <a:ext cx="23" cy="23"/>
              </a:xfrm>
              <a:custGeom>
                <a:avLst/>
                <a:gdLst>
                  <a:gd name="T0" fmla="*/ 0 w 135"/>
                  <a:gd name="T1" fmla="*/ 0 h 136"/>
                  <a:gd name="T2" fmla="*/ 0 w 135"/>
                  <a:gd name="T3" fmla="*/ 0 h 136"/>
                  <a:gd name="T4" fmla="*/ 0 w 135"/>
                  <a:gd name="T5" fmla="*/ 0 h 136"/>
                  <a:gd name="T6" fmla="*/ 0 w 135"/>
                  <a:gd name="T7" fmla="*/ 0 h 136"/>
                  <a:gd name="T8" fmla="*/ 0 w 135"/>
                  <a:gd name="T9" fmla="*/ 0 h 136"/>
                  <a:gd name="T10" fmla="*/ 0 w 135"/>
                  <a:gd name="T11" fmla="*/ 0 h 136"/>
                  <a:gd name="T12" fmla="*/ 0 w 13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36"/>
                  <a:gd name="T23" fmla="*/ 135 w 13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36">
                    <a:moveTo>
                      <a:pt x="74" y="0"/>
                    </a:moveTo>
                    <a:lnTo>
                      <a:pt x="37" y="38"/>
                    </a:lnTo>
                    <a:lnTo>
                      <a:pt x="0" y="76"/>
                    </a:lnTo>
                    <a:lnTo>
                      <a:pt x="61" y="136"/>
                    </a:lnTo>
                    <a:lnTo>
                      <a:pt x="98" y="98"/>
                    </a:lnTo>
                    <a:lnTo>
                      <a:pt x="135" y="60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5" name="Freeform 4691">
                <a:extLst>
                  <a:ext uri="{FF2B5EF4-FFF2-40B4-BE49-F238E27FC236}">
                    <a16:creationId xmlns:a16="http://schemas.microsoft.com/office/drawing/2014/main" id="{3AD2685E-43C6-8CC1-9FBC-6690B10A2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056"/>
                <a:ext cx="23" cy="23"/>
              </a:xfrm>
              <a:custGeom>
                <a:avLst/>
                <a:gdLst>
                  <a:gd name="T0" fmla="*/ 0 w 135"/>
                  <a:gd name="T1" fmla="*/ 0 h 136"/>
                  <a:gd name="T2" fmla="*/ 0 w 135"/>
                  <a:gd name="T3" fmla="*/ 0 h 136"/>
                  <a:gd name="T4" fmla="*/ 0 w 135"/>
                  <a:gd name="T5" fmla="*/ 0 h 136"/>
                  <a:gd name="T6" fmla="*/ 0 w 135"/>
                  <a:gd name="T7" fmla="*/ 0 h 136"/>
                  <a:gd name="T8" fmla="*/ 0 w 135"/>
                  <a:gd name="T9" fmla="*/ 0 h 136"/>
                  <a:gd name="T10" fmla="*/ 0 w 135"/>
                  <a:gd name="T11" fmla="*/ 0 h 136"/>
                  <a:gd name="T12" fmla="*/ 0 w 13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36"/>
                  <a:gd name="T23" fmla="*/ 135 w 13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36">
                    <a:moveTo>
                      <a:pt x="74" y="0"/>
                    </a:moveTo>
                    <a:lnTo>
                      <a:pt x="37" y="38"/>
                    </a:lnTo>
                    <a:lnTo>
                      <a:pt x="0" y="76"/>
                    </a:lnTo>
                    <a:lnTo>
                      <a:pt x="61" y="136"/>
                    </a:lnTo>
                    <a:lnTo>
                      <a:pt x="98" y="98"/>
                    </a:lnTo>
                    <a:lnTo>
                      <a:pt x="135" y="60"/>
                    </a:lnTo>
                    <a:lnTo>
                      <a:pt x="7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6" name="Freeform 4692">
                <a:extLst>
                  <a:ext uri="{FF2B5EF4-FFF2-40B4-BE49-F238E27FC236}">
                    <a16:creationId xmlns:a16="http://schemas.microsoft.com/office/drawing/2014/main" id="{E5C79838-587F-FF18-29D6-456052588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73"/>
                <a:ext cx="6" cy="7"/>
              </a:xfrm>
              <a:custGeom>
                <a:avLst/>
                <a:gdLst>
                  <a:gd name="T0" fmla="*/ 0 w 37"/>
                  <a:gd name="T1" fmla="*/ 0 h 43"/>
                  <a:gd name="T2" fmla="*/ 0 w 37"/>
                  <a:gd name="T3" fmla="*/ 0 h 43"/>
                  <a:gd name="T4" fmla="*/ 0 w 37"/>
                  <a:gd name="T5" fmla="*/ 0 h 43"/>
                  <a:gd name="T6" fmla="*/ 0 w 37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3"/>
                  <a:gd name="T14" fmla="*/ 37 w 37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3">
                    <a:moveTo>
                      <a:pt x="37" y="0"/>
                    </a:moveTo>
                    <a:lnTo>
                      <a:pt x="0" y="38"/>
                    </a:lnTo>
                    <a:lnTo>
                      <a:pt x="4" y="43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7" name="Line 4693">
                <a:extLst>
                  <a:ext uri="{FF2B5EF4-FFF2-40B4-BE49-F238E27FC236}">
                    <a16:creationId xmlns:a16="http://schemas.microsoft.com/office/drawing/2014/main" id="{FFE627C5-2082-1977-4002-CFD9AED7F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7" y="20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8" name="Freeform 4694">
                <a:extLst>
                  <a:ext uri="{FF2B5EF4-FFF2-40B4-BE49-F238E27FC236}">
                    <a16:creationId xmlns:a16="http://schemas.microsoft.com/office/drawing/2014/main" id="{DFC51AF7-9E6F-586C-60AE-EB989F99F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66"/>
                <a:ext cx="22" cy="23"/>
              </a:xfrm>
              <a:custGeom>
                <a:avLst/>
                <a:gdLst>
                  <a:gd name="T0" fmla="*/ 0 w 133"/>
                  <a:gd name="T1" fmla="*/ 0 h 138"/>
                  <a:gd name="T2" fmla="*/ 0 w 133"/>
                  <a:gd name="T3" fmla="*/ 0 h 138"/>
                  <a:gd name="T4" fmla="*/ 0 w 133"/>
                  <a:gd name="T5" fmla="*/ 0 h 138"/>
                  <a:gd name="T6" fmla="*/ 0 w 133"/>
                  <a:gd name="T7" fmla="*/ 0 h 138"/>
                  <a:gd name="T8" fmla="*/ 0 w 133"/>
                  <a:gd name="T9" fmla="*/ 0 h 138"/>
                  <a:gd name="T10" fmla="*/ 0 w 133"/>
                  <a:gd name="T11" fmla="*/ 0 h 138"/>
                  <a:gd name="T12" fmla="*/ 0 w 133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8"/>
                  <a:gd name="T23" fmla="*/ 133 w 133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8">
                    <a:moveTo>
                      <a:pt x="66" y="0"/>
                    </a:moveTo>
                    <a:lnTo>
                      <a:pt x="33" y="42"/>
                    </a:lnTo>
                    <a:lnTo>
                      <a:pt x="0" y="85"/>
                    </a:lnTo>
                    <a:lnTo>
                      <a:pt x="67" y="138"/>
                    </a:lnTo>
                    <a:lnTo>
                      <a:pt x="100" y="95"/>
                    </a:lnTo>
                    <a:lnTo>
                      <a:pt x="133" y="53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9" name="Freeform 4695">
                <a:extLst>
                  <a:ext uri="{FF2B5EF4-FFF2-40B4-BE49-F238E27FC236}">
                    <a16:creationId xmlns:a16="http://schemas.microsoft.com/office/drawing/2014/main" id="{302EBF98-6995-582E-5D45-3B65C5939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66"/>
                <a:ext cx="22" cy="23"/>
              </a:xfrm>
              <a:custGeom>
                <a:avLst/>
                <a:gdLst>
                  <a:gd name="T0" fmla="*/ 0 w 133"/>
                  <a:gd name="T1" fmla="*/ 0 h 138"/>
                  <a:gd name="T2" fmla="*/ 0 w 133"/>
                  <a:gd name="T3" fmla="*/ 0 h 138"/>
                  <a:gd name="T4" fmla="*/ 0 w 133"/>
                  <a:gd name="T5" fmla="*/ 0 h 138"/>
                  <a:gd name="T6" fmla="*/ 0 w 133"/>
                  <a:gd name="T7" fmla="*/ 0 h 138"/>
                  <a:gd name="T8" fmla="*/ 0 w 133"/>
                  <a:gd name="T9" fmla="*/ 0 h 138"/>
                  <a:gd name="T10" fmla="*/ 0 w 133"/>
                  <a:gd name="T11" fmla="*/ 0 h 138"/>
                  <a:gd name="T12" fmla="*/ 0 w 133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8"/>
                  <a:gd name="T23" fmla="*/ 133 w 133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8">
                    <a:moveTo>
                      <a:pt x="66" y="0"/>
                    </a:moveTo>
                    <a:lnTo>
                      <a:pt x="33" y="42"/>
                    </a:lnTo>
                    <a:lnTo>
                      <a:pt x="0" y="85"/>
                    </a:lnTo>
                    <a:lnTo>
                      <a:pt x="67" y="138"/>
                    </a:lnTo>
                    <a:lnTo>
                      <a:pt x="100" y="95"/>
                    </a:lnTo>
                    <a:lnTo>
                      <a:pt x="133" y="53"/>
                    </a:lnTo>
                    <a:lnTo>
                      <a:pt x="6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0" name="Freeform 4696">
                <a:extLst>
                  <a:ext uri="{FF2B5EF4-FFF2-40B4-BE49-F238E27FC236}">
                    <a16:creationId xmlns:a16="http://schemas.microsoft.com/office/drawing/2014/main" id="{82CE0B4D-8308-E0DC-217C-6DFAD6F76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2082"/>
                <a:ext cx="6" cy="7"/>
              </a:xfrm>
              <a:custGeom>
                <a:avLst/>
                <a:gdLst>
                  <a:gd name="T0" fmla="*/ 0 w 33"/>
                  <a:gd name="T1" fmla="*/ 0 h 46"/>
                  <a:gd name="T2" fmla="*/ 0 w 33"/>
                  <a:gd name="T3" fmla="*/ 0 h 46"/>
                  <a:gd name="T4" fmla="*/ 0 w 33"/>
                  <a:gd name="T5" fmla="*/ 0 h 46"/>
                  <a:gd name="T6" fmla="*/ 0 w 33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6"/>
                  <a:gd name="T14" fmla="*/ 33 w 33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6">
                    <a:moveTo>
                      <a:pt x="33" y="0"/>
                    </a:moveTo>
                    <a:lnTo>
                      <a:pt x="0" y="43"/>
                    </a:lnTo>
                    <a:lnTo>
                      <a:pt x="5" y="46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1" name="Line 4697">
                <a:extLst>
                  <a:ext uri="{FF2B5EF4-FFF2-40B4-BE49-F238E27FC236}">
                    <a16:creationId xmlns:a16="http://schemas.microsoft.com/office/drawing/2014/main" id="{A51C24D2-B406-1F1D-5408-AEEF55B05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0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2" name="Freeform 4698">
                <a:extLst>
                  <a:ext uri="{FF2B5EF4-FFF2-40B4-BE49-F238E27FC236}">
                    <a16:creationId xmlns:a16="http://schemas.microsoft.com/office/drawing/2014/main" id="{AAEA37AF-38A0-F600-6257-1F669385D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074"/>
                <a:ext cx="22" cy="23"/>
              </a:xfrm>
              <a:custGeom>
                <a:avLst/>
                <a:gdLst>
                  <a:gd name="T0" fmla="*/ 0 w 129"/>
                  <a:gd name="T1" fmla="*/ 0 h 135"/>
                  <a:gd name="T2" fmla="*/ 0 w 129"/>
                  <a:gd name="T3" fmla="*/ 0 h 135"/>
                  <a:gd name="T4" fmla="*/ 0 w 129"/>
                  <a:gd name="T5" fmla="*/ 0 h 135"/>
                  <a:gd name="T6" fmla="*/ 0 w 129"/>
                  <a:gd name="T7" fmla="*/ 0 h 135"/>
                  <a:gd name="T8" fmla="*/ 0 w 129"/>
                  <a:gd name="T9" fmla="*/ 0 h 135"/>
                  <a:gd name="T10" fmla="*/ 0 w 129"/>
                  <a:gd name="T11" fmla="*/ 0 h 135"/>
                  <a:gd name="T12" fmla="*/ 0 w 129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5"/>
                  <a:gd name="T23" fmla="*/ 129 w 129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5">
                    <a:moveTo>
                      <a:pt x="55" y="0"/>
                    </a:moveTo>
                    <a:lnTo>
                      <a:pt x="28" y="45"/>
                    </a:lnTo>
                    <a:lnTo>
                      <a:pt x="0" y="91"/>
                    </a:lnTo>
                    <a:lnTo>
                      <a:pt x="73" y="135"/>
                    </a:lnTo>
                    <a:lnTo>
                      <a:pt x="101" y="90"/>
                    </a:lnTo>
                    <a:lnTo>
                      <a:pt x="129" y="44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3" name="Freeform 4699">
                <a:extLst>
                  <a:ext uri="{FF2B5EF4-FFF2-40B4-BE49-F238E27FC236}">
                    <a16:creationId xmlns:a16="http://schemas.microsoft.com/office/drawing/2014/main" id="{46029751-1295-0453-33C0-EAA7AC95B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074"/>
                <a:ext cx="22" cy="23"/>
              </a:xfrm>
              <a:custGeom>
                <a:avLst/>
                <a:gdLst>
                  <a:gd name="T0" fmla="*/ 0 w 129"/>
                  <a:gd name="T1" fmla="*/ 0 h 135"/>
                  <a:gd name="T2" fmla="*/ 0 w 129"/>
                  <a:gd name="T3" fmla="*/ 0 h 135"/>
                  <a:gd name="T4" fmla="*/ 0 w 129"/>
                  <a:gd name="T5" fmla="*/ 0 h 135"/>
                  <a:gd name="T6" fmla="*/ 0 w 129"/>
                  <a:gd name="T7" fmla="*/ 0 h 135"/>
                  <a:gd name="T8" fmla="*/ 0 w 129"/>
                  <a:gd name="T9" fmla="*/ 0 h 135"/>
                  <a:gd name="T10" fmla="*/ 0 w 129"/>
                  <a:gd name="T11" fmla="*/ 0 h 135"/>
                  <a:gd name="T12" fmla="*/ 0 w 129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5"/>
                  <a:gd name="T23" fmla="*/ 129 w 129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5">
                    <a:moveTo>
                      <a:pt x="55" y="0"/>
                    </a:moveTo>
                    <a:lnTo>
                      <a:pt x="28" y="45"/>
                    </a:lnTo>
                    <a:lnTo>
                      <a:pt x="0" y="91"/>
                    </a:lnTo>
                    <a:lnTo>
                      <a:pt x="73" y="135"/>
                    </a:lnTo>
                    <a:lnTo>
                      <a:pt x="101" y="90"/>
                    </a:lnTo>
                    <a:lnTo>
                      <a:pt x="129" y="44"/>
                    </a:lnTo>
                    <a:lnTo>
                      <a:pt x="5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4" name="Freeform 4700">
                <a:extLst>
                  <a:ext uri="{FF2B5EF4-FFF2-40B4-BE49-F238E27FC236}">
                    <a16:creationId xmlns:a16="http://schemas.microsoft.com/office/drawing/2014/main" id="{6138C5DB-0263-375C-3E91-A3C03C77B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2089"/>
                <a:ext cx="5" cy="8"/>
              </a:xfrm>
              <a:custGeom>
                <a:avLst/>
                <a:gdLst>
                  <a:gd name="T0" fmla="*/ 0 w 28"/>
                  <a:gd name="T1" fmla="*/ 0 h 48"/>
                  <a:gd name="T2" fmla="*/ 0 w 28"/>
                  <a:gd name="T3" fmla="*/ 0 h 48"/>
                  <a:gd name="T4" fmla="*/ 0 w 28"/>
                  <a:gd name="T5" fmla="*/ 0 h 48"/>
                  <a:gd name="T6" fmla="*/ 0 w 28"/>
                  <a:gd name="T7" fmla="*/ 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48"/>
                  <a:gd name="T14" fmla="*/ 28 w 28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48">
                    <a:moveTo>
                      <a:pt x="28" y="0"/>
                    </a:moveTo>
                    <a:lnTo>
                      <a:pt x="0" y="45"/>
                    </a:lnTo>
                    <a:lnTo>
                      <a:pt x="6" y="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5" name="Line 4701">
                <a:extLst>
                  <a:ext uri="{FF2B5EF4-FFF2-40B4-BE49-F238E27FC236}">
                    <a16:creationId xmlns:a16="http://schemas.microsoft.com/office/drawing/2014/main" id="{82FC576B-4D3E-E049-4A57-D4DD181C1F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1" y="20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6" name="Freeform 4702">
                <a:extLst>
                  <a:ext uri="{FF2B5EF4-FFF2-40B4-BE49-F238E27FC236}">
                    <a16:creationId xmlns:a16="http://schemas.microsoft.com/office/drawing/2014/main" id="{EF8722DD-8E2C-72F2-F141-E2B83CE47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2081"/>
                <a:ext cx="21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44" y="0"/>
                    </a:moveTo>
                    <a:lnTo>
                      <a:pt x="22" y="49"/>
                    </a:lnTo>
                    <a:lnTo>
                      <a:pt x="0" y="97"/>
                    </a:lnTo>
                    <a:lnTo>
                      <a:pt x="78" y="132"/>
                    </a:lnTo>
                    <a:lnTo>
                      <a:pt x="100" y="84"/>
                    </a:lnTo>
                    <a:lnTo>
                      <a:pt x="123" y="3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7" name="Freeform 4703">
                <a:extLst>
                  <a:ext uri="{FF2B5EF4-FFF2-40B4-BE49-F238E27FC236}">
                    <a16:creationId xmlns:a16="http://schemas.microsoft.com/office/drawing/2014/main" id="{FCB5BA6D-0062-5127-3974-20FFC66DA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2081"/>
                <a:ext cx="21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44" y="0"/>
                    </a:moveTo>
                    <a:lnTo>
                      <a:pt x="22" y="49"/>
                    </a:lnTo>
                    <a:lnTo>
                      <a:pt x="0" y="97"/>
                    </a:lnTo>
                    <a:lnTo>
                      <a:pt x="78" y="132"/>
                    </a:lnTo>
                    <a:lnTo>
                      <a:pt x="100" y="84"/>
                    </a:lnTo>
                    <a:lnTo>
                      <a:pt x="123" y="35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8" name="Freeform 4704">
                <a:extLst>
                  <a:ext uri="{FF2B5EF4-FFF2-40B4-BE49-F238E27FC236}">
                    <a16:creationId xmlns:a16="http://schemas.microsoft.com/office/drawing/2014/main" id="{7FF5B919-7CE1-FC83-A72D-97D77E32E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2095"/>
                <a:ext cx="4" cy="8"/>
              </a:xfrm>
              <a:custGeom>
                <a:avLst/>
                <a:gdLst>
                  <a:gd name="T0" fmla="*/ 0 w 22"/>
                  <a:gd name="T1" fmla="*/ 0 h 50"/>
                  <a:gd name="T2" fmla="*/ 0 w 22"/>
                  <a:gd name="T3" fmla="*/ 0 h 50"/>
                  <a:gd name="T4" fmla="*/ 0 w 22"/>
                  <a:gd name="T5" fmla="*/ 0 h 50"/>
                  <a:gd name="T6" fmla="*/ 0 w 2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0"/>
                  <a:gd name="T14" fmla="*/ 22 w 2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0">
                    <a:moveTo>
                      <a:pt x="22" y="0"/>
                    </a:moveTo>
                    <a:lnTo>
                      <a:pt x="0" y="48"/>
                    </a:lnTo>
                    <a:lnTo>
                      <a:pt x="6" y="5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9" name="Line 4705">
                <a:extLst>
                  <a:ext uri="{FF2B5EF4-FFF2-40B4-BE49-F238E27FC236}">
                    <a16:creationId xmlns:a16="http://schemas.microsoft.com/office/drawing/2014/main" id="{886ACDE5-5035-0A37-0657-48DB828FD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5" y="21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0" name="Freeform 4706">
                <a:extLst>
                  <a:ext uri="{FF2B5EF4-FFF2-40B4-BE49-F238E27FC236}">
                    <a16:creationId xmlns:a16="http://schemas.microsoft.com/office/drawing/2014/main" id="{F5E63CB7-0AB9-20DE-A73A-44EAD8B40D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2086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32" y="0"/>
                    </a:moveTo>
                    <a:lnTo>
                      <a:pt x="16" y="51"/>
                    </a:lnTo>
                    <a:lnTo>
                      <a:pt x="0" y="101"/>
                    </a:lnTo>
                    <a:lnTo>
                      <a:pt x="82" y="127"/>
                    </a:lnTo>
                    <a:lnTo>
                      <a:pt x="98" y="76"/>
                    </a:lnTo>
                    <a:lnTo>
                      <a:pt x="114" y="25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1" name="Freeform 4707">
                <a:extLst>
                  <a:ext uri="{FF2B5EF4-FFF2-40B4-BE49-F238E27FC236}">
                    <a16:creationId xmlns:a16="http://schemas.microsoft.com/office/drawing/2014/main" id="{1579FAB5-B55B-2C4F-AFDD-01B8C4F8A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2086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32" y="0"/>
                    </a:moveTo>
                    <a:lnTo>
                      <a:pt x="16" y="51"/>
                    </a:lnTo>
                    <a:lnTo>
                      <a:pt x="0" y="101"/>
                    </a:lnTo>
                    <a:lnTo>
                      <a:pt x="82" y="127"/>
                    </a:lnTo>
                    <a:lnTo>
                      <a:pt x="98" y="76"/>
                    </a:lnTo>
                    <a:lnTo>
                      <a:pt x="114" y="25"/>
                    </a:lnTo>
                    <a:lnTo>
                      <a:pt x="3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2" name="Freeform 4708">
                <a:extLst>
                  <a:ext uri="{FF2B5EF4-FFF2-40B4-BE49-F238E27FC236}">
                    <a16:creationId xmlns:a16="http://schemas.microsoft.com/office/drawing/2014/main" id="{7944C622-D20B-5928-BA4A-80E20544D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099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16" y="0"/>
                    </a:moveTo>
                    <a:lnTo>
                      <a:pt x="0" y="51"/>
                    </a:lnTo>
                    <a:lnTo>
                      <a:pt x="6" y="53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3" name="Line 4709">
                <a:extLst>
                  <a:ext uri="{FF2B5EF4-FFF2-40B4-BE49-F238E27FC236}">
                    <a16:creationId xmlns:a16="http://schemas.microsoft.com/office/drawing/2014/main" id="{2638C8E6-AABB-4CE9-8C66-C53ADB9C7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10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4" name="Freeform 4710">
                <a:extLst>
                  <a:ext uri="{FF2B5EF4-FFF2-40B4-BE49-F238E27FC236}">
                    <a16:creationId xmlns:a16="http://schemas.microsoft.com/office/drawing/2014/main" id="{A315DE14-7514-2F01-065F-DCC90060E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090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9" y="0"/>
                    </a:moveTo>
                    <a:lnTo>
                      <a:pt x="10" y="53"/>
                    </a:lnTo>
                    <a:lnTo>
                      <a:pt x="0" y="106"/>
                    </a:lnTo>
                    <a:lnTo>
                      <a:pt x="84" y="122"/>
                    </a:lnTo>
                    <a:lnTo>
                      <a:pt x="94" y="69"/>
                    </a:lnTo>
                    <a:lnTo>
                      <a:pt x="103" y="16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5" name="Freeform 4711">
                <a:extLst>
                  <a:ext uri="{FF2B5EF4-FFF2-40B4-BE49-F238E27FC236}">
                    <a16:creationId xmlns:a16="http://schemas.microsoft.com/office/drawing/2014/main" id="{CF78CFCE-25E3-B282-430B-D73BDF4EB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090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9" y="0"/>
                    </a:moveTo>
                    <a:lnTo>
                      <a:pt x="10" y="53"/>
                    </a:lnTo>
                    <a:lnTo>
                      <a:pt x="0" y="106"/>
                    </a:lnTo>
                    <a:lnTo>
                      <a:pt x="84" y="122"/>
                    </a:lnTo>
                    <a:lnTo>
                      <a:pt x="94" y="69"/>
                    </a:lnTo>
                    <a:lnTo>
                      <a:pt x="103" y="16"/>
                    </a:lnTo>
                    <a:lnTo>
                      <a:pt x="1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6" name="Freeform 4712">
                <a:extLst>
                  <a:ext uri="{FF2B5EF4-FFF2-40B4-BE49-F238E27FC236}">
                    <a16:creationId xmlns:a16="http://schemas.microsoft.com/office/drawing/2014/main" id="{595A17B6-020F-DF93-FC82-2EA10D9E2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5" y="2102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10" y="0"/>
                    </a:moveTo>
                    <a:lnTo>
                      <a:pt x="0" y="53"/>
                    </a:lnTo>
                    <a:lnTo>
                      <a:pt x="7" y="5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7" name="Line 4713">
                <a:extLst>
                  <a:ext uri="{FF2B5EF4-FFF2-40B4-BE49-F238E27FC236}">
                    <a16:creationId xmlns:a16="http://schemas.microsoft.com/office/drawing/2014/main" id="{B9564519-0F00-4A5A-27CA-8150C82B0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15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8" name="Freeform 4714">
                <a:extLst>
                  <a:ext uri="{FF2B5EF4-FFF2-40B4-BE49-F238E27FC236}">
                    <a16:creationId xmlns:a16="http://schemas.microsoft.com/office/drawing/2014/main" id="{614F1CA3-C95A-2B83-122E-663F6E21C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093"/>
                <a:ext cx="15" cy="18"/>
              </a:xfrm>
              <a:custGeom>
                <a:avLst/>
                <a:gdLst>
                  <a:gd name="T0" fmla="*/ 0 w 90"/>
                  <a:gd name="T1" fmla="*/ 0 h 110"/>
                  <a:gd name="T2" fmla="*/ 0 w 90"/>
                  <a:gd name="T3" fmla="*/ 0 h 110"/>
                  <a:gd name="T4" fmla="*/ 0 w 90"/>
                  <a:gd name="T5" fmla="*/ 0 h 110"/>
                  <a:gd name="T6" fmla="*/ 0 w 90"/>
                  <a:gd name="T7" fmla="*/ 0 h 110"/>
                  <a:gd name="T8" fmla="*/ 0 w 90"/>
                  <a:gd name="T9" fmla="*/ 0 h 110"/>
                  <a:gd name="T10" fmla="*/ 0 w 90"/>
                  <a:gd name="T11" fmla="*/ 0 h 110"/>
                  <a:gd name="T12" fmla="*/ 0 w 90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"/>
                  <a:gd name="T22" fmla="*/ 0 h 110"/>
                  <a:gd name="T23" fmla="*/ 90 w 90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" h="110">
                    <a:moveTo>
                      <a:pt x="5" y="0"/>
                    </a:moveTo>
                    <a:lnTo>
                      <a:pt x="3" y="53"/>
                    </a:lnTo>
                    <a:lnTo>
                      <a:pt x="0" y="106"/>
                    </a:lnTo>
                    <a:lnTo>
                      <a:pt x="86" y="110"/>
                    </a:lnTo>
                    <a:lnTo>
                      <a:pt x="88" y="57"/>
                    </a:lnTo>
                    <a:lnTo>
                      <a:pt x="90" y="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9" name="Freeform 4715">
                <a:extLst>
                  <a:ext uri="{FF2B5EF4-FFF2-40B4-BE49-F238E27FC236}">
                    <a16:creationId xmlns:a16="http://schemas.microsoft.com/office/drawing/2014/main" id="{130CEDA2-821C-1E55-5AEC-68BA8F386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093"/>
                <a:ext cx="15" cy="18"/>
              </a:xfrm>
              <a:custGeom>
                <a:avLst/>
                <a:gdLst>
                  <a:gd name="T0" fmla="*/ 0 w 90"/>
                  <a:gd name="T1" fmla="*/ 0 h 110"/>
                  <a:gd name="T2" fmla="*/ 0 w 90"/>
                  <a:gd name="T3" fmla="*/ 0 h 110"/>
                  <a:gd name="T4" fmla="*/ 0 w 90"/>
                  <a:gd name="T5" fmla="*/ 0 h 110"/>
                  <a:gd name="T6" fmla="*/ 0 w 90"/>
                  <a:gd name="T7" fmla="*/ 0 h 110"/>
                  <a:gd name="T8" fmla="*/ 0 w 90"/>
                  <a:gd name="T9" fmla="*/ 0 h 110"/>
                  <a:gd name="T10" fmla="*/ 0 w 90"/>
                  <a:gd name="T11" fmla="*/ 0 h 110"/>
                  <a:gd name="T12" fmla="*/ 0 w 90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"/>
                  <a:gd name="T22" fmla="*/ 0 h 110"/>
                  <a:gd name="T23" fmla="*/ 90 w 90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" h="110">
                    <a:moveTo>
                      <a:pt x="5" y="0"/>
                    </a:moveTo>
                    <a:lnTo>
                      <a:pt x="3" y="53"/>
                    </a:lnTo>
                    <a:lnTo>
                      <a:pt x="0" y="106"/>
                    </a:lnTo>
                    <a:lnTo>
                      <a:pt x="86" y="110"/>
                    </a:lnTo>
                    <a:lnTo>
                      <a:pt x="88" y="57"/>
                    </a:lnTo>
                    <a:lnTo>
                      <a:pt x="90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0" name="Freeform 4716">
                <a:extLst>
                  <a:ext uri="{FF2B5EF4-FFF2-40B4-BE49-F238E27FC236}">
                    <a16:creationId xmlns:a16="http://schemas.microsoft.com/office/drawing/2014/main" id="{840D51AF-82F3-C43E-1F31-2D94D85F6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1" y="2103"/>
                <a:ext cx="1" cy="8"/>
              </a:xfrm>
              <a:custGeom>
                <a:avLst/>
                <a:gdLst>
                  <a:gd name="T0" fmla="*/ 0 w 5"/>
                  <a:gd name="T1" fmla="*/ 0 h 53"/>
                  <a:gd name="T2" fmla="*/ 0 w 5"/>
                  <a:gd name="T3" fmla="*/ 0 h 53"/>
                  <a:gd name="T4" fmla="*/ 0 w 5"/>
                  <a:gd name="T5" fmla="*/ 0 h 53"/>
                  <a:gd name="T6" fmla="*/ 0 w 5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53"/>
                  <a:gd name="T14" fmla="*/ 5 w 5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53">
                    <a:moveTo>
                      <a:pt x="2" y="0"/>
                    </a:moveTo>
                    <a:lnTo>
                      <a:pt x="0" y="53"/>
                    </a:lnTo>
                    <a:lnTo>
                      <a:pt x="5" y="5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1" name="Line 4717">
                <a:extLst>
                  <a:ext uri="{FF2B5EF4-FFF2-40B4-BE49-F238E27FC236}">
                    <a16:creationId xmlns:a16="http://schemas.microsoft.com/office/drawing/2014/main" id="{BDD87D65-CF41-C775-EF07-D208B801F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1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2" name="Freeform 4718">
                <a:extLst>
                  <a:ext uri="{FF2B5EF4-FFF2-40B4-BE49-F238E27FC236}">
                    <a16:creationId xmlns:a16="http://schemas.microsoft.com/office/drawing/2014/main" id="{5F427DC0-8CE6-612E-9081-0289A572F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093"/>
                <a:ext cx="16" cy="18"/>
              </a:xfrm>
              <a:custGeom>
                <a:avLst/>
                <a:gdLst>
                  <a:gd name="T0" fmla="*/ 0 w 91"/>
                  <a:gd name="T1" fmla="*/ 0 h 110"/>
                  <a:gd name="T2" fmla="*/ 0 w 91"/>
                  <a:gd name="T3" fmla="*/ 0 h 110"/>
                  <a:gd name="T4" fmla="*/ 0 w 91"/>
                  <a:gd name="T5" fmla="*/ 0 h 110"/>
                  <a:gd name="T6" fmla="*/ 0 w 91"/>
                  <a:gd name="T7" fmla="*/ 0 h 110"/>
                  <a:gd name="T8" fmla="*/ 0 w 91"/>
                  <a:gd name="T9" fmla="*/ 0 h 110"/>
                  <a:gd name="T10" fmla="*/ 0 w 91"/>
                  <a:gd name="T11" fmla="*/ 0 h 110"/>
                  <a:gd name="T12" fmla="*/ 0 w 91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0"/>
                  <a:gd name="T23" fmla="*/ 91 w 91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0">
                    <a:moveTo>
                      <a:pt x="0" y="4"/>
                    </a:moveTo>
                    <a:lnTo>
                      <a:pt x="3" y="57"/>
                    </a:lnTo>
                    <a:lnTo>
                      <a:pt x="6" y="110"/>
                    </a:lnTo>
                    <a:lnTo>
                      <a:pt x="91" y="106"/>
                    </a:lnTo>
                    <a:lnTo>
                      <a:pt x="88" y="53"/>
                    </a:lnTo>
                    <a:lnTo>
                      <a:pt x="8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3" name="Freeform 4719">
                <a:extLst>
                  <a:ext uri="{FF2B5EF4-FFF2-40B4-BE49-F238E27FC236}">
                    <a16:creationId xmlns:a16="http://schemas.microsoft.com/office/drawing/2014/main" id="{3CB63BA3-6EC0-83ED-4E73-1C86520CE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093"/>
                <a:ext cx="16" cy="18"/>
              </a:xfrm>
              <a:custGeom>
                <a:avLst/>
                <a:gdLst>
                  <a:gd name="T0" fmla="*/ 0 w 91"/>
                  <a:gd name="T1" fmla="*/ 0 h 110"/>
                  <a:gd name="T2" fmla="*/ 0 w 91"/>
                  <a:gd name="T3" fmla="*/ 0 h 110"/>
                  <a:gd name="T4" fmla="*/ 0 w 91"/>
                  <a:gd name="T5" fmla="*/ 0 h 110"/>
                  <a:gd name="T6" fmla="*/ 0 w 91"/>
                  <a:gd name="T7" fmla="*/ 0 h 110"/>
                  <a:gd name="T8" fmla="*/ 0 w 91"/>
                  <a:gd name="T9" fmla="*/ 0 h 110"/>
                  <a:gd name="T10" fmla="*/ 0 w 91"/>
                  <a:gd name="T11" fmla="*/ 0 h 110"/>
                  <a:gd name="T12" fmla="*/ 0 w 91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0"/>
                  <a:gd name="T23" fmla="*/ 91 w 91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0">
                    <a:moveTo>
                      <a:pt x="0" y="4"/>
                    </a:moveTo>
                    <a:lnTo>
                      <a:pt x="3" y="57"/>
                    </a:lnTo>
                    <a:lnTo>
                      <a:pt x="6" y="110"/>
                    </a:lnTo>
                    <a:lnTo>
                      <a:pt x="91" y="106"/>
                    </a:lnTo>
                    <a:lnTo>
                      <a:pt x="88" y="53"/>
                    </a:lnTo>
                    <a:lnTo>
                      <a:pt x="85" y="0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4" name="Freeform 4720">
                <a:extLst>
                  <a:ext uri="{FF2B5EF4-FFF2-40B4-BE49-F238E27FC236}">
                    <a16:creationId xmlns:a16="http://schemas.microsoft.com/office/drawing/2014/main" id="{B5BEC92B-E0F9-B2B3-454E-06A4F8CBA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2102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0" y="0"/>
                    </a:moveTo>
                    <a:lnTo>
                      <a:pt x="3" y="53"/>
                    </a:lnTo>
                    <a:lnTo>
                      <a:pt x="1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5" name="Line 4721">
                <a:extLst>
                  <a:ext uri="{FF2B5EF4-FFF2-40B4-BE49-F238E27FC236}">
                    <a16:creationId xmlns:a16="http://schemas.microsoft.com/office/drawing/2014/main" id="{79C09436-76C7-CFCA-B62D-745FD905A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6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6" name="Freeform 4722">
                <a:extLst>
                  <a:ext uri="{FF2B5EF4-FFF2-40B4-BE49-F238E27FC236}">
                    <a16:creationId xmlns:a16="http://schemas.microsoft.com/office/drawing/2014/main" id="{1B3E032D-0386-EA41-B3AC-1C0BDC184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090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0" y="16"/>
                    </a:moveTo>
                    <a:lnTo>
                      <a:pt x="10" y="69"/>
                    </a:lnTo>
                    <a:lnTo>
                      <a:pt x="20" y="122"/>
                    </a:lnTo>
                    <a:lnTo>
                      <a:pt x="104" y="106"/>
                    </a:lnTo>
                    <a:lnTo>
                      <a:pt x="95" y="53"/>
                    </a:lnTo>
                    <a:lnTo>
                      <a:pt x="85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7" name="Freeform 4723">
                <a:extLst>
                  <a:ext uri="{FF2B5EF4-FFF2-40B4-BE49-F238E27FC236}">
                    <a16:creationId xmlns:a16="http://schemas.microsoft.com/office/drawing/2014/main" id="{D01F8EB7-F069-6D75-7FA6-9A2C386D9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090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0" y="16"/>
                    </a:moveTo>
                    <a:lnTo>
                      <a:pt x="10" y="69"/>
                    </a:lnTo>
                    <a:lnTo>
                      <a:pt x="20" y="122"/>
                    </a:lnTo>
                    <a:lnTo>
                      <a:pt x="104" y="106"/>
                    </a:lnTo>
                    <a:lnTo>
                      <a:pt x="95" y="53"/>
                    </a:lnTo>
                    <a:lnTo>
                      <a:pt x="85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8" name="Freeform 4724">
                <a:extLst>
                  <a:ext uri="{FF2B5EF4-FFF2-40B4-BE49-F238E27FC236}">
                    <a16:creationId xmlns:a16="http://schemas.microsoft.com/office/drawing/2014/main" id="{54B157B8-3FB2-1B0F-EC28-48903C68B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2099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0" y="0"/>
                    </a:moveTo>
                    <a:lnTo>
                      <a:pt x="9" y="53"/>
                    </a:lnTo>
                    <a:lnTo>
                      <a:pt x="16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9" name="Line 4725">
                <a:extLst>
                  <a:ext uri="{FF2B5EF4-FFF2-40B4-BE49-F238E27FC236}">
                    <a16:creationId xmlns:a16="http://schemas.microsoft.com/office/drawing/2014/main" id="{B4A739E2-2011-EC97-C5D6-7736A7993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1" y="210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0" name="Freeform 4726">
                <a:extLst>
                  <a:ext uri="{FF2B5EF4-FFF2-40B4-BE49-F238E27FC236}">
                    <a16:creationId xmlns:a16="http://schemas.microsoft.com/office/drawing/2014/main" id="{EF542658-2A12-CCC1-3483-60D23150A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2086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0" y="25"/>
                    </a:moveTo>
                    <a:lnTo>
                      <a:pt x="16" y="76"/>
                    </a:lnTo>
                    <a:lnTo>
                      <a:pt x="32" y="127"/>
                    </a:lnTo>
                    <a:lnTo>
                      <a:pt x="113" y="101"/>
                    </a:lnTo>
                    <a:lnTo>
                      <a:pt x="97" y="51"/>
                    </a:lnTo>
                    <a:lnTo>
                      <a:pt x="8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1" name="Freeform 4727">
                <a:extLst>
                  <a:ext uri="{FF2B5EF4-FFF2-40B4-BE49-F238E27FC236}">
                    <a16:creationId xmlns:a16="http://schemas.microsoft.com/office/drawing/2014/main" id="{256C2B96-0495-F9AD-D82D-3C205F1B0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2086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0" y="25"/>
                    </a:moveTo>
                    <a:lnTo>
                      <a:pt x="16" y="76"/>
                    </a:lnTo>
                    <a:lnTo>
                      <a:pt x="32" y="127"/>
                    </a:lnTo>
                    <a:lnTo>
                      <a:pt x="113" y="101"/>
                    </a:lnTo>
                    <a:lnTo>
                      <a:pt x="97" y="51"/>
                    </a:lnTo>
                    <a:lnTo>
                      <a:pt x="81" y="0"/>
                    </a:lnTo>
                    <a:lnTo>
                      <a:pt x="0" y="2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2" name="Freeform 4728">
                <a:extLst>
                  <a:ext uri="{FF2B5EF4-FFF2-40B4-BE49-F238E27FC236}">
                    <a16:creationId xmlns:a16="http://schemas.microsoft.com/office/drawing/2014/main" id="{323BDEE1-0721-41DB-0889-0FDF3AC68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2095"/>
                <a:ext cx="3" cy="8"/>
              </a:xfrm>
              <a:custGeom>
                <a:avLst/>
                <a:gdLst>
                  <a:gd name="T0" fmla="*/ 0 w 22"/>
                  <a:gd name="T1" fmla="*/ 0 h 50"/>
                  <a:gd name="T2" fmla="*/ 0 w 22"/>
                  <a:gd name="T3" fmla="*/ 0 h 50"/>
                  <a:gd name="T4" fmla="*/ 0 w 22"/>
                  <a:gd name="T5" fmla="*/ 0 h 50"/>
                  <a:gd name="T6" fmla="*/ 0 w 2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0"/>
                  <a:gd name="T14" fmla="*/ 22 w 2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0">
                    <a:moveTo>
                      <a:pt x="0" y="0"/>
                    </a:moveTo>
                    <a:lnTo>
                      <a:pt x="16" y="50"/>
                    </a:lnTo>
                    <a:lnTo>
                      <a:pt x="22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3" name="Line 4729">
                <a:extLst>
                  <a:ext uri="{FF2B5EF4-FFF2-40B4-BE49-F238E27FC236}">
                    <a16:creationId xmlns:a16="http://schemas.microsoft.com/office/drawing/2014/main" id="{EEE0B5A3-80CC-7C6A-6A94-68B8C7D5E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5" y="21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4" name="Freeform 4730">
                <a:extLst>
                  <a:ext uri="{FF2B5EF4-FFF2-40B4-BE49-F238E27FC236}">
                    <a16:creationId xmlns:a16="http://schemas.microsoft.com/office/drawing/2014/main" id="{160DA494-4DBA-929D-B8E1-4717B9AC8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2081"/>
                <a:ext cx="20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0" y="35"/>
                    </a:moveTo>
                    <a:lnTo>
                      <a:pt x="22" y="84"/>
                    </a:lnTo>
                    <a:lnTo>
                      <a:pt x="44" y="132"/>
                    </a:lnTo>
                    <a:lnTo>
                      <a:pt x="123" y="97"/>
                    </a:lnTo>
                    <a:lnTo>
                      <a:pt x="101" y="49"/>
                    </a:lnTo>
                    <a:lnTo>
                      <a:pt x="78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5" name="Freeform 4731">
                <a:extLst>
                  <a:ext uri="{FF2B5EF4-FFF2-40B4-BE49-F238E27FC236}">
                    <a16:creationId xmlns:a16="http://schemas.microsoft.com/office/drawing/2014/main" id="{A235DB18-066E-C3AD-8E63-728FB3122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2081"/>
                <a:ext cx="20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0" y="35"/>
                    </a:moveTo>
                    <a:lnTo>
                      <a:pt x="22" y="84"/>
                    </a:lnTo>
                    <a:lnTo>
                      <a:pt x="44" y="132"/>
                    </a:lnTo>
                    <a:lnTo>
                      <a:pt x="123" y="97"/>
                    </a:lnTo>
                    <a:lnTo>
                      <a:pt x="101" y="49"/>
                    </a:lnTo>
                    <a:lnTo>
                      <a:pt x="78" y="0"/>
                    </a:lnTo>
                    <a:lnTo>
                      <a:pt x="0" y="3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6" name="Freeform 4732">
                <a:extLst>
                  <a:ext uri="{FF2B5EF4-FFF2-40B4-BE49-F238E27FC236}">
                    <a16:creationId xmlns:a16="http://schemas.microsoft.com/office/drawing/2014/main" id="{9163AB4D-0001-DAA2-F7FF-9F21AFA93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2089"/>
                <a:ext cx="4" cy="8"/>
              </a:xfrm>
              <a:custGeom>
                <a:avLst/>
                <a:gdLst>
                  <a:gd name="T0" fmla="*/ 0 w 27"/>
                  <a:gd name="T1" fmla="*/ 0 h 48"/>
                  <a:gd name="T2" fmla="*/ 0 w 27"/>
                  <a:gd name="T3" fmla="*/ 0 h 48"/>
                  <a:gd name="T4" fmla="*/ 0 w 27"/>
                  <a:gd name="T5" fmla="*/ 0 h 48"/>
                  <a:gd name="T6" fmla="*/ 0 w 27"/>
                  <a:gd name="T7" fmla="*/ 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48"/>
                  <a:gd name="T14" fmla="*/ 27 w 27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48">
                    <a:moveTo>
                      <a:pt x="0" y="0"/>
                    </a:moveTo>
                    <a:lnTo>
                      <a:pt x="22" y="48"/>
                    </a:lnTo>
                    <a:lnTo>
                      <a:pt x="27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7" name="Line 4733">
                <a:extLst>
                  <a:ext uri="{FF2B5EF4-FFF2-40B4-BE49-F238E27FC236}">
                    <a16:creationId xmlns:a16="http://schemas.microsoft.com/office/drawing/2014/main" id="{D4FB8A41-0ABD-54C1-84EF-77780D41D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9" y="20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8" name="Freeform 4734">
                <a:extLst>
                  <a:ext uri="{FF2B5EF4-FFF2-40B4-BE49-F238E27FC236}">
                    <a16:creationId xmlns:a16="http://schemas.microsoft.com/office/drawing/2014/main" id="{E10A5F58-36CD-0B0A-B71E-95737F05C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2074"/>
                <a:ext cx="22" cy="23"/>
              </a:xfrm>
              <a:custGeom>
                <a:avLst/>
                <a:gdLst>
                  <a:gd name="T0" fmla="*/ 0 w 128"/>
                  <a:gd name="T1" fmla="*/ 0 h 135"/>
                  <a:gd name="T2" fmla="*/ 0 w 128"/>
                  <a:gd name="T3" fmla="*/ 0 h 135"/>
                  <a:gd name="T4" fmla="*/ 0 w 128"/>
                  <a:gd name="T5" fmla="*/ 0 h 135"/>
                  <a:gd name="T6" fmla="*/ 0 w 128"/>
                  <a:gd name="T7" fmla="*/ 0 h 135"/>
                  <a:gd name="T8" fmla="*/ 0 w 128"/>
                  <a:gd name="T9" fmla="*/ 0 h 135"/>
                  <a:gd name="T10" fmla="*/ 0 w 128"/>
                  <a:gd name="T11" fmla="*/ 0 h 135"/>
                  <a:gd name="T12" fmla="*/ 0 w 128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5"/>
                  <a:gd name="T23" fmla="*/ 128 w 128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5">
                    <a:moveTo>
                      <a:pt x="0" y="44"/>
                    </a:moveTo>
                    <a:lnTo>
                      <a:pt x="28" y="90"/>
                    </a:lnTo>
                    <a:lnTo>
                      <a:pt x="55" y="135"/>
                    </a:lnTo>
                    <a:lnTo>
                      <a:pt x="128" y="91"/>
                    </a:lnTo>
                    <a:lnTo>
                      <a:pt x="101" y="45"/>
                    </a:lnTo>
                    <a:lnTo>
                      <a:pt x="7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9" name="Freeform 4735">
                <a:extLst>
                  <a:ext uri="{FF2B5EF4-FFF2-40B4-BE49-F238E27FC236}">
                    <a16:creationId xmlns:a16="http://schemas.microsoft.com/office/drawing/2014/main" id="{55264322-47FB-2F20-07FD-85EC55D49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2074"/>
                <a:ext cx="22" cy="23"/>
              </a:xfrm>
              <a:custGeom>
                <a:avLst/>
                <a:gdLst>
                  <a:gd name="T0" fmla="*/ 0 w 128"/>
                  <a:gd name="T1" fmla="*/ 0 h 135"/>
                  <a:gd name="T2" fmla="*/ 0 w 128"/>
                  <a:gd name="T3" fmla="*/ 0 h 135"/>
                  <a:gd name="T4" fmla="*/ 0 w 128"/>
                  <a:gd name="T5" fmla="*/ 0 h 135"/>
                  <a:gd name="T6" fmla="*/ 0 w 128"/>
                  <a:gd name="T7" fmla="*/ 0 h 135"/>
                  <a:gd name="T8" fmla="*/ 0 w 128"/>
                  <a:gd name="T9" fmla="*/ 0 h 135"/>
                  <a:gd name="T10" fmla="*/ 0 w 128"/>
                  <a:gd name="T11" fmla="*/ 0 h 135"/>
                  <a:gd name="T12" fmla="*/ 0 w 128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5"/>
                  <a:gd name="T23" fmla="*/ 128 w 128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5">
                    <a:moveTo>
                      <a:pt x="0" y="44"/>
                    </a:moveTo>
                    <a:lnTo>
                      <a:pt x="28" y="90"/>
                    </a:lnTo>
                    <a:lnTo>
                      <a:pt x="55" y="135"/>
                    </a:lnTo>
                    <a:lnTo>
                      <a:pt x="128" y="91"/>
                    </a:lnTo>
                    <a:lnTo>
                      <a:pt x="101" y="45"/>
                    </a:lnTo>
                    <a:lnTo>
                      <a:pt x="73" y="0"/>
                    </a:lnTo>
                    <a:lnTo>
                      <a:pt x="0" y="4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0" name="Freeform 4736">
                <a:extLst>
                  <a:ext uri="{FF2B5EF4-FFF2-40B4-BE49-F238E27FC236}">
                    <a16:creationId xmlns:a16="http://schemas.microsoft.com/office/drawing/2014/main" id="{F4A908C7-C747-89A9-3B28-E792ED90E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2082"/>
                <a:ext cx="5" cy="7"/>
              </a:xfrm>
              <a:custGeom>
                <a:avLst/>
                <a:gdLst>
                  <a:gd name="T0" fmla="*/ 0 w 32"/>
                  <a:gd name="T1" fmla="*/ 0 h 46"/>
                  <a:gd name="T2" fmla="*/ 0 w 32"/>
                  <a:gd name="T3" fmla="*/ 0 h 46"/>
                  <a:gd name="T4" fmla="*/ 0 w 32"/>
                  <a:gd name="T5" fmla="*/ 0 h 46"/>
                  <a:gd name="T6" fmla="*/ 0 w 32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6"/>
                  <a:gd name="T14" fmla="*/ 32 w 32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6">
                    <a:moveTo>
                      <a:pt x="0" y="0"/>
                    </a:moveTo>
                    <a:lnTo>
                      <a:pt x="27" y="46"/>
                    </a:lnTo>
                    <a:lnTo>
                      <a:pt x="32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1" name="Line 4737">
                <a:extLst>
                  <a:ext uri="{FF2B5EF4-FFF2-40B4-BE49-F238E27FC236}">
                    <a16:creationId xmlns:a16="http://schemas.microsoft.com/office/drawing/2014/main" id="{D596A4D1-2885-F018-9972-A81D984E84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03" y="20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2" name="Freeform 4738">
                <a:extLst>
                  <a:ext uri="{FF2B5EF4-FFF2-40B4-BE49-F238E27FC236}">
                    <a16:creationId xmlns:a16="http://schemas.microsoft.com/office/drawing/2014/main" id="{97FF8F95-9EE4-58F9-E453-CEB2038D6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2066"/>
                <a:ext cx="23" cy="23"/>
              </a:xfrm>
              <a:custGeom>
                <a:avLst/>
                <a:gdLst>
                  <a:gd name="T0" fmla="*/ 0 w 132"/>
                  <a:gd name="T1" fmla="*/ 0 h 138"/>
                  <a:gd name="T2" fmla="*/ 0 w 132"/>
                  <a:gd name="T3" fmla="*/ 0 h 138"/>
                  <a:gd name="T4" fmla="*/ 0 w 132"/>
                  <a:gd name="T5" fmla="*/ 0 h 138"/>
                  <a:gd name="T6" fmla="*/ 0 w 132"/>
                  <a:gd name="T7" fmla="*/ 0 h 138"/>
                  <a:gd name="T8" fmla="*/ 0 w 132"/>
                  <a:gd name="T9" fmla="*/ 0 h 138"/>
                  <a:gd name="T10" fmla="*/ 0 w 132"/>
                  <a:gd name="T11" fmla="*/ 0 h 138"/>
                  <a:gd name="T12" fmla="*/ 0 w 132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8"/>
                  <a:gd name="T23" fmla="*/ 132 w 132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8">
                    <a:moveTo>
                      <a:pt x="0" y="53"/>
                    </a:moveTo>
                    <a:lnTo>
                      <a:pt x="33" y="95"/>
                    </a:lnTo>
                    <a:lnTo>
                      <a:pt x="65" y="138"/>
                    </a:lnTo>
                    <a:lnTo>
                      <a:pt x="132" y="85"/>
                    </a:lnTo>
                    <a:lnTo>
                      <a:pt x="99" y="42"/>
                    </a:lnTo>
                    <a:lnTo>
                      <a:pt x="67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3" name="Freeform 4739">
                <a:extLst>
                  <a:ext uri="{FF2B5EF4-FFF2-40B4-BE49-F238E27FC236}">
                    <a16:creationId xmlns:a16="http://schemas.microsoft.com/office/drawing/2014/main" id="{5B5B7A4F-DA55-BD6E-C76C-8EDB70FC4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2066"/>
                <a:ext cx="23" cy="23"/>
              </a:xfrm>
              <a:custGeom>
                <a:avLst/>
                <a:gdLst>
                  <a:gd name="T0" fmla="*/ 0 w 132"/>
                  <a:gd name="T1" fmla="*/ 0 h 138"/>
                  <a:gd name="T2" fmla="*/ 0 w 132"/>
                  <a:gd name="T3" fmla="*/ 0 h 138"/>
                  <a:gd name="T4" fmla="*/ 0 w 132"/>
                  <a:gd name="T5" fmla="*/ 0 h 138"/>
                  <a:gd name="T6" fmla="*/ 0 w 132"/>
                  <a:gd name="T7" fmla="*/ 0 h 138"/>
                  <a:gd name="T8" fmla="*/ 0 w 132"/>
                  <a:gd name="T9" fmla="*/ 0 h 138"/>
                  <a:gd name="T10" fmla="*/ 0 w 132"/>
                  <a:gd name="T11" fmla="*/ 0 h 138"/>
                  <a:gd name="T12" fmla="*/ 0 w 132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8"/>
                  <a:gd name="T23" fmla="*/ 132 w 132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8">
                    <a:moveTo>
                      <a:pt x="0" y="53"/>
                    </a:moveTo>
                    <a:lnTo>
                      <a:pt x="33" y="95"/>
                    </a:lnTo>
                    <a:lnTo>
                      <a:pt x="65" y="138"/>
                    </a:lnTo>
                    <a:lnTo>
                      <a:pt x="132" y="85"/>
                    </a:lnTo>
                    <a:lnTo>
                      <a:pt x="99" y="42"/>
                    </a:lnTo>
                    <a:lnTo>
                      <a:pt x="67" y="0"/>
                    </a:lnTo>
                    <a:lnTo>
                      <a:pt x="0" y="5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4" name="Freeform 4740">
                <a:extLst>
                  <a:ext uri="{FF2B5EF4-FFF2-40B4-BE49-F238E27FC236}">
                    <a16:creationId xmlns:a16="http://schemas.microsoft.com/office/drawing/2014/main" id="{FBE7A6F1-4EC6-3ED3-7338-81960BFBF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2073"/>
                <a:ext cx="6" cy="7"/>
              </a:xfrm>
              <a:custGeom>
                <a:avLst/>
                <a:gdLst>
                  <a:gd name="T0" fmla="*/ 0 w 38"/>
                  <a:gd name="T1" fmla="*/ 0 h 43"/>
                  <a:gd name="T2" fmla="*/ 0 w 38"/>
                  <a:gd name="T3" fmla="*/ 0 h 43"/>
                  <a:gd name="T4" fmla="*/ 0 w 38"/>
                  <a:gd name="T5" fmla="*/ 0 h 43"/>
                  <a:gd name="T6" fmla="*/ 0 w 38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3"/>
                  <a:gd name="T14" fmla="*/ 38 w 38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3">
                    <a:moveTo>
                      <a:pt x="0" y="0"/>
                    </a:moveTo>
                    <a:lnTo>
                      <a:pt x="33" y="43"/>
                    </a:lnTo>
                    <a:lnTo>
                      <a:pt x="38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5" name="Line 4741">
                <a:extLst>
                  <a:ext uri="{FF2B5EF4-FFF2-40B4-BE49-F238E27FC236}">
                    <a16:creationId xmlns:a16="http://schemas.microsoft.com/office/drawing/2014/main" id="{D66BFA9B-D943-3622-EC4D-5C3C25CE1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5" y="20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6" name="Freeform 4742">
                <a:extLst>
                  <a:ext uri="{FF2B5EF4-FFF2-40B4-BE49-F238E27FC236}">
                    <a16:creationId xmlns:a16="http://schemas.microsoft.com/office/drawing/2014/main" id="{75998CAE-A79E-E604-33C3-AFE8B2A0F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056"/>
                <a:ext cx="22" cy="23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0" y="60"/>
                    </a:moveTo>
                    <a:lnTo>
                      <a:pt x="38" y="98"/>
                    </a:lnTo>
                    <a:lnTo>
                      <a:pt x="76" y="136"/>
                    </a:lnTo>
                    <a:lnTo>
                      <a:pt x="137" y="76"/>
                    </a:lnTo>
                    <a:lnTo>
                      <a:pt x="99" y="38"/>
                    </a:lnTo>
                    <a:lnTo>
                      <a:pt x="61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7" name="Freeform 4743">
                <a:extLst>
                  <a:ext uri="{FF2B5EF4-FFF2-40B4-BE49-F238E27FC236}">
                    <a16:creationId xmlns:a16="http://schemas.microsoft.com/office/drawing/2014/main" id="{81E1BFC0-5B2B-5113-BD72-279A43AEA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056"/>
                <a:ext cx="22" cy="23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0" y="60"/>
                    </a:moveTo>
                    <a:lnTo>
                      <a:pt x="38" y="98"/>
                    </a:lnTo>
                    <a:lnTo>
                      <a:pt x="76" y="136"/>
                    </a:lnTo>
                    <a:lnTo>
                      <a:pt x="137" y="76"/>
                    </a:lnTo>
                    <a:lnTo>
                      <a:pt x="99" y="38"/>
                    </a:lnTo>
                    <a:lnTo>
                      <a:pt x="61" y="0"/>
                    </a:lnTo>
                    <a:lnTo>
                      <a:pt x="0" y="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8" name="Freeform 4744">
                <a:extLst>
                  <a:ext uri="{FF2B5EF4-FFF2-40B4-BE49-F238E27FC236}">
                    <a16:creationId xmlns:a16="http://schemas.microsoft.com/office/drawing/2014/main" id="{461F575C-2F49-BA9F-111F-A2D0D8969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2063"/>
                <a:ext cx="7" cy="6"/>
              </a:xfrm>
              <a:custGeom>
                <a:avLst/>
                <a:gdLst>
                  <a:gd name="T0" fmla="*/ 0 w 42"/>
                  <a:gd name="T1" fmla="*/ 0 h 38"/>
                  <a:gd name="T2" fmla="*/ 0 w 42"/>
                  <a:gd name="T3" fmla="*/ 0 h 38"/>
                  <a:gd name="T4" fmla="*/ 0 w 42"/>
                  <a:gd name="T5" fmla="*/ 0 h 38"/>
                  <a:gd name="T6" fmla="*/ 0 w 42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38"/>
                  <a:gd name="T14" fmla="*/ 42 w 42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38">
                    <a:moveTo>
                      <a:pt x="0" y="0"/>
                    </a:moveTo>
                    <a:lnTo>
                      <a:pt x="38" y="38"/>
                    </a:lnTo>
                    <a:lnTo>
                      <a:pt x="42" y="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9" name="Line 4745">
                <a:extLst>
                  <a:ext uri="{FF2B5EF4-FFF2-40B4-BE49-F238E27FC236}">
                    <a16:creationId xmlns:a16="http://schemas.microsoft.com/office/drawing/2014/main" id="{844CF078-E83F-76FD-CAFA-3A312582E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25" y="206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0" name="Freeform 4746">
                <a:extLst>
                  <a:ext uri="{FF2B5EF4-FFF2-40B4-BE49-F238E27FC236}">
                    <a16:creationId xmlns:a16="http://schemas.microsoft.com/office/drawing/2014/main" id="{C9361A99-179F-1D9C-AE7F-E0F3F554E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046"/>
                <a:ext cx="23" cy="22"/>
              </a:xfrm>
              <a:custGeom>
                <a:avLst/>
                <a:gdLst>
                  <a:gd name="T0" fmla="*/ 0 w 138"/>
                  <a:gd name="T1" fmla="*/ 0 h 134"/>
                  <a:gd name="T2" fmla="*/ 0 w 138"/>
                  <a:gd name="T3" fmla="*/ 0 h 134"/>
                  <a:gd name="T4" fmla="*/ 0 w 138"/>
                  <a:gd name="T5" fmla="*/ 0 h 134"/>
                  <a:gd name="T6" fmla="*/ 0 w 138"/>
                  <a:gd name="T7" fmla="*/ 0 h 134"/>
                  <a:gd name="T8" fmla="*/ 0 w 138"/>
                  <a:gd name="T9" fmla="*/ 0 h 134"/>
                  <a:gd name="T10" fmla="*/ 0 w 138"/>
                  <a:gd name="T11" fmla="*/ 0 h 134"/>
                  <a:gd name="T12" fmla="*/ 0 w 138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4"/>
                  <a:gd name="T23" fmla="*/ 138 w 138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4">
                    <a:moveTo>
                      <a:pt x="0" y="68"/>
                    </a:moveTo>
                    <a:lnTo>
                      <a:pt x="43" y="101"/>
                    </a:lnTo>
                    <a:lnTo>
                      <a:pt x="85" y="134"/>
                    </a:lnTo>
                    <a:lnTo>
                      <a:pt x="138" y="66"/>
                    </a:lnTo>
                    <a:lnTo>
                      <a:pt x="96" y="33"/>
                    </a:lnTo>
                    <a:lnTo>
                      <a:pt x="53" y="0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1" name="Freeform 4747">
                <a:extLst>
                  <a:ext uri="{FF2B5EF4-FFF2-40B4-BE49-F238E27FC236}">
                    <a16:creationId xmlns:a16="http://schemas.microsoft.com/office/drawing/2014/main" id="{D16BC815-F4DF-4392-82C2-3AF0F037B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046"/>
                <a:ext cx="23" cy="22"/>
              </a:xfrm>
              <a:custGeom>
                <a:avLst/>
                <a:gdLst>
                  <a:gd name="T0" fmla="*/ 0 w 138"/>
                  <a:gd name="T1" fmla="*/ 0 h 134"/>
                  <a:gd name="T2" fmla="*/ 0 w 138"/>
                  <a:gd name="T3" fmla="*/ 0 h 134"/>
                  <a:gd name="T4" fmla="*/ 0 w 138"/>
                  <a:gd name="T5" fmla="*/ 0 h 134"/>
                  <a:gd name="T6" fmla="*/ 0 w 138"/>
                  <a:gd name="T7" fmla="*/ 0 h 134"/>
                  <a:gd name="T8" fmla="*/ 0 w 138"/>
                  <a:gd name="T9" fmla="*/ 0 h 134"/>
                  <a:gd name="T10" fmla="*/ 0 w 138"/>
                  <a:gd name="T11" fmla="*/ 0 h 134"/>
                  <a:gd name="T12" fmla="*/ 0 w 138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4"/>
                  <a:gd name="T23" fmla="*/ 138 w 138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4">
                    <a:moveTo>
                      <a:pt x="0" y="68"/>
                    </a:moveTo>
                    <a:lnTo>
                      <a:pt x="43" y="101"/>
                    </a:lnTo>
                    <a:lnTo>
                      <a:pt x="85" y="134"/>
                    </a:lnTo>
                    <a:lnTo>
                      <a:pt x="138" y="66"/>
                    </a:lnTo>
                    <a:lnTo>
                      <a:pt x="96" y="33"/>
                    </a:lnTo>
                    <a:lnTo>
                      <a:pt x="53" y="0"/>
                    </a:lnTo>
                    <a:lnTo>
                      <a:pt x="0" y="6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2" name="Freeform 4748">
                <a:extLst>
                  <a:ext uri="{FF2B5EF4-FFF2-40B4-BE49-F238E27FC236}">
                    <a16:creationId xmlns:a16="http://schemas.microsoft.com/office/drawing/2014/main" id="{340331D9-7B8C-4ABD-FAB6-4BA7A1686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2052"/>
                <a:ext cx="8" cy="5"/>
              </a:xfrm>
              <a:custGeom>
                <a:avLst/>
                <a:gdLst>
                  <a:gd name="T0" fmla="*/ 0 w 45"/>
                  <a:gd name="T1" fmla="*/ 0 h 33"/>
                  <a:gd name="T2" fmla="*/ 0 w 45"/>
                  <a:gd name="T3" fmla="*/ 0 h 33"/>
                  <a:gd name="T4" fmla="*/ 0 w 45"/>
                  <a:gd name="T5" fmla="*/ 0 h 33"/>
                  <a:gd name="T6" fmla="*/ 0 w 45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3"/>
                  <a:gd name="T14" fmla="*/ 45 w 4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3">
                    <a:moveTo>
                      <a:pt x="0" y="0"/>
                    </a:moveTo>
                    <a:lnTo>
                      <a:pt x="42" y="33"/>
                    </a:lnTo>
                    <a:lnTo>
                      <a:pt x="45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3" name="Line 4749">
                <a:extLst>
                  <a:ext uri="{FF2B5EF4-FFF2-40B4-BE49-F238E27FC236}">
                    <a16:creationId xmlns:a16="http://schemas.microsoft.com/office/drawing/2014/main" id="{B0D88C20-CFE0-32A8-79D5-FEB4B0631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5" y="205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4" name="Freeform 4750">
                <a:extLst>
                  <a:ext uri="{FF2B5EF4-FFF2-40B4-BE49-F238E27FC236}">
                    <a16:creationId xmlns:a16="http://schemas.microsoft.com/office/drawing/2014/main" id="{9DCC8BE2-B00A-C339-3082-B2A0EC2D6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2035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0" y="73"/>
                    </a:moveTo>
                    <a:lnTo>
                      <a:pt x="46" y="100"/>
                    </a:lnTo>
                    <a:lnTo>
                      <a:pt x="91" y="128"/>
                    </a:lnTo>
                    <a:lnTo>
                      <a:pt x="136" y="55"/>
                    </a:lnTo>
                    <a:lnTo>
                      <a:pt x="90" y="27"/>
                    </a:lnTo>
                    <a:lnTo>
                      <a:pt x="45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5" name="Freeform 4751">
                <a:extLst>
                  <a:ext uri="{FF2B5EF4-FFF2-40B4-BE49-F238E27FC236}">
                    <a16:creationId xmlns:a16="http://schemas.microsoft.com/office/drawing/2014/main" id="{F38FCD37-FFA4-1646-BD16-5CF2E8A5C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2035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0" y="73"/>
                    </a:moveTo>
                    <a:lnTo>
                      <a:pt x="46" y="100"/>
                    </a:lnTo>
                    <a:lnTo>
                      <a:pt x="91" y="128"/>
                    </a:lnTo>
                    <a:lnTo>
                      <a:pt x="136" y="55"/>
                    </a:lnTo>
                    <a:lnTo>
                      <a:pt x="90" y="27"/>
                    </a:lnTo>
                    <a:lnTo>
                      <a:pt x="45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6" name="Freeform 4752">
                <a:extLst>
                  <a:ext uri="{FF2B5EF4-FFF2-40B4-BE49-F238E27FC236}">
                    <a16:creationId xmlns:a16="http://schemas.microsoft.com/office/drawing/2014/main" id="{EB10A721-83B1-B7CF-F9BD-230BFE20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039"/>
                <a:ext cx="8" cy="5"/>
              </a:xfrm>
              <a:custGeom>
                <a:avLst/>
                <a:gdLst>
                  <a:gd name="T0" fmla="*/ 0 w 49"/>
                  <a:gd name="T1" fmla="*/ 0 h 28"/>
                  <a:gd name="T2" fmla="*/ 0 w 49"/>
                  <a:gd name="T3" fmla="*/ 0 h 28"/>
                  <a:gd name="T4" fmla="*/ 0 w 49"/>
                  <a:gd name="T5" fmla="*/ 0 h 28"/>
                  <a:gd name="T6" fmla="*/ 0 w 49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28"/>
                  <a:gd name="T14" fmla="*/ 49 w 4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28">
                    <a:moveTo>
                      <a:pt x="0" y="0"/>
                    </a:moveTo>
                    <a:lnTo>
                      <a:pt x="46" y="28"/>
                    </a:lnTo>
                    <a:lnTo>
                      <a:pt x="49" y="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7" name="Line 4753">
                <a:extLst>
                  <a:ext uri="{FF2B5EF4-FFF2-40B4-BE49-F238E27FC236}">
                    <a16:creationId xmlns:a16="http://schemas.microsoft.com/office/drawing/2014/main" id="{D7AB6817-0996-A945-E622-65D55C026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3" y="204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8" name="Freeform 4754">
                <a:extLst>
                  <a:ext uri="{FF2B5EF4-FFF2-40B4-BE49-F238E27FC236}">
                    <a16:creationId xmlns:a16="http://schemas.microsoft.com/office/drawing/2014/main" id="{BE36982F-2975-3C8C-0767-A4E387410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023"/>
                <a:ext cx="22" cy="20"/>
              </a:xfrm>
              <a:custGeom>
                <a:avLst/>
                <a:gdLst>
                  <a:gd name="T0" fmla="*/ 0 w 133"/>
                  <a:gd name="T1" fmla="*/ 0 h 121"/>
                  <a:gd name="T2" fmla="*/ 0 w 133"/>
                  <a:gd name="T3" fmla="*/ 0 h 121"/>
                  <a:gd name="T4" fmla="*/ 0 w 133"/>
                  <a:gd name="T5" fmla="*/ 0 h 121"/>
                  <a:gd name="T6" fmla="*/ 0 w 133"/>
                  <a:gd name="T7" fmla="*/ 0 h 121"/>
                  <a:gd name="T8" fmla="*/ 0 w 133"/>
                  <a:gd name="T9" fmla="*/ 0 h 121"/>
                  <a:gd name="T10" fmla="*/ 0 w 133"/>
                  <a:gd name="T11" fmla="*/ 0 h 121"/>
                  <a:gd name="T12" fmla="*/ 0 w 133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1"/>
                  <a:gd name="T23" fmla="*/ 133 w 133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1">
                    <a:moveTo>
                      <a:pt x="0" y="77"/>
                    </a:moveTo>
                    <a:lnTo>
                      <a:pt x="49" y="99"/>
                    </a:lnTo>
                    <a:lnTo>
                      <a:pt x="98" y="121"/>
                    </a:lnTo>
                    <a:lnTo>
                      <a:pt x="133" y="44"/>
                    </a:lnTo>
                    <a:lnTo>
                      <a:pt x="84" y="22"/>
                    </a:lnTo>
                    <a:lnTo>
                      <a:pt x="35" y="0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9" name="Freeform 4755">
                <a:extLst>
                  <a:ext uri="{FF2B5EF4-FFF2-40B4-BE49-F238E27FC236}">
                    <a16:creationId xmlns:a16="http://schemas.microsoft.com/office/drawing/2014/main" id="{1E7B3985-62EE-5CB0-6F27-08B956870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023"/>
                <a:ext cx="22" cy="20"/>
              </a:xfrm>
              <a:custGeom>
                <a:avLst/>
                <a:gdLst>
                  <a:gd name="T0" fmla="*/ 0 w 133"/>
                  <a:gd name="T1" fmla="*/ 0 h 121"/>
                  <a:gd name="T2" fmla="*/ 0 w 133"/>
                  <a:gd name="T3" fmla="*/ 0 h 121"/>
                  <a:gd name="T4" fmla="*/ 0 w 133"/>
                  <a:gd name="T5" fmla="*/ 0 h 121"/>
                  <a:gd name="T6" fmla="*/ 0 w 133"/>
                  <a:gd name="T7" fmla="*/ 0 h 121"/>
                  <a:gd name="T8" fmla="*/ 0 w 133"/>
                  <a:gd name="T9" fmla="*/ 0 h 121"/>
                  <a:gd name="T10" fmla="*/ 0 w 133"/>
                  <a:gd name="T11" fmla="*/ 0 h 121"/>
                  <a:gd name="T12" fmla="*/ 0 w 133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1"/>
                  <a:gd name="T23" fmla="*/ 133 w 133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1">
                    <a:moveTo>
                      <a:pt x="0" y="77"/>
                    </a:moveTo>
                    <a:lnTo>
                      <a:pt x="49" y="99"/>
                    </a:lnTo>
                    <a:lnTo>
                      <a:pt x="98" y="121"/>
                    </a:lnTo>
                    <a:lnTo>
                      <a:pt x="133" y="44"/>
                    </a:lnTo>
                    <a:lnTo>
                      <a:pt x="84" y="22"/>
                    </a:lnTo>
                    <a:lnTo>
                      <a:pt x="35" y="0"/>
                    </a:lnTo>
                    <a:lnTo>
                      <a:pt x="0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0" name="Freeform 4756">
                <a:extLst>
                  <a:ext uri="{FF2B5EF4-FFF2-40B4-BE49-F238E27FC236}">
                    <a16:creationId xmlns:a16="http://schemas.microsoft.com/office/drawing/2014/main" id="{12A19B8B-12FC-FA15-FEE4-2C41B88FA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2026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0" y="0"/>
                    </a:moveTo>
                    <a:lnTo>
                      <a:pt x="49" y="22"/>
                    </a:lnTo>
                    <a:lnTo>
                      <a:pt x="51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1" name="Line 4757">
                <a:extLst>
                  <a:ext uri="{FF2B5EF4-FFF2-40B4-BE49-F238E27FC236}">
                    <a16:creationId xmlns:a16="http://schemas.microsoft.com/office/drawing/2014/main" id="{7DB495F7-9353-7200-AFCE-E52BA55B7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9" y="20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2" name="Freeform 4758">
                <a:extLst>
                  <a:ext uri="{FF2B5EF4-FFF2-40B4-BE49-F238E27FC236}">
                    <a16:creationId xmlns:a16="http://schemas.microsoft.com/office/drawing/2014/main" id="{21CCB9DA-BB1C-268E-533C-D83D6FAF5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0" y="83"/>
                    </a:moveTo>
                    <a:lnTo>
                      <a:pt x="51" y="99"/>
                    </a:lnTo>
                    <a:lnTo>
                      <a:pt x="102" y="115"/>
                    </a:lnTo>
                    <a:lnTo>
                      <a:pt x="127" y="32"/>
                    </a:lnTo>
                    <a:lnTo>
                      <a:pt x="76" y="16"/>
                    </a:lnTo>
                    <a:lnTo>
                      <a:pt x="26" y="0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3" name="Freeform 4759">
                <a:extLst>
                  <a:ext uri="{FF2B5EF4-FFF2-40B4-BE49-F238E27FC236}">
                    <a16:creationId xmlns:a16="http://schemas.microsoft.com/office/drawing/2014/main" id="{17CEE3C4-8A28-2619-1823-26561393F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0" y="83"/>
                    </a:moveTo>
                    <a:lnTo>
                      <a:pt x="51" y="99"/>
                    </a:lnTo>
                    <a:lnTo>
                      <a:pt x="102" y="115"/>
                    </a:lnTo>
                    <a:lnTo>
                      <a:pt x="127" y="32"/>
                    </a:lnTo>
                    <a:lnTo>
                      <a:pt x="76" y="16"/>
                    </a:lnTo>
                    <a:lnTo>
                      <a:pt x="26" y="0"/>
                    </a:lnTo>
                    <a:lnTo>
                      <a:pt x="0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4" name="Freeform 4760">
                <a:extLst>
                  <a:ext uri="{FF2B5EF4-FFF2-40B4-BE49-F238E27FC236}">
                    <a16:creationId xmlns:a16="http://schemas.microsoft.com/office/drawing/2014/main" id="{1A94138E-3464-D615-2CFD-3BF21E27F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5" y="2013"/>
                <a:ext cx="9" cy="2"/>
              </a:xfrm>
              <a:custGeom>
                <a:avLst/>
                <a:gdLst>
                  <a:gd name="T0" fmla="*/ 0 w 53"/>
                  <a:gd name="T1" fmla="*/ 0 h 16"/>
                  <a:gd name="T2" fmla="*/ 0 w 53"/>
                  <a:gd name="T3" fmla="*/ 0 h 16"/>
                  <a:gd name="T4" fmla="*/ 0 w 53"/>
                  <a:gd name="T5" fmla="*/ 0 h 16"/>
                  <a:gd name="T6" fmla="*/ 0 w 53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6"/>
                  <a:gd name="T14" fmla="*/ 53 w 53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6">
                    <a:moveTo>
                      <a:pt x="0" y="0"/>
                    </a:moveTo>
                    <a:lnTo>
                      <a:pt x="51" y="16"/>
                    </a:lnTo>
                    <a:lnTo>
                      <a:pt x="53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5" name="Line 4761">
                <a:extLst>
                  <a:ext uri="{FF2B5EF4-FFF2-40B4-BE49-F238E27FC236}">
                    <a16:creationId xmlns:a16="http://schemas.microsoft.com/office/drawing/2014/main" id="{93D2DFFB-4712-C893-0C02-9CF99A81A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54" y="2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6" name="Freeform 4762">
                <a:extLst>
                  <a:ext uri="{FF2B5EF4-FFF2-40B4-BE49-F238E27FC236}">
                    <a16:creationId xmlns:a16="http://schemas.microsoft.com/office/drawing/2014/main" id="{172884E8-7AB3-0F45-06C1-955DF7134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1997"/>
                <a:ext cx="20" cy="17"/>
              </a:xfrm>
              <a:custGeom>
                <a:avLst/>
                <a:gdLst>
                  <a:gd name="T0" fmla="*/ 0 w 121"/>
                  <a:gd name="T1" fmla="*/ 0 h 103"/>
                  <a:gd name="T2" fmla="*/ 0 w 121"/>
                  <a:gd name="T3" fmla="*/ 0 h 103"/>
                  <a:gd name="T4" fmla="*/ 0 w 121"/>
                  <a:gd name="T5" fmla="*/ 0 h 103"/>
                  <a:gd name="T6" fmla="*/ 0 w 121"/>
                  <a:gd name="T7" fmla="*/ 0 h 103"/>
                  <a:gd name="T8" fmla="*/ 0 w 121"/>
                  <a:gd name="T9" fmla="*/ 0 h 103"/>
                  <a:gd name="T10" fmla="*/ 0 w 121"/>
                  <a:gd name="T11" fmla="*/ 0 h 103"/>
                  <a:gd name="T12" fmla="*/ 0 w 121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1"/>
                  <a:gd name="T22" fmla="*/ 0 h 103"/>
                  <a:gd name="T23" fmla="*/ 121 w 121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1" h="103">
                    <a:moveTo>
                      <a:pt x="0" y="84"/>
                    </a:moveTo>
                    <a:lnTo>
                      <a:pt x="52" y="93"/>
                    </a:lnTo>
                    <a:lnTo>
                      <a:pt x="105" y="103"/>
                    </a:lnTo>
                    <a:lnTo>
                      <a:pt x="121" y="19"/>
                    </a:lnTo>
                    <a:lnTo>
                      <a:pt x="68" y="10"/>
                    </a:lnTo>
                    <a:lnTo>
                      <a:pt x="15" y="0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7" name="Freeform 4763">
                <a:extLst>
                  <a:ext uri="{FF2B5EF4-FFF2-40B4-BE49-F238E27FC236}">
                    <a16:creationId xmlns:a16="http://schemas.microsoft.com/office/drawing/2014/main" id="{CAC40932-364C-38B1-58B7-22BF3E5A9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1997"/>
                <a:ext cx="20" cy="17"/>
              </a:xfrm>
              <a:custGeom>
                <a:avLst/>
                <a:gdLst>
                  <a:gd name="T0" fmla="*/ 0 w 121"/>
                  <a:gd name="T1" fmla="*/ 0 h 103"/>
                  <a:gd name="T2" fmla="*/ 0 w 121"/>
                  <a:gd name="T3" fmla="*/ 0 h 103"/>
                  <a:gd name="T4" fmla="*/ 0 w 121"/>
                  <a:gd name="T5" fmla="*/ 0 h 103"/>
                  <a:gd name="T6" fmla="*/ 0 w 121"/>
                  <a:gd name="T7" fmla="*/ 0 h 103"/>
                  <a:gd name="T8" fmla="*/ 0 w 121"/>
                  <a:gd name="T9" fmla="*/ 0 h 103"/>
                  <a:gd name="T10" fmla="*/ 0 w 121"/>
                  <a:gd name="T11" fmla="*/ 0 h 103"/>
                  <a:gd name="T12" fmla="*/ 0 w 121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1"/>
                  <a:gd name="T22" fmla="*/ 0 h 103"/>
                  <a:gd name="T23" fmla="*/ 121 w 121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1" h="103">
                    <a:moveTo>
                      <a:pt x="0" y="84"/>
                    </a:moveTo>
                    <a:lnTo>
                      <a:pt x="52" y="93"/>
                    </a:lnTo>
                    <a:lnTo>
                      <a:pt x="105" y="103"/>
                    </a:lnTo>
                    <a:lnTo>
                      <a:pt x="121" y="19"/>
                    </a:lnTo>
                    <a:lnTo>
                      <a:pt x="68" y="10"/>
                    </a:lnTo>
                    <a:lnTo>
                      <a:pt x="15" y="0"/>
                    </a:lnTo>
                    <a:lnTo>
                      <a:pt x="0" y="8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8" name="Freeform 4764">
                <a:extLst>
                  <a:ext uri="{FF2B5EF4-FFF2-40B4-BE49-F238E27FC236}">
                    <a16:creationId xmlns:a16="http://schemas.microsoft.com/office/drawing/2014/main" id="{877E4A56-79B1-0972-56C3-FB68FE728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8" y="199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0" y="0"/>
                    </a:moveTo>
                    <a:lnTo>
                      <a:pt x="53" y="9"/>
                    </a:lnTo>
                    <a:lnTo>
                      <a:pt x="5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9" name="Line 4765">
                <a:extLst>
                  <a:ext uri="{FF2B5EF4-FFF2-40B4-BE49-F238E27FC236}">
                    <a16:creationId xmlns:a16="http://schemas.microsoft.com/office/drawing/2014/main" id="{601ED221-DDD6-4262-018D-2621EDF6B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57" y="199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0" name="Freeform 4766">
                <a:extLst>
                  <a:ext uri="{FF2B5EF4-FFF2-40B4-BE49-F238E27FC236}">
                    <a16:creationId xmlns:a16="http://schemas.microsoft.com/office/drawing/2014/main" id="{F49FD177-B4B7-11E3-BE8D-564F838CA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1984"/>
                <a:ext cx="19" cy="15"/>
              </a:xfrm>
              <a:custGeom>
                <a:avLst/>
                <a:gdLst>
                  <a:gd name="T0" fmla="*/ 0 w 111"/>
                  <a:gd name="T1" fmla="*/ 0 h 90"/>
                  <a:gd name="T2" fmla="*/ 0 w 111"/>
                  <a:gd name="T3" fmla="*/ 0 h 90"/>
                  <a:gd name="T4" fmla="*/ 0 w 111"/>
                  <a:gd name="T5" fmla="*/ 0 h 90"/>
                  <a:gd name="T6" fmla="*/ 0 w 111"/>
                  <a:gd name="T7" fmla="*/ 0 h 90"/>
                  <a:gd name="T8" fmla="*/ 0 w 111"/>
                  <a:gd name="T9" fmla="*/ 0 h 90"/>
                  <a:gd name="T10" fmla="*/ 0 w 111"/>
                  <a:gd name="T11" fmla="*/ 0 h 90"/>
                  <a:gd name="T12" fmla="*/ 0 w 111"/>
                  <a:gd name="T13" fmla="*/ 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0"/>
                  <a:gd name="T23" fmla="*/ 111 w 111"/>
                  <a:gd name="T24" fmla="*/ 90 h 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0">
                    <a:moveTo>
                      <a:pt x="0" y="85"/>
                    </a:moveTo>
                    <a:lnTo>
                      <a:pt x="53" y="88"/>
                    </a:lnTo>
                    <a:lnTo>
                      <a:pt x="106" y="90"/>
                    </a:lnTo>
                    <a:lnTo>
                      <a:pt x="111" y="4"/>
                    </a:lnTo>
                    <a:lnTo>
                      <a:pt x="58" y="2"/>
                    </a:lnTo>
                    <a:lnTo>
                      <a:pt x="5" y="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1" name="Freeform 4767">
                <a:extLst>
                  <a:ext uri="{FF2B5EF4-FFF2-40B4-BE49-F238E27FC236}">
                    <a16:creationId xmlns:a16="http://schemas.microsoft.com/office/drawing/2014/main" id="{AD2B0846-3B7E-FC4A-47DB-28C5BFD47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1984"/>
                <a:ext cx="19" cy="15"/>
              </a:xfrm>
              <a:custGeom>
                <a:avLst/>
                <a:gdLst>
                  <a:gd name="T0" fmla="*/ 0 w 111"/>
                  <a:gd name="T1" fmla="*/ 0 h 90"/>
                  <a:gd name="T2" fmla="*/ 0 w 111"/>
                  <a:gd name="T3" fmla="*/ 0 h 90"/>
                  <a:gd name="T4" fmla="*/ 0 w 111"/>
                  <a:gd name="T5" fmla="*/ 0 h 90"/>
                  <a:gd name="T6" fmla="*/ 0 w 111"/>
                  <a:gd name="T7" fmla="*/ 0 h 90"/>
                  <a:gd name="T8" fmla="*/ 0 w 111"/>
                  <a:gd name="T9" fmla="*/ 0 h 90"/>
                  <a:gd name="T10" fmla="*/ 0 w 111"/>
                  <a:gd name="T11" fmla="*/ 0 h 90"/>
                  <a:gd name="T12" fmla="*/ 0 w 111"/>
                  <a:gd name="T13" fmla="*/ 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0"/>
                  <a:gd name="T23" fmla="*/ 111 w 111"/>
                  <a:gd name="T24" fmla="*/ 90 h 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0">
                    <a:moveTo>
                      <a:pt x="0" y="85"/>
                    </a:moveTo>
                    <a:lnTo>
                      <a:pt x="53" y="88"/>
                    </a:lnTo>
                    <a:lnTo>
                      <a:pt x="106" y="90"/>
                    </a:lnTo>
                    <a:lnTo>
                      <a:pt x="111" y="4"/>
                    </a:lnTo>
                    <a:lnTo>
                      <a:pt x="58" y="2"/>
                    </a:lnTo>
                    <a:lnTo>
                      <a:pt x="5" y="0"/>
                    </a:lnTo>
                    <a:lnTo>
                      <a:pt x="0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2" name="Freeform 4768">
                <a:extLst>
                  <a:ext uri="{FF2B5EF4-FFF2-40B4-BE49-F238E27FC236}">
                    <a16:creationId xmlns:a16="http://schemas.microsoft.com/office/drawing/2014/main" id="{3096DF81-F864-5698-0BF5-00DF51076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" y="1984"/>
                <a:ext cx="9" cy="1"/>
              </a:xfrm>
              <a:custGeom>
                <a:avLst/>
                <a:gdLst>
                  <a:gd name="T0" fmla="*/ 0 w 53"/>
                  <a:gd name="T1" fmla="*/ 0 h 5"/>
                  <a:gd name="T2" fmla="*/ 0 w 53"/>
                  <a:gd name="T3" fmla="*/ 0 h 5"/>
                  <a:gd name="T4" fmla="*/ 0 w 53"/>
                  <a:gd name="T5" fmla="*/ 0 h 5"/>
                  <a:gd name="T6" fmla="*/ 0 w 53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5"/>
                  <a:gd name="T14" fmla="*/ 53 w 53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5">
                    <a:moveTo>
                      <a:pt x="0" y="3"/>
                    </a:moveTo>
                    <a:lnTo>
                      <a:pt x="53" y="5"/>
                    </a:lnTo>
                    <a:lnTo>
                      <a:pt x="53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defTabSz="1828800" hangingPunct="1"/>
                <a:endParaRPr lang="zh-CN" altLang="en-US" sz="3600" b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38" name="Line 4770">
              <a:extLst>
                <a:ext uri="{FF2B5EF4-FFF2-40B4-BE49-F238E27FC236}">
                  <a16:creationId xmlns:a16="http://schemas.microsoft.com/office/drawing/2014/main" id="{72CB4BFE-0AC6-52EE-B40B-3CDF0691D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5" y="198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" name="Freeform 4771">
              <a:extLst>
                <a:ext uri="{FF2B5EF4-FFF2-40B4-BE49-F238E27FC236}">
                  <a16:creationId xmlns:a16="http://schemas.microsoft.com/office/drawing/2014/main" id="{0F22ECF6-2766-9FAC-1BEA-04A29F5B0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0" name="Freeform 4772">
              <a:extLst>
                <a:ext uri="{FF2B5EF4-FFF2-40B4-BE49-F238E27FC236}">
                  <a16:creationId xmlns:a16="http://schemas.microsoft.com/office/drawing/2014/main" id="{79D3F249-9ED3-215C-4193-1E6CD6263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1" name="Freeform 4773">
              <a:extLst>
                <a:ext uri="{FF2B5EF4-FFF2-40B4-BE49-F238E27FC236}">
                  <a16:creationId xmlns:a16="http://schemas.microsoft.com/office/drawing/2014/main" id="{242F9454-63EE-5CF6-0C12-381D3E188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212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2" name="Freeform 4774">
              <a:extLst>
                <a:ext uri="{FF2B5EF4-FFF2-40B4-BE49-F238E27FC236}">
                  <a16:creationId xmlns:a16="http://schemas.microsoft.com/office/drawing/2014/main" id="{1CB726FF-C14E-1E70-942E-FC92D1658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212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3" name="Freeform 4775">
              <a:extLst>
                <a:ext uri="{FF2B5EF4-FFF2-40B4-BE49-F238E27FC236}">
                  <a16:creationId xmlns:a16="http://schemas.microsoft.com/office/drawing/2014/main" id="{3E660233-1F74-24B5-D11E-4ADC72395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4" name="Freeform 4776">
              <a:extLst>
                <a:ext uri="{FF2B5EF4-FFF2-40B4-BE49-F238E27FC236}">
                  <a16:creationId xmlns:a16="http://schemas.microsoft.com/office/drawing/2014/main" id="{B1A74E4A-030B-4173-4869-07BA8840C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5" name="Freeform 4777">
              <a:extLst>
                <a:ext uri="{FF2B5EF4-FFF2-40B4-BE49-F238E27FC236}">
                  <a16:creationId xmlns:a16="http://schemas.microsoft.com/office/drawing/2014/main" id="{598AFC49-796A-1B1B-CE23-1277AFCD6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6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" name="Freeform 4778">
              <a:extLst>
                <a:ext uri="{FF2B5EF4-FFF2-40B4-BE49-F238E27FC236}">
                  <a16:creationId xmlns:a16="http://schemas.microsoft.com/office/drawing/2014/main" id="{00D9F1B8-EE32-6118-5091-DDD33ABD7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6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" name="Freeform 4779">
              <a:extLst>
                <a:ext uri="{FF2B5EF4-FFF2-40B4-BE49-F238E27FC236}">
                  <a16:creationId xmlns:a16="http://schemas.microsoft.com/office/drawing/2014/main" id="{06E9C08A-96B2-9DB3-D58D-EA590E84B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769"/>
              <a:ext cx="354" cy="18"/>
            </a:xfrm>
            <a:custGeom>
              <a:avLst/>
              <a:gdLst>
                <a:gd name="T0" fmla="*/ 0 w 2124"/>
                <a:gd name="T1" fmla="*/ 0 h 107"/>
                <a:gd name="T2" fmla="*/ 0 w 2124"/>
                <a:gd name="T3" fmla="*/ 0 h 107"/>
                <a:gd name="T4" fmla="*/ 0 w 2124"/>
                <a:gd name="T5" fmla="*/ 0 h 107"/>
                <a:gd name="T6" fmla="*/ 0 w 2124"/>
                <a:gd name="T7" fmla="*/ 0 h 107"/>
                <a:gd name="T8" fmla="*/ 0 w 2124"/>
                <a:gd name="T9" fmla="*/ 0 h 107"/>
                <a:gd name="T10" fmla="*/ 0 w 2124"/>
                <a:gd name="T11" fmla="*/ 0 h 107"/>
                <a:gd name="T12" fmla="*/ 0 w 2124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24"/>
                <a:gd name="T22" fmla="*/ 0 h 107"/>
                <a:gd name="T23" fmla="*/ 2124 w 2124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24" h="107">
                  <a:moveTo>
                    <a:pt x="2124" y="107"/>
                  </a:moveTo>
                  <a:lnTo>
                    <a:pt x="2124" y="54"/>
                  </a:lnTo>
                  <a:lnTo>
                    <a:pt x="2124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124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" name="Freeform 4780">
              <a:extLst>
                <a:ext uri="{FF2B5EF4-FFF2-40B4-BE49-F238E27FC236}">
                  <a16:creationId xmlns:a16="http://schemas.microsoft.com/office/drawing/2014/main" id="{CFDBF5D8-66E6-B07B-6AF7-910DFCF8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769"/>
              <a:ext cx="354" cy="18"/>
            </a:xfrm>
            <a:custGeom>
              <a:avLst/>
              <a:gdLst>
                <a:gd name="T0" fmla="*/ 0 w 2124"/>
                <a:gd name="T1" fmla="*/ 0 h 107"/>
                <a:gd name="T2" fmla="*/ 0 w 2124"/>
                <a:gd name="T3" fmla="*/ 0 h 107"/>
                <a:gd name="T4" fmla="*/ 0 w 2124"/>
                <a:gd name="T5" fmla="*/ 0 h 107"/>
                <a:gd name="T6" fmla="*/ 0 w 2124"/>
                <a:gd name="T7" fmla="*/ 0 h 107"/>
                <a:gd name="T8" fmla="*/ 0 w 2124"/>
                <a:gd name="T9" fmla="*/ 0 h 107"/>
                <a:gd name="T10" fmla="*/ 0 w 2124"/>
                <a:gd name="T11" fmla="*/ 0 h 107"/>
                <a:gd name="T12" fmla="*/ 0 w 2124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24"/>
                <a:gd name="T22" fmla="*/ 0 h 107"/>
                <a:gd name="T23" fmla="*/ 2124 w 2124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24" h="107">
                  <a:moveTo>
                    <a:pt x="2124" y="107"/>
                  </a:moveTo>
                  <a:lnTo>
                    <a:pt x="2124" y="54"/>
                  </a:lnTo>
                  <a:lnTo>
                    <a:pt x="2124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124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" name="Freeform 4781">
              <a:extLst>
                <a:ext uri="{FF2B5EF4-FFF2-40B4-BE49-F238E27FC236}">
                  <a16:creationId xmlns:a16="http://schemas.microsoft.com/office/drawing/2014/main" id="{ADFF8762-8B2D-997B-9CAA-B05A026FC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" name="Freeform 4782">
              <a:extLst>
                <a:ext uri="{FF2B5EF4-FFF2-40B4-BE49-F238E27FC236}">
                  <a16:creationId xmlns:a16="http://schemas.microsoft.com/office/drawing/2014/main" id="{13C8894B-8116-73B0-2F5D-BDB71C8E7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" name="Freeform 4783">
              <a:extLst>
                <a:ext uri="{FF2B5EF4-FFF2-40B4-BE49-F238E27FC236}">
                  <a16:creationId xmlns:a16="http://schemas.microsoft.com/office/drawing/2014/main" id="{943F3A33-8744-69D5-D366-9961458B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" name="Freeform 4784">
              <a:extLst>
                <a:ext uri="{FF2B5EF4-FFF2-40B4-BE49-F238E27FC236}">
                  <a16:creationId xmlns:a16="http://schemas.microsoft.com/office/drawing/2014/main" id="{63FE9E88-DD41-42AF-0859-0989771CB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" name="Freeform 4785">
              <a:extLst>
                <a:ext uri="{FF2B5EF4-FFF2-40B4-BE49-F238E27FC236}">
                  <a16:creationId xmlns:a16="http://schemas.microsoft.com/office/drawing/2014/main" id="{37E40107-DF71-EC83-F2E3-CCE226CEA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0" y="1595"/>
                  </a:move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" name="Freeform 4786">
              <a:extLst>
                <a:ext uri="{FF2B5EF4-FFF2-40B4-BE49-F238E27FC236}">
                  <a16:creationId xmlns:a16="http://schemas.microsoft.com/office/drawing/2014/main" id="{0943C108-848C-DFE7-3800-57A5BAA3A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0" y="1595"/>
                  </a:move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" name="Freeform 4787">
              <a:extLst>
                <a:ext uri="{FF2B5EF4-FFF2-40B4-BE49-F238E27FC236}">
                  <a16:creationId xmlns:a16="http://schemas.microsoft.com/office/drawing/2014/main" id="{6FBD9D26-F79A-1B1C-679C-1AE5550A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" name="Freeform 4788">
              <a:extLst>
                <a:ext uri="{FF2B5EF4-FFF2-40B4-BE49-F238E27FC236}">
                  <a16:creationId xmlns:a16="http://schemas.microsoft.com/office/drawing/2014/main" id="{D3B1E40C-5B3F-4F42-943D-0911330A8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" name="Line 4789">
              <a:extLst>
                <a:ext uri="{FF2B5EF4-FFF2-40B4-BE49-F238E27FC236}">
                  <a16:creationId xmlns:a16="http://schemas.microsoft.com/office/drawing/2014/main" id="{F157030C-3F43-EDCF-6FA0-EFE75B70E5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337"/>
              <a:ext cx="1" cy="6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" name="Line 4790">
              <a:extLst>
                <a:ext uri="{FF2B5EF4-FFF2-40B4-BE49-F238E27FC236}">
                  <a16:creationId xmlns:a16="http://schemas.microsoft.com/office/drawing/2014/main" id="{297CD5AE-9AFE-17E0-C35E-65774338A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258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" name="Line 4791">
              <a:extLst>
                <a:ext uri="{FF2B5EF4-FFF2-40B4-BE49-F238E27FC236}">
                  <a16:creationId xmlns:a16="http://schemas.microsoft.com/office/drawing/2014/main" id="{2CFF7624-3CDE-EC1A-3808-9222AE376A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180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" name="Line 4792">
              <a:extLst>
                <a:ext uri="{FF2B5EF4-FFF2-40B4-BE49-F238E27FC236}">
                  <a16:creationId xmlns:a16="http://schemas.microsoft.com/office/drawing/2014/main" id="{56942001-1621-E2A9-5478-230A38A0E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102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" name="Line 4793">
              <a:extLst>
                <a:ext uri="{FF2B5EF4-FFF2-40B4-BE49-F238E27FC236}">
                  <a16:creationId xmlns:a16="http://schemas.microsoft.com/office/drawing/2014/main" id="{A877C1B1-125B-79B0-81A1-1B8279C6A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02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" name="Line 4794">
              <a:extLst>
                <a:ext uri="{FF2B5EF4-FFF2-40B4-BE49-F238E27FC236}">
                  <a16:creationId xmlns:a16="http://schemas.microsoft.com/office/drawing/2014/main" id="{963496AF-27F4-A7F1-3670-0901739AC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194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" name="Line 4795">
              <a:extLst>
                <a:ext uri="{FF2B5EF4-FFF2-40B4-BE49-F238E27FC236}">
                  <a16:creationId xmlns:a16="http://schemas.microsoft.com/office/drawing/2014/main" id="{1FEAC8E4-5408-36E4-A5F8-C4A6958A09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1858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" name="Line 4796">
              <a:extLst>
                <a:ext uri="{FF2B5EF4-FFF2-40B4-BE49-F238E27FC236}">
                  <a16:creationId xmlns:a16="http://schemas.microsoft.com/office/drawing/2014/main" id="{0D7DDB6E-D6D7-223F-8575-EF5B1A726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1832"/>
              <a:ext cx="1" cy="305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" name="Line 4797">
              <a:extLst>
                <a:ext uri="{FF2B5EF4-FFF2-40B4-BE49-F238E27FC236}">
                  <a16:creationId xmlns:a16="http://schemas.microsoft.com/office/drawing/2014/main" id="{16EAB989-2FDE-372F-7FE1-CCED3967C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5" y="1984"/>
              <a:ext cx="306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" name="Freeform 4798">
              <a:extLst>
                <a:ext uri="{FF2B5EF4-FFF2-40B4-BE49-F238E27FC236}">
                  <a16:creationId xmlns:a16="http://schemas.microsoft.com/office/drawing/2014/main" id="{3086B59E-A6C5-A803-682E-8B07175FF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" name="Freeform 4799">
              <a:extLst>
                <a:ext uri="{FF2B5EF4-FFF2-40B4-BE49-F238E27FC236}">
                  <a16:creationId xmlns:a16="http://schemas.microsoft.com/office/drawing/2014/main" id="{44022208-03D0-67CA-FBCB-CD1D49E41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" name="Freeform 4800">
              <a:extLst>
                <a:ext uri="{FF2B5EF4-FFF2-40B4-BE49-F238E27FC236}">
                  <a16:creationId xmlns:a16="http://schemas.microsoft.com/office/drawing/2014/main" id="{5A3CBBE1-3E7F-C6BC-65F3-415D90DC9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44"/>
              <a:ext cx="18" cy="354"/>
            </a:xfrm>
            <a:custGeom>
              <a:avLst/>
              <a:gdLst>
                <a:gd name="T0" fmla="*/ 0 w 107"/>
                <a:gd name="T1" fmla="*/ 0 h 2125"/>
                <a:gd name="T2" fmla="*/ 0 w 107"/>
                <a:gd name="T3" fmla="*/ 0 h 2125"/>
                <a:gd name="T4" fmla="*/ 0 w 107"/>
                <a:gd name="T5" fmla="*/ 0 h 2125"/>
                <a:gd name="T6" fmla="*/ 0 w 107"/>
                <a:gd name="T7" fmla="*/ 0 h 2125"/>
                <a:gd name="T8" fmla="*/ 0 w 107"/>
                <a:gd name="T9" fmla="*/ 0 h 2125"/>
                <a:gd name="T10" fmla="*/ 0 w 107"/>
                <a:gd name="T11" fmla="*/ 0 h 2125"/>
                <a:gd name="T12" fmla="*/ 0 w 107"/>
                <a:gd name="T13" fmla="*/ 0 h 2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125"/>
                <a:gd name="T23" fmla="*/ 107 w 107"/>
                <a:gd name="T24" fmla="*/ 2125 h 2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125">
                  <a:moveTo>
                    <a:pt x="0" y="2125"/>
                  </a:moveTo>
                  <a:lnTo>
                    <a:pt x="53" y="2125"/>
                  </a:lnTo>
                  <a:lnTo>
                    <a:pt x="107" y="212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1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" name="Freeform 4801">
              <a:extLst>
                <a:ext uri="{FF2B5EF4-FFF2-40B4-BE49-F238E27FC236}">
                  <a16:creationId xmlns:a16="http://schemas.microsoft.com/office/drawing/2014/main" id="{616A46DA-1448-6581-E0B6-09202ADDE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44"/>
              <a:ext cx="18" cy="354"/>
            </a:xfrm>
            <a:custGeom>
              <a:avLst/>
              <a:gdLst>
                <a:gd name="T0" fmla="*/ 0 w 107"/>
                <a:gd name="T1" fmla="*/ 0 h 2125"/>
                <a:gd name="T2" fmla="*/ 0 w 107"/>
                <a:gd name="T3" fmla="*/ 0 h 2125"/>
                <a:gd name="T4" fmla="*/ 0 w 107"/>
                <a:gd name="T5" fmla="*/ 0 h 2125"/>
                <a:gd name="T6" fmla="*/ 0 w 107"/>
                <a:gd name="T7" fmla="*/ 0 h 2125"/>
                <a:gd name="T8" fmla="*/ 0 w 107"/>
                <a:gd name="T9" fmla="*/ 0 h 2125"/>
                <a:gd name="T10" fmla="*/ 0 w 107"/>
                <a:gd name="T11" fmla="*/ 0 h 2125"/>
                <a:gd name="T12" fmla="*/ 0 w 107"/>
                <a:gd name="T13" fmla="*/ 0 h 2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125"/>
                <a:gd name="T23" fmla="*/ 107 w 107"/>
                <a:gd name="T24" fmla="*/ 2125 h 2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125">
                  <a:moveTo>
                    <a:pt x="0" y="2125"/>
                  </a:moveTo>
                  <a:lnTo>
                    <a:pt x="53" y="2125"/>
                  </a:lnTo>
                  <a:lnTo>
                    <a:pt x="107" y="212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12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" name="Freeform 4802">
              <a:extLst>
                <a:ext uri="{FF2B5EF4-FFF2-40B4-BE49-F238E27FC236}">
                  <a16:creationId xmlns:a16="http://schemas.microsoft.com/office/drawing/2014/main" id="{5CC5B2EA-6EA1-60AF-6EB9-71C06DF9B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35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4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" name="Freeform 4803">
              <a:extLst>
                <a:ext uri="{FF2B5EF4-FFF2-40B4-BE49-F238E27FC236}">
                  <a16:creationId xmlns:a16="http://schemas.microsoft.com/office/drawing/2014/main" id="{6EBC6B01-F163-E228-F440-0A4028219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35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4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" name="Freeform 4804">
              <a:extLst>
                <a:ext uri="{FF2B5EF4-FFF2-40B4-BE49-F238E27FC236}">
                  <a16:creationId xmlns:a16="http://schemas.microsoft.com/office/drawing/2014/main" id="{B2F7BB8C-99E8-336E-1BB5-E2066F7E9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2037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36" y="41"/>
                  </a:moveTo>
                  <a:lnTo>
                    <a:pt x="72" y="0"/>
                  </a:lnTo>
                  <a:lnTo>
                    <a:pt x="79" y="10"/>
                  </a:lnTo>
                  <a:lnTo>
                    <a:pt x="85" y="20"/>
                  </a:lnTo>
                  <a:lnTo>
                    <a:pt x="89" y="32"/>
                  </a:lnTo>
                  <a:lnTo>
                    <a:pt x="89" y="44"/>
                  </a:lnTo>
                  <a:lnTo>
                    <a:pt x="86" y="55"/>
                  </a:lnTo>
                  <a:lnTo>
                    <a:pt x="82" y="67"/>
                  </a:lnTo>
                  <a:lnTo>
                    <a:pt x="76" y="77"/>
                  </a:lnTo>
                  <a:lnTo>
                    <a:pt x="66" y="84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2" y="93"/>
                  </a:lnTo>
                  <a:lnTo>
                    <a:pt x="21" y="91"/>
                  </a:lnTo>
                  <a:lnTo>
                    <a:pt x="9" y="87"/>
                  </a:lnTo>
                  <a:lnTo>
                    <a:pt x="0" y="81"/>
                  </a:lnTo>
                  <a:lnTo>
                    <a:pt x="36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" name="Freeform 4805">
              <a:extLst>
                <a:ext uri="{FF2B5EF4-FFF2-40B4-BE49-F238E27FC236}">
                  <a16:creationId xmlns:a16="http://schemas.microsoft.com/office/drawing/2014/main" id="{2E63678E-7336-BA40-5444-0BFFD1FE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2037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72" y="0"/>
                  </a:moveTo>
                  <a:lnTo>
                    <a:pt x="79" y="10"/>
                  </a:lnTo>
                  <a:lnTo>
                    <a:pt x="85" y="20"/>
                  </a:lnTo>
                  <a:lnTo>
                    <a:pt x="89" y="32"/>
                  </a:lnTo>
                  <a:lnTo>
                    <a:pt x="89" y="44"/>
                  </a:lnTo>
                  <a:lnTo>
                    <a:pt x="86" y="55"/>
                  </a:lnTo>
                  <a:lnTo>
                    <a:pt x="82" y="67"/>
                  </a:lnTo>
                  <a:lnTo>
                    <a:pt x="76" y="77"/>
                  </a:lnTo>
                  <a:lnTo>
                    <a:pt x="66" y="84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2" y="93"/>
                  </a:lnTo>
                  <a:lnTo>
                    <a:pt x="21" y="91"/>
                  </a:lnTo>
                  <a:lnTo>
                    <a:pt x="9" y="87"/>
                  </a:lnTo>
                  <a:lnTo>
                    <a:pt x="0" y="81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" name="Freeform 4806">
              <a:extLst>
                <a:ext uri="{FF2B5EF4-FFF2-40B4-BE49-F238E27FC236}">
                  <a16:creationId xmlns:a16="http://schemas.microsoft.com/office/drawing/2014/main" id="{80424032-9458-7D9F-1C5A-25D51F2EE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943"/>
              <a:ext cx="116" cy="107"/>
            </a:xfrm>
            <a:custGeom>
              <a:avLst/>
              <a:gdLst>
                <a:gd name="T0" fmla="*/ 0 w 696"/>
                <a:gd name="T1" fmla="*/ 0 h 643"/>
                <a:gd name="T2" fmla="*/ 0 w 696"/>
                <a:gd name="T3" fmla="*/ 0 h 643"/>
                <a:gd name="T4" fmla="*/ 0 w 696"/>
                <a:gd name="T5" fmla="*/ 0 h 643"/>
                <a:gd name="T6" fmla="*/ 0 w 696"/>
                <a:gd name="T7" fmla="*/ 0 h 643"/>
                <a:gd name="T8" fmla="*/ 0 w 696"/>
                <a:gd name="T9" fmla="*/ 0 h 643"/>
                <a:gd name="T10" fmla="*/ 0 w 696"/>
                <a:gd name="T11" fmla="*/ 0 h 643"/>
                <a:gd name="T12" fmla="*/ 0 w 696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6"/>
                <a:gd name="T22" fmla="*/ 0 h 643"/>
                <a:gd name="T23" fmla="*/ 696 w 696"/>
                <a:gd name="T24" fmla="*/ 643 h 6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6" h="643">
                  <a:moveTo>
                    <a:pt x="624" y="643"/>
                  </a:moveTo>
                  <a:lnTo>
                    <a:pt x="660" y="603"/>
                  </a:lnTo>
                  <a:lnTo>
                    <a:pt x="696" y="562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1"/>
                  </a:lnTo>
                  <a:lnTo>
                    <a:pt x="624" y="6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Freeform 4807">
              <a:extLst>
                <a:ext uri="{FF2B5EF4-FFF2-40B4-BE49-F238E27FC236}">
                  <a16:creationId xmlns:a16="http://schemas.microsoft.com/office/drawing/2014/main" id="{315C2885-F9EB-0659-669E-EF3F863B4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943"/>
              <a:ext cx="116" cy="107"/>
            </a:xfrm>
            <a:custGeom>
              <a:avLst/>
              <a:gdLst>
                <a:gd name="T0" fmla="*/ 0 w 696"/>
                <a:gd name="T1" fmla="*/ 0 h 643"/>
                <a:gd name="T2" fmla="*/ 0 w 696"/>
                <a:gd name="T3" fmla="*/ 0 h 643"/>
                <a:gd name="T4" fmla="*/ 0 w 696"/>
                <a:gd name="T5" fmla="*/ 0 h 643"/>
                <a:gd name="T6" fmla="*/ 0 w 696"/>
                <a:gd name="T7" fmla="*/ 0 h 643"/>
                <a:gd name="T8" fmla="*/ 0 w 696"/>
                <a:gd name="T9" fmla="*/ 0 h 643"/>
                <a:gd name="T10" fmla="*/ 0 w 696"/>
                <a:gd name="T11" fmla="*/ 0 h 643"/>
                <a:gd name="T12" fmla="*/ 0 w 696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6"/>
                <a:gd name="T22" fmla="*/ 0 h 643"/>
                <a:gd name="T23" fmla="*/ 696 w 696"/>
                <a:gd name="T24" fmla="*/ 643 h 6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6" h="643">
                  <a:moveTo>
                    <a:pt x="624" y="643"/>
                  </a:moveTo>
                  <a:lnTo>
                    <a:pt x="660" y="603"/>
                  </a:lnTo>
                  <a:lnTo>
                    <a:pt x="696" y="562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1"/>
                  </a:lnTo>
                  <a:lnTo>
                    <a:pt x="624" y="64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Freeform 4808">
              <a:extLst>
                <a:ext uri="{FF2B5EF4-FFF2-40B4-BE49-F238E27FC236}">
                  <a16:creationId xmlns:a16="http://schemas.microsoft.com/office/drawing/2014/main" id="{D810A9C3-A7A8-673D-9612-E6E8BE4D6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941"/>
              <a:ext cx="15" cy="16"/>
            </a:xfrm>
            <a:custGeom>
              <a:avLst/>
              <a:gdLst>
                <a:gd name="T0" fmla="*/ 0 w 89"/>
                <a:gd name="T1" fmla="*/ 0 h 94"/>
                <a:gd name="T2" fmla="*/ 0 w 89"/>
                <a:gd name="T3" fmla="*/ 0 h 94"/>
                <a:gd name="T4" fmla="*/ 0 w 89"/>
                <a:gd name="T5" fmla="*/ 0 h 94"/>
                <a:gd name="T6" fmla="*/ 0 w 89"/>
                <a:gd name="T7" fmla="*/ 0 h 94"/>
                <a:gd name="T8" fmla="*/ 0 w 89"/>
                <a:gd name="T9" fmla="*/ 0 h 94"/>
                <a:gd name="T10" fmla="*/ 0 w 89"/>
                <a:gd name="T11" fmla="*/ 0 h 94"/>
                <a:gd name="T12" fmla="*/ 0 w 89"/>
                <a:gd name="T13" fmla="*/ 0 h 94"/>
                <a:gd name="T14" fmla="*/ 0 w 89"/>
                <a:gd name="T15" fmla="*/ 0 h 94"/>
                <a:gd name="T16" fmla="*/ 0 w 89"/>
                <a:gd name="T17" fmla="*/ 0 h 94"/>
                <a:gd name="T18" fmla="*/ 0 w 89"/>
                <a:gd name="T19" fmla="*/ 0 h 94"/>
                <a:gd name="T20" fmla="*/ 0 w 89"/>
                <a:gd name="T21" fmla="*/ 0 h 94"/>
                <a:gd name="T22" fmla="*/ 0 w 89"/>
                <a:gd name="T23" fmla="*/ 0 h 94"/>
                <a:gd name="T24" fmla="*/ 0 w 89"/>
                <a:gd name="T25" fmla="*/ 0 h 94"/>
                <a:gd name="T26" fmla="*/ 0 w 89"/>
                <a:gd name="T27" fmla="*/ 0 h 94"/>
                <a:gd name="T28" fmla="*/ 0 w 89"/>
                <a:gd name="T29" fmla="*/ 0 h 94"/>
                <a:gd name="T30" fmla="*/ 0 w 89"/>
                <a:gd name="T31" fmla="*/ 0 h 94"/>
                <a:gd name="T32" fmla="*/ 0 w 89"/>
                <a:gd name="T33" fmla="*/ 0 h 9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4"/>
                <a:gd name="T53" fmla="*/ 89 w 89"/>
                <a:gd name="T54" fmla="*/ 94 h 9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4">
                  <a:moveTo>
                    <a:pt x="53" y="53"/>
                  </a:moveTo>
                  <a:lnTo>
                    <a:pt x="17" y="94"/>
                  </a:lnTo>
                  <a:lnTo>
                    <a:pt x="10" y="84"/>
                  </a:lnTo>
                  <a:lnTo>
                    <a:pt x="3" y="73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6" y="27"/>
                  </a:lnTo>
                  <a:lnTo>
                    <a:pt x="13" y="17"/>
                  </a:lnTo>
                  <a:lnTo>
                    <a:pt x="22" y="10"/>
                  </a:lnTo>
                  <a:lnTo>
                    <a:pt x="33" y="4"/>
                  </a:lnTo>
                  <a:lnTo>
                    <a:pt x="44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79" y="7"/>
                  </a:lnTo>
                  <a:lnTo>
                    <a:pt x="89" y="13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" name="Freeform 4809">
              <a:extLst>
                <a:ext uri="{FF2B5EF4-FFF2-40B4-BE49-F238E27FC236}">
                  <a16:creationId xmlns:a16="http://schemas.microsoft.com/office/drawing/2014/main" id="{29C39D53-E948-851A-1A04-6E61D0F7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941"/>
              <a:ext cx="15" cy="16"/>
            </a:xfrm>
            <a:custGeom>
              <a:avLst/>
              <a:gdLst>
                <a:gd name="T0" fmla="*/ 0 w 89"/>
                <a:gd name="T1" fmla="*/ 0 h 94"/>
                <a:gd name="T2" fmla="*/ 0 w 89"/>
                <a:gd name="T3" fmla="*/ 0 h 94"/>
                <a:gd name="T4" fmla="*/ 0 w 89"/>
                <a:gd name="T5" fmla="*/ 0 h 94"/>
                <a:gd name="T6" fmla="*/ 0 w 89"/>
                <a:gd name="T7" fmla="*/ 0 h 94"/>
                <a:gd name="T8" fmla="*/ 0 w 89"/>
                <a:gd name="T9" fmla="*/ 0 h 94"/>
                <a:gd name="T10" fmla="*/ 0 w 89"/>
                <a:gd name="T11" fmla="*/ 0 h 94"/>
                <a:gd name="T12" fmla="*/ 0 w 89"/>
                <a:gd name="T13" fmla="*/ 0 h 94"/>
                <a:gd name="T14" fmla="*/ 0 w 89"/>
                <a:gd name="T15" fmla="*/ 0 h 94"/>
                <a:gd name="T16" fmla="*/ 0 w 89"/>
                <a:gd name="T17" fmla="*/ 0 h 94"/>
                <a:gd name="T18" fmla="*/ 0 w 89"/>
                <a:gd name="T19" fmla="*/ 0 h 94"/>
                <a:gd name="T20" fmla="*/ 0 w 89"/>
                <a:gd name="T21" fmla="*/ 0 h 94"/>
                <a:gd name="T22" fmla="*/ 0 w 89"/>
                <a:gd name="T23" fmla="*/ 0 h 94"/>
                <a:gd name="T24" fmla="*/ 0 w 89"/>
                <a:gd name="T25" fmla="*/ 0 h 94"/>
                <a:gd name="T26" fmla="*/ 0 w 89"/>
                <a:gd name="T27" fmla="*/ 0 h 94"/>
                <a:gd name="T28" fmla="*/ 0 w 89"/>
                <a:gd name="T29" fmla="*/ 0 h 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4"/>
                <a:gd name="T47" fmla="*/ 89 w 89"/>
                <a:gd name="T48" fmla="*/ 94 h 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4">
                  <a:moveTo>
                    <a:pt x="17" y="94"/>
                  </a:moveTo>
                  <a:lnTo>
                    <a:pt x="10" y="84"/>
                  </a:lnTo>
                  <a:lnTo>
                    <a:pt x="3" y="73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6" y="27"/>
                  </a:lnTo>
                  <a:lnTo>
                    <a:pt x="13" y="17"/>
                  </a:lnTo>
                  <a:lnTo>
                    <a:pt x="22" y="10"/>
                  </a:lnTo>
                  <a:lnTo>
                    <a:pt x="33" y="4"/>
                  </a:lnTo>
                  <a:lnTo>
                    <a:pt x="44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79" y="7"/>
                  </a:lnTo>
                  <a:lnTo>
                    <a:pt x="89" y="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" name="Freeform 4810">
              <a:extLst>
                <a:ext uri="{FF2B5EF4-FFF2-40B4-BE49-F238E27FC236}">
                  <a16:creationId xmlns:a16="http://schemas.microsoft.com/office/drawing/2014/main" id="{55410FCB-9CA5-3657-A3BF-A6282E112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Freeform 4811">
              <a:extLst>
                <a:ext uri="{FF2B5EF4-FFF2-40B4-BE49-F238E27FC236}">
                  <a16:creationId xmlns:a16="http://schemas.microsoft.com/office/drawing/2014/main" id="{4AD0F2F7-1D58-ECE5-3FCD-38119CDB3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" name="Freeform 4812">
              <a:extLst>
                <a:ext uri="{FF2B5EF4-FFF2-40B4-BE49-F238E27FC236}">
                  <a16:creationId xmlns:a16="http://schemas.microsoft.com/office/drawing/2014/main" id="{C71230F6-2E28-C93A-371F-26768FCD7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" name="Freeform 4813">
              <a:extLst>
                <a:ext uri="{FF2B5EF4-FFF2-40B4-BE49-F238E27FC236}">
                  <a16:creationId xmlns:a16="http://schemas.microsoft.com/office/drawing/2014/main" id="{03912AF7-FA48-C782-9703-AEE8722E9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" name="Freeform 4814">
              <a:extLst>
                <a:ext uri="{FF2B5EF4-FFF2-40B4-BE49-F238E27FC236}">
                  <a16:creationId xmlns:a16="http://schemas.microsoft.com/office/drawing/2014/main" id="{F86AE9C8-2E9F-8A3D-7AF4-E53C4473A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" name="Freeform 4815">
              <a:extLst>
                <a:ext uri="{FF2B5EF4-FFF2-40B4-BE49-F238E27FC236}">
                  <a16:creationId xmlns:a16="http://schemas.microsoft.com/office/drawing/2014/main" id="{266BF4B1-4C61-E513-8C59-2783196E7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" name="Freeform 4816">
              <a:extLst>
                <a:ext uri="{FF2B5EF4-FFF2-40B4-BE49-F238E27FC236}">
                  <a16:creationId xmlns:a16="http://schemas.microsoft.com/office/drawing/2014/main" id="{73EC3158-052D-ADFE-048C-07C56C9DF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" name="Freeform 4817">
              <a:extLst>
                <a:ext uri="{FF2B5EF4-FFF2-40B4-BE49-F238E27FC236}">
                  <a16:creationId xmlns:a16="http://schemas.microsoft.com/office/drawing/2014/main" id="{69D9FC29-AF50-1965-73E8-2D8D3CF41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" name="Freeform 4818">
              <a:extLst>
                <a:ext uri="{FF2B5EF4-FFF2-40B4-BE49-F238E27FC236}">
                  <a16:creationId xmlns:a16="http://schemas.microsoft.com/office/drawing/2014/main" id="{5CF621DC-C0F6-4C62-1B72-28D7DE5BE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78"/>
              <a:ext cx="18" cy="620"/>
            </a:xfrm>
            <a:custGeom>
              <a:avLst/>
              <a:gdLst>
                <a:gd name="T0" fmla="*/ 0 w 107"/>
                <a:gd name="T1" fmla="*/ 0 h 3720"/>
                <a:gd name="T2" fmla="*/ 0 w 107"/>
                <a:gd name="T3" fmla="*/ 0 h 3720"/>
                <a:gd name="T4" fmla="*/ 0 w 107"/>
                <a:gd name="T5" fmla="*/ 0 h 3720"/>
                <a:gd name="T6" fmla="*/ 0 w 107"/>
                <a:gd name="T7" fmla="*/ 0 h 3720"/>
                <a:gd name="T8" fmla="*/ 0 w 107"/>
                <a:gd name="T9" fmla="*/ 0 h 3720"/>
                <a:gd name="T10" fmla="*/ 0 w 107"/>
                <a:gd name="T11" fmla="*/ 0 h 3720"/>
                <a:gd name="T12" fmla="*/ 0 w 107"/>
                <a:gd name="T13" fmla="*/ 0 h 37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720"/>
                <a:gd name="T23" fmla="*/ 107 w 107"/>
                <a:gd name="T24" fmla="*/ 3720 h 37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720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720"/>
                  </a:lnTo>
                  <a:lnTo>
                    <a:pt x="53" y="3720"/>
                  </a:lnTo>
                  <a:lnTo>
                    <a:pt x="107" y="372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" name="Freeform 4819">
              <a:extLst>
                <a:ext uri="{FF2B5EF4-FFF2-40B4-BE49-F238E27FC236}">
                  <a16:creationId xmlns:a16="http://schemas.microsoft.com/office/drawing/2014/main" id="{8092D43D-FBC0-169C-118F-152AD60D8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78"/>
              <a:ext cx="18" cy="620"/>
            </a:xfrm>
            <a:custGeom>
              <a:avLst/>
              <a:gdLst>
                <a:gd name="T0" fmla="*/ 0 w 107"/>
                <a:gd name="T1" fmla="*/ 0 h 3720"/>
                <a:gd name="T2" fmla="*/ 0 w 107"/>
                <a:gd name="T3" fmla="*/ 0 h 3720"/>
                <a:gd name="T4" fmla="*/ 0 w 107"/>
                <a:gd name="T5" fmla="*/ 0 h 3720"/>
                <a:gd name="T6" fmla="*/ 0 w 107"/>
                <a:gd name="T7" fmla="*/ 0 h 3720"/>
                <a:gd name="T8" fmla="*/ 0 w 107"/>
                <a:gd name="T9" fmla="*/ 0 h 3720"/>
                <a:gd name="T10" fmla="*/ 0 w 107"/>
                <a:gd name="T11" fmla="*/ 0 h 3720"/>
                <a:gd name="T12" fmla="*/ 0 w 107"/>
                <a:gd name="T13" fmla="*/ 0 h 37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720"/>
                <a:gd name="T23" fmla="*/ 107 w 107"/>
                <a:gd name="T24" fmla="*/ 3720 h 37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720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720"/>
                  </a:lnTo>
                  <a:lnTo>
                    <a:pt x="53" y="3720"/>
                  </a:lnTo>
                  <a:lnTo>
                    <a:pt x="107" y="3720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" name="Freeform 4820">
              <a:extLst>
                <a:ext uri="{FF2B5EF4-FFF2-40B4-BE49-F238E27FC236}">
                  <a16:creationId xmlns:a16="http://schemas.microsoft.com/office/drawing/2014/main" id="{AFFE56D9-D570-C99B-C59E-9914BE69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" name="Freeform 4821">
              <a:extLst>
                <a:ext uri="{FF2B5EF4-FFF2-40B4-BE49-F238E27FC236}">
                  <a16:creationId xmlns:a16="http://schemas.microsoft.com/office/drawing/2014/main" id="{CA47BA39-DED1-DE99-1930-871D0B138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" name="Freeform 4822">
              <a:extLst>
                <a:ext uri="{FF2B5EF4-FFF2-40B4-BE49-F238E27FC236}">
                  <a16:creationId xmlns:a16="http://schemas.microsoft.com/office/drawing/2014/main" id="{844BF795-F467-CCA9-73E2-9E80614C7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" name="Freeform 4823">
              <a:extLst>
                <a:ext uri="{FF2B5EF4-FFF2-40B4-BE49-F238E27FC236}">
                  <a16:creationId xmlns:a16="http://schemas.microsoft.com/office/drawing/2014/main" id="{499E5DC1-85BF-E6E9-A0A4-99EE2DC76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" name="Freeform 4824">
              <a:extLst>
                <a:ext uri="{FF2B5EF4-FFF2-40B4-BE49-F238E27FC236}">
                  <a16:creationId xmlns:a16="http://schemas.microsoft.com/office/drawing/2014/main" id="{DD0690A7-AA2C-C3E6-9372-CC7F70CEE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55"/>
              <a:ext cx="18" cy="443"/>
            </a:xfrm>
            <a:custGeom>
              <a:avLst/>
              <a:gdLst>
                <a:gd name="T0" fmla="*/ 0 w 107"/>
                <a:gd name="T1" fmla="*/ 0 h 2657"/>
                <a:gd name="T2" fmla="*/ 0 w 107"/>
                <a:gd name="T3" fmla="*/ 0 h 2657"/>
                <a:gd name="T4" fmla="*/ 0 w 107"/>
                <a:gd name="T5" fmla="*/ 0 h 2657"/>
                <a:gd name="T6" fmla="*/ 0 w 107"/>
                <a:gd name="T7" fmla="*/ 0 h 2657"/>
                <a:gd name="T8" fmla="*/ 0 w 107"/>
                <a:gd name="T9" fmla="*/ 0 h 2657"/>
                <a:gd name="T10" fmla="*/ 0 w 107"/>
                <a:gd name="T11" fmla="*/ 0 h 2657"/>
                <a:gd name="T12" fmla="*/ 0 w 107"/>
                <a:gd name="T13" fmla="*/ 0 h 26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657"/>
                <a:gd name="T23" fmla="*/ 107 w 107"/>
                <a:gd name="T24" fmla="*/ 2657 h 26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657">
                  <a:moveTo>
                    <a:pt x="0" y="2657"/>
                  </a:moveTo>
                  <a:lnTo>
                    <a:pt x="53" y="2657"/>
                  </a:lnTo>
                  <a:lnTo>
                    <a:pt x="107" y="265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6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" name="Freeform 4825">
              <a:extLst>
                <a:ext uri="{FF2B5EF4-FFF2-40B4-BE49-F238E27FC236}">
                  <a16:creationId xmlns:a16="http://schemas.microsoft.com/office/drawing/2014/main" id="{91B6385C-E2D2-5F11-B695-791C9E598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55"/>
              <a:ext cx="18" cy="443"/>
            </a:xfrm>
            <a:custGeom>
              <a:avLst/>
              <a:gdLst>
                <a:gd name="T0" fmla="*/ 0 w 107"/>
                <a:gd name="T1" fmla="*/ 0 h 2657"/>
                <a:gd name="T2" fmla="*/ 0 w 107"/>
                <a:gd name="T3" fmla="*/ 0 h 2657"/>
                <a:gd name="T4" fmla="*/ 0 w 107"/>
                <a:gd name="T5" fmla="*/ 0 h 2657"/>
                <a:gd name="T6" fmla="*/ 0 w 107"/>
                <a:gd name="T7" fmla="*/ 0 h 2657"/>
                <a:gd name="T8" fmla="*/ 0 w 107"/>
                <a:gd name="T9" fmla="*/ 0 h 2657"/>
                <a:gd name="T10" fmla="*/ 0 w 107"/>
                <a:gd name="T11" fmla="*/ 0 h 2657"/>
                <a:gd name="T12" fmla="*/ 0 w 107"/>
                <a:gd name="T13" fmla="*/ 0 h 26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657"/>
                <a:gd name="T23" fmla="*/ 107 w 107"/>
                <a:gd name="T24" fmla="*/ 2657 h 26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657">
                  <a:moveTo>
                    <a:pt x="0" y="2657"/>
                  </a:moveTo>
                  <a:lnTo>
                    <a:pt x="53" y="2657"/>
                  </a:lnTo>
                  <a:lnTo>
                    <a:pt x="107" y="265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65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" name="Freeform 4826">
              <a:extLst>
                <a:ext uri="{FF2B5EF4-FFF2-40B4-BE49-F238E27FC236}">
                  <a16:creationId xmlns:a16="http://schemas.microsoft.com/office/drawing/2014/main" id="{BBA59C9E-F828-6C73-6783-2491CC89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5" name="Freeform 4827">
              <a:extLst>
                <a:ext uri="{FF2B5EF4-FFF2-40B4-BE49-F238E27FC236}">
                  <a16:creationId xmlns:a16="http://schemas.microsoft.com/office/drawing/2014/main" id="{251E9448-F960-F61B-AC4D-77E7AFEC8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6" name="Freeform 4828">
              <a:extLst>
                <a:ext uri="{FF2B5EF4-FFF2-40B4-BE49-F238E27FC236}">
                  <a16:creationId xmlns:a16="http://schemas.microsoft.com/office/drawing/2014/main" id="{A3465FA4-ED36-A4FA-048E-2AE6F5F45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7" name="Freeform 4829">
              <a:extLst>
                <a:ext uri="{FF2B5EF4-FFF2-40B4-BE49-F238E27FC236}">
                  <a16:creationId xmlns:a16="http://schemas.microsoft.com/office/drawing/2014/main" id="{8ABD3D40-512F-083B-F599-C7BF8255F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8" name="Freeform 4830">
              <a:extLst>
                <a:ext uri="{FF2B5EF4-FFF2-40B4-BE49-F238E27FC236}">
                  <a16:creationId xmlns:a16="http://schemas.microsoft.com/office/drawing/2014/main" id="{1453811E-5740-332E-5EA0-FFE342F4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9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9" name="Freeform 4831">
              <a:extLst>
                <a:ext uri="{FF2B5EF4-FFF2-40B4-BE49-F238E27FC236}">
                  <a16:creationId xmlns:a16="http://schemas.microsoft.com/office/drawing/2014/main" id="{045F5B88-314D-1608-5CA6-7D6193282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9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0" name="Freeform 4832">
              <a:extLst>
                <a:ext uri="{FF2B5EF4-FFF2-40B4-BE49-F238E27FC236}">
                  <a16:creationId xmlns:a16="http://schemas.microsoft.com/office/drawing/2014/main" id="{47206219-C942-F89A-73C5-F85500097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1" name="Freeform 4833">
              <a:extLst>
                <a:ext uri="{FF2B5EF4-FFF2-40B4-BE49-F238E27FC236}">
                  <a16:creationId xmlns:a16="http://schemas.microsoft.com/office/drawing/2014/main" id="{A7EE7F94-1790-B40B-A4B2-C1E8692D2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2" name="Freeform 4834">
              <a:extLst>
                <a:ext uri="{FF2B5EF4-FFF2-40B4-BE49-F238E27FC236}">
                  <a16:creationId xmlns:a16="http://schemas.microsoft.com/office/drawing/2014/main" id="{5712DA60-97F0-5420-6348-651EECA54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8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8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2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3" name="Freeform 4835">
              <a:extLst>
                <a:ext uri="{FF2B5EF4-FFF2-40B4-BE49-F238E27FC236}">
                  <a16:creationId xmlns:a16="http://schemas.microsoft.com/office/drawing/2014/main" id="{6341C79B-0B75-A896-8C77-EEC7DFDD0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8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8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2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4" name="Freeform 4836">
              <a:extLst>
                <a:ext uri="{FF2B5EF4-FFF2-40B4-BE49-F238E27FC236}">
                  <a16:creationId xmlns:a16="http://schemas.microsoft.com/office/drawing/2014/main" id="{A6CFFCEA-0A49-8AEC-7B96-748284C19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212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708" y="107"/>
                  </a:move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5" name="Freeform 4837">
              <a:extLst>
                <a:ext uri="{FF2B5EF4-FFF2-40B4-BE49-F238E27FC236}">
                  <a16:creationId xmlns:a16="http://schemas.microsoft.com/office/drawing/2014/main" id="{4001006D-11A3-F306-34F9-7CBE55C15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212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708" y="107"/>
                  </a:move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6" name="Freeform 4838">
              <a:extLst>
                <a:ext uri="{FF2B5EF4-FFF2-40B4-BE49-F238E27FC236}">
                  <a16:creationId xmlns:a16="http://schemas.microsoft.com/office/drawing/2014/main" id="{CE212946-31CB-EC48-9C29-435DFC571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5"/>
                  </a:lnTo>
                  <a:lnTo>
                    <a:pt x="29" y="101"/>
                  </a:lnTo>
                  <a:lnTo>
                    <a:pt x="20" y="95"/>
                  </a:lnTo>
                  <a:lnTo>
                    <a:pt x="11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7" name="Freeform 4839">
              <a:extLst>
                <a:ext uri="{FF2B5EF4-FFF2-40B4-BE49-F238E27FC236}">
                  <a16:creationId xmlns:a16="http://schemas.microsoft.com/office/drawing/2014/main" id="{116EE225-69C2-2316-817C-9F0DC9E85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5"/>
                  </a:lnTo>
                  <a:lnTo>
                    <a:pt x="29" y="101"/>
                  </a:lnTo>
                  <a:lnTo>
                    <a:pt x="20" y="95"/>
                  </a:lnTo>
                  <a:lnTo>
                    <a:pt x="11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8" name="Freeform 4840">
              <a:extLst>
                <a:ext uri="{FF2B5EF4-FFF2-40B4-BE49-F238E27FC236}">
                  <a16:creationId xmlns:a16="http://schemas.microsoft.com/office/drawing/2014/main" id="{01B4008B-43E4-896E-E961-A652B4B82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9" name="Freeform 4841">
              <a:extLst>
                <a:ext uri="{FF2B5EF4-FFF2-40B4-BE49-F238E27FC236}">
                  <a16:creationId xmlns:a16="http://schemas.microsoft.com/office/drawing/2014/main" id="{6D40726E-FF70-4694-24A1-5AEC7F78F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0" name="Freeform 4842">
              <a:extLst>
                <a:ext uri="{FF2B5EF4-FFF2-40B4-BE49-F238E27FC236}">
                  <a16:creationId xmlns:a16="http://schemas.microsoft.com/office/drawing/2014/main" id="{51DF9314-5A8A-1E87-F626-2F56C25C2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769"/>
              <a:ext cx="383" cy="18"/>
            </a:xfrm>
            <a:custGeom>
              <a:avLst/>
              <a:gdLst>
                <a:gd name="T0" fmla="*/ 0 w 2301"/>
                <a:gd name="T1" fmla="*/ 0 h 107"/>
                <a:gd name="T2" fmla="*/ 0 w 2301"/>
                <a:gd name="T3" fmla="*/ 0 h 107"/>
                <a:gd name="T4" fmla="*/ 0 w 2301"/>
                <a:gd name="T5" fmla="*/ 0 h 107"/>
                <a:gd name="T6" fmla="*/ 0 w 2301"/>
                <a:gd name="T7" fmla="*/ 0 h 107"/>
                <a:gd name="T8" fmla="*/ 0 w 2301"/>
                <a:gd name="T9" fmla="*/ 0 h 107"/>
                <a:gd name="T10" fmla="*/ 0 w 2301"/>
                <a:gd name="T11" fmla="*/ 0 h 107"/>
                <a:gd name="T12" fmla="*/ 0 w 230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01"/>
                <a:gd name="T22" fmla="*/ 0 h 107"/>
                <a:gd name="T23" fmla="*/ 2301 w 230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01" h="107">
                  <a:moveTo>
                    <a:pt x="2301" y="107"/>
                  </a:moveTo>
                  <a:lnTo>
                    <a:pt x="2301" y="54"/>
                  </a:lnTo>
                  <a:lnTo>
                    <a:pt x="2301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301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1" name="Freeform 4843">
              <a:extLst>
                <a:ext uri="{FF2B5EF4-FFF2-40B4-BE49-F238E27FC236}">
                  <a16:creationId xmlns:a16="http://schemas.microsoft.com/office/drawing/2014/main" id="{1E7F24B0-6184-1EA7-766D-E225028DF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769"/>
              <a:ext cx="383" cy="18"/>
            </a:xfrm>
            <a:custGeom>
              <a:avLst/>
              <a:gdLst>
                <a:gd name="T0" fmla="*/ 0 w 2301"/>
                <a:gd name="T1" fmla="*/ 0 h 107"/>
                <a:gd name="T2" fmla="*/ 0 w 2301"/>
                <a:gd name="T3" fmla="*/ 0 h 107"/>
                <a:gd name="T4" fmla="*/ 0 w 2301"/>
                <a:gd name="T5" fmla="*/ 0 h 107"/>
                <a:gd name="T6" fmla="*/ 0 w 2301"/>
                <a:gd name="T7" fmla="*/ 0 h 107"/>
                <a:gd name="T8" fmla="*/ 0 w 2301"/>
                <a:gd name="T9" fmla="*/ 0 h 107"/>
                <a:gd name="T10" fmla="*/ 0 w 2301"/>
                <a:gd name="T11" fmla="*/ 0 h 107"/>
                <a:gd name="T12" fmla="*/ 0 w 230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01"/>
                <a:gd name="T22" fmla="*/ 0 h 107"/>
                <a:gd name="T23" fmla="*/ 2301 w 230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01" h="107">
                  <a:moveTo>
                    <a:pt x="2301" y="107"/>
                  </a:moveTo>
                  <a:lnTo>
                    <a:pt x="2301" y="54"/>
                  </a:lnTo>
                  <a:lnTo>
                    <a:pt x="2301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301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2" name="Freeform 4844">
              <a:extLst>
                <a:ext uri="{FF2B5EF4-FFF2-40B4-BE49-F238E27FC236}">
                  <a16:creationId xmlns:a16="http://schemas.microsoft.com/office/drawing/2014/main" id="{4A20FF15-1893-25B0-A552-8176578CE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3" name="Freeform 4845">
              <a:extLst>
                <a:ext uri="{FF2B5EF4-FFF2-40B4-BE49-F238E27FC236}">
                  <a16:creationId xmlns:a16="http://schemas.microsoft.com/office/drawing/2014/main" id="{66FAAF05-0927-A6F8-7CDE-D971D93F2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4" name="Freeform 4846">
              <a:extLst>
                <a:ext uri="{FF2B5EF4-FFF2-40B4-BE49-F238E27FC236}">
                  <a16:creationId xmlns:a16="http://schemas.microsoft.com/office/drawing/2014/main" id="{075A2235-44B8-C48B-E6EC-6E5CFB2B7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5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5" name="Freeform 4847">
              <a:extLst>
                <a:ext uri="{FF2B5EF4-FFF2-40B4-BE49-F238E27FC236}">
                  <a16:creationId xmlns:a16="http://schemas.microsoft.com/office/drawing/2014/main" id="{D84F6DB8-204B-937D-765F-F75875E00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5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6" name="Freeform 4848">
              <a:extLst>
                <a:ext uri="{FF2B5EF4-FFF2-40B4-BE49-F238E27FC236}">
                  <a16:creationId xmlns:a16="http://schemas.microsoft.com/office/drawing/2014/main" id="{7E509441-F306-75A2-5C63-81F23FE8D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66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7" name="Freeform 4849">
              <a:extLst>
                <a:ext uri="{FF2B5EF4-FFF2-40B4-BE49-F238E27FC236}">
                  <a16:creationId xmlns:a16="http://schemas.microsoft.com/office/drawing/2014/main" id="{363099B0-E33B-D68F-21D1-13987979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66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8" name="Freeform 4850">
              <a:extLst>
                <a:ext uri="{FF2B5EF4-FFF2-40B4-BE49-F238E27FC236}">
                  <a16:creationId xmlns:a16="http://schemas.microsoft.com/office/drawing/2014/main" id="{F3323023-8233-F21D-A61B-DC2159B4A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20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9" name="Freeform 4851">
              <a:extLst>
                <a:ext uri="{FF2B5EF4-FFF2-40B4-BE49-F238E27FC236}">
                  <a16:creationId xmlns:a16="http://schemas.microsoft.com/office/drawing/2014/main" id="{0E9BC8BA-7C57-6CAB-B290-4BA29D008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20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0" name="Freeform 4852">
              <a:extLst>
                <a:ext uri="{FF2B5EF4-FFF2-40B4-BE49-F238E27FC236}">
                  <a16:creationId xmlns:a16="http://schemas.microsoft.com/office/drawing/2014/main" id="{1657540F-4CBC-A427-F6D6-167E2C8C6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005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1" name="Freeform 4853">
              <a:extLst>
                <a:ext uri="{FF2B5EF4-FFF2-40B4-BE49-F238E27FC236}">
                  <a16:creationId xmlns:a16="http://schemas.microsoft.com/office/drawing/2014/main" id="{14C8BB3A-D85F-5065-FCFE-B93404F80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005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2" name="Freeform 4854">
              <a:extLst>
                <a:ext uri="{FF2B5EF4-FFF2-40B4-BE49-F238E27FC236}">
                  <a16:creationId xmlns:a16="http://schemas.microsoft.com/office/drawing/2014/main" id="{5C8A92B0-62EB-F236-8AA4-14C066EDA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005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709" y="107"/>
                  </a:move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3" name="Freeform 4855">
              <a:extLst>
                <a:ext uri="{FF2B5EF4-FFF2-40B4-BE49-F238E27FC236}">
                  <a16:creationId xmlns:a16="http://schemas.microsoft.com/office/drawing/2014/main" id="{2EF597D6-7585-1550-7B04-EAFE21165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005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709" y="107"/>
                  </a:move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4" name="Freeform 4856">
              <a:extLst>
                <a:ext uri="{FF2B5EF4-FFF2-40B4-BE49-F238E27FC236}">
                  <a16:creationId xmlns:a16="http://schemas.microsoft.com/office/drawing/2014/main" id="{8652A2EA-4FE7-0CDD-2B9F-3F92CC34C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005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5" name="Freeform 4857">
              <a:extLst>
                <a:ext uri="{FF2B5EF4-FFF2-40B4-BE49-F238E27FC236}">
                  <a16:creationId xmlns:a16="http://schemas.microsoft.com/office/drawing/2014/main" id="{7B19F55C-575D-28A5-5397-E26C24E31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005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6" name="Line 4858">
              <a:extLst>
                <a:ext uri="{FF2B5EF4-FFF2-40B4-BE49-F238E27FC236}">
                  <a16:creationId xmlns:a16="http://schemas.microsoft.com/office/drawing/2014/main" id="{C4DD84AC-D5E5-0C9B-92B6-7F89A3C48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2044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7" name="Line 4859">
              <a:extLst>
                <a:ext uri="{FF2B5EF4-FFF2-40B4-BE49-F238E27FC236}">
                  <a16:creationId xmlns:a16="http://schemas.microsoft.com/office/drawing/2014/main" id="{C54A2284-F023-7119-2570-7FF9D8379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8" name="Line 4860">
              <a:extLst>
                <a:ext uri="{FF2B5EF4-FFF2-40B4-BE49-F238E27FC236}">
                  <a16:creationId xmlns:a16="http://schemas.microsoft.com/office/drawing/2014/main" id="{8077E2FC-AE50-D191-042C-EB39F6003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1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9" name="Line 4861">
              <a:extLst>
                <a:ext uri="{FF2B5EF4-FFF2-40B4-BE49-F238E27FC236}">
                  <a16:creationId xmlns:a16="http://schemas.microsoft.com/office/drawing/2014/main" id="{C77438FD-0066-E089-CFA1-15E1D3B3F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0" name="Line 4862">
              <a:extLst>
                <a:ext uri="{FF2B5EF4-FFF2-40B4-BE49-F238E27FC236}">
                  <a16:creationId xmlns:a16="http://schemas.microsoft.com/office/drawing/2014/main" id="{D8DD1CFE-D3B6-C20A-E719-5A8DDD401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8" y="2044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1" name="Line 4863">
              <a:extLst>
                <a:ext uri="{FF2B5EF4-FFF2-40B4-BE49-F238E27FC236}">
                  <a16:creationId xmlns:a16="http://schemas.microsoft.com/office/drawing/2014/main" id="{378DF586-807B-41C7-71FC-84DE280B2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014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2" name="Line 4864">
              <a:extLst>
                <a:ext uri="{FF2B5EF4-FFF2-40B4-BE49-F238E27FC236}">
                  <a16:creationId xmlns:a16="http://schemas.microsoft.com/office/drawing/2014/main" id="{4B54865A-987E-179B-39FC-24BC1B3EA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102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3" name="Line 4865">
              <a:extLst>
                <a:ext uri="{FF2B5EF4-FFF2-40B4-BE49-F238E27FC236}">
                  <a16:creationId xmlns:a16="http://schemas.microsoft.com/office/drawing/2014/main" id="{210959E8-5AE4-C3D5-65EE-742ACA8B4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180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4" name="Line 4866">
              <a:extLst>
                <a:ext uri="{FF2B5EF4-FFF2-40B4-BE49-F238E27FC236}">
                  <a16:creationId xmlns:a16="http://schemas.microsoft.com/office/drawing/2014/main" id="{90804E1E-AB85-1C9E-B7D7-32B20E456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258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5" name="Line 4867">
              <a:extLst>
                <a:ext uri="{FF2B5EF4-FFF2-40B4-BE49-F238E27FC236}">
                  <a16:creationId xmlns:a16="http://schemas.microsoft.com/office/drawing/2014/main" id="{5FE5E2CD-9FE9-7C77-DF74-7622E886A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336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6" name="Freeform 4868">
              <a:extLst>
                <a:ext uri="{FF2B5EF4-FFF2-40B4-BE49-F238E27FC236}">
                  <a16:creationId xmlns:a16="http://schemas.microsoft.com/office/drawing/2014/main" id="{D5D75CFA-C6D4-C488-2A92-A5E640841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857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7" name="Freeform 4869">
              <a:extLst>
                <a:ext uri="{FF2B5EF4-FFF2-40B4-BE49-F238E27FC236}">
                  <a16:creationId xmlns:a16="http://schemas.microsoft.com/office/drawing/2014/main" id="{81F56A86-DAD9-D19F-AC39-5D43088F0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857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8" name="Freeform 4870">
              <a:extLst>
                <a:ext uri="{FF2B5EF4-FFF2-40B4-BE49-F238E27FC236}">
                  <a16:creationId xmlns:a16="http://schemas.microsoft.com/office/drawing/2014/main" id="{E31EAB18-C791-3FCA-B7CB-CAC560ACE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857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9" name="Freeform 4871">
              <a:extLst>
                <a:ext uri="{FF2B5EF4-FFF2-40B4-BE49-F238E27FC236}">
                  <a16:creationId xmlns:a16="http://schemas.microsoft.com/office/drawing/2014/main" id="{36C692A4-397A-A854-6C64-3F882E286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857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0" name="Freeform 4872">
              <a:extLst>
                <a:ext uri="{FF2B5EF4-FFF2-40B4-BE49-F238E27FC236}">
                  <a16:creationId xmlns:a16="http://schemas.microsoft.com/office/drawing/2014/main" id="{BE6E47F8-1321-FEFF-31CC-53A7AA1D4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1857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1" name="Freeform 4873">
              <a:extLst>
                <a:ext uri="{FF2B5EF4-FFF2-40B4-BE49-F238E27FC236}">
                  <a16:creationId xmlns:a16="http://schemas.microsoft.com/office/drawing/2014/main" id="{BF9EDF91-9BA5-6275-DA93-65B10C8A5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1857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2" name="Freeform 4874">
              <a:extLst>
                <a:ext uri="{FF2B5EF4-FFF2-40B4-BE49-F238E27FC236}">
                  <a16:creationId xmlns:a16="http://schemas.microsoft.com/office/drawing/2014/main" id="{D8AFD452-AD2A-F3B7-7AB7-93D66B86F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3" name="Freeform 4875">
              <a:extLst>
                <a:ext uri="{FF2B5EF4-FFF2-40B4-BE49-F238E27FC236}">
                  <a16:creationId xmlns:a16="http://schemas.microsoft.com/office/drawing/2014/main" id="{5154384F-8EAA-7489-4E8F-8AF4920C7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4" name="Freeform 4876">
              <a:extLst>
                <a:ext uri="{FF2B5EF4-FFF2-40B4-BE49-F238E27FC236}">
                  <a16:creationId xmlns:a16="http://schemas.microsoft.com/office/drawing/2014/main" id="{6AFEE9CB-7867-2834-F4AA-D5B82229E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78"/>
              <a:ext cx="18" cy="177"/>
            </a:xfrm>
            <a:custGeom>
              <a:avLst/>
              <a:gdLst>
                <a:gd name="T0" fmla="*/ 0 w 107"/>
                <a:gd name="T1" fmla="*/ 0 h 1063"/>
                <a:gd name="T2" fmla="*/ 0 w 107"/>
                <a:gd name="T3" fmla="*/ 0 h 1063"/>
                <a:gd name="T4" fmla="*/ 0 w 107"/>
                <a:gd name="T5" fmla="*/ 0 h 1063"/>
                <a:gd name="T6" fmla="*/ 0 w 107"/>
                <a:gd name="T7" fmla="*/ 0 h 1063"/>
                <a:gd name="T8" fmla="*/ 0 w 107"/>
                <a:gd name="T9" fmla="*/ 0 h 1063"/>
                <a:gd name="T10" fmla="*/ 0 w 107"/>
                <a:gd name="T11" fmla="*/ 0 h 1063"/>
                <a:gd name="T12" fmla="*/ 0 w 107"/>
                <a:gd name="T13" fmla="*/ 0 h 10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063"/>
                <a:gd name="T23" fmla="*/ 107 w 107"/>
                <a:gd name="T24" fmla="*/ 1063 h 10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063">
                  <a:moveTo>
                    <a:pt x="0" y="1063"/>
                  </a:moveTo>
                  <a:lnTo>
                    <a:pt x="53" y="1063"/>
                  </a:lnTo>
                  <a:lnTo>
                    <a:pt x="107" y="106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0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5" name="Freeform 4877">
              <a:extLst>
                <a:ext uri="{FF2B5EF4-FFF2-40B4-BE49-F238E27FC236}">
                  <a16:creationId xmlns:a16="http://schemas.microsoft.com/office/drawing/2014/main" id="{78EEF12B-5082-E40A-E037-5D7ED434F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78"/>
              <a:ext cx="18" cy="177"/>
            </a:xfrm>
            <a:custGeom>
              <a:avLst/>
              <a:gdLst>
                <a:gd name="T0" fmla="*/ 0 w 107"/>
                <a:gd name="T1" fmla="*/ 0 h 1063"/>
                <a:gd name="T2" fmla="*/ 0 w 107"/>
                <a:gd name="T3" fmla="*/ 0 h 1063"/>
                <a:gd name="T4" fmla="*/ 0 w 107"/>
                <a:gd name="T5" fmla="*/ 0 h 1063"/>
                <a:gd name="T6" fmla="*/ 0 w 107"/>
                <a:gd name="T7" fmla="*/ 0 h 1063"/>
                <a:gd name="T8" fmla="*/ 0 w 107"/>
                <a:gd name="T9" fmla="*/ 0 h 1063"/>
                <a:gd name="T10" fmla="*/ 0 w 107"/>
                <a:gd name="T11" fmla="*/ 0 h 1063"/>
                <a:gd name="T12" fmla="*/ 0 w 107"/>
                <a:gd name="T13" fmla="*/ 0 h 10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063"/>
                <a:gd name="T23" fmla="*/ 107 w 107"/>
                <a:gd name="T24" fmla="*/ 1063 h 10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063">
                  <a:moveTo>
                    <a:pt x="0" y="1063"/>
                  </a:moveTo>
                  <a:lnTo>
                    <a:pt x="53" y="1063"/>
                  </a:lnTo>
                  <a:lnTo>
                    <a:pt x="107" y="106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06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6" name="Freeform 4878">
              <a:extLst>
                <a:ext uri="{FF2B5EF4-FFF2-40B4-BE49-F238E27FC236}">
                  <a16:creationId xmlns:a16="http://schemas.microsoft.com/office/drawing/2014/main" id="{AA81A19C-A666-2644-BADF-4FC5BB9B3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7" name="Freeform 4879">
              <a:extLst>
                <a:ext uri="{FF2B5EF4-FFF2-40B4-BE49-F238E27FC236}">
                  <a16:creationId xmlns:a16="http://schemas.microsoft.com/office/drawing/2014/main" id="{31A9E6D5-A358-D541-32E2-EE6EF9D12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8" name="Freeform 4880">
              <a:extLst>
                <a:ext uri="{FF2B5EF4-FFF2-40B4-BE49-F238E27FC236}">
                  <a16:creationId xmlns:a16="http://schemas.microsoft.com/office/drawing/2014/main" id="{DD925325-ACAA-814A-66CD-7CE5573AB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9" name="Freeform 4881">
              <a:extLst>
                <a:ext uri="{FF2B5EF4-FFF2-40B4-BE49-F238E27FC236}">
                  <a16:creationId xmlns:a16="http://schemas.microsoft.com/office/drawing/2014/main" id="{43C85ABF-F242-E991-8AF1-0AF52B86F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0" name="Freeform 4882">
              <a:extLst>
                <a:ext uri="{FF2B5EF4-FFF2-40B4-BE49-F238E27FC236}">
                  <a16:creationId xmlns:a16="http://schemas.microsoft.com/office/drawing/2014/main" id="{1734EB41-B4E5-D0FA-954C-61DE25DFC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946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1" name="Freeform 4883">
              <a:extLst>
                <a:ext uri="{FF2B5EF4-FFF2-40B4-BE49-F238E27FC236}">
                  <a16:creationId xmlns:a16="http://schemas.microsoft.com/office/drawing/2014/main" id="{6BDD8C5B-6BB5-1903-F910-B4F931D6C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946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2" name="Freeform 4884">
              <a:extLst>
                <a:ext uri="{FF2B5EF4-FFF2-40B4-BE49-F238E27FC236}">
                  <a16:creationId xmlns:a16="http://schemas.microsoft.com/office/drawing/2014/main" id="{3857C91B-712E-B6A8-3A9B-51B2E78AD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94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3" name="Freeform 4885">
              <a:extLst>
                <a:ext uri="{FF2B5EF4-FFF2-40B4-BE49-F238E27FC236}">
                  <a16:creationId xmlns:a16="http://schemas.microsoft.com/office/drawing/2014/main" id="{760550C7-C771-9799-D14B-682EA3F2F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94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4" name="Line 4886">
              <a:extLst>
                <a:ext uri="{FF2B5EF4-FFF2-40B4-BE49-F238E27FC236}">
                  <a16:creationId xmlns:a16="http://schemas.microsoft.com/office/drawing/2014/main" id="{8DA4A00B-ED47-13FC-5027-DFEF1E6F7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1" y="1984"/>
              <a:ext cx="18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5" name="Line 4887">
              <a:extLst>
                <a:ext uri="{FF2B5EF4-FFF2-40B4-BE49-F238E27FC236}">
                  <a16:creationId xmlns:a16="http://schemas.microsoft.com/office/drawing/2014/main" id="{AB7D91CB-6C03-A767-2826-06F034321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1984"/>
              <a:ext cx="26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6" name="Line 4888">
              <a:extLst>
                <a:ext uri="{FF2B5EF4-FFF2-40B4-BE49-F238E27FC236}">
                  <a16:creationId xmlns:a16="http://schemas.microsoft.com/office/drawing/2014/main" id="{0A70616B-051E-C45D-1784-F984D90BD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7" y="1984"/>
              <a:ext cx="18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7" name="Line 4889">
              <a:extLst>
                <a:ext uri="{FF2B5EF4-FFF2-40B4-BE49-F238E27FC236}">
                  <a16:creationId xmlns:a16="http://schemas.microsoft.com/office/drawing/2014/main" id="{AFFCD4DB-4B0C-0000-EEA0-C7C0A2BEC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2103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8" name="Line 4890">
              <a:extLst>
                <a:ext uri="{FF2B5EF4-FFF2-40B4-BE49-F238E27FC236}">
                  <a16:creationId xmlns:a16="http://schemas.microsoft.com/office/drawing/2014/main" id="{DF2152A6-E2AA-FD93-EAAB-FDA5C0A3C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9" name="Line 4891">
              <a:extLst>
                <a:ext uri="{FF2B5EF4-FFF2-40B4-BE49-F238E27FC236}">
                  <a16:creationId xmlns:a16="http://schemas.microsoft.com/office/drawing/2014/main" id="{C6942A3C-6F86-6E34-52A7-4D6108E2B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1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0" name="Line 4892">
              <a:extLst>
                <a:ext uri="{FF2B5EF4-FFF2-40B4-BE49-F238E27FC236}">
                  <a16:creationId xmlns:a16="http://schemas.microsoft.com/office/drawing/2014/main" id="{6CEFB167-012F-7D03-B4AA-DDA98231C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1" name="Line 4893">
              <a:extLst>
                <a:ext uri="{FF2B5EF4-FFF2-40B4-BE49-F238E27FC236}">
                  <a16:creationId xmlns:a16="http://schemas.microsoft.com/office/drawing/2014/main" id="{D1FFD7AA-3841-6E39-31DE-24AC262F9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8" y="2103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2" name="Line 4894">
              <a:extLst>
                <a:ext uri="{FF2B5EF4-FFF2-40B4-BE49-F238E27FC236}">
                  <a16:creationId xmlns:a16="http://schemas.microsoft.com/office/drawing/2014/main" id="{94A2730D-9454-4D0A-ECB0-A7FD43292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1866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3" name="Line 4895">
              <a:extLst>
                <a:ext uri="{FF2B5EF4-FFF2-40B4-BE49-F238E27FC236}">
                  <a16:creationId xmlns:a16="http://schemas.microsoft.com/office/drawing/2014/main" id="{8312965B-8557-BEA0-1DE3-E7E9BF617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" y="1866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4" name="Line 4896">
              <a:extLst>
                <a:ext uri="{FF2B5EF4-FFF2-40B4-BE49-F238E27FC236}">
                  <a16:creationId xmlns:a16="http://schemas.microsoft.com/office/drawing/2014/main" id="{7F03D6C9-913D-CB73-2416-502D9D658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9" y="1866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5" name="Line 4897">
              <a:extLst>
                <a:ext uri="{FF2B5EF4-FFF2-40B4-BE49-F238E27FC236}">
                  <a16:creationId xmlns:a16="http://schemas.microsoft.com/office/drawing/2014/main" id="{7A249186-3DD7-DEBC-A58B-0E39972A1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" y="1866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6" name="Freeform 4898">
              <a:extLst>
                <a:ext uri="{FF2B5EF4-FFF2-40B4-BE49-F238E27FC236}">
                  <a16:creationId xmlns:a16="http://schemas.microsoft.com/office/drawing/2014/main" id="{6EE27980-093E-2545-F82A-EBE6AAB63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12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7" name="Freeform 4899">
              <a:extLst>
                <a:ext uri="{FF2B5EF4-FFF2-40B4-BE49-F238E27FC236}">
                  <a16:creationId xmlns:a16="http://schemas.microsoft.com/office/drawing/2014/main" id="{86332BE0-6C72-F804-4A8A-40745A6A9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12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8" name="Freeform 4900">
              <a:extLst>
                <a:ext uri="{FF2B5EF4-FFF2-40B4-BE49-F238E27FC236}">
                  <a16:creationId xmlns:a16="http://schemas.microsoft.com/office/drawing/2014/main" id="{2F924C3A-93F8-8E06-6CA2-B9BCCBD7F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123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9" name="Freeform 4901">
              <a:extLst>
                <a:ext uri="{FF2B5EF4-FFF2-40B4-BE49-F238E27FC236}">
                  <a16:creationId xmlns:a16="http://schemas.microsoft.com/office/drawing/2014/main" id="{37DECDBC-0337-7353-FC76-79646684F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123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0" name="Freeform 4902">
              <a:extLst>
                <a:ext uri="{FF2B5EF4-FFF2-40B4-BE49-F238E27FC236}">
                  <a16:creationId xmlns:a16="http://schemas.microsoft.com/office/drawing/2014/main" id="{0713C1F6-82E9-B423-7A1F-670A0E807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12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1" name="Freeform 4903">
              <a:extLst>
                <a:ext uri="{FF2B5EF4-FFF2-40B4-BE49-F238E27FC236}">
                  <a16:creationId xmlns:a16="http://schemas.microsoft.com/office/drawing/2014/main" id="{E166466B-7B90-74F0-990E-067ED92F2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12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2" name="Line 4947">
              <a:extLst>
                <a:ext uri="{FF2B5EF4-FFF2-40B4-BE49-F238E27FC236}">
                  <a16:creationId xmlns:a16="http://schemas.microsoft.com/office/drawing/2014/main" id="{B55CDAF0-2D46-5FC6-714F-3522AB441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710"/>
              <a:ext cx="1" cy="112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3" name="Line 4948">
              <a:extLst>
                <a:ext uri="{FF2B5EF4-FFF2-40B4-BE49-F238E27FC236}">
                  <a16:creationId xmlns:a16="http://schemas.microsoft.com/office/drawing/2014/main" id="{0B039F1F-E50F-7FBF-6A88-7003FC09B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4" name="Line 4949">
              <a:extLst>
                <a:ext uri="{FF2B5EF4-FFF2-40B4-BE49-F238E27FC236}">
                  <a16:creationId xmlns:a16="http://schemas.microsoft.com/office/drawing/2014/main" id="{9102AE8A-E91C-9CED-435D-404960227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745"/>
              <a:ext cx="1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5" name="Freeform 4950">
              <a:extLst>
                <a:ext uri="{FF2B5EF4-FFF2-40B4-BE49-F238E27FC236}">
                  <a16:creationId xmlns:a16="http://schemas.microsoft.com/office/drawing/2014/main" id="{50AB477C-1A73-514F-91B5-1F756CA35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6" name="Freeform 4951">
              <a:extLst>
                <a:ext uri="{FF2B5EF4-FFF2-40B4-BE49-F238E27FC236}">
                  <a16:creationId xmlns:a16="http://schemas.microsoft.com/office/drawing/2014/main" id="{F2A61A9A-07F7-6AE9-5AA1-74B18EE53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7" name="Freeform 4952">
              <a:extLst>
                <a:ext uri="{FF2B5EF4-FFF2-40B4-BE49-F238E27FC236}">
                  <a16:creationId xmlns:a16="http://schemas.microsoft.com/office/drawing/2014/main" id="{0D854644-8B7B-9EDA-7EED-8485FE0EC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8" name="Freeform 4953">
              <a:extLst>
                <a:ext uri="{FF2B5EF4-FFF2-40B4-BE49-F238E27FC236}">
                  <a16:creationId xmlns:a16="http://schemas.microsoft.com/office/drawing/2014/main" id="{882703BA-5322-D2F8-F41E-49108D324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9" name="Freeform 4954">
              <a:extLst>
                <a:ext uri="{FF2B5EF4-FFF2-40B4-BE49-F238E27FC236}">
                  <a16:creationId xmlns:a16="http://schemas.microsoft.com/office/drawing/2014/main" id="{AF71C8EE-3950-36BA-7AA8-B59C5DEA6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2641"/>
              <a:ext cx="36" cy="65"/>
            </a:xfrm>
            <a:custGeom>
              <a:avLst/>
              <a:gdLst>
                <a:gd name="T0" fmla="*/ 0 w 217"/>
                <a:gd name="T1" fmla="*/ 0 h 390"/>
                <a:gd name="T2" fmla="*/ 0 w 217"/>
                <a:gd name="T3" fmla="*/ 0 h 390"/>
                <a:gd name="T4" fmla="*/ 0 w 217"/>
                <a:gd name="T5" fmla="*/ 0 h 390"/>
                <a:gd name="T6" fmla="*/ 0 w 217"/>
                <a:gd name="T7" fmla="*/ 0 h 390"/>
                <a:gd name="T8" fmla="*/ 0 w 217"/>
                <a:gd name="T9" fmla="*/ 0 h 390"/>
                <a:gd name="T10" fmla="*/ 0 w 217"/>
                <a:gd name="T11" fmla="*/ 0 h 390"/>
                <a:gd name="T12" fmla="*/ 0 w 217"/>
                <a:gd name="T13" fmla="*/ 0 h 390"/>
                <a:gd name="T14" fmla="*/ 0 w 217"/>
                <a:gd name="T15" fmla="*/ 0 h 390"/>
                <a:gd name="T16" fmla="*/ 0 w 217"/>
                <a:gd name="T17" fmla="*/ 0 h 390"/>
                <a:gd name="T18" fmla="*/ 0 w 217"/>
                <a:gd name="T19" fmla="*/ 0 h 390"/>
                <a:gd name="T20" fmla="*/ 0 w 217"/>
                <a:gd name="T21" fmla="*/ 0 h 390"/>
                <a:gd name="T22" fmla="*/ 0 w 217"/>
                <a:gd name="T23" fmla="*/ 0 h 390"/>
                <a:gd name="T24" fmla="*/ 0 w 217"/>
                <a:gd name="T25" fmla="*/ 0 h 390"/>
                <a:gd name="T26" fmla="*/ 0 w 217"/>
                <a:gd name="T27" fmla="*/ 0 h 390"/>
                <a:gd name="T28" fmla="*/ 0 w 217"/>
                <a:gd name="T29" fmla="*/ 0 h 390"/>
                <a:gd name="T30" fmla="*/ 0 w 217"/>
                <a:gd name="T31" fmla="*/ 0 h 390"/>
                <a:gd name="T32" fmla="*/ 0 w 217"/>
                <a:gd name="T33" fmla="*/ 0 h 3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7"/>
                <a:gd name="T52" fmla="*/ 0 h 390"/>
                <a:gd name="T53" fmla="*/ 217 w 217"/>
                <a:gd name="T54" fmla="*/ 390 h 39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7" h="390">
                  <a:moveTo>
                    <a:pt x="0" y="390"/>
                  </a:moveTo>
                  <a:lnTo>
                    <a:pt x="55" y="369"/>
                  </a:lnTo>
                  <a:lnTo>
                    <a:pt x="109" y="326"/>
                  </a:lnTo>
                  <a:lnTo>
                    <a:pt x="163" y="260"/>
                  </a:lnTo>
                  <a:lnTo>
                    <a:pt x="206" y="97"/>
                  </a:lnTo>
                  <a:lnTo>
                    <a:pt x="217" y="65"/>
                  </a:lnTo>
                  <a:lnTo>
                    <a:pt x="217" y="43"/>
                  </a:lnTo>
                  <a:lnTo>
                    <a:pt x="206" y="22"/>
                  </a:lnTo>
                  <a:lnTo>
                    <a:pt x="173" y="0"/>
                  </a:lnTo>
                  <a:lnTo>
                    <a:pt x="119" y="0"/>
                  </a:lnTo>
                  <a:lnTo>
                    <a:pt x="76" y="22"/>
                  </a:lnTo>
                  <a:lnTo>
                    <a:pt x="43" y="54"/>
                  </a:lnTo>
                  <a:lnTo>
                    <a:pt x="22" y="152"/>
                  </a:lnTo>
                  <a:lnTo>
                    <a:pt x="22" y="184"/>
                  </a:lnTo>
                  <a:lnTo>
                    <a:pt x="43" y="206"/>
                  </a:lnTo>
                  <a:lnTo>
                    <a:pt x="76" y="217"/>
                  </a:lnTo>
                  <a:lnTo>
                    <a:pt x="173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0" name="Line 4955">
              <a:extLst>
                <a:ext uri="{FF2B5EF4-FFF2-40B4-BE49-F238E27FC236}">
                  <a16:creationId xmlns:a16="http://schemas.microsoft.com/office/drawing/2014/main" id="{C7CEC266-1EE1-A910-AA5C-4F87E1B35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1" name="Line 4956">
              <a:extLst>
                <a:ext uri="{FF2B5EF4-FFF2-40B4-BE49-F238E27FC236}">
                  <a16:creationId xmlns:a16="http://schemas.microsoft.com/office/drawing/2014/main" id="{77135AB6-38DA-9D64-E771-C6C02DC0E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3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2" name="Line 4957">
              <a:extLst>
                <a:ext uri="{FF2B5EF4-FFF2-40B4-BE49-F238E27FC236}">
                  <a16:creationId xmlns:a16="http://schemas.microsoft.com/office/drawing/2014/main" id="{C7B38041-4182-E9C0-E273-E9F3B8AC4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3" y="274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3" name="Line 4958">
              <a:extLst>
                <a:ext uri="{FF2B5EF4-FFF2-40B4-BE49-F238E27FC236}">
                  <a16:creationId xmlns:a16="http://schemas.microsoft.com/office/drawing/2014/main" id="{6CC9F61A-4593-F568-6FE8-3DAD4F51AE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4" name="Line 4959">
              <a:extLst>
                <a:ext uri="{FF2B5EF4-FFF2-40B4-BE49-F238E27FC236}">
                  <a16:creationId xmlns:a16="http://schemas.microsoft.com/office/drawing/2014/main" id="{5499551A-D165-83D1-86EC-799D90DFA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5" name="Line 4960">
              <a:extLst>
                <a:ext uri="{FF2B5EF4-FFF2-40B4-BE49-F238E27FC236}">
                  <a16:creationId xmlns:a16="http://schemas.microsoft.com/office/drawing/2014/main" id="{283EE970-2DCF-D47F-7E96-5E2978528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745"/>
              <a:ext cx="6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6" name="Line 4961">
              <a:extLst>
                <a:ext uri="{FF2B5EF4-FFF2-40B4-BE49-F238E27FC236}">
                  <a16:creationId xmlns:a16="http://schemas.microsoft.com/office/drawing/2014/main" id="{E937AB47-6B02-D664-5483-38DEA7072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3" y="2745"/>
              <a:ext cx="7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7" name="Line 4962">
              <a:extLst>
                <a:ext uri="{FF2B5EF4-FFF2-40B4-BE49-F238E27FC236}">
                  <a16:creationId xmlns:a16="http://schemas.microsoft.com/office/drawing/2014/main" id="{EEC85F0D-14C3-205C-126D-68A1FED74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2" y="2745"/>
              <a:ext cx="20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8" name="Freeform 4963">
              <a:extLst>
                <a:ext uri="{FF2B5EF4-FFF2-40B4-BE49-F238E27FC236}">
                  <a16:creationId xmlns:a16="http://schemas.microsoft.com/office/drawing/2014/main" id="{B91FD78C-36A5-4B9B-309A-00BACB29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9" name="Freeform 4964">
              <a:extLst>
                <a:ext uri="{FF2B5EF4-FFF2-40B4-BE49-F238E27FC236}">
                  <a16:creationId xmlns:a16="http://schemas.microsoft.com/office/drawing/2014/main" id="{5FFF1EFF-7C27-3D37-97D6-64854D162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0" name="Freeform 4965">
              <a:extLst>
                <a:ext uri="{FF2B5EF4-FFF2-40B4-BE49-F238E27FC236}">
                  <a16:creationId xmlns:a16="http://schemas.microsoft.com/office/drawing/2014/main" id="{6C483DE9-1CCD-E628-380E-CDF269126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1" name="Freeform 4966">
              <a:extLst>
                <a:ext uri="{FF2B5EF4-FFF2-40B4-BE49-F238E27FC236}">
                  <a16:creationId xmlns:a16="http://schemas.microsoft.com/office/drawing/2014/main" id="{6E62AC5F-2111-CDCD-4A26-B5C047B45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2" name="Freeform 4967">
              <a:extLst>
                <a:ext uri="{FF2B5EF4-FFF2-40B4-BE49-F238E27FC236}">
                  <a16:creationId xmlns:a16="http://schemas.microsoft.com/office/drawing/2014/main" id="{9EF49F3E-AB2F-A03D-24CB-6289E2D85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641"/>
              <a:ext cx="36" cy="65"/>
            </a:xfrm>
            <a:custGeom>
              <a:avLst/>
              <a:gdLst>
                <a:gd name="T0" fmla="*/ 0 w 217"/>
                <a:gd name="T1" fmla="*/ 0 h 390"/>
                <a:gd name="T2" fmla="*/ 0 w 217"/>
                <a:gd name="T3" fmla="*/ 0 h 390"/>
                <a:gd name="T4" fmla="*/ 0 w 217"/>
                <a:gd name="T5" fmla="*/ 0 h 390"/>
                <a:gd name="T6" fmla="*/ 0 w 217"/>
                <a:gd name="T7" fmla="*/ 0 h 390"/>
                <a:gd name="T8" fmla="*/ 0 w 217"/>
                <a:gd name="T9" fmla="*/ 0 h 390"/>
                <a:gd name="T10" fmla="*/ 0 w 217"/>
                <a:gd name="T11" fmla="*/ 0 h 390"/>
                <a:gd name="T12" fmla="*/ 0 w 217"/>
                <a:gd name="T13" fmla="*/ 0 h 390"/>
                <a:gd name="T14" fmla="*/ 0 w 217"/>
                <a:gd name="T15" fmla="*/ 0 h 390"/>
                <a:gd name="T16" fmla="*/ 0 w 217"/>
                <a:gd name="T17" fmla="*/ 0 h 390"/>
                <a:gd name="T18" fmla="*/ 0 w 217"/>
                <a:gd name="T19" fmla="*/ 0 h 390"/>
                <a:gd name="T20" fmla="*/ 0 w 217"/>
                <a:gd name="T21" fmla="*/ 0 h 390"/>
                <a:gd name="T22" fmla="*/ 0 w 217"/>
                <a:gd name="T23" fmla="*/ 0 h 390"/>
                <a:gd name="T24" fmla="*/ 0 w 217"/>
                <a:gd name="T25" fmla="*/ 0 h 390"/>
                <a:gd name="T26" fmla="*/ 0 w 217"/>
                <a:gd name="T27" fmla="*/ 0 h 390"/>
                <a:gd name="T28" fmla="*/ 0 w 217"/>
                <a:gd name="T29" fmla="*/ 0 h 390"/>
                <a:gd name="T30" fmla="*/ 0 w 217"/>
                <a:gd name="T31" fmla="*/ 0 h 390"/>
                <a:gd name="T32" fmla="*/ 0 w 217"/>
                <a:gd name="T33" fmla="*/ 0 h 390"/>
                <a:gd name="T34" fmla="*/ 0 w 217"/>
                <a:gd name="T35" fmla="*/ 0 h 39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17"/>
                <a:gd name="T55" fmla="*/ 0 h 390"/>
                <a:gd name="T56" fmla="*/ 217 w 217"/>
                <a:gd name="T57" fmla="*/ 390 h 39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17" h="390">
                  <a:moveTo>
                    <a:pt x="217" y="0"/>
                  </a:moveTo>
                  <a:lnTo>
                    <a:pt x="162" y="22"/>
                  </a:lnTo>
                  <a:lnTo>
                    <a:pt x="108" y="65"/>
                  </a:lnTo>
                  <a:lnTo>
                    <a:pt x="65" y="119"/>
                  </a:lnTo>
                  <a:lnTo>
                    <a:pt x="44" y="163"/>
                  </a:lnTo>
                  <a:lnTo>
                    <a:pt x="0" y="314"/>
                  </a:lnTo>
                  <a:lnTo>
                    <a:pt x="0" y="336"/>
                  </a:lnTo>
                  <a:lnTo>
                    <a:pt x="11" y="369"/>
                  </a:lnTo>
                  <a:lnTo>
                    <a:pt x="44" y="390"/>
                  </a:lnTo>
                  <a:lnTo>
                    <a:pt x="76" y="390"/>
                  </a:lnTo>
                  <a:lnTo>
                    <a:pt x="119" y="380"/>
                  </a:lnTo>
                  <a:lnTo>
                    <a:pt x="152" y="358"/>
                  </a:lnTo>
                  <a:lnTo>
                    <a:pt x="174" y="326"/>
                  </a:lnTo>
                  <a:lnTo>
                    <a:pt x="195" y="250"/>
                  </a:lnTo>
                  <a:lnTo>
                    <a:pt x="195" y="217"/>
                  </a:lnTo>
                  <a:lnTo>
                    <a:pt x="185" y="184"/>
                  </a:lnTo>
                  <a:lnTo>
                    <a:pt x="152" y="173"/>
                  </a:lnTo>
                  <a:lnTo>
                    <a:pt x="54" y="17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3" name="Line 4968">
              <a:extLst>
                <a:ext uri="{FF2B5EF4-FFF2-40B4-BE49-F238E27FC236}">
                  <a16:creationId xmlns:a16="http://schemas.microsoft.com/office/drawing/2014/main" id="{0DABBEEC-7F4D-CC72-2847-615F67DBB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4" name="Line 4969">
              <a:extLst>
                <a:ext uri="{FF2B5EF4-FFF2-40B4-BE49-F238E27FC236}">
                  <a16:creationId xmlns:a16="http://schemas.microsoft.com/office/drawing/2014/main" id="{98FBCFFE-6472-1B55-07FA-37F6A03C8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5" name="Line 4971">
              <a:extLst>
                <a:ext uri="{FF2B5EF4-FFF2-40B4-BE49-F238E27FC236}">
                  <a16:creationId xmlns:a16="http://schemas.microsoft.com/office/drawing/2014/main" id="{FE6F8D18-06C8-1786-2875-8CBBA9009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74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6" name="Line 4972">
              <a:extLst>
                <a:ext uri="{FF2B5EF4-FFF2-40B4-BE49-F238E27FC236}">
                  <a16:creationId xmlns:a16="http://schemas.microsoft.com/office/drawing/2014/main" id="{82091C9A-C3F4-7A98-4815-8856BFEA7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2940"/>
              <a:ext cx="43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7" name="Line 4973">
              <a:extLst>
                <a:ext uri="{FF2B5EF4-FFF2-40B4-BE49-F238E27FC236}">
                  <a16:creationId xmlns:a16="http://schemas.microsoft.com/office/drawing/2014/main" id="{83FC7850-0BD0-6FCC-28CA-49BF836A3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2822"/>
              <a:ext cx="24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8" name="Line 4974">
              <a:extLst>
                <a:ext uri="{FF2B5EF4-FFF2-40B4-BE49-F238E27FC236}">
                  <a16:creationId xmlns:a16="http://schemas.microsoft.com/office/drawing/2014/main" id="{DFE3924B-A112-6D22-4DE0-69FF655C3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3" y="3010"/>
              <a:ext cx="1" cy="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9" name="Line 4975">
              <a:extLst>
                <a:ext uri="{FF2B5EF4-FFF2-40B4-BE49-F238E27FC236}">
                  <a16:creationId xmlns:a16="http://schemas.microsoft.com/office/drawing/2014/main" id="{7530AC85-707D-B5A7-4F19-352B9825C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3" y="2683"/>
              <a:ext cx="1" cy="7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0" name="Line 4976">
              <a:extLst>
                <a:ext uri="{FF2B5EF4-FFF2-40B4-BE49-F238E27FC236}">
                  <a16:creationId xmlns:a16="http://schemas.microsoft.com/office/drawing/2014/main" id="{1684222E-D9A9-AF4D-2DC4-22D237E671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3" y="2822"/>
              <a:ext cx="1" cy="118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1" name="Freeform 4977">
              <a:extLst>
                <a:ext uri="{FF2B5EF4-FFF2-40B4-BE49-F238E27FC236}">
                  <a16:creationId xmlns:a16="http://schemas.microsoft.com/office/drawing/2014/main" id="{B6EF9E16-72DF-AE81-14B9-4524F2920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940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418"/>
                  </a:moveTo>
                  <a:lnTo>
                    <a:pt x="139" y="418"/>
                  </a:lnTo>
                  <a:lnTo>
                    <a:pt x="70" y="0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2" name="Freeform 4978">
              <a:extLst>
                <a:ext uri="{FF2B5EF4-FFF2-40B4-BE49-F238E27FC236}">
                  <a16:creationId xmlns:a16="http://schemas.microsoft.com/office/drawing/2014/main" id="{F81612CD-59EC-FD66-95B2-F713C93F6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940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418"/>
                  </a:moveTo>
                  <a:lnTo>
                    <a:pt x="139" y="418"/>
                  </a:lnTo>
                  <a:lnTo>
                    <a:pt x="70" y="0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3" name="Freeform 4979">
              <a:extLst>
                <a:ext uri="{FF2B5EF4-FFF2-40B4-BE49-F238E27FC236}">
                  <a16:creationId xmlns:a16="http://schemas.microsoft.com/office/drawing/2014/main" id="{FA3B349F-42C6-BB2D-1761-626A7AD81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753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4" name="Freeform 4980">
              <a:extLst>
                <a:ext uri="{FF2B5EF4-FFF2-40B4-BE49-F238E27FC236}">
                  <a16:creationId xmlns:a16="http://schemas.microsoft.com/office/drawing/2014/main" id="{B4611C86-65E5-E44B-5B50-954C10E2B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753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5" name="Freeform 4981">
              <a:extLst>
                <a:ext uri="{FF2B5EF4-FFF2-40B4-BE49-F238E27FC236}">
                  <a16:creationId xmlns:a16="http://schemas.microsoft.com/office/drawing/2014/main" id="{988234AB-7F68-D31B-97EE-EB244C5EB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2868"/>
              <a:ext cx="36" cy="36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217" y="217"/>
                  </a:moveTo>
                  <a:lnTo>
                    <a:pt x="217" y="131"/>
                  </a:lnTo>
                  <a:lnTo>
                    <a:pt x="205" y="77"/>
                  </a:lnTo>
                  <a:lnTo>
                    <a:pt x="184" y="44"/>
                  </a:lnTo>
                  <a:lnTo>
                    <a:pt x="151" y="21"/>
                  </a:lnTo>
                  <a:lnTo>
                    <a:pt x="75" y="0"/>
                  </a:lnTo>
                  <a:lnTo>
                    <a:pt x="43" y="0"/>
                  </a:lnTo>
                  <a:lnTo>
                    <a:pt x="21" y="11"/>
                  </a:lnTo>
                  <a:lnTo>
                    <a:pt x="11" y="33"/>
                  </a:lnTo>
                  <a:lnTo>
                    <a:pt x="0" y="65"/>
                  </a:lnTo>
                  <a:lnTo>
                    <a:pt x="0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6" name="Freeform 4982">
              <a:extLst>
                <a:ext uri="{FF2B5EF4-FFF2-40B4-BE49-F238E27FC236}">
                  <a16:creationId xmlns:a16="http://schemas.microsoft.com/office/drawing/2014/main" id="{210746B7-DA56-E7A6-64BF-D18092A10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859"/>
              <a:ext cx="29" cy="27"/>
            </a:xfrm>
            <a:custGeom>
              <a:avLst/>
              <a:gdLst>
                <a:gd name="T0" fmla="*/ 0 w 174"/>
                <a:gd name="T1" fmla="*/ 0 h 162"/>
                <a:gd name="T2" fmla="*/ 0 w 174"/>
                <a:gd name="T3" fmla="*/ 0 h 162"/>
                <a:gd name="T4" fmla="*/ 0 w 174"/>
                <a:gd name="T5" fmla="*/ 0 h 162"/>
                <a:gd name="T6" fmla="*/ 0 w 174"/>
                <a:gd name="T7" fmla="*/ 0 h 162"/>
                <a:gd name="T8" fmla="*/ 0 w 174"/>
                <a:gd name="T9" fmla="*/ 0 h 162"/>
                <a:gd name="T10" fmla="*/ 0 w 174"/>
                <a:gd name="T11" fmla="*/ 0 h 162"/>
                <a:gd name="T12" fmla="*/ 0 w 174"/>
                <a:gd name="T13" fmla="*/ 0 h 162"/>
                <a:gd name="T14" fmla="*/ 0 w 174"/>
                <a:gd name="T15" fmla="*/ 0 h 162"/>
                <a:gd name="T16" fmla="*/ 0 w 174"/>
                <a:gd name="T17" fmla="*/ 0 h 162"/>
                <a:gd name="T18" fmla="*/ 0 w 174"/>
                <a:gd name="T19" fmla="*/ 0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4"/>
                <a:gd name="T31" fmla="*/ 0 h 162"/>
                <a:gd name="T32" fmla="*/ 174 w 174"/>
                <a:gd name="T33" fmla="*/ 162 h 16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4" h="162">
                  <a:moveTo>
                    <a:pt x="174" y="108"/>
                  </a:moveTo>
                  <a:lnTo>
                    <a:pt x="163" y="65"/>
                  </a:lnTo>
                  <a:lnTo>
                    <a:pt x="141" y="32"/>
                  </a:lnTo>
                  <a:lnTo>
                    <a:pt x="108" y="11"/>
                  </a:lnTo>
                  <a:lnTo>
                    <a:pt x="77" y="0"/>
                  </a:lnTo>
                  <a:lnTo>
                    <a:pt x="44" y="0"/>
                  </a:lnTo>
                  <a:lnTo>
                    <a:pt x="22" y="11"/>
                  </a:lnTo>
                  <a:lnTo>
                    <a:pt x="11" y="21"/>
                  </a:lnTo>
                  <a:lnTo>
                    <a:pt x="0" y="44"/>
                  </a:lnTo>
                  <a:lnTo>
                    <a:pt x="0" y="162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7" name="Line 4983">
              <a:extLst>
                <a:ext uri="{FF2B5EF4-FFF2-40B4-BE49-F238E27FC236}">
                  <a16:creationId xmlns:a16="http://schemas.microsoft.com/office/drawing/2014/main" id="{E10B72C5-E200-615E-ABCE-8E1110E1D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940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8" name="Line 4984">
              <a:extLst>
                <a:ext uri="{FF2B5EF4-FFF2-40B4-BE49-F238E27FC236}">
                  <a16:creationId xmlns:a16="http://schemas.microsoft.com/office/drawing/2014/main" id="{1BB3E060-C10B-E1B8-50A8-0DCDE6F13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9" name="Line 4985">
              <a:extLst>
                <a:ext uri="{FF2B5EF4-FFF2-40B4-BE49-F238E27FC236}">
                  <a16:creationId xmlns:a16="http://schemas.microsoft.com/office/drawing/2014/main" id="{E6BE139B-07AC-1491-2176-A96596E90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3" y="2822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0" name="Line 4986">
              <a:extLst>
                <a:ext uri="{FF2B5EF4-FFF2-40B4-BE49-F238E27FC236}">
                  <a16:creationId xmlns:a16="http://schemas.microsoft.com/office/drawing/2014/main" id="{2C10FAE1-43B1-6A52-02AD-FFFE42DD1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137"/>
              <a:ext cx="1" cy="7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1" name="Line 4987">
              <a:extLst>
                <a:ext uri="{FF2B5EF4-FFF2-40B4-BE49-F238E27FC236}">
                  <a16:creationId xmlns:a16="http://schemas.microsoft.com/office/drawing/2014/main" id="{7861AB4A-4AC1-940A-3B86-C735A510C5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2142"/>
              <a:ext cx="1" cy="79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2" name="Line 4988">
              <a:extLst>
                <a:ext uri="{FF2B5EF4-FFF2-40B4-BE49-F238E27FC236}">
                  <a16:creationId xmlns:a16="http://schemas.microsoft.com/office/drawing/2014/main" id="{66AF3949-857C-0B9D-8821-BF8F93F26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7" y="2177"/>
              <a:ext cx="333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3" name="Freeform 4989">
              <a:extLst>
                <a:ext uri="{FF2B5EF4-FFF2-40B4-BE49-F238E27FC236}">
                  <a16:creationId xmlns:a16="http://schemas.microsoft.com/office/drawing/2014/main" id="{9E4888F0-91D8-3ACF-44FB-8A4A7760B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216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4" name="Freeform 4990">
              <a:extLst>
                <a:ext uri="{FF2B5EF4-FFF2-40B4-BE49-F238E27FC236}">
                  <a16:creationId xmlns:a16="http://schemas.microsoft.com/office/drawing/2014/main" id="{50E65895-F35A-3D5C-95DE-9D0E7A05F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216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5" name="Freeform 4991">
              <a:extLst>
                <a:ext uri="{FF2B5EF4-FFF2-40B4-BE49-F238E27FC236}">
                  <a16:creationId xmlns:a16="http://schemas.microsoft.com/office/drawing/2014/main" id="{BA6C6B23-8804-2CFA-9A94-E1795D9FB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16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6" name="Freeform 4992">
              <a:extLst>
                <a:ext uri="{FF2B5EF4-FFF2-40B4-BE49-F238E27FC236}">
                  <a16:creationId xmlns:a16="http://schemas.microsoft.com/office/drawing/2014/main" id="{05492489-164F-8A68-7976-4C28E622C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16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7" name="Freeform 4993">
              <a:extLst>
                <a:ext uri="{FF2B5EF4-FFF2-40B4-BE49-F238E27FC236}">
                  <a16:creationId xmlns:a16="http://schemas.microsoft.com/office/drawing/2014/main" id="{71CEC0B0-E148-C80B-2D1F-7EDCA8523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2074"/>
              <a:ext cx="18" cy="65"/>
            </a:xfrm>
            <a:custGeom>
              <a:avLst/>
              <a:gdLst>
                <a:gd name="T0" fmla="*/ 0 w 108"/>
                <a:gd name="T1" fmla="*/ 0 h 390"/>
                <a:gd name="T2" fmla="*/ 0 w 108"/>
                <a:gd name="T3" fmla="*/ 0 h 390"/>
                <a:gd name="T4" fmla="*/ 0 w 108"/>
                <a:gd name="T5" fmla="*/ 0 h 390"/>
                <a:gd name="T6" fmla="*/ 0 60000 65536"/>
                <a:gd name="T7" fmla="*/ 0 60000 65536"/>
                <a:gd name="T8" fmla="*/ 0 60000 65536"/>
                <a:gd name="T9" fmla="*/ 0 w 108"/>
                <a:gd name="T10" fmla="*/ 0 h 390"/>
                <a:gd name="T11" fmla="*/ 108 w 108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" h="390">
                  <a:moveTo>
                    <a:pt x="0" y="390"/>
                  </a:moveTo>
                  <a:lnTo>
                    <a:pt x="108" y="0"/>
                  </a:lnTo>
                  <a:lnTo>
                    <a:pt x="0" y="86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8" name="Freeform 4994">
              <a:extLst>
                <a:ext uri="{FF2B5EF4-FFF2-40B4-BE49-F238E27FC236}">
                  <a16:creationId xmlns:a16="http://schemas.microsoft.com/office/drawing/2014/main" id="{0BA35FC7-36F8-A435-DCB5-E8D61DF93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074"/>
              <a:ext cx="36" cy="50"/>
            </a:xfrm>
            <a:custGeom>
              <a:avLst/>
              <a:gdLst>
                <a:gd name="T0" fmla="*/ 0 w 217"/>
                <a:gd name="T1" fmla="*/ 0 h 303"/>
                <a:gd name="T2" fmla="*/ 0 w 217"/>
                <a:gd name="T3" fmla="*/ 0 h 303"/>
                <a:gd name="T4" fmla="*/ 0 w 217"/>
                <a:gd name="T5" fmla="*/ 0 h 303"/>
                <a:gd name="T6" fmla="*/ 0 60000 65536"/>
                <a:gd name="T7" fmla="*/ 0 60000 65536"/>
                <a:gd name="T8" fmla="*/ 0 60000 65536"/>
                <a:gd name="T9" fmla="*/ 0 w 217"/>
                <a:gd name="T10" fmla="*/ 0 h 303"/>
                <a:gd name="T11" fmla="*/ 217 w 217"/>
                <a:gd name="T12" fmla="*/ 303 h 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" h="303">
                  <a:moveTo>
                    <a:pt x="163" y="0"/>
                  </a:moveTo>
                  <a:lnTo>
                    <a:pt x="0" y="303"/>
                  </a:lnTo>
                  <a:lnTo>
                    <a:pt x="217" y="30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9" name="Line 4995">
              <a:extLst>
                <a:ext uri="{FF2B5EF4-FFF2-40B4-BE49-F238E27FC236}">
                  <a16:creationId xmlns:a16="http://schemas.microsoft.com/office/drawing/2014/main" id="{E1DBF20A-D243-8AB3-7993-2DEFBBE1F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8" y="2110"/>
              <a:ext cx="7" cy="2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0" name="Line 4996">
              <a:extLst>
                <a:ext uri="{FF2B5EF4-FFF2-40B4-BE49-F238E27FC236}">
                  <a16:creationId xmlns:a16="http://schemas.microsoft.com/office/drawing/2014/main" id="{215F688C-1B58-961C-F027-37B7D5919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13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1" name="Line 4997">
              <a:extLst>
                <a:ext uri="{FF2B5EF4-FFF2-40B4-BE49-F238E27FC236}">
                  <a16:creationId xmlns:a16="http://schemas.microsoft.com/office/drawing/2014/main" id="{96A61572-AC8B-9AD0-95D9-885266451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2" name="Line 4998">
              <a:extLst>
                <a:ext uri="{FF2B5EF4-FFF2-40B4-BE49-F238E27FC236}">
                  <a16:creationId xmlns:a16="http://schemas.microsoft.com/office/drawing/2014/main" id="{1DD95CDE-12F0-1D3B-3E52-C9A957FAC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17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3" name="Line 4999">
              <a:extLst>
                <a:ext uri="{FF2B5EF4-FFF2-40B4-BE49-F238E27FC236}">
                  <a16:creationId xmlns:a16="http://schemas.microsoft.com/office/drawing/2014/main" id="{F932B4FA-525D-64CB-4136-229EC192CC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3" y="1984"/>
              <a:ext cx="38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4" name="Line 5000">
              <a:extLst>
                <a:ext uri="{FF2B5EF4-FFF2-40B4-BE49-F238E27FC236}">
                  <a16:creationId xmlns:a16="http://schemas.microsoft.com/office/drawing/2014/main" id="{239A2A48-BAE1-1FDC-51E7-F0CCF0DC9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78"/>
              <a:ext cx="57" cy="1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5" name="Line 5001">
              <a:extLst>
                <a:ext uri="{FF2B5EF4-FFF2-40B4-BE49-F238E27FC236}">
                  <a16:creationId xmlns:a16="http://schemas.microsoft.com/office/drawing/2014/main" id="{037E00E4-ADA5-6213-9D08-B904599DD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2054"/>
              <a:ext cx="1" cy="7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6" name="Line 5002">
              <a:extLst>
                <a:ext uri="{FF2B5EF4-FFF2-40B4-BE49-F238E27FC236}">
                  <a16:creationId xmlns:a16="http://schemas.microsoft.com/office/drawing/2014/main" id="{CE7952D1-99A3-BC38-047F-BAA112596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8" y="1639"/>
              <a:ext cx="1" cy="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7" name="Line 5003">
              <a:extLst>
                <a:ext uri="{FF2B5EF4-FFF2-40B4-BE49-F238E27FC236}">
                  <a16:creationId xmlns:a16="http://schemas.microsoft.com/office/drawing/2014/main" id="{2C2EDF13-BE90-F19C-EABF-15FBDE5879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8" y="1778"/>
              <a:ext cx="1" cy="20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8" name="Freeform 5004">
              <a:extLst>
                <a:ext uri="{FF2B5EF4-FFF2-40B4-BE49-F238E27FC236}">
                  <a16:creationId xmlns:a16="http://schemas.microsoft.com/office/drawing/2014/main" id="{EDD0850C-D764-BFEF-74D8-50A0FCD4C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84"/>
              <a:ext cx="24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9" name="Freeform 5005">
              <a:extLst>
                <a:ext uri="{FF2B5EF4-FFF2-40B4-BE49-F238E27FC236}">
                  <a16:creationId xmlns:a16="http://schemas.microsoft.com/office/drawing/2014/main" id="{DE4E66C3-9B57-ADCD-C3E7-368142FEC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84"/>
              <a:ext cx="24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0" name="Freeform 5006">
              <a:extLst>
                <a:ext uri="{FF2B5EF4-FFF2-40B4-BE49-F238E27FC236}">
                  <a16:creationId xmlns:a16="http://schemas.microsoft.com/office/drawing/2014/main" id="{063385D5-372F-D98E-7E11-E8D33B669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708"/>
              <a:ext cx="24" cy="70"/>
            </a:xfrm>
            <a:custGeom>
              <a:avLst/>
              <a:gdLst>
                <a:gd name="T0" fmla="*/ 0 w 139"/>
                <a:gd name="T1" fmla="*/ 0 h 416"/>
                <a:gd name="T2" fmla="*/ 0 w 139"/>
                <a:gd name="T3" fmla="*/ 0 h 416"/>
                <a:gd name="T4" fmla="*/ 0 w 139"/>
                <a:gd name="T5" fmla="*/ 0 h 416"/>
                <a:gd name="T6" fmla="*/ 0 w 139"/>
                <a:gd name="T7" fmla="*/ 0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6"/>
                <a:gd name="T14" fmla="*/ 139 w 139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6">
                  <a:moveTo>
                    <a:pt x="0" y="0"/>
                  </a:moveTo>
                  <a:lnTo>
                    <a:pt x="139" y="0"/>
                  </a:lnTo>
                  <a:lnTo>
                    <a:pt x="69" y="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1" name="Freeform 5007">
              <a:extLst>
                <a:ext uri="{FF2B5EF4-FFF2-40B4-BE49-F238E27FC236}">
                  <a16:creationId xmlns:a16="http://schemas.microsoft.com/office/drawing/2014/main" id="{89669F88-5286-71D4-356D-587AC48DB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708"/>
              <a:ext cx="24" cy="70"/>
            </a:xfrm>
            <a:custGeom>
              <a:avLst/>
              <a:gdLst>
                <a:gd name="T0" fmla="*/ 0 w 139"/>
                <a:gd name="T1" fmla="*/ 0 h 416"/>
                <a:gd name="T2" fmla="*/ 0 w 139"/>
                <a:gd name="T3" fmla="*/ 0 h 416"/>
                <a:gd name="T4" fmla="*/ 0 w 139"/>
                <a:gd name="T5" fmla="*/ 0 h 416"/>
                <a:gd name="T6" fmla="*/ 0 w 139"/>
                <a:gd name="T7" fmla="*/ 0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6"/>
                <a:gd name="T14" fmla="*/ 139 w 139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6">
                  <a:moveTo>
                    <a:pt x="0" y="0"/>
                  </a:moveTo>
                  <a:lnTo>
                    <a:pt x="139" y="0"/>
                  </a:lnTo>
                  <a:lnTo>
                    <a:pt x="69" y="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2" name="Freeform 5008">
              <a:extLst>
                <a:ext uri="{FF2B5EF4-FFF2-40B4-BE49-F238E27FC236}">
                  <a16:creationId xmlns:a16="http://schemas.microsoft.com/office/drawing/2014/main" id="{81ADF6EB-BDE3-C93F-820A-422D5C305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1863"/>
              <a:ext cx="65" cy="36"/>
            </a:xfrm>
            <a:custGeom>
              <a:avLst/>
              <a:gdLst>
                <a:gd name="T0" fmla="*/ 0 w 391"/>
                <a:gd name="T1" fmla="*/ 0 h 217"/>
                <a:gd name="T2" fmla="*/ 0 w 391"/>
                <a:gd name="T3" fmla="*/ 0 h 217"/>
                <a:gd name="T4" fmla="*/ 0 w 391"/>
                <a:gd name="T5" fmla="*/ 0 h 217"/>
                <a:gd name="T6" fmla="*/ 0 w 391"/>
                <a:gd name="T7" fmla="*/ 0 h 217"/>
                <a:gd name="T8" fmla="*/ 0 w 391"/>
                <a:gd name="T9" fmla="*/ 0 h 217"/>
                <a:gd name="T10" fmla="*/ 0 w 391"/>
                <a:gd name="T11" fmla="*/ 0 h 217"/>
                <a:gd name="T12" fmla="*/ 0 w 391"/>
                <a:gd name="T13" fmla="*/ 0 h 217"/>
                <a:gd name="T14" fmla="*/ 0 w 391"/>
                <a:gd name="T15" fmla="*/ 0 h 217"/>
                <a:gd name="T16" fmla="*/ 0 w 391"/>
                <a:gd name="T17" fmla="*/ 0 h 217"/>
                <a:gd name="T18" fmla="*/ 0 w 391"/>
                <a:gd name="T19" fmla="*/ 0 h 217"/>
                <a:gd name="T20" fmla="*/ 0 w 391"/>
                <a:gd name="T21" fmla="*/ 0 h 217"/>
                <a:gd name="T22" fmla="*/ 0 w 391"/>
                <a:gd name="T23" fmla="*/ 0 h 217"/>
                <a:gd name="T24" fmla="*/ 0 w 391"/>
                <a:gd name="T25" fmla="*/ 0 h 217"/>
                <a:gd name="T26" fmla="*/ 0 w 391"/>
                <a:gd name="T27" fmla="*/ 0 h 217"/>
                <a:gd name="T28" fmla="*/ 0 w 391"/>
                <a:gd name="T29" fmla="*/ 0 h 217"/>
                <a:gd name="T30" fmla="*/ 0 w 391"/>
                <a:gd name="T31" fmla="*/ 0 h 217"/>
                <a:gd name="T32" fmla="*/ 0 w 391"/>
                <a:gd name="T33" fmla="*/ 0 h 217"/>
                <a:gd name="T34" fmla="*/ 0 w 391"/>
                <a:gd name="T35" fmla="*/ 0 h 21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91"/>
                <a:gd name="T55" fmla="*/ 0 h 217"/>
                <a:gd name="T56" fmla="*/ 391 w 391"/>
                <a:gd name="T57" fmla="*/ 217 h 21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91" h="217">
                  <a:moveTo>
                    <a:pt x="0" y="0"/>
                  </a:moveTo>
                  <a:lnTo>
                    <a:pt x="22" y="55"/>
                  </a:lnTo>
                  <a:lnTo>
                    <a:pt x="66" y="109"/>
                  </a:lnTo>
                  <a:lnTo>
                    <a:pt x="120" y="153"/>
                  </a:lnTo>
                  <a:lnTo>
                    <a:pt x="163" y="174"/>
                  </a:lnTo>
                  <a:lnTo>
                    <a:pt x="315" y="217"/>
                  </a:lnTo>
                  <a:lnTo>
                    <a:pt x="337" y="217"/>
                  </a:lnTo>
                  <a:lnTo>
                    <a:pt x="369" y="207"/>
                  </a:lnTo>
                  <a:lnTo>
                    <a:pt x="391" y="174"/>
                  </a:lnTo>
                  <a:lnTo>
                    <a:pt x="391" y="142"/>
                  </a:lnTo>
                  <a:lnTo>
                    <a:pt x="380" y="99"/>
                  </a:lnTo>
                  <a:lnTo>
                    <a:pt x="358" y="66"/>
                  </a:lnTo>
                  <a:lnTo>
                    <a:pt x="326" y="44"/>
                  </a:lnTo>
                  <a:lnTo>
                    <a:pt x="250" y="23"/>
                  </a:lnTo>
                  <a:lnTo>
                    <a:pt x="217" y="23"/>
                  </a:lnTo>
                  <a:lnTo>
                    <a:pt x="184" y="33"/>
                  </a:lnTo>
                  <a:lnTo>
                    <a:pt x="174" y="66"/>
                  </a:lnTo>
                  <a:lnTo>
                    <a:pt x="174" y="16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3" name="Line 5009">
              <a:extLst>
                <a:ext uri="{FF2B5EF4-FFF2-40B4-BE49-F238E27FC236}">
                  <a16:creationId xmlns:a16="http://schemas.microsoft.com/office/drawing/2014/main" id="{2B0C3717-1651-3E5C-EFE9-102B6BEAC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1984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4" name="Line 5010">
              <a:extLst>
                <a:ext uri="{FF2B5EF4-FFF2-40B4-BE49-F238E27FC236}">
                  <a16:creationId xmlns:a16="http://schemas.microsoft.com/office/drawing/2014/main" id="{E37E1EF6-6F84-6FF6-E98B-034274988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5" name="Line 5011">
              <a:extLst>
                <a:ext uri="{FF2B5EF4-FFF2-40B4-BE49-F238E27FC236}">
                  <a16:creationId xmlns:a16="http://schemas.microsoft.com/office/drawing/2014/main" id="{78D7C599-0078-BDD2-82EC-76E96AFA2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6" name="Line 5012">
              <a:extLst>
                <a:ext uri="{FF2B5EF4-FFF2-40B4-BE49-F238E27FC236}">
                  <a16:creationId xmlns:a16="http://schemas.microsoft.com/office/drawing/2014/main" id="{A86781C9-3CAD-4473-BF5A-AA4E666E2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398"/>
              <a:ext cx="1" cy="19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7" name="Line 5013">
              <a:extLst>
                <a:ext uri="{FF2B5EF4-FFF2-40B4-BE49-F238E27FC236}">
                  <a16:creationId xmlns:a16="http://schemas.microsoft.com/office/drawing/2014/main" id="{82637E88-3697-28F4-81FB-19C3DD9F6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221"/>
              <a:ext cx="1" cy="3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8" name="Line 5014">
              <a:extLst>
                <a:ext uri="{FF2B5EF4-FFF2-40B4-BE49-F238E27FC236}">
                  <a16:creationId xmlns:a16="http://schemas.microsoft.com/office/drawing/2014/main" id="{92266F47-F248-76AB-516E-79EACC169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2" y="2555"/>
              <a:ext cx="7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9" name="Line 5015">
              <a:extLst>
                <a:ext uri="{FF2B5EF4-FFF2-40B4-BE49-F238E27FC236}">
                  <a16:creationId xmlns:a16="http://schemas.microsoft.com/office/drawing/2014/main" id="{087AD1AE-361E-696A-856A-FFDE847B6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9" y="2555"/>
              <a:ext cx="114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0" name="Line 5016">
              <a:extLst>
                <a:ext uri="{FF2B5EF4-FFF2-40B4-BE49-F238E27FC236}">
                  <a16:creationId xmlns:a16="http://schemas.microsoft.com/office/drawing/2014/main" id="{3317D680-25C3-77F9-57E0-6DD2C851A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555"/>
              <a:ext cx="118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1" name="Freeform 5017">
              <a:extLst>
                <a:ext uri="{FF2B5EF4-FFF2-40B4-BE49-F238E27FC236}">
                  <a16:creationId xmlns:a16="http://schemas.microsoft.com/office/drawing/2014/main" id="{469F0857-8790-CA5C-4976-8EE7B3177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4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2" name="Freeform 5018">
              <a:extLst>
                <a:ext uri="{FF2B5EF4-FFF2-40B4-BE49-F238E27FC236}">
                  <a16:creationId xmlns:a16="http://schemas.microsoft.com/office/drawing/2014/main" id="{963E0C78-367A-464D-43D2-FBD66AB40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4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3" name="Freeform 5019">
              <a:extLst>
                <a:ext uri="{FF2B5EF4-FFF2-40B4-BE49-F238E27FC236}">
                  <a16:creationId xmlns:a16="http://schemas.microsoft.com/office/drawing/2014/main" id="{0FF8DC46-52FA-65F9-4602-D52FA26F5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54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4" name="Freeform 5020">
              <a:extLst>
                <a:ext uri="{FF2B5EF4-FFF2-40B4-BE49-F238E27FC236}">
                  <a16:creationId xmlns:a16="http://schemas.microsoft.com/office/drawing/2014/main" id="{D7F2182B-5577-9326-5280-21E28CA8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54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5" name="Freeform 5021">
              <a:extLst>
                <a:ext uri="{FF2B5EF4-FFF2-40B4-BE49-F238E27FC236}">
                  <a16:creationId xmlns:a16="http://schemas.microsoft.com/office/drawing/2014/main" id="{82720B9C-649A-0614-C645-69D21C161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8" y="2486"/>
              <a:ext cx="36" cy="37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0" y="217"/>
                  </a:moveTo>
                  <a:lnTo>
                    <a:pt x="87" y="217"/>
                  </a:lnTo>
                  <a:lnTo>
                    <a:pt x="141" y="207"/>
                  </a:lnTo>
                  <a:lnTo>
                    <a:pt x="174" y="184"/>
                  </a:lnTo>
                  <a:lnTo>
                    <a:pt x="195" y="152"/>
                  </a:lnTo>
                  <a:lnTo>
                    <a:pt x="217" y="76"/>
                  </a:lnTo>
                  <a:lnTo>
                    <a:pt x="217" y="44"/>
                  </a:lnTo>
                  <a:lnTo>
                    <a:pt x="205" y="21"/>
                  </a:lnTo>
                  <a:lnTo>
                    <a:pt x="184" y="11"/>
                  </a:lnTo>
                  <a:lnTo>
                    <a:pt x="151" y="0"/>
                  </a:lnTo>
                  <a:lnTo>
                    <a:pt x="108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6" name="Freeform 5022">
              <a:extLst>
                <a:ext uri="{FF2B5EF4-FFF2-40B4-BE49-F238E27FC236}">
                  <a16:creationId xmlns:a16="http://schemas.microsoft.com/office/drawing/2014/main" id="{74D586D5-5937-9713-DB7E-0E1D30131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" y="2457"/>
              <a:ext cx="27" cy="29"/>
            </a:xfrm>
            <a:custGeom>
              <a:avLst/>
              <a:gdLst>
                <a:gd name="T0" fmla="*/ 0 w 163"/>
                <a:gd name="T1" fmla="*/ 0 h 174"/>
                <a:gd name="T2" fmla="*/ 0 w 163"/>
                <a:gd name="T3" fmla="*/ 0 h 174"/>
                <a:gd name="T4" fmla="*/ 0 w 163"/>
                <a:gd name="T5" fmla="*/ 0 h 174"/>
                <a:gd name="T6" fmla="*/ 0 w 163"/>
                <a:gd name="T7" fmla="*/ 0 h 174"/>
                <a:gd name="T8" fmla="*/ 0 w 163"/>
                <a:gd name="T9" fmla="*/ 0 h 174"/>
                <a:gd name="T10" fmla="*/ 0 w 163"/>
                <a:gd name="T11" fmla="*/ 0 h 174"/>
                <a:gd name="T12" fmla="*/ 0 w 163"/>
                <a:gd name="T13" fmla="*/ 0 h 174"/>
                <a:gd name="T14" fmla="*/ 0 w 163"/>
                <a:gd name="T15" fmla="*/ 0 h 174"/>
                <a:gd name="T16" fmla="*/ 0 w 163"/>
                <a:gd name="T17" fmla="*/ 0 h 174"/>
                <a:gd name="T18" fmla="*/ 0 w 163"/>
                <a:gd name="T19" fmla="*/ 0 h 1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3"/>
                <a:gd name="T31" fmla="*/ 0 h 174"/>
                <a:gd name="T32" fmla="*/ 163 w 163"/>
                <a:gd name="T33" fmla="*/ 174 h 17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3" h="174">
                  <a:moveTo>
                    <a:pt x="54" y="174"/>
                  </a:moveTo>
                  <a:lnTo>
                    <a:pt x="97" y="164"/>
                  </a:lnTo>
                  <a:lnTo>
                    <a:pt x="130" y="141"/>
                  </a:lnTo>
                  <a:lnTo>
                    <a:pt x="152" y="108"/>
                  </a:lnTo>
                  <a:lnTo>
                    <a:pt x="163" y="77"/>
                  </a:lnTo>
                  <a:lnTo>
                    <a:pt x="163" y="44"/>
                  </a:lnTo>
                  <a:lnTo>
                    <a:pt x="152" y="22"/>
                  </a:lnTo>
                  <a:lnTo>
                    <a:pt x="141" y="11"/>
                  </a:lnTo>
                  <a:lnTo>
                    <a:pt x="120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7" name="Line 5023">
              <a:extLst>
                <a:ext uri="{FF2B5EF4-FFF2-40B4-BE49-F238E27FC236}">
                  <a16:creationId xmlns:a16="http://schemas.microsoft.com/office/drawing/2014/main" id="{A0CD80F5-4203-9610-2473-931D274FC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8" name="Line 5024">
              <a:extLst>
                <a:ext uri="{FF2B5EF4-FFF2-40B4-BE49-F238E27FC236}">
                  <a16:creationId xmlns:a16="http://schemas.microsoft.com/office/drawing/2014/main" id="{CF91C584-41C0-E833-9423-317161195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9" name="Line 5025">
              <a:extLst>
                <a:ext uri="{FF2B5EF4-FFF2-40B4-BE49-F238E27FC236}">
                  <a16:creationId xmlns:a16="http://schemas.microsoft.com/office/drawing/2014/main" id="{6E794B33-0A97-1452-BB3F-0444AD875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55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0" name="Line 5026">
              <a:extLst>
                <a:ext uri="{FF2B5EF4-FFF2-40B4-BE49-F238E27FC236}">
                  <a16:creationId xmlns:a16="http://schemas.microsoft.com/office/drawing/2014/main" id="{64EBE00F-8998-CEEA-C407-87AA47F62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9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1" name="Line 5027">
              <a:extLst>
                <a:ext uri="{FF2B5EF4-FFF2-40B4-BE49-F238E27FC236}">
                  <a16:creationId xmlns:a16="http://schemas.microsoft.com/office/drawing/2014/main" id="{1F296EA9-D177-17E4-1054-B569772DB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49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2" name="Line 5028">
              <a:extLst>
                <a:ext uri="{FF2B5EF4-FFF2-40B4-BE49-F238E27FC236}">
                  <a16:creationId xmlns:a16="http://schemas.microsoft.com/office/drawing/2014/main" id="{37EBCD1F-BBEE-8A6A-360C-0B8AFA999C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2" y="1847"/>
              <a:ext cx="1" cy="304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3" name="Freeform 5029">
              <a:extLst>
                <a:ext uri="{FF2B5EF4-FFF2-40B4-BE49-F238E27FC236}">
                  <a16:creationId xmlns:a16="http://schemas.microsoft.com/office/drawing/2014/main" id="{AED8E8C6-1D77-84B2-E390-D083B0348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51"/>
              <a:ext cx="23" cy="70"/>
            </a:xfrm>
            <a:custGeom>
              <a:avLst/>
              <a:gdLst>
                <a:gd name="T0" fmla="*/ 0 w 138"/>
                <a:gd name="T1" fmla="*/ 0 h 418"/>
                <a:gd name="T2" fmla="*/ 0 w 138"/>
                <a:gd name="T3" fmla="*/ 0 h 418"/>
                <a:gd name="T4" fmla="*/ 0 w 138"/>
                <a:gd name="T5" fmla="*/ 0 h 418"/>
                <a:gd name="T6" fmla="*/ 0 w 138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8"/>
                <a:gd name="T14" fmla="*/ 138 w 138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8">
                  <a:moveTo>
                    <a:pt x="0" y="0"/>
                  </a:moveTo>
                  <a:lnTo>
                    <a:pt x="138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4" name="Freeform 5030">
              <a:extLst>
                <a:ext uri="{FF2B5EF4-FFF2-40B4-BE49-F238E27FC236}">
                  <a16:creationId xmlns:a16="http://schemas.microsoft.com/office/drawing/2014/main" id="{8405D63E-57CA-5BD9-E579-241D649FB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51"/>
              <a:ext cx="23" cy="70"/>
            </a:xfrm>
            <a:custGeom>
              <a:avLst/>
              <a:gdLst>
                <a:gd name="T0" fmla="*/ 0 w 138"/>
                <a:gd name="T1" fmla="*/ 0 h 418"/>
                <a:gd name="T2" fmla="*/ 0 w 138"/>
                <a:gd name="T3" fmla="*/ 0 h 418"/>
                <a:gd name="T4" fmla="*/ 0 w 138"/>
                <a:gd name="T5" fmla="*/ 0 h 418"/>
                <a:gd name="T6" fmla="*/ 0 w 138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8"/>
                <a:gd name="T14" fmla="*/ 138 w 138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8">
                  <a:moveTo>
                    <a:pt x="0" y="0"/>
                  </a:moveTo>
                  <a:lnTo>
                    <a:pt x="138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5" name="Freeform 5031">
              <a:extLst>
                <a:ext uri="{FF2B5EF4-FFF2-40B4-BE49-F238E27FC236}">
                  <a16:creationId xmlns:a16="http://schemas.microsoft.com/office/drawing/2014/main" id="{F6823FB8-E6DB-F830-D264-7C29FDED4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6" name="Freeform 5032">
              <a:extLst>
                <a:ext uri="{FF2B5EF4-FFF2-40B4-BE49-F238E27FC236}">
                  <a16:creationId xmlns:a16="http://schemas.microsoft.com/office/drawing/2014/main" id="{4515B0E1-F9A4-3D85-D7E3-3A009D40A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7" name="Freeform 5033">
              <a:extLst>
                <a:ext uri="{FF2B5EF4-FFF2-40B4-BE49-F238E27FC236}">
                  <a16:creationId xmlns:a16="http://schemas.microsoft.com/office/drawing/2014/main" id="{98A88DCC-530C-8D77-2BC8-68ADA4FBC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998"/>
              <a:ext cx="65" cy="18"/>
            </a:xfrm>
            <a:custGeom>
              <a:avLst/>
              <a:gdLst>
                <a:gd name="T0" fmla="*/ 0 w 391"/>
                <a:gd name="T1" fmla="*/ 0 h 108"/>
                <a:gd name="T2" fmla="*/ 0 w 391"/>
                <a:gd name="T3" fmla="*/ 0 h 108"/>
                <a:gd name="T4" fmla="*/ 0 w 391"/>
                <a:gd name="T5" fmla="*/ 0 h 108"/>
                <a:gd name="T6" fmla="*/ 0 60000 65536"/>
                <a:gd name="T7" fmla="*/ 0 60000 65536"/>
                <a:gd name="T8" fmla="*/ 0 60000 65536"/>
                <a:gd name="T9" fmla="*/ 0 w 391"/>
                <a:gd name="T10" fmla="*/ 0 h 108"/>
                <a:gd name="T11" fmla="*/ 391 w 391"/>
                <a:gd name="T12" fmla="*/ 108 h 1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108">
                  <a:moveTo>
                    <a:pt x="391" y="108"/>
                  </a:moveTo>
                  <a:lnTo>
                    <a:pt x="0" y="0"/>
                  </a:lnTo>
                  <a:lnTo>
                    <a:pt x="87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8" name="Freeform 5034">
              <a:extLst>
                <a:ext uri="{FF2B5EF4-FFF2-40B4-BE49-F238E27FC236}">
                  <a16:creationId xmlns:a16="http://schemas.microsoft.com/office/drawing/2014/main" id="{7D844DBD-7EEE-7721-7AEC-0593711C5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1960"/>
              <a:ext cx="36" cy="37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217" y="217"/>
                  </a:moveTo>
                  <a:lnTo>
                    <a:pt x="217" y="130"/>
                  </a:lnTo>
                  <a:lnTo>
                    <a:pt x="205" y="75"/>
                  </a:lnTo>
                  <a:lnTo>
                    <a:pt x="184" y="43"/>
                  </a:lnTo>
                  <a:lnTo>
                    <a:pt x="151" y="21"/>
                  </a:lnTo>
                  <a:lnTo>
                    <a:pt x="75" y="0"/>
                  </a:lnTo>
                  <a:lnTo>
                    <a:pt x="43" y="0"/>
                  </a:lnTo>
                  <a:lnTo>
                    <a:pt x="21" y="10"/>
                  </a:lnTo>
                  <a:lnTo>
                    <a:pt x="10" y="32"/>
                  </a:lnTo>
                  <a:lnTo>
                    <a:pt x="0" y="64"/>
                  </a:lnTo>
                  <a:lnTo>
                    <a:pt x="0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9" name="Freeform 5035">
              <a:extLst>
                <a:ext uri="{FF2B5EF4-FFF2-40B4-BE49-F238E27FC236}">
                  <a16:creationId xmlns:a16="http://schemas.microsoft.com/office/drawing/2014/main" id="{843CCD69-49A2-7FC0-DF6D-CD1AA4FC4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951"/>
              <a:ext cx="29" cy="27"/>
            </a:xfrm>
            <a:custGeom>
              <a:avLst/>
              <a:gdLst>
                <a:gd name="T0" fmla="*/ 0 w 174"/>
                <a:gd name="T1" fmla="*/ 0 h 163"/>
                <a:gd name="T2" fmla="*/ 0 w 174"/>
                <a:gd name="T3" fmla="*/ 0 h 163"/>
                <a:gd name="T4" fmla="*/ 0 w 174"/>
                <a:gd name="T5" fmla="*/ 0 h 163"/>
                <a:gd name="T6" fmla="*/ 0 w 174"/>
                <a:gd name="T7" fmla="*/ 0 h 163"/>
                <a:gd name="T8" fmla="*/ 0 w 174"/>
                <a:gd name="T9" fmla="*/ 0 h 163"/>
                <a:gd name="T10" fmla="*/ 0 w 174"/>
                <a:gd name="T11" fmla="*/ 0 h 163"/>
                <a:gd name="T12" fmla="*/ 0 w 174"/>
                <a:gd name="T13" fmla="*/ 0 h 163"/>
                <a:gd name="T14" fmla="*/ 0 w 174"/>
                <a:gd name="T15" fmla="*/ 0 h 163"/>
                <a:gd name="T16" fmla="*/ 0 w 174"/>
                <a:gd name="T17" fmla="*/ 0 h 163"/>
                <a:gd name="T18" fmla="*/ 0 w 174"/>
                <a:gd name="T19" fmla="*/ 0 h 1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4"/>
                <a:gd name="T31" fmla="*/ 0 h 163"/>
                <a:gd name="T32" fmla="*/ 174 w 174"/>
                <a:gd name="T33" fmla="*/ 163 h 1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4" h="163">
                  <a:moveTo>
                    <a:pt x="174" y="109"/>
                  </a:moveTo>
                  <a:lnTo>
                    <a:pt x="162" y="65"/>
                  </a:lnTo>
                  <a:lnTo>
                    <a:pt x="141" y="33"/>
                  </a:lnTo>
                  <a:lnTo>
                    <a:pt x="108" y="11"/>
                  </a:lnTo>
                  <a:lnTo>
                    <a:pt x="76" y="0"/>
                  </a:lnTo>
                  <a:lnTo>
                    <a:pt x="44" y="0"/>
                  </a:lnTo>
                  <a:lnTo>
                    <a:pt x="21" y="11"/>
                  </a:lnTo>
                  <a:lnTo>
                    <a:pt x="11" y="22"/>
                  </a:lnTo>
                  <a:lnTo>
                    <a:pt x="0" y="43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0" name="Line 5036">
              <a:extLst>
                <a:ext uri="{FF2B5EF4-FFF2-40B4-BE49-F238E27FC236}">
                  <a16:creationId xmlns:a16="http://schemas.microsoft.com/office/drawing/2014/main" id="{79A61328-715F-C77D-D7DF-CF6DFCDD1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1" name="Line 5037">
              <a:extLst>
                <a:ext uri="{FF2B5EF4-FFF2-40B4-BE49-F238E27FC236}">
                  <a16:creationId xmlns:a16="http://schemas.microsoft.com/office/drawing/2014/main" id="{B416EFF7-CCBE-CAA8-34E2-EB28D41C3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2" name="Line 5038">
              <a:extLst>
                <a:ext uri="{FF2B5EF4-FFF2-40B4-BE49-F238E27FC236}">
                  <a16:creationId xmlns:a16="http://schemas.microsoft.com/office/drawing/2014/main" id="{47B549DF-9803-8B33-6D97-6B6CEB698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3" name="Line 5039">
              <a:extLst>
                <a:ext uri="{FF2B5EF4-FFF2-40B4-BE49-F238E27FC236}">
                  <a16:creationId xmlns:a16="http://schemas.microsoft.com/office/drawing/2014/main" id="{21F22F13-1213-A7EE-B474-5047137D9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27" y="2221"/>
              <a:ext cx="1" cy="17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4" name="Line 5040">
              <a:extLst>
                <a:ext uri="{FF2B5EF4-FFF2-40B4-BE49-F238E27FC236}">
                  <a16:creationId xmlns:a16="http://schemas.microsoft.com/office/drawing/2014/main" id="{97BEA629-8998-32BE-4540-1B7E354E4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2322"/>
              <a:ext cx="1" cy="76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5" name="Line 5041">
              <a:extLst>
                <a:ext uri="{FF2B5EF4-FFF2-40B4-BE49-F238E27FC236}">
                  <a16:creationId xmlns:a16="http://schemas.microsoft.com/office/drawing/2014/main" id="{323027A0-6F37-2205-9FF6-F0A2BB95D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2357"/>
              <a:ext cx="834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6" name="Freeform 5042">
              <a:extLst>
                <a:ext uri="{FF2B5EF4-FFF2-40B4-BE49-F238E27FC236}">
                  <a16:creationId xmlns:a16="http://schemas.microsoft.com/office/drawing/2014/main" id="{4344571E-684D-1C7D-ADF5-056B1AE9F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345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7" name="Freeform 5043">
              <a:extLst>
                <a:ext uri="{FF2B5EF4-FFF2-40B4-BE49-F238E27FC236}">
                  <a16:creationId xmlns:a16="http://schemas.microsoft.com/office/drawing/2014/main" id="{72EEA4EF-250E-5A01-2A1E-7AAEEE6A9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345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8" name="Freeform 5044">
              <a:extLst>
                <a:ext uri="{FF2B5EF4-FFF2-40B4-BE49-F238E27FC236}">
                  <a16:creationId xmlns:a16="http://schemas.microsoft.com/office/drawing/2014/main" id="{24BEDCC4-5296-E643-4A42-FE4411019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345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9" name="Freeform 5045">
              <a:extLst>
                <a:ext uri="{FF2B5EF4-FFF2-40B4-BE49-F238E27FC236}">
                  <a16:creationId xmlns:a16="http://schemas.microsoft.com/office/drawing/2014/main" id="{FB891648-D2F4-4088-0784-509221BA8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345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0" name="Freeform 5046">
              <a:extLst>
                <a:ext uri="{FF2B5EF4-FFF2-40B4-BE49-F238E27FC236}">
                  <a16:creationId xmlns:a16="http://schemas.microsoft.com/office/drawing/2014/main" id="{29323A32-9A42-6EA5-BC0A-F29114640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2253"/>
              <a:ext cx="44" cy="65"/>
            </a:xfrm>
            <a:custGeom>
              <a:avLst/>
              <a:gdLst>
                <a:gd name="T0" fmla="*/ 0 w 260"/>
                <a:gd name="T1" fmla="*/ 0 h 391"/>
                <a:gd name="T2" fmla="*/ 0 w 260"/>
                <a:gd name="T3" fmla="*/ 0 h 391"/>
                <a:gd name="T4" fmla="*/ 0 w 260"/>
                <a:gd name="T5" fmla="*/ 0 h 391"/>
                <a:gd name="T6" fmla="*/ 0 w 260"/>
                <a:gd name="T7" fmla="*/ 0 h 391"/>
                <a:gd name="T8" fmla="*/ 0 w 260"/>
                <a:gd name="T9" fmla="*/ 0 h 391"/>
                <a:gd name="T10" fmla="*/ 0 w 260"/>
                <a:gd name="T11" fmla="*/ 0 h 391"/>
                <a:gd name="T12" fmla="*/ 0 w 260"/>
                <a:gd name="T13" fmla="*/ 0 h 391"/>
                <a:gd name="T14" fmla="*/ 0 w 260"/>
                <a:gd name="T15" fmla="*/ 0 h 391"/>
                <a:gd name="T16" fmla="*/ 0 w 260"/>
                <a:gd name="T17" fmla="*/ 0 h 391"/>
                <a:gd name="T18" fmla="*/ 0 w 260"/>
                <a:gd name="T19" fmla="*/ 0 h 391"/>
                <a:gd name="T20" fmla="*/ 0 w 260"/>
                <a:gd name="T21" fmla="*/ 0 h 391"/>
                <a:gd name="T22" fmla="*/ 0 w 260"/>
                <a:gd name="T23" fmla="*/ 0 h 3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60"/>
                <a:gd name="T37" fmla="*/ 0 h 391"/>
                <a:gd name="T38" fmla="*/ 260 w 260"/>
                <a:gd name="T39" fmla="*/ 391 h 39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60" h="391">
                  <a:moveTo>
                    <a:pt x="173" y="391"/>
                  </a:moveTo>
                  <a:lnTo>
                    <a:pt x="0" y="391"/>
                  </a:lnTo>
                  <a:lnTo>
                    <a:pt x="227" y="131"/>
                  </a:lnTo>
                  <a:lnTo>
                    <a:pt x="250" y="98"/>
                  </a:lnTo>
                  <a:lnTo>
                    <a:pt x="260" y="66"/>
                  </a:lnTo>
                  <a:lnTo>
                    <a:pt x="260" y="44"/>
                  </a:lnTo>
                  <a:lnTo>
                    <a:pt x="250" y="23"/>
                  </a:lnTo>
                  <a:lnTo>
                    <a:pt x="217" y="0"/>
                  </a:lnTo>
                  <a:lnTo>
                    <a:pt x="173" y="0"/>
                  </a:lnTo>
                  <a:lnTo>
                    <a:pt x="130" y="11"/>
                  </a:lnTo>
                  <a:lnTo>
                    <a:pt x="98" y="33"/>
                  </a:lnTo>
                  <a:lnTo>
                    <a:pt x="87" y="54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1" name="Freeform 5047">
              <a:extLst>
                <a:ext uri="{FF2B5EF4-FFF2-40B4-BE49-F238E27FC236}">
                  <a16:creationId xmlns:a16="http://schemas.microsoft.com/office/drawing/2014/main" id="{28892C17-35AD-257A-C1D6-2E7CC24B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2253"/>
              <a:ext cx="39" cy="65"/>
            </a:xfrm>
            <a:custGeom>
              <a:avLst/>
              <a:gdLst>
                <a:gd name="T0" fmla="*/ 0 w 239"/>
                <a:gd name="T1" fmla="*/ 0 h 391"/>
                <a:gd name="T2" fmla="*/ 0 w 239"/>
                <a:gd name="T3" fmla="*/ 0 h 391"/>
                <a:gd name="T4" fmla="*/ 0 w 239"/>
                <a:gd name="T5" fmla="*/ 0 h 391"/>
                <a:gd name="T6" fmla="*/ 0 w 239"/>
                <a:gd name="T7" fmla="*/ 0 h 391"/>
                <a:gd name="T8" fmla="*/ 0 w 239"/>
                <a:gd name="T9" fmla="*/ 0 h 391"/>
                <a:gd name="T10" fmla="*/ 0 w 239"/>
                <a:gd name="T11" fmla="*/ 0 h 391"/>
                <a:gd name="T12" fmla="*/ 0 w 239"/>
                <a:gd name="T13" fmla="*/ 0 h 391"/>
                <a:gd name="T14" fmla="*/ 0 w 239"/>
                <a:gd name="T15" fmla="*/ 0 h 391"/>
                <a:gd name="T16" fmla="*/ 0 w 239"/>
                <a:gd name="T17" fmla="*/ 0 h 391"/>
                <a:gd name="T18" fmla="*/ 0 w 239"/>
                <a:gd name="T19" fmla="*/ 0 h 391"/>
                <a:gd name="T20" fmla="*/ 0 w 239"/>
                <a:gd name="T21" fmla="*/ 0 h 391"/>
                <a:gd name="T22" fmla="*/ 0 w 239"/>
                <a:gd name="T23" fmla="*/ 0 h 391"/>
                <a:gd name="T24" fmla="*/ 0 w 239"/>
                <a:gd name="T25" fmla="*/ 0 h 391"/>
                <a:gd name="T26" fmla="*/ 0 w 239"/>
                <a:gd name="T27" fmla="*/ 0 h 391"/>
                <a:gd name="T28" fmla="*/ 0 w 239"/>
                <a:gd name="T29" fmla="*/ 0 h 391"/>
                <a:gd name="T30" fmla="*/ 0 w 239"/>
                <a:gd name="T31" fmla="*/ 0 h 391"/>
                <a:gd name="T32" fmla="*/ 0 w 239"/>
                <a:gd name="T33" fmla="*/ 0 h 391"/>
                <a:gd name="T34" fmla="*/ 0 w 239"/>
                <a:gd name="T35" fmla="*/ 0 h 391"/>
                <a:gd name="T36" fmla="*/ 0 w 239"/>
                <a:gd name="T37" fmla="*/ 0 h 391"/>
                <a:gd name="T38" fmla="*/ 0 w 239"/>
                <a:gd name="T39" fmla="*/ 0 h 391"/>
                <a:gd name="T40" fmla="*/ 0 w 239"/>
                <a:gd name="T41" fmla="*/ 0 h 391"/>
                <a:gd name="T42" fmla="*/ 0 w 239"/>
                <a:gd name="T43" fmla="*/ 0 h 391"/>
                <a:gd name="T44" fmla="*/ 0 w 239"/>
                <a:gd name="T45" fmla="*/ 0 h 391"/>
                <a:gd name="T46" fmla="*/ 0 w 239"/>
                <a:gd name="T47" fmla="*/ 0 h 391"/>
                <a:gd name="T48" fmla="*/ 0 w 239"/>
                <a:gd name="T49" fmla="*/ 0 h 391"/>
                <a:gd name="T50" fmla="*/ 0 w 239"/>
                <a:gd name="T51" fmla="*/ 0 h 391"/>
                <a:gd name="T52" fmla="*/ 0 w 239"/>
                <a:gd name="T53" fmla="*/ 0 h 391"/>
                <a:gd name="T54" fmla="*/ 0 w 239"/>
                <a:gd name="T55" fmla="*/ 0 h 391"/>
                <a:gd name="T56" fmla="*/ 0 w 239"/>
                <a:gd name="T57" fmla="*/ 0 h 391"/>
                <a:gd name="T58" fmla="*/ 0 w 239"/>
                <a:gd name="T59" fmla="*/ 0 h 391"/>
                <a:gd name="T60" fmla="*/ 0 w 239"/>
                <a:gd name="T61" fmla="*/ 0 h 391"/>
                <a:gd name="T62" fmla="*/ 0 w 239"/>
                <a:gd name="T63" fmla="*/ 0 h 391"/>
                <a:gd name="T64" fmla="*/ 0 w 239"/>
                <a:gd name="T65" fmla="*/ 0 h 39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9"/>
                <a:gd name="T100" fmla="*/ 0 h 391"/>
                <a:gd name="T101" fmla="*/ 239 w 239"/>
                <a:gd name="T102" fmla="*/ 391 h 39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9" h="391">
                  <a:moveTo>
                    <a:pt x="239" y="87"/>
                  </a:moveTo>
                  <a:lnTo>
                    <a:pt x="228" y="120"/>
                  </a:lnTo>
                  <a:lnTo>
                    <a:pt x="196" y="153"/>
                  </a:lnTo>
                  <a:lnTo>
                    <a:pt x="153" y="174"/>
                  </a:lnTo>
                  <a:lnTo>
                    <a:pt x="130" y="174"/>
                  </a:lnTo>
                  <a:lnTo>
                    <a:pt x="87" y="185"/>
                  </a:lnTo>
                  <a:lnTo>
                    <a:pt x="55" y="207"/>
                  </a:lnTo>
                  <a:lnTo>
                    <a:pt x="33" y="228"/>
                  </a:lnTo>
                  <a:lnTo>
                    <a:pt x="12" y="294"/>
                  </a:lnTo>
                  <a:lnTo>
                    <a:pt x="0" y="327"/>
                  </a:lnTo>
                  <a:lnTo>
                    <a:pt x="0" y="348"/>
                  </a:lnTo>
                  <a:lnTo>
                    <a:pt x="12" y="370"/>
                  </a:lnTo>
                  <a:lnTo>
                    <a:pt x="33" y="391"/>
                  </a:lnTo>
                  <a:lnTo>
                    <a:pt x="66" y="391"/>
                  </a:lnTo>
                  <a:lnTo>
                    <a:pt x="120" y="381"/>
                  </a:lnTo>
                  <a:lnTo>
                    <a:pt x="153" y="358"/>
                  </a:lnTo>
                  <a:lnTo>
                    <a:pt x="174" y="327"/>
                  </a:lnTo>
                  <a:lnTo>
                    <a:pt x="196" y="261"/>
                  </a:lnTo>
                  <a:lnTo>
                    <a:pt x="196" y="228"/>
                  </a:lnTo>
                  <a:lnTo>
                    <a:pt x="184" y="196"/>
                  </a:lnTo>
                  <a:lnTo>
                    <a:pt x="163" y="185"/>
                  </a:lnTo>
                  <a:lnTo>
                    <a:pt x="120" y="174"/>
                  </a:lnTo>
                  <a:lnTo>
                    <a:pt x="87" y="163"/>
                  </a:lnTo>
                  <a:lnTo>
                    <a:pt x="66" y="131"/>
                  </a:lnTo>
                  <a:lnTo>
                    <a:pt x="66" y="98"/>
                  </a:lnTo>
                  <a:lnTo>
                    <a:pt x="76" y="54"/>
                  </a:lnTo>
                  <a:lnTo>
                    <a:pt x="109" y="23"/>
                  </a:lnTo>
                  <a:lnTo>
                    <a:pt x="142" y="0"/>
                  </a:lnTo>
                  <a:lnTo>
                    <a:pt x="174" y="0"/>
                  </a:lnTo>
                  <a:lnTo>
                    <a:pt x="217" y="11"/>
                  </a:lnTo>
                  <a:lnTo>
                    <a:pt x="239" y="33"/>
                  </a:lnTo>
                  <a:lnTo>
                    <a:pt x="239" y="54"/>
                  </a:lnTo>
                  <a:lnTo>
                    <a:pt x="239" y="87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2" name="Line 5048">
              <a:extLst>
                <a:ext uri="{FF2B5EF4-FFF2-40B4-BE49-F238E27FC236}">
                  <a16:creationId xmlns:a16="http://schemas.microsoft.com/office/drawing/2014/main" id="{F617C5DA-3619-1316-61D9-29FE144A50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5" y="1663"/>
              <a:ext cx="1" cy="11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3" name="Line 5049">
              <a:extLst>
                <a:ext uri="{FF2B5EF4-FFF2-40B4-BE49-F238E27FC236}">
                  <a16:creationId xmlns:a16="http://schemas.microsoft.com/office/drawing/2014/main" id="{EB76E9BD-9985-2E74-97DD-F09A81F88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1663"/>
              <a:ext cx="1" cy="38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4" name="Line 5050">
              <a:extLst>
                <a:ext uri="{FF2B5EF4-FFF2-40B4-BE49-F238E27FC236}">
                  <a16:creationId xmlns:a16="http://schemas.microsoft.com/office/drawing/2014/main" id="{4FC3DFA3-39BE-95C9-0329-6AB50539C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4" y="1697"/>
              <a:ext cx="1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5" name="Freeform 5051">
              <a:extLst>
                <a:ext uri="{FF2B5EF4-FFF2-40B4-BE49-F238E27FC236}">
                  <a16:creationId xmlns:a16="http://schemas.microsoft.com/office/drawing/2014/main" id="{766D6974-7AEA-1062-D959-13D050ED3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6" name="Freeform 5052">
              <a:extLst>
                <a:ext uri="{FF2B5EF4-FFF2-40B4-BE49-F238E27FC236}">
                  <a16:creationId xmlns:a16="http://schemas.microsoft.com/office/drawing/2014/main" id="{8D2C56F2-5646-366C-96D9-E940B0B99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7" name="Freeform 5053">
              <a:extLst>
                <a:ext uri="{FF2B5EF4-FFF2-40B4-BE49-F238E27FC236}">
                  <a16:creationId xmlns:a16="http://schemas.microsoft.com/office/drawing/2014/main" id="{9B1584A8-2B63-00D5-84AB-5B8859E88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168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8" name="Freeform 5054">
              <a:extLst>
                <a:ext uri="{FF2B5EF4-FFF2-40B4-BE49-F238E27FC236}">
                  <a16:creationId xmlns:a16="http://schemas.microsoft.com/office/drawing/2014/main" id="{6E9C99FE-3D34-79FC-A920-75F098600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168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9" name="Freeform 5055">
              <a:extLst>
                <a:ext uri="{FF2B5EF4-FFF2-40B4-BE49-F238E27FC236}">
                  <a16:creationId xmlns:a16="http://schemas.microsoft.com/office/drawing/2014/main" id="{E15509B7-98F0-FEBD-FCDA-CA7B4245A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" y="1594"/>
              <a:ext cx="36" cy="65"/>
            </a:xfrm>
            <a:custGeom>
              <a:avLst/>
              <a:gdLst>
                <a:gd name="T0" fmla="*/ 0 w 216"/>
                <a:gd name="T1" fmla="*/ 0 h 390"/>
                <a:gd name="T2" fmla="*/ 0 w 216"/>
                <a:gd name="T3" fmla="*/ 0 h 390"/>
                <a:gd name="T4" fmla="*/ 0 w 216"/>
                <a:gd name="T5" fmla="*/ 0 h 390"/>
                <a:gd name="T6" fmla="*/ 0 w 216"/>
                <a:gd name="T7" fmla="*/ 0 h 390"/>
                <a:gd name="T8" fmla="*/ 0 w 216"/>
                <a:gd name="T9" fmla="*/ 0 h 390"/>
                <a:gd name="T10" fmla="*/ 0 w 216"/>
                <a:gd name="T11" fmla="*/ 0 h 390"/>
                <a:gd name="T12" fmla="*/ 0 w 216"/>
                <a:gd name="T13" fmla="*/ 0 h 390"/>
                <a:gd name="T14" fmla="*/ 0 w 216"/>
                <a:gd name="T15" fmla="*/ 0 h 390"/>
                <a:gd name="T16" fmla="*/ 0 w 216"/>
                <a:gd name="T17" fmla="*/ 0 h 390"/>
                <a:gd name="T18" fmla="*/ 0 w 216"/>
                <a:gd name="T19" fmla="*/ 0 h 390"/>
                <a:gd name="T20" fmla="*/ 0 w 216"/>
                <a:gd name="T21" fmla="*/ 0 h 390"/>
                <a:gd name="T22" fmla="*/ 0 w 216"/>
                <a:gd name="T23" fmla="*/ 0 h 390"/>
                <a:gd name="T24" fmla="*/ 0 w 216"/>
                <a:gd name="T25" fmla="*/ 0 h 390"/>
                <a:gd name="T26" fmla="*/ 0 w 216"/>
                <a:gd name="T27" fmla="*/ 0 h 390"/>
                <a:gd name="T28" fmla="*/ 0 w 216"/>
                <a:gd name="T29" fmla="*/ 0 h 390"/>
                <a:gd name="T30" fmla="*/ 0 w 216"/>
                <a:gd name="T31" fmla="*/ 0 h 390"/>
                <a:gd name="T32" fmla="*/ 0 w 216"/>
                <a:gd name="T33" fmla="*/ 0 h 3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6"/>
                <a:gd name="T52" fmla="*/ 0 h 390"/>
                <a:gd name="T53" fmla="*/ 216 w 216"/>
                <a:gd name="T54" fmla="*/ 390 h 39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6" h="390">
                  <a:moveTo>
                    <a:pt x="0" y="390"/>
                  </a:moveTo>
                  <a:lnTo>
                    <a:pt x="54" y="369"/>
                  </a:lnTo>
                  <a:lnTo>
                    <a:pt x="108" y="326"/>
                  </a:lnTo>
                  <a:lnTo>
                    <a:pt x="162" y="260"/>
                  </a:lnTo>
                  <a:lnTo>
                    <a:pt x="206" y="98"/>
                  </a:lnTo>
                  <a:lnTo>
                    <a:pt x="216" y="65"/>
                  </a:lnTo>
                  <a:lnTo>
                    <a:pt x="216" y="43"/>
                  </a:lnTo>
                  <a:lnTo>
                    <a:pt x="206" y="22"/>
                  </a:lnTo>
                  <a:lnTo>
                    <a:pt x="173" y="0"/>
                  </a:lnTo>
                  <a:lnTo>
                    <a:pt x="119" y="0"/>
                  </a:lnTo>
                  <a:lnTo>
                    <a:pt x="75" y="22"/>
                  </a:lnTo>
                  <a:lnTo>
                    <a:pt x="43" y="55"/>
                  </a:lnTo>
                  <a:lnTo>
                    <a:pt x="21" y="152"/>
                  </a:lnTo>
                  <a:lnTo>
                    <a:pt x="21" y="185"/>
                  </a:lnTo>
                  <a:lnTo>
                    <a:pt x="43" y="206"/>
                  </a:lnTo>
                  <a:lnTo>
                    <a:pt x="75" y="217"/>
                  </a:lnTo>
                  <a:lnTo>
                    <a:pt x="173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0" name="Line 5056">
              <a:extLst>
                <a:ext uri="{FF2B5EF4-FFF2-40B4-BE49-F238E27FC236}">
                  <a16:creationId xmlns:a16="http://schemas.microsoft.com/office/drawing/2014/main" id="{5E71AC2A-D2D4-D020-DC31-AFB89585B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1" name="Line 5057">
              <a:extLst>
                <a:ext uri="{FF2B5EF4-FFF2-40B4-BE49-F238E27FC236}">
                  <a16:creationId xmlns:a16="http://schemas.microsoft.com/office/drawing/2014/main" id="{EC0AE5DB-A2EC-D2AA-3596-E43FAC39D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044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2" name="Line 5058">
              <a:extLst>
                <a:ext uri="{FF2B5EF4-FFF2-40B4-BE49-F238E27FC236}">
                  <a16:creationId xmlns:a16="http://schemas.microsoft.com/office/drawing/2014/main" id="{1F412291-B17E-6BB7-4678-7EE9A8419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169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3" name="Line 5059">
              <a:extLst>
                <a:ext uri="{FF2B5EF4-FFF2-40B4-BE49-F238E27FC236}">
                  <a16:creationId xmlns:a16="http://schemas.microsoft.com/office/drawing/2014/main" id="{E2C815DD-4980-1E12-26CA-FA550A835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1666"/>
              <a:ext cx="1" cy="46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4" name="Line 5060">
              <a:extLst>
                <a:ext uri="{FF2B5EF4-FFF2-40B4-BE49-F238E27FC236}">
                  <a16:creationId xmlns:a16="http://schemas.microsoft.com/office/drawing/2014/main" id="{F09B84BF-EC90-6BEA-D7D4-CBCA2C2BD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1666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5" name="Line 5061">
              <a:extLst>
                <a:ext uri="{FF2B5EF4-FFF2-40B4-BE49-F238E27FC236}">
                  <a16:creationId xmlns:a16="http://schemas.microsoft.com/office/drawing/2014/main" id="{615D17D8-CA30-96B1-C778-9982356DA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1701"/>
              <a:ext cx="51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6" name="Freeform 5062">
              <a:extLst>
                <a:ext uri="{FF2B5EF4-FFF2-40B4-BE49-F238E27FC236}">
                  <a16:creationId xmlns:a16="http://schemas.microsoft.com/office/drawing/2014/main" id="{A5E8647F-CEF2-BED9-9709-9F54B46E8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7" name="Freeform 5063">
              <a:extLst>
                <a:ext uri="{FF2B5EF4-FFF2-40B4-BE49-F238E27FC236}">
                  <a16:creationId xmlns:a16="http://schemas.microsoft.com/office/drawing/2014/main" id="{5EDE37C2-FCB6-4B92-40B0-461D3F6E5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8" name="Freeform 5064">
              <a:extLst>
                <a:ext uri="{FF2B5EF4-FFF2-40B4-BE49-F238E27FC236}">
                  <a16:creationId xmlns:a16="http://schemas.microsoft.com/office/drawing/2014/main" id="{4A7DFBD1-220A-6E36-8F6F-D2C782DBA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9" name="Freeform 5065">
              <a:extLst>
                <a:ext uri="{FF2B5EF4-FFF2-40B4-BE49-F238E27FC236}">
                  <a16:creationId xmlns:a16="http://schemas.microsoft.com/office/drawing/2014/main" id="{7AA11FB1-5D4E-0C68-2191-F14E5DB6F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0" name="Freeform 5066">
              <a:extLst>
                <a:ext uri="{FF2B5EF4-FFF2-40B4-BE49-F238E27FC236}">
                  <a16:creationId xmlns:a16="http://schemas.microsoft.com/office/drawing/2014/main" id="{F7823856-4168-615F-D9BE-EF3A9C06D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598"/>
              <a:ext cx="18" cy="65"/>
            </a:xfrm>
            <a:custGeom>
              <a:avLst/>
              <a:gdLst>
                <a:gd name="T0" fmla="*/ 0 w 109"/>
                <a:gd name="T1" fmla="*/ 0 h 391"/>
                <a:gd name="T2" fmla="*/ 0 w 109"/>
                <a:gd name="T3" fmla="*/ 0 h 391"/>
                <a:gd name="T4" fmla="*/ 0 w 109"/>
                <a:gd name="T5" fmla="*/ 0 h 391"/>
                <a:gd name="T6" fmla="*/ 0 60000 65536"/>
                <a:gd name="T7" fmla="*/ 0 60000 65536"/>
                <a:gd name="T8" fmla="*/ 0 60000 65536"/>
                <a:gd name="T9" fmla="*/ 0 w 109"/>
                <a:gd name="T10" fmla="*/ 0 h 391"/>
                <a:gd name="T11" fmla="*/ 109 w 109"/>
                <a:gd name="T12" fmla="*/ 391 h 3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391">
                  <a:moveTo>
                    <a:pt x="0" y="391"/>
                  </a:moveTo>
                  <a:lnTo>
                    <a:pt x="109" y="0"/>
                  </a:lnTo>
                  <a:lnTo>
                    <a:pt x="0" y="8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1" name="Freeform 5067">
              <a:extLst>
                <a:ext uri="{FF2B5EF4-FFF2-40B4-BE49-F238E27FC236}">
                  <a16:creationId xmlns:a16="http://schemas.microsoft.com/office/drawing/2014/main" id="{FD46AA76-2205-8659-F3FC-54CE9951F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1598"/>
              <a:ext cx="36" cy="65"/>
            </a:xfrm>
            <a:custGeom>
              <a:avLst/>
              <a:gdLst>
                <a:gd name="T0" fmla="*/ 0 w 217"/>
                <a:gd name="T1" fmla="*/ 0 h 391"/>
                <a:gd name="T2" fmla="*/ 0 w 217"/>
                <a:gd name="T3" fmla="*/ 0 h 391"/>
                <a:gd name="T4" fmla="*/ 0 w 217"/>
                <a:gd name="T5" fmla="*/ 0 h 391"/>
                <a:gd name="T6" fmla="*/ 0 w 217"/>
                <a:gd name="T7" fmla="*/ 0 h 391"/>
                <a:gd name="T8" fmla="*/ 0 w 217"/>
                <a:gd name="T9" fmla="*/ 0 h 391"/>
                <a:gd name="T10" fmla="*/ 0 w 217"/>
                <a:gd name="T11" fmla="*/ 0 h 391"/>
                <a:gd name="T12" fmla="*/ 0 w 217"/>
                <a:gd name="T13" fmla="*/ 0 h 391"/>
                <a:gd name="T14" fmla="*/ 0 w 217"/>
                <a:gd name="T15" fmla="*/ 0 h 391"/>
                <a:gd name="T16" fmla="*/ 0 w 217"/>
                <a:gd name="T17" fmla="*/ 0 h 391"/>
                <a:gd name="T18" fmla="*/ 0 w 217"/>
                <a:gd name="T19" fmla="*/ 0 h 391"/>
                <a:gd name="T20" fmla="*/ 0 w 217"/>
                <a:gd name="T21" fmla="*/ 0 h 391"/>
                <a:gd name="T22" fmla="*/ 0 w 217"/>
                <a:gd name="T23" fmla="*/ 0 h 391"/>
                <a:gd name="T24" fmla="*/ 0 w 217"/>
                <a:gd name="T25" fmla="*/ 0 h 391"/>
                <a:gd name="T26" fmla="*/ 0 w 217"/>
                <a:gd name="T27" fmla="*/ 0 h 391"/>
                <a:gd name="T28" fmla="*/ 0 w 217"/>
                <a:gd name="T29" fmla="*/ 0 h 391"/>
                <a:gd name="T30" fmla="*/ 0 w 217"/>
                <a:gd name="T31" fmla="*/ 0 h 391"/>
                <a:gd name="T32" fmla="*/ 0 w 217"/>
                <a:gd name="T33" fmla="*/ 0 h 3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7"/>
                <a:gd name="T52" fmla="*/ 0 h 391"/>
                <a:gd name="T53" fmla="*/ 217 w 217"/>
                <a:gd name="T54" fmla="*/ 391 h 39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7" h="391">
                  <a:moveTo>
                    <a:pt x="0" y="391"/>
                  </a:moveTo>
                  <a:lnTo>
                    <a:pt x="54" y="368"/>
                  </a:lnTo>
                  <a:lnTo>
                    <a:pt x="108" y="325"/>
                  </a:lnTo>
                  <a:lnTo>
                    <a:pt x="163" y="260"/>
                  </a:lnTo>
                  <a:lnTo>
                    <a:pt x="206" y="97"/>
                  </a:lnTo>
                  <a:lnTo>
                    <a:pt x="217" y="65"/>
                  </a:lnTo>
                  <a:lnTo>
                    <a:pt x="217" y="43"/>
                  </a:lnTo>
                  <a:lnTo>
                    <a:pt x="206" y="21"/>
                  </a:lnTo>
                  <a:lnTo>
                    <a:pt x="174" y="0"/>
                  </a:lnTo>
                  <a:lnTo>
                    <a:pt x="120" y="0"/>
                  </a:lnTo>
                  <a:lnTo>
                    <a:pt x="76" y="21"/>
                  </a:lnTo>
                  <a:lnTo>
                    <a:pt x="43" y="54"/>
                  </a:lnTo>
                  <a:lnTo>
                    <a:pt x="22" y="151"/>
                  </a:lnTo>
                  <a:lnTo>
                    <a:pt x="22" y="184"/>
                  </a:lnTo>
                  <a:lnTo>
                    <a:pt x="43" y="206"/>
                  </a:lnTo>
                  <a:lnTo>
                    <a:pt x="76" y="217"/>
                  </a:lnTo>
                  <a:lnTo>
                    <a:pt x="174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2" name="Line 5068">
              <a:extLst>
                <a:ext uri="{FF2B5EF4-FFF2-40B4-BE49-F238E27FC236}">
                  <a16:creationId xmlns:a16="http://schemas.microsoft.com/office/drawing/2014/main" id="{FBDBF79D-E528-CDD7-5347-85ADE7D37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13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3" name="Line 5069">
              <a:extLst>
                <a:ext uri="{FF2B5EF4-FFF2-40B4-BE49-F238E27FC236}">
                  <a16:creationId xmlns:a16="http://schemas.microsoft.com/office/drawing/2014/main" id="{8D3CB256-36E6-3640-9919-6A616BF0D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4" name="Line 5070">
              <a:extLst>
                <a:ext uri="{FF2B5EF4-FFF2-40B4-BE49-F238E27FC236}">
                  <a16:creationId xmlns:a16="http://schemas.microsoft.com/office/drawing/2014/main" id="{19BC95C0-4078-5CB3-BE30-3B8F70488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01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5" name="Line 5071">
              <a:extLst>
                <a:ext uri="{FF2B5EF4-FFF2-40B4-BE49-F238E27FC236}">
                  <a16:creationId xmlns:a16="http://schemas.microsoft.com/office/drawing/2014/main" id="{650B08C8-21FA-2796-C161-50CEE4BB5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2" y="1778"/>
              <a:ext cx="76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6" name="Line 5072">
              <a:extLst>
                <a:ext uri="{FF2B5EF4-FFF2-40B4-BE49-F238E27FC236}">
                  <a16:creationId xmlns:a16="http://schemas.microsoft.com/office/drawing/2014/main" id="{12A48E0A-E5EE-9ADE-D3C8-38EACEA10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2" y="2132"/>
              <a:ext cx="12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7" name="Line 5073">
              <a:extLst>
                <a:ext uri="{FF2B5EF4-FFF2-40B4-BE49-F238E27FC236}">
                  <a16:creationId xmlns:a16="http://schemas.microsoft.com/office/drawing/2014/main" id="{28A75CA9-AB4D-5E81-3C44-BC69B2861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1847"/>
              <a:ext cx="1" cy="21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8" name="Freeform 5074">
              <a:extLst>
                <a:ext uri="{FF2B5EF4-FFF2-40B4-BE49-F238E27FC236}">
                  <a16:creationId xmlns:a16="http://schemas.microsoft.com/office/drawing/2014/main" id="{1A4EA145-EDCD-1027-954C-B535556F1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9" name="Freeform 5075">
              <a:extLst>
                <a:ext uri="{FF2B5EF4-FFF2-40B4-BE49-F238E27FC236}">
                  <a16:creationId xmlns:a16="http://schemas.microsoft.com/office/drawing/2014/main" id="{E4394E8D-17E9-E1CA-4695-48D60BF58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0" name="Freeform 5076">
              <a:extLst>
                <a:ext uri="{FF2B5EF4-FFF2-40B4-BE49-F238E27FC236}">
                  <a16:creationId xmlns:a16="http://schemas.microsoft.com/office/drawing/2014/main" id="{3AA124A7-DE7A-A5F4-440F-23DEA6195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63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0"/>
                  </a:moveTo>
                  <a:lnTo>
                    <a:pt x="138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1" name="Freeform 5077">
              <a:extLst>
                <a:ext uri="{FF2B5EF4-FFF2-40B4-BE49-F238E27FC236}">
                  <a16:creationId xmlns:a16="http://schemas.microsoft.com/office/drawing/2014/main" id="{8BEEAC91-161A-0321-1416-A69433301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63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0"/>
                  </a:moveTo>
                  <a:lnTo>
                    <a:pt x="138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2" name="Freeform 5078">
              <a:extLst>
                <a:ext uri="{FF2B5EF4-FFF2-40B4-BE49-F238E27FC236}">
                  <a16:creationId xmlns:a16="http://schemas.microsoft.com/office/drawing/2014/main" id="{03795965-3386-3821-F551-2B317130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971"/>
              <a:ext cx="65" cy="18"/>
            </a:xfrm>
            <a:custGeom>
              <a:avLst/>
              <a:gdLst>
                <a:gd name="T0" fmla="*/ 0 w 390"/>
                <a:gd name="T1" fmla="*/ 0 h 109"/>
                <a:gd name="T2" fmla="*/ 0 w 390"/>
                <a:gd name="T3" fmla="*/ 0 h 109"/>
                <a:gd name="T4" fmla="*/ 0 w 390"/>
                <a:gd name="T5" fmla="*/ 0 h 109"/>
                <a:gd name="T6" fmla="*/ 0 60000 65536"/>
                <a:gd name="T7" fmla="*/ 0 60000 65536"/>
                <a:gd name="T8" fmla="*/ 0 60000 65536"/>
                <a:gd name="T9" fmla="*/ 0 w 390"/>
                <a:gd name="T10" fmla="*/ 0 h 109"/>
                <a:gd name="T11" fmla="*/ 390 w 390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" h="109">
                  <a:moveTo>
                    <a:pt x="390" y="109"/>
                  </a:moveTo>
                  <a:lnTo>
                    <a:pt x="0" y="0"/>
                  </a:lnTo>
                  <a:lnTo>
                    <a:pt x="87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3" name="Freeform 5079">
              <a:extLst>
                <a:ext uri="{FF2B5EF4-FFF2-40B4-BE49-F238E27FC236}">
                  <a16:creationId xmlns:a16="http://schemas.microsoft.com/office/drawing/2014/main" id="{948EEE12-DF92-048E-D1A5-A8EBB579E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927"/>
              <a:ext cx="65" cy="35"/>
            </a:xfrm>
            <a:custGeom>
              <a:avLst/>
              <a:gdLst>
                <a:gd name="T0" fmla="*/ 0 w 390"/>
                <a:gd name="T1" fmla="*/ 0 h 206"/>
                <a:gd name="T2" fmla="*/ 0 w 390"/>
                <a:gd name="T3" fmla="*/ 0 h 206"/>
                <a:gd name="T4" fmla="*/ 0 w 390"/>
                <a:gd name="T5" fmla="*/ 0 h 206"/>
                <a:gd name="T6" fmla="*/ 0 w 390"/>
                <a:gd name="T7" fmla="*/ 0 h 206"/>
                <a:gd name="T8" fmla="*/ 0 w 390"/>
                <a:gd name="T9" fmla="*/ 0 h 206"/>
                <a:gd name="T10" fmla="*/ 0 w 390"/>
                <a:gd name="T11" fmla="*/ 0 h 206"/>
                <a:gd name="T12" fmla="*/ 0 w 390"/>
                <a:gd name="T13" fmla="*/ 0 h 206"/>
                <a:gd name="T14" fmla="*/ 0 w 390"/>
                <a:gd name="T15" fmla="*/ 0 h 206"/>
                <a:gd name="T16" fmla="*/ 0 w 390"/>
                <a:gd name="T17" fmla="*/ 0 h 206"/>
                <a:gd name="T18" fmla="*/ 0 w 390"/>
                <a:gd name="T19" fmla="*/ 0 h 206"/>
                <a:gd name="T20" fmla="*/ 0 w 390"/>
                <a:gd name="T21" fmla="*/ 0 h 206"/>
                <a:gd name="T22" fmla="*/ 0 w 390"/>
                <a:gd name="T23" fmla="*/ 0 h 206"/>
                <a:gd name="T24" fmla="*/ 0 w 390"/>
                <a:gd name="T25" fmla="*/ 0 h 206"/>
                <a:gd name="T26" fmla="*/ 0 w 390"/>
                <a:gd name="T27" fmla="*/ 0 h 206"/>
                <a:gd name="T28" fmla="*/ 0 w 390"/>
                <a:gd name="T29" fmla="*/ 0 h 206"/>
                <a:gd name="T30" fmla="*/ 0 w 390"/>
                <a:gd name="T31" fmla="*/ 0 h 206"/>
                <a:gd name="T32" fmla="*/ 0 w 390"/>
                <a:gd name="T33" fmla="*/ 0 h 206"/>
                <a:gd name="T34" fmla="*/ 0 w 390"/>
                <a:gd name="T35" fmla="*/ 0 h 206"/>
                <a:gd name="T36" fmla="*/ 0 w 390"/>
                <a:gd name="T37" fmla="*/ 0 h 206"/>
                <a:gd name="T38" fmla="*/ 0 w 390"/>
                <a:gd name="T39" fmla="*/ 0 h 206"/>
                <a:gd name="T40" fmla="*/ 0 w 390"/>
                <a:gd name="T41" fmla="*/ 0 h 206"/>
                <a:gd name="T42" fmla="*/ 0 w 390"/>
                <a:gd name="T43" fmla="*/ 0 h 206"/>
                <a:gd name="T44" fmla="*/ 0 w 390"/>
                <a:gd name="T45" fmla="*/ 0 h 20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0"/>
                <a:gd name="T70" fmla="*/ 0 h 206"/>
                <a:gd name="T71" fmla="*/ 390 w 390"/>
                <a:gd name="T72" fmla="*/ 206 h 20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0" h="206">
                  <a:moveTo>
                    <a:pt x="390" y="163"/>
                  </a:moveTo>
                  <a:lnTo>
                    <a:pt x="390" y="152"/>
                  </a:lnTo>
                  <a:lnTo>
                    <a:pt x="379" y="119"/>
                  </a:lnTo>
                  <a:lnTo>
                    <a:pt x="347" y="87"/>
                  </a:lnTo>
                  <a:lnTo>
                    <a:pt x="304" y="55"/>
                  </a:lnTo>
                  <a:lnTo>
                    <a:pt x="238" y="22"/>
                  </a:lnTo>
                  <a:lnTo>
                    <a:pt x="195" y="11"/>
                  </a:lnTo>
                  <a:lnTo>
                    <a:pt x="141" y="0"/>
                  </a:lnTo>
                  <a:lnTo>
                    <a:pt x="76" y="0"/>
                  </a:lnTo>
                  <a:lnTo>
                    <a:pt x="21" y="11"/>
                  </a:lnTo>
                  <a:lnTo>
                    <a:pt x="0" y="33"/>
                  </a:lnTo>
                  <a:lnTo>
                    <a:pt x="0" y="55"/>
                  </a:lnTo>
                  <a:lnTo>
                    <a:pt x="11" y="87"/>
                  </a:lnTo>
                  <a:lnTo>
                    <a:pt x="33" y="109"/>
                  </a:lnTo>
                  <a:lnTo>
                    <a:pt x="76" y="142"/>
                  </a:lnTo>
                  <a:lnTo>
                    <a:pt x="119" y="163"/>
                  </a:lnTo>
                  <a:lnTo>
                    <a:pt x="174" y="185"/>
                  </a:lnTo>
                  <a:lnTo>
                    <a:pt x="217" y="196"/>
                  </a:lnTo>
                  <a:lnTo>
                    <a:pt x="271" y="206"/>
                  </a:lnTo>
                  <a:lnTo>
                    <a:pt x="315" y="206"/>
                  </a:lnTo>
                  <a:lnTo>
                    <a:pt x="369" y="196"/>
                  </a:lnTo>
                  <a:lnTo>
                    <a:pt x="379" y="185"/>
                  </a:lnTo>
                  <a:lnTo>
                    <a:pt x="390" y="163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4" name="Line 5080">
              <a:extLst>
                <a:ext uri="{FF2B5EF4-FFF2-40B4-BE49-F238E27FC236}">
                  <a16:creationId xmlns:a16="http://schemas.microsoft.com/office/drawing/2014/main" id="{5225D9EE-8A0A-8918-3030-D99A365EA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5" name="Line 5081">
              <a:extLst>
                <a:ext uri="{FF2B5EF4-FFF2-40B4-BE49-F238E27FC236}">
                  <a16:creationId xmlns:a16="http://schemas.microsoft.com/office/drawing/2014/main" id="{5BE70A0E-CAA4-02F3-E3DE-7AD209E2A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13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6" name="Line 5082">
              <a:extLst>
                <a:ext uri="{FF2B5EF4-FFF2-40B4-BE49-F238E27FC236}">
                  <a16:creationId xmlns:a16="http://schemas.microsoft.com/office/drawing/2014/main" id="{F1EBEE54-1852-4906-E531-09307FBDC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2132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7" name="Line 5083">
              <a:extLst>
                <a:ext uri="{FF2B5EF4-FFF2-40B4-BE49-F238E27FC236}">
                  <a16:creationId xmlns:a16="http://schemas.microsoft.com/office/drawing/2014/main" id="{F516B280-DBEF-8DFE-041C-150D06BF1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822"/>
              <a:ext cx="18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8" name="Line 5084">
              <a:extLst>
                <a:ext uri="{FF2B5EF4-FFF2-40B4-BE49-F238E27FC236}">
                  <a16:creationId xmlns:a16="http://schemas.microsoft.com/office/drawing/2014/main" id="{AA7105FB-B559-8757-61B1-10F550F49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3295"/>
              <a:ext cx="18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9" name="Line 5085">
              <a:extLst>
                <a:ext uri="{FF2B5EF4-FFF2-40B4-BE49-F238E27FC236}">
                  <a16:creationId xmlns:a16="http://schemas.microsoft.com/office/drawing/2014/main" id="{054ED5C7-A96B-3584-1FA7-2F3E1E3F1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3" y="2892"/>
              <a:ext cx="1" cy="33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0" name="Freeform 5086">
              <a:extLst>
                <a:ext uri="{FF2B5EF4-FFF2-40B4-BE49-F238E27FC236}">
                  <a16:creationId xmlns:a16="http://schemas.microsoft.com/office/drawing/2014/main" id="{61FA9F91-B658-9AFB-3724-02A723058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822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1" name="Freeform 5087">
              <a:extLst>
                <a:ext uri="{FF2B5EF4-FFF2-40B4-BE49-F238E27FC236}">
                  <a16:creationId xmlns:a16="http://schemas.microsoft.com/office/drawing/2014/main" id="{E9EC9DF4-58D7-797E-212C-57B8F6161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822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2" name="Freeform 5088">
              <a:extLst>
                <a:ext uri="{FF2B5EF4-FFF2-40B4-BE49-F238E27FC236}">
                  <a16:creationId xmlns:a16="http://schemas.microsoft.com/office/drawing/2014/main" id="{1E8B8CA8-B6F9-EE1E-E744-B5D55E1F7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3225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3" name="Freeform 5089">
              <a:extLst>
                <a:ext uri="{FF2B5EF4-FFF2-40B4-BE49-F238E27FC236}">
                  <a16:creationId xmlns:a16="http://schemas.microsoft.com/office/drawing/2014/main" id="{531232C9-A72C-8890-70EA-DCF3C17E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3225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4" name="Freeform 5090">
              <a:extLst>
                <a:ext uri="{FF2B5EF4-FFF2-40B4-BE49-F238E27FC236}">
                  <a16:creationId xmlns:a16="http://schemas.microsoft.com/office/drawing/2014/main" id="{E2E810B6-9A2A-C51E-233F-42DCD5D32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3054"/>
              <a:ext cx="65" cy="18"/>
            </a:xfrm>
            <a:custGeom>
              <a:avLst/>
              <a:gdLst>
                <a:gd name="T0" fmla="*/ 0 w 391"/>
                <a:gd name="T1" fmla="*/ 0 h 109"/>
                <a:gd name="T2" fmla="*/ 0 w 391"/>
                <a:gd name="T3" fmla="*/ 0 h 109"/>
                <a:gd name="T4" fmla="*/ 0 w 391"/>
                <a:gd name="T5" fmla="*/ 0 h 109"/>
                <a:gd name="T6" fmla="*/ 0 60000 65536"/>
                <a:gd name="T7" fmla="*/ 0 60000 65536"/>
                <a:gd name="T8" fmla="*/ 0 60000 65536"/>
                <a:gd name="T9" fmla="*/ 0 w 391"/>
                <a:gd name="T10" fmla="*/ 0 h 109"/>
                <a:gd name="T11" fmla="*/ 391 w 391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109">
                  <a:moveTo>
                    <a:pt x="391" y="109"/>
                  </a:moveTo>
                  <a:lnTo>
                    <a:pt x="0" y="0"/>
                  </a:lnTo>
                  <a:lnTo>
                    <a:pt x="87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5" name="Freeform 5091">
              <a:extLst>
                <a:ext uri="{FF2B5EF4-FFF2-40B4-BE49-F238E27FC236}">
                  <a16:creationId xmlns:a16="http://schemas.microsoft.com/office/drawing/2014/main" id="{CE00FF97-43B2-B417-CF09-2BF9F4EC6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3011"/>
              <a:ext cx="51" cy="36"/>
            </a:xfrm>
            <a:custGeom>
              <a:avLst/>
              <a:gdLst>
                <a:gd name="T0" fmla="*/ 0 w 304"/>
                <a:gd name="T1" fmla="*/ 0 h 217"/>
                <a:gd name="T2" fmla="*/ 0 w 304"/>
                <a:gd name="T3" fmla="*/ 0 h 217"/>
                <a:gd name="T4" fmla="*/ 0 w 304"/>
                <a:gd name="T5" fmla="*/ 0 h 217"/>
                <a:gd name="T6" fmla="*/ 0 60000 65536"/>
                <a:gd name="T7" fmla="*/ 0 60000 65536"/>
                <a:gd name="T8" fmla="*/ 0 60000 65536"/>
                <a:gd name="T9" fmla="*/ 0 w 304"/>
                <a:gd name="T10" fmla="*/ 0 h 217"/>
                <a:gd name="T11" fmla="*/ 304 w 304"/>
                <a:gd name="T12" fmla="*/ 217 h 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4" h="217">
                  <a:moveTo>
                    <a:pt x="0" y="54"/>
                  </a:moveTo>
                  <a:lnTo>
                    <a:pt x="304" y="217"/>
                  </a:lnTo>
                  <a:lnTo>
                    <a:pt x="30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6" name="Line 5092">
              <a:extLst>
                <a:ext uri="{FF2B5EF4-FFF2-40B4-BE49-F238E27FC236}">
                  <a16:creationId xmlns:a16="http://schemas.microsoft.com/office/drawing/2014/main" id="{9025E2F0-81F8-E922-9C87-E35B17802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5" y="3018"/>
              <a:ext cx="29" cy="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7" name="Line 5093">
              <a:extLst>
                <a:ext uri="{FF2B5EF4-FFF2-40B4-BE49-F238E27FC236}">
                  <a16:creationId xmlns:a16="http://schemas.microsoft.com/office/drawing/2014/main" id="{304B96ED-338F-12EA-CB30-297673207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398"/>
              <a:ext cx="1" cy="18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8" name="Line 5094">
              <a:extLst>
                <a:ext uri="{FF2B5EF4-FFF2-40B4-BE49-F238E27FC236}">
                  <a16:creationId xmlns:a16="http://schemas.microsoft.com/office/drawing/2014/main" id="{24192613-8A71-0D6B-09DD-8BB229968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398"/>
              <a:ext cx="1" cy="18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9" name="Line 5095">
              <a:extLst>
                <a:ext uri="{FF2B5EF4-FFF2-40B4-BE49-F238E27FC236}">
                  <a16:creationId xmlns:a16="http://schemas.microsoft.com/office/drawing/2014/main" id="{74312916-2072-E062-2962-FD7C82DF6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2550"/>
              <a:ext cx="115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0" name="Freeform 5096">
              <a:extLst>
                <a:ext uri="{FF2B5EF4-FFF2-40B4-BE49-F238E27FC236}">
                  <a16:creationId xmlns:a16="http://schemas.microsoft.com/office/drawing/2014/main" id="{D20784F7-8B8D-4881-AE6B-E54DBAA33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38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1" name="Freeform 5097">
              <a:extLst>
                <a:ext uri="{FF2B5EF4-FFF2-40B4-BE49-F238E27FC236}">
                  <a16:creationId xmlns:a16="http://schemas.microsoft.com/office/drawing/2014/main" id="{0505916F-EFC7-44EA-6C73-AB9D1208C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38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2" name="Freeform 5098">
              <a:extLst>
                <a:ext uri="{FF2B5EF4-FFF2-40B4-BE49-F238E27FC236}">
                  <a16:creationId xmlns:a16="http://schemas.microsoft.com/office/drawing/2014/main" id="{70547452-8D8F-EB6A-5D7F-2E9942E99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38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3" name="Freeform 5099">
              <a:extLst>
                <a:ext uri="{FF2B5EF4-FFF2-40B4-BE49-F238E27FC236}">
                  <a16:creationId xmlns:a16="http://schemas.microsoft.com/office/drawing/2014/main" id="{BC558531-FD63-868B-CCBB-0CED2310A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38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4" name="Freeform 5100">
              <a:extLst>
                <a:ext uri="{FF2B5EF4-FFF2-40B4-BE49-F238E27FC236}">
                  <a16:creationId xmlns:a16="http://schemas.microsoft.com/office/drawing/2014/main" id="{4812E468-D2B3-A96E-2DE1-A34CBCFB2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475"/>
              <a:ext cx="36" cy="36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0" y="217"/>
                  </a:moveTo>
                  <a:lnTo>
                    <a:pt x="87" y="217"/>
                  </a:lnTo>
                  <a:lnTo>
                    <a:pt x="141" y="207"/>
                  </a:lnTo>
                  <a:lnTo>
                    <a:pt x="174" y="185"/>
                  </a:lnTo>
                  <a:lnTo>
                    <a:pt x="196" y="153"/>
                  </a:lnTo>
                  <a:lnTo>
                    <a:pt x="217" y="77"/>
                  </a:lnTo>
                  <a:lnTo>
                    <a:pt x="217" y="44"/>
                  </a:lnTo>
                  <a:lnTo>
                    <a:pt x="206" y="23"/>
                  </a:lnTo>
                  <a:lnTo>
                    <a:pt x="184" y="11"/>
                  </a:lnTo>
                  <a:lnTo>
                    <a:pt x="152" y="0"/>
                  </a:lnTo>
                  <a:lnTo>
                    <a:pt x="109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5" name="Freeform 5101">
              <a:extLst>
                <a:ext uri="{FF2B5EF4-FFF2-40B4-BE49-F238E27FC236}">
                  <a16:creationId xmlns:a16="http://schemas.microsoft.com/office/drawing/2014/main" id="{B55AD7C8-7A1E-0A43-1876-EDA476BD7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2446"/>
              <a:ext cx="27" cy="29"/>
            </a:xfrm>
            <a:custGeom>
              <a:avLst/>
              <a:gdLst>
                <a:gd name="T0" fmla="*/ 0 w 162"/>
                <a:gd name="T1" fmla="*/ 0 h 173"/>
                <a:gd name="T2" fmla="*/ 0 w 162"/>
                <a:gd name="T3" fmla="*/ 0 h 173"/>
                <a:gd name="T4" fmla="*/ 0 w 162"/>
                <a:gd name="T5" fmla="*/ 0 h 173"/>
                <a:gd name="T6" fmla="*/ 0 w 162"/>
                <a:gd name="T7" fmla="*/ 0 h 173"/>
                <a:gd name="T8" fmla="*/ 0 w 162"/>
                <a:gd name="T9" fmla="*/ 0 h 173"/>
                <a:gd name="T10" fmla="*/ 0 w 162"/>
                <a:gd name="T11" fmla="*/ 0 h 173"/>
                <a:gd name="T12" fmla="*/ 0 w 162"/>
                <a:gd name="T13" fmla="*/ 0 h 173"/>
                <a:gd name="T14" fmla="*/ 0 w 162"/>
                <a:gd name="T15" fmla="*/ 0 h 173"/>
                <a:gd name="T16" fmla="*/ 0 w 162"/>
                <a:gd name="T17" fmla="*/ 0 h 173"/>
                <a:gd name="T18" fmla="*/ 0 w 162"/>
                <a:gd name="T19" fmla="*/ 0 h 1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2"/>
                <a:gd name="T31" fmla="*/ 0 h 173"/>
                <a:gd name="T32" fmla="*/ 162 w 162"/>
                <a:gd name="T33" fmla="*/ 173 h 17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2" h="173">
                  <a:moveTo>
                    <a:pt x="54" y="173"/>
                  </a:moveTo>
                  <a:lnTo>
                    <a:pt x="97" y="163"/>
                  </a:lnTo>
                  <a:lnTo>
                    <a:pt x="130" y="141"/>
                  </a:lnTo>
                  <a:lnTo>
                    <a:pt x="151" y="109"/>
                  </a:lnTo>
                  <a:lnTo>
                    <a:pt x="162" y="76"/>
                  </a:lnTo>
                  <a:lnTo>
                    <a:pt x="162" y="43"/>
                  </a:lnTo>
                  <a:lnTo>
                    <a:pt x="151" y="22"/>
                  </a:lnTo>
                  <a:lnTo>
                    <a:pt x="141" y="10"/>
                  </a:lnTo>
                  <a:lnTo>
                    <a:pt x="119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6" name="Freeform 5102">
              <a:extLst>
                <a:ext uri="{FF2B5EF4-FFF2-40B4-BE49-F238E27FC236}">
                  <a16:creationId xmlns:a16="http://schemas.microsoft.com/office/drawing/2014/main" id="{D7E822BB-6119-7F12-371E-99B9EA498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1" y="2446"/>
              <a:ext cx="33" cy="65"/>
            </a:xfrm>
            <a:custGeom>
              <a:avLst/>
              <a:gdLst>
                <a:gd name="T0" fmla="*/ 0 w 196"/>
                <a:gd name="T1" fmla="*/ 0 h 390"/>
                <a:gd name="T2" fmla="*/ 0 w 196"/>
                <a:gd name="T3" fmla="*/ 0 h 390"/>
                <a:gd name="T4" fmla="*/ 0 w 196"/>
                <a:gd name="T5" fmla="*/ 0 h 390"/>
                <a:gd name="T6" fmla="*/ 0 w 196"/>
                <a:gd name="T7" fmla="*/ 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390"/>
                <a:gd name="T14" fmla="*/ 196 w 196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390">
                  <a:moveTo>
                    <a:pt x="0" y="390"/>
                  </a:moveTo>
                  <a:lnTo>
                    <a:pt x="196" y="0"/>
                  </a:lnTo>
                  <a:lnTo>
                    <a:pt x="23" y="0"/>
                  </a:lnTo>
                  <a:lnTo>
                    <a:pt x="12" y="4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7" name="Line 5103">
              <a:extLst>
                <a:ext uri="{FF2B5EF4-FFF2-40B4-BE49-F238E27FC236}">
                  <a16:creationId xmlns:a16="http://schemas.microsoft.com/office/drawing/2014/main" id="{B745D72C-9A3E-7639-D3E7-A0240C53D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8" name="Line 5104">
              <a:extLst>
                <a:ext uri="{FF2B5EF4-FFF2-40B4-BE49-F238E27FC236}">
                  <a16:creationId xmlns:a16="http://schemas.microsoft.com/office/drawing/2014/main" id="{8CB2CC23-94F7-D317-58DF-092177E3F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9" name="Line 5105">
              <a:extLst>
                <a:ext uri="{FF2B5EF4-FFF2-40B4-BE49-F238E27FC236}">
                  <a16:creationId xmlns:a16="http://schemas.microsoft.com/office/drawing/2014/main" id="{262D3595-BE4B-7DCB-F269-DF3D3EB27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550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0" name="Line 5106">
              <a:extLst>
                <a:ext uri="{FF2B5EF4-FFF2-40B4-BE49-F238E27FC236}">
                  <a16:creationId xmlns:a16="http://schemas.microsoft.com/office/drawing/2014/main" id="{0A4D62DA-8980-233A-FF0D-70D5197C8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8" y="1697"/>
              <a:ext cx="132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1" name="Line 5107">
              <a:extLst>
                <a:ext uri="{FF2B5EF4-FFF2-40B4-BE49-F238E27FC236}">
                  <a16:creationId xmlns:a16="http://schemas.microsoft.com/office/drawing/2014/main" id="{97B5D102-D4CA-A9ED-E886-2876274FC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0" y="1606"/>
              <a:ext cx="40" cy="6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2" name="Freeform 5108">
              <a:extLst>
                <a:ext uri="{FF2B5EF4-FFF2-40B4-BE49-F238E27FC236}">
                  <a16:creationId xmlns:a16="http://schemas.microsoft.com/office/drawing/2014/main" id="{CE62DDF0-8A67-3961-D3AC-901F49125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17"/>
              <a:ext cx="45" cy="43"/>
            </a:xfrm>
            <a:custGeom>
              <a:avLst/>
              <a:gdLst>
                <a:gd name="T0" fmla="*/ 0 w 271"/>
                <a:gd name="T1" fmla="*/ 0 h 261"/>
                <a:gd name="T2" fmla="*/ 0 w 271"/>
                <a:gd name="T3" fmla="*/ 0 h 261"/>
                <a:gd name="T4" fmla="*/ 0 w 271"/>
                <a:gd name="T5" fmla="*/ 0 h 261"/>
                <a:gd name="T6" fmla="*/ 0 w 271"/>
                <a:gd name="T7" fmla="*/ 0 h 261"/>
                <a:gd name="T8" fmla="*/ 0 w 271"/>
                <a:gd name="T9" fmla="*/ 0 h 261"/>
                <a:gd name="T10" fmla="*/ 0 w 271"/>
                <a:gd name="T11" fmla="*/ 0 h 261"/>
                <a:gd name="T12" fmla="*/ 0 w 271"/>
                <a:gd name="T13" fmla="*/ 0 h 261"/>
                <a:gd name="T14" fmla="*/ 0 w 271"/>
                <a:gd name="T15" fmla="*/ 0 h 261"/>
                <a:gd name="T16" fmla="*/ 0 w 271"/>
                <a:gd name="T17" fmla="*/ 0 h 261"/>
                <a:gd name="T18" fmla="*/ 0 w 271"/>
                <a:gd name="T19" fmla="*/ 0 h 261"/>
                <a:gd name="T20" fmla="*/ 0 w 271"/>
                <a:gd name="T21" fmla="*/ 0 h 261"/>
                <a:gd name="T22" fmla="*/ 0 w 271"/>
                <a:gd name="T23" fmla="*/ 0 h 261"/>
                <a:gd name="T24" fmla="*/ 0 w 271"/>
                <a:gd name="T25" fmla="*/ 0 h 261"/>
                <a:gd name="T26" fmla="*/ 0 w 271"/>
                <a:gd name="T27" fmla="*/ 0 h 261"/>
                <a:gd name="T28" fmla="*/ 0 w 271"/>
                <a:gd name="T29" fmla="*/ 0 h 261"/>
                <a:gd name="T30" fmla="*/ 0 w 271"/>
                <a:gd name="T31" fmla="*/ 0 h 261"/>
                <a:gd name="T32" fmla="*/ 0 w 271"/>
                <a:gd name="T33" fmla="*/ 0 h 261"/>
                <a:gd name="T34" fmla="*/ 0 w 271"/>
                <a:gd name="T35" fmla="*/ 0 h 261"/>
                <a:gd name="T36" fmla="*/ 0 w 271"/>
                <a:gd name="T37" fmla="*/ 0 h 261"/>
                <a:gd name="T38" fmla="*/ 0 w 271"/>
                <a:gd name="T39" fmla="*/ 0 h 26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71"/>
                <a:gd name="T61" fmla="*/ 0 h 261"/>
                <a:gd name="T62" fmla="*/ 271 w 271"/>
                <a:gd name="T63" fmla="*/ 261 h 26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71" h="261">
                  <a:moveTo>
                    <a:pt x="98" y="261"/>
                  </a:moveTo>
                  <a:lnTo>
                    <a:pt x="119" y="261"/>
                  </a:lnTo>
                  <a:lnTo>
                    <a:pt x="162" y="250"/>
                  </a:lnTo>
                  <a:lnTo>
                    <a:pt x="206" y="217"/>
                  </a:lnTo>
                  <a:lnTo>
                    <a:pt x="249" y="174"/>
                  </a:lnTo>
                  <a:lnTo>
                    <a:pt x="271" y="131"/>
                  </a:lnTo>
                  <a:lnTo>
                    <a:pt x="271" y="98"/>
                  </a:lnTo>
                  <a:lnTo>
                    <a:pt x="261" y="44"/>
                  </a:lnTo>
                  <a:lnTo>
                    <a:pt x="238" y="22"/>
                  </a:lnTo>
                  <a:lnTo>
                    <a:pt x="206" y="0"/>
                  </a:lnTo>
                  <a:lnTo>
                    <a:pt x="174" y="0"/>
                  </a:lnTo>
                  <a:lnTo>
                    <a:pt x="108" y="11"/>
                  </a:lnTo>
                  <a:lnTo>
                    <a:pt x="76" y="32"/>
                  </a:lnTo>
                  <a:lnTo>
                    <a:pt x="44" y="65"/>
                  </a:lnTo>
                  <a:lnTo>
                    <a:pt x="11" y="108"/>
                  </a:lnTo>
                  <a:lnTo>
                    <a:pt x="0" y="152"/>
                  </a:lnTo>
                  <a:lnTo>
                    <a:pt x="11" y="207"/>
                  </a:lnTo>
                  <a:lnTo>
                    <a:pt x="33" y="239"/>
                  </a:lnTo>
                  <a:lnTo>
                    <a:pt x="76" y="261"/>
                  </a:lnTo>
                  <a:lnTo>
                    <a:pt x="98" y="261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3" name="Freeform 5109">
              <a:extLst>
                <a:ext uri="{FF2B5EF4-FFF2-40B4-BE49-F238E27FC236}">
                  <a16:creationId xmlns:a16="http://schemas.microsoft.com/office/drawing/2014/main" id="{C7D4B5E8-5260-82B0-06B4-E4D4F6996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1606"/>
              <a:ext cx="32" cy="65"/>
            </a:xfrm>
            <a:custGeom>
              <a:avLst/>
              <a:gdLst>
                <a:gd name="T0" fmla="*/ 0 w 196"/>
                <a:gd name="T1" fmla="*/ 0 h 390"/>
                <a:gd name="T2" fmla="*/ 0 w 196"/>
                <a:gd name="T3" fmla="*/ 0 h 390"/>
                <a:gd name="T4" fmla="*/ 0 w 196"/>
                <a:gd name="T5" fmla="*/ 0 h 390"/>
                <a:gd name="T6" fmla="*/ 0 w 196"/>
                <a:gd name="T7" fmla="*/ 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390"/>
                <a:gd name="T14" fmla="*/ 196 w 196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390">
                  <a:moveTo>
                    <a:pt x="0" y="390"/>
                  </a:moveTo>
                  <a:lnTo>
                    <a:pt x="196" y="0"/>
                  </a:lnTo>
                  <a:lnTo>
                    <a:pt x="22" y="0"/>
                  </a:lnTo>
                  <a:lnTo>
                    <a:pt x="12" y="4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4" name="Freeform 5110">
              <a:extLst>
                <a:ext uri="{FF2B5EF4-FFF2-40B4-BE49-F238E27FC236}">
                  <a16:creationId xmlns:a16="http://schemas.microsoft.com/office/drawing/2014/main" id="{7371443F-7B85-120A-EA6B-F36236F64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800"/>
              <a:ext cx="28" cy="70"/>
            </a:xfrm>
            <a:custGeom>
              <a:avLst/>
              <a:gdLst>
                <a:gd name="T0" fmla="*/ 0 w 168"/>
                <a:gd name="T1" fmla="*/ 0 h 422"/>
                <a:gd name="T2" fmla="*/ 0 w 168"/>
                <a:gd name="T3" fmla="*/ 0 h 422"/>
                <a:gd name="T4" fmla="*/ 0 w 168"/>
                <a:gd name="T5" fmla="*/ 0 h 422"/>
                <a:gd name="T6" fmla="*/ 0 w 168"/>
                <a:gd name="T7" fmla="*/ 0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422"/>
                <a:gd name="T14" fmla="*/ 168 w 168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422">
                  <a:moveTo>
                    <a:pt x="34" y="0"/>
                  </a:moveTo>
                  <a:lnTo>
                    <a:pt x="168" y="34"/>
                  </a:lnTo>
                  <a:lnTo>
                    <a:pt x="0" y="42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5" name="Freeform 5111">
              <a:extLst>
                <a:ext uri="{FF2B5EF4-FFF2-40B4-BE49-F238E27FC236}">
                  <a16:creationId xmlns:a16="http://schemas.microsoft.com/office/drawing/2014/main" id="{73A1F65C-6496-DB73-B372-43B101D5A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800"/>
              <a:ext cx="28" cy="70"/>
            </a:xfrm>
            <a:custGeom>
              <a:avLst/>
              <a:gdLst>
                <a:gd name="T0" fmla="*/ 0 w 168"/>
                <a:gd name="T1" fmla="*/ 0 h 422"/>
                <a:gd name="T2" fmla="*/ 0 w 168"/>
                <a:gd name="T3" fmla="*/ 0 h 422"/>
                <a:gd name="T4" fmla="*/ 0 w 168"/>
                <a:gd name="T5" fmla="*/ 0 h 422"/>
                <a:gd name="T6" fmla="*/ 0 w 168"/>
                <a:gd name="T7" fmla="*/ 0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422"/>
                <a:gd name="T14" fmla="*/ 168 w 168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422">
                  <a:moveTo>
                    <a:pt x="34" y="0"/>
                  </a:moveTo>
                  <a:lnTo>
                    <a:pt x="168" y="34"/>
                  </a:lnTo>
                  <a:lnTo>
                    <a:pt x="0" y="42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6" name="Line 5112">
              <a:extLst>
                <a:ext uri="{FF2B5EF4-FFF2-40B4-BE49-F238E27FC236}">
                  <a16:creationId xmlns:a16="http://schemas.microsoft.com/office/drawing/2014/main" id="{51271E2E-BBC3-A2EB-F6F4-6D09F49766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697"/>
              <a:ext cx="26" cy="10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7" name="Line 5113">
              <a:extLst>
                <a:ext uri="{FF2B5EF4-FFF2-40B4-BE49-F238E27FC236}">
                  <a16:creationId xmlns:a16="http://schemas.microsoft.com/office/drawing/2014/main" id="{9C8F9CE0-38D6-B8FE-7F3F-E3FF147CE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9" y="1870"/>
              <a:ext cx="58" cy="22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8" name="Freeform 5114">
              <a:extLst>
                <a:ext uri="{FF2B5EF4-FFF2-40B4-BE49-F238E27FC236}">
                  <a16:creationId xmlns:a16="http://schemas.microsoft.com/office/drawing/2014/main" id="{E905C8E4-7E25-9C95-59E6-CAA328E6B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099"/>
              <a:ext cx="28" cy="70"/>
            </a:xfrm>
            <a:custGeom>
              <a:avLst/>
              <a:gdLst>
                <a:gd name="T0" fmla="*/ 0 w 170"/>
                <a:gd name="T1" fmla="*/ 0 h 421"/>
                <a:gd name="T2" fmla="*/ 0 w 170"/>
                <a:gd name="T3" fmla="*/ 0 h 421"/>
                <a:gd name="T4" fmla="*/ 0 w 170"/>
                <a:gd name="T5" fmla="*/ 0 h 421"/>
                <a:gd name="T6" fmla="*/ 0 w 170"/>
                <a:gd name="T7" fmla="*/ 0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421"/>
                <a:gd name="T14" fmla="*/ 170 w 170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421">
                  <a:moveTo>
                    <a:pt x="0" y="388"/>
                  </a:moveTo>
                  <a:lnTo>
                    <a:pt x="136" y="421"/>
                  </a:lnTo>
                  <a:lnTo>
                    <a:pt x="170" y="0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9" name="Freeform 5115">
              <a:extLst>
                <a:ext uri="{FF2B5EF4-FFF2-40B4-BE49-F238E27FC236}">
                  <a16:creationId xmlns:a16="http://schemas.microsoft.com/office/drawing/2014/main" id="{F9052A13-403C-3A20-8A12-A9A7C60E2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099"/>
              <a:ext cx="28" cy="70"/>
            </a:xfrm>
            <a:custGeom>
              <a:avLst/>
              <a:gdLst>
                <a:gd name="T0" fmla="*/ 0 w 170"/>
                <a:gd name="T1" fmla="*/ 0 h 421"/>
                <a:gd name="T2" fmla="*/ 0 w 170"/>
                <a:gd name="T3" fmla="*/ 0 h 421"/>
                <a:gd name="T4" fmla="*/ 0 w 170"/>
                <a:gd name="T5" fmla="*/ 0 h 421"/>
                <a:gd name="T6" fmla="*/ 0 w 170"/>
                <a:gd name="T7" fmla="*/ 0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421"/>
                <a:gd name="T14" fmla="*/ 170 w 170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421">
                  <a:moveTo>
                    <a:pt x="0" y="388"/>
                  </a:moveTo>
                  <a:lnTo>
                    <a:pt x="136" y="421"/>
                  </a:lnTo>
                  <a:lnTo>
                    <a:pt x="170" y="0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0" name="Line 5116">
              <a:extLst>
                <a:ext uri="{FF2B5EF4-FFF2-40B4-BE49-F238E27FC236}">
                  <a16:creationId xmlns:a16="http://schemas.microsoft.com/office/drawing/2014/main" id="{ED9C6C01-2A7D-4167-FC8E-C2718CC8C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1" y="2166"/>
              <a:ext cx="11" cy="4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1" name="Line 5117">
              <a:extLst>
                <a:ext uri="{FF2B5EF4-FFF2-40B4-BE49-F238E27FC236}">
                  <a16:creationId xmlns:a16="http://schemas.microsoft.com/office/drawing/2014/main" id="{DBE497F6-2B1D-67FC-DB40-21656BCBF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1778"/>
              <a:ext cx="13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2" name="Line 5118">
              <a:extLst>
                <a:ext uri="{FF2B5EF4-FFF2-40B4-BE49-F238E27FC236}">
                  <a16:creationId xmlns:a16="http://schemas.microsoft.com/office/drawing/2014/main" id="{B5BF2899-B197-8E8A-908A-7C8D7C9EE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2398"/>
              <a:ext cx="2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3" name="Line 5119">
              <a:extLst>
                <a:ext uri="{FF2B5EF4-FFF2-40B4-BE49-F238E27FC236}">
                  <a16:creationId xmlns:a16="http://schemas.microsoft.com/office/drawing/2014/main" id="{22256E0C-8E97-4E10-8C54-94A25A5DF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0" y="1847"/>
              <a:ext cx="1" cy="48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4" name="Freeform 5120">
              <a:extLst>
                <a:ext uri="{FF2B5EF4-FFF2-40B4-BE49-F238E27FC236}">
                  <a16:creationId xmlns:a16="http://schemas.microsoft.com/office/drawing/2014/main" id="{EF127ED4-E980-EC2F-73D7-E636DBB45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5" name="Freeform 5121">
              <a:extLst>
                <a:ext uri="{FF2B5EF4-FFF2-40B4-BE49-F238E27FC236}">
                  <a16:creationId xmlns:a16="http://schemas.microsoft.com/office/drawing/2014/main" id="{3331569C-BA33-1A4F-3E10-0A87C803E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6" name="Freeform 5122">
              <a:extLst>
                <a:ext uri="{FF2B5EF4-FFF2-40B4-BE49-F238E27FC236}">
                  <a16:creationId xmlns:a16="http://schemas.microsoft.com/office/drawing/2014/main" id="{783FD2BD-2534-291F-B6A4-B2086F4E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328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69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7" name="Freeform 5123">
              <a:extLst>
                <a:ext uri="{FF2B5EF4-FFF2-40B4-BE49-F238E27FC236}">
                  <a16:creationId xmlns:a16="http://schemas.microsoft.com/office/drawing/2014/main" id="{9FF00963-8017-5F33-0BD5-581E1AFBC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328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69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8" name="Freeform 5124">
              <a:extLst>
                <a:ext uri="{FF2B5EF4-FFF2-40B4-BE49-F238E27FC236}">
                  <a16:creationId xmlns:a16="http://schemas.microsoft.com/office/drawing/2014/main" id="{8651275C-AF87-24CD-693B-363E31ED2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086"/>
              <a:ext cx="65" cy="18"/>
            </a:xfrm>
            <a:custGeom>
              <a:avLst/>
              <a:gdLst>
                <a:gd name="T0" fmla="*/ 0 w 390"/>
                <a:gd name="T1" fmla="*/ 0 h 109"/>
                <a:gd name="T2" fmla="*/ 0 w 390"/>
                <a:gd name="T3" fmla="*/ 0 h 109"/>
                <a:gd name="T4" fmla="*/ 0 w 390"/>
                <a:gd name="T5" fmla="*/ 0 h 109"/>
                <a:gd name="T6" fmla="*/ 0 60000 65536"/>
                <a:gd name="T7" fmla="*/ 0 60000 65536"/>
                <a:gd name="T8" fmla="*/ 0 60000 65536"/>
                <a:gd name="T9" fmla="*/ 0 w 390"/>
                <a:gd name="T10" fmla="*/ 0 h 109"/>
                <a:gd name="T11" fmla="*/ 390 w 390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" h="109">
                  <a:moveTo>
                    <a:pt x="390" y="109"/>
                  </a:moveTo>
                  <a:lnTo>
                    <a:pt x="0" y="0"/>
                  </a:lnTo>
                  <a:lnTo>
                    <a:pt x="86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9" name="Freeform 5125">
              <a:extLst>
                <a:ext uri="{FF2B5EF4-FFF2-40B4-BE49-F238E27FC236}">
                  <a16:creationId xmlns:a16="http://schemas.microsoft.com/office/drawing/2014/main" id="{A2693EA9-6C57-EFBD-85AD-F6FCD72BD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041"/>
              <a:ext cx="65" cy="40"/>
            </a:xfrm>
            <a:custGeom>
              <a:avLst/>
              <a:gdLst>
                <a:gd name="T0" fmla="*/ 0 w 390"/>
                <a:gd name="T1" fmla="*/ 0 h 238"/>
                <a:gd name="T2" fmla="*/ 0 w 390"/>
                <a:gd name="T3" fmla="*/ 0 h 238"/>
                <a:gd name="T4" fmla="*/ 0 w 390"/>
                <a:gd name="T5" fmla="*/ 0 h 238"/>
                <a:gd name="T6" fmla="*/ 0 w 390"/>
                <a:gd name="T7" fmla="*/ 0 h 238"/>
                <a:gd name="T8" fmla="*/ 0 w 390"/>
                <a:gd name="T9" fmla="*/ 0 h 238"/>
                <a:gd name="T10" fmla="*/ 0 w 390"/>
                <a:gd name="T11" fmla="*/ 0 h 238"/>
                <a:gd name="T12" fmla="*/ 0 w 390"/>
                <a:gd name="T13" fmla="*/ 0 h 238"/>
                <a:gd name="T14" fmla="*/ 0 w 390"/>
                <a:gd name="T15" fmla="*/ 0 h 238"/>
                <a:gd name="T16" fmla="*/ 0 w 390"/>
                <a:gd name="T17" fmla="*/ 0 h 238"/>
                <a:gd name="T18" fmla="*/ 0 w 390"/>
                <a:gd name="T19" fmla="*/ 0 h 238"/>
                <a:gd name="T20" fmla="*/ 0 w 390"/>
                <a:gd name="T21" fmla="*/ 0 h 238"/>
                <a:gd name="T22" fmla="*/ 0 w 390"/>
                <a:gd name="T23" fmla="*/ 0 h 238"/>
                <a:gd name="T24" fmla="*/ 0 w 390"/>
                <a:gd name="T25" fmla="*/ 0 h 238"/>
                <a:gd name="T26" fmla="*/ 0 w 390"/>
                <a:gd name="T27" fmla="*/ 0 h 238"/>
                <a:gd name="T28" fmla="*/ 0 w 390"/>
                <a:gd name="T29" fmla="*/ 0 h 238"/>
                <a:gd name="T30" fmla="*/ 0 w 390"/>
                <a:gd name="T31" fmla="*/ 0 h 238"/>
                <a:gd name="T32" fmla="*/ 0 w 390"/>
                <a:gd name="T33" fmla="*/ 0 h 238"/>
                <a:gd name="T34" fmla="*/ 0 w 390"/>
                <a:gd name="T35" fmla="*/ 0 h 238"/>
                <a:gd name="T36" fmla="*/ 0 w 390"/>
                <a:gd name="T37" fmla="*/ 0 h 238"/>
                <a:gd name="T38" fmla="*/ 0 w 390"/>
                <a:gd name="T39" fmla="*/ 0 h 238"/>
                <a:gd name="T40" fmla="*/ 0 w 390"/>
                <a:gd name="T41" fmla="*/ 0 h 238"/>
                <a:gd name="T42" fmla="*/ 0 w 390"/>
                <a:gd name="T43" fmla="*/ 0 h 238"/>
                <a:gd name="T44" fmla="*/ 0 w 390"/>
                <a:gd name="T45" fmla="*/ 0 h 238"/>
                <a:gd name="T46" fmla="*/ 0 w 390"/>
                <a:gd name="T47" fmla="*/ 0 h 238"/>
                <a:gd name="T48" fmla="*/ 0 w 390"/>
                <a:gd name="T49" fmla="*/ 0 h 238"/>
                <a:gd name="T50" fmla="*/ 0 w 390"/>
                <a:gd name="T51" fmla="*/ 0 h 238"/>
                <a:gd name="T52" fmla="*/ 0 w 390"/>
                <a:gd name="T53" fmla="*/ 0 h 238"/>
                <a:gd name="T54" fmla="*/ 0 w 390"/>
                <a:gd name="T55" fmla="*/ 0 h 238"/>
                <a:gd name="T56" fmla="*/ 0 w 390"/>
                <a:gd name="T57" fmla="*/ 0 h 238"/>
                <a:gd name="T58" fmla="*/ 0 w 390"/>
                <a:gd name="T59" fmla="*/ 0 h 238"/>
                <a:gd name="T60" fmla="*/ 0 w 390"/>
                <a:gd name="T61" fmla="*/ 0 h 238"/>
                <a:gd name="T62" fmla="*/ 0 w 390"/>
                <a:gd name="T63" fmla="*/ 0 h 238"/>
                <a:gd name="T64" fmla="*/ 0 w 390"/>
                <a:gd name="T65" fmla="*/ 0 h 2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90"/>
                <a:gd name="T100" fmla="*/ 0 h 238"/>
                <a:gd name="T101" fmla="*/ 390 w 390"/>
                <a:gd name="T102" fmla="*/ 238 h 2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90" h="238">
                  <a:moveTo>
                    <a:pt x="86" y="0"/>
                  </a:moveTo>
                  <a:lnTo>
                    <a:pt x="119" y="10"/>
                  </a:lnTo>
                  <a:lnTo>
                    <a:pt x="152" y="43"/>
                  </a:lnTo>
                  <a:lnTo>
                    <a:pt x="173" y="86"/>
                  </a:lnTo>
                  <a:lnTo>
                    <a:pt x="173" y="108"/>
                  </a:lnTo>
                  <a:lnTo>
                    <a:pt x="184" y="151"/>
                  </a:lnTo>
                  <a:lnTo>
                    <a:pt x="206" y="184"/>
                  </a:lnTo>
                  <a:lnTo>
                    <a:pt x="228" y="206"/>
                  </a:lnTo>
                  <a:lnTo>
                    <a:pt x="292" y="227"/>
                  </a:lnTo>
                  <a:lnTo>
                    <a:pt x="325" y="238"/>
                  </a:lnTo>
                  <a:lnTo>
                    <a:pt x="346" y="238"/>
                  </a:lnTo>
                  <a:lnTo>
                    <a:pt x="369" y="227"/>
                  </a:lnTo>
                  <a:lnTo>
                    <a:pt x="390" y="206"/>
                  </a:lnTo>
                  <a:lnTo>
                    <a:pt x="390" y="173"/>
                  </a:lnTo>
                  <a:lnTo>
                    <a:pt x="379" y="119"/>
                  </a:lnTo>
                  <a:lnTo>
                    <a:pt x="358" y="86"/>
                  </a:lnTo>
                  <a:lnTo>
                    <a:pt x="325" y="64"/>
                  </a:lnTo>
                  <a:lnTo>
                    <a:pt x="260" y="43"/>
                  </a:lnTo>
                  <a:lnTo>
                    <a:pt x="228" y="43"/>
                  </a:lnTo>
                  <a:lnTo>
                    <a:pt x="195" y="54"/>
                  </a:lnTo>
                  <a:lnTo>
                    <a:pt x="184" y="76"/>
                  </a:lnTo>
                  <a:lnTo>
                    <a:pt x="173" y="119"/>
                  </a:lnTo>
                  <a:lnTo>
                    <a:pt x="162" y="151"/>
                  </a:lnTo>
                  <a:lnTo>
                    <a:pt x="129" y="173"/>
                  </a:lnTo>
                  <a:lnTo>
                    <a:pt x="98" y="173"/>
                  </a:lnTo>
                  <a:lnTo>
                    <a:pt x="54" y="163"/>
                  </a:lnTo>
                  <a:lnTo>
                    <a:pt x="21" y="130"/>
                  </a:lnTo>
                  <a:lnTo>
                    <a:pt x="0" y="97"/>
                  </a:lnTo>
                  <a:lnTo>
                    <a:pt x="0" y="64"/>
                  </a:lnTo>
                  <a:lnTo>
                    <a:pt x="11" y="21"/>
                  </a:lnTo>
                  <a:lnTo>
                    <a:pt x="32" y="0"/>
                  </a:lnTo>
                  <a:lnTo>
                    <a:pt x="54" y="0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0" name="Line 5127">
              <a:extLst>
                <a:ext uri="{FF2B5EF4-FFF2-40B4-BE49-F238E27FC236}">
                  <a16:creationId xmlns:a16="http://schemas.microsoft.com/office/drawing/2014/main" id="{42F5BEB9-7684-FC7D-3FE2-3597981C4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2044"/>
              <a:ext cx="11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1" name="Line 5128">
              <a:extLst>
                <a:ext uri="{FF2B5EF4-FFF2-40B4-BE49-F238E27FC236}">
                  <a16:creationId xmlns:a16="http://schemas.microsoft.com/office/drawing/2014/main" id="{8221C9CE-DF92-8657-40F8-D9436ECAD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1847"/>
              <a:ext cx="1" cy="12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2" name="Freeform 5129">
              <a:extLst>
                <a:ext uri="{FF2B5EF4-FFF2-40B4-BE49-F238E27FC236}">
                  <a16:creationId xmlns:a16="http://schemas.microsoft.com/office/drawing/2014/main" id="{F3099D87-8947-DC93-1B82-9FBC5C923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3" name="Freeform 5130">
              <a:extLst>
                <a:ext uri="{FF2B5EF4-FFF2-40B4-BE49-F238E27FC236}">
                  <a16:creationId xmlns:a16="http://schemas.microsoft.com/office/drawing/2014/main" id="{75123659-30D7-01A3-8091-FF599CD51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4" name="Freeform 5131">
              <a:extLst>
                <a:ext uri="{FF2B5EF4-FFF2-40B4-BE49-F238E27FC236}">
                  <a16:creationId xmlns:a16="http://schemas.microsoft.com/office/drawing/2014/main" id="{4FD5AC11-5A0D-3B70-A5E1-E3DA6B48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974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5" name="Freeform 5132">
              <a:extLst>
                <a:ext uri="{FF2B5EF4-FFF2-40B4-BE49-F238E27FC236}">
                  <a16:creationId xmlns:a16="http://schemas.microsoft.com/office/drawing/2014/main" id="{CC30A64A-16CF-F12D-8CCC-3B01E10E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974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6" name="Freeform 5133">
              <a:extLst>
                <a:ext uri="{FF2B5EF4-FFF2-40B4-BE49-F238E27FC236}">
                  <a16:creationId xmlns:a16="http://schemas.microsoft.com/office/drawing/2014/main" id="{C24BCAF0-5CD4-0B52-BB94-E95F26DCF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1897"/>
              <a:ext cx="65" cy="39"/>
            </a:xfrm>
            <a:custGeom>
              <a:avLst/>
              <a:gdLst>
                <a:gd name="T0" fmla="*/ 0 w 390"/>
                <a:gd name="T1" fmla="*/ 0 h 238"/>
                <a:gd name="T2" fmla="*/ 0 w 390"/>
                <a:gd name="T3" fmla="*/ 0 h 238"/>
                <a:gd name="T4" fmla="*/ 0 w 390"/>
                <a:gd name="T5" fmla="*/ 0 h 238"/>
                <a:gd name="T6" fmla="*/ 0 w 390"/>
                <a:gd name="T7" fmla="*/ 0 h 238"/>
                <a:gd name="T8" fmla="*/ 0 w 390"/>
                <a:gd name="T9" fmla="*/ 0 h 238"/>
                <a:gd name="T10" fmla="*/ 0 w 390"/>
                <a:gd name="T11" fmla="*/ 0 h 238"/>
                <a:gd name="T12" fmla="*/ 0 w 390"/>
                <a:gd name="T13" fmla="*/ 0 h 238"/>
                <a:gd name="T14" fmla="*/ 0 w 390"/>
                <a:gd name="T15" fmla="*/ 0 h 238"/>
                <a:gd name="T16" fmla="*/ 0 w 390"/>
                <a:gd name="T17" fmla="*/ 0 h 238"/>
                <a:gd name="T18" fmla="*/ 0 w 390"/>
                <a:gd name="T19" fmla="*/ 0 h 238"/>
                <a:gd name="T20" fmla="*/ 0 w 390"/>
                <a:gd name="T21" fmla="*/ 0 h 238"/>
                <a:gd name="T22" fmla="*/ 0 w 390"/>
                <a:gd name="T23" fmla="*/ 0 h 238"/>
                <a:gd name="T24" fmla="*/ 0 w 390"/>
                <a:gd name="T25" fmla="*/ 0 h 238"/>
                <a:gd name="T26" fmla="*/ 0 w 390"/>
                <a:gd name="T27" fmla="*/ 0 h 238"/>
                <a:gd name="T28" fmla="*/ 0 w 390"/>
                <a:gd name="T29" fmla="*/ 0 h 238"/>
                <a:gd name="T30" fmla="*/ 0 w 390"/>
                <a:gd name="T31" fmla="*/ 0 h 238"/>
                <a:gd name="T32" fmla="*/ 0 w 390"/>
                <a:gd name="T33" fmla="*/ 0 h 238"/>
                <a:gd name="T34" fmla="*/ 0 w 390"/>
                <a:gd name="T35" fmla="*/ 0 h 238"/>
                <a:gd name="T36" fmla="*/ 0 w 390"/>
                <a:gd name="T37" fmla="*/ 0 h 238"/>
                <a:gd name="T38" fmla="*/ 0 w 390"/>
                <a:gd name="T39" fmla="*/ 0 h 238"/>
                <a:gd name="T40" fmla="*/ 0 w 390"/>
                <a:gd name="T41" fmla="*/ 0 h 238"/>
                <a:gd name="T42" fmla="*/ 0 w 390"/>
                <a:gd name="T43" fmla="*/ 0 h 238"/>
                <a:gd name="T44" fmla="*/ 0 w 390"/>
                <a:gd name="T45" fmla="*/ 0 h 238"/>
                <a:gd name="T46" fmla="*/ 0 w 390"/>
                <a:gd name="T47" fmla="*/ 0 h 238"/>
                <a:gd name="T48" fmla="*/ 0 w 390"/>
                <a:gd name="T49" fmla="*/ 0 h 238"/>
                <a:gd name="T50" fmla="*/ 0 w 390"/>
                <a:gd name="T51" fmla="*/ 0 h 238"/>
                <a:gd name="T52" fmla="*/ 0 w 390"/>
                <a:gd name="T53" fmla="*/ 0 h 238"/>
                <a:gd name="T54" fmla="*/ 0 w 390"/>
                <a:gd name="T55" fmla="*/ 0 h 238"/>
                <a:gd name="T56" fmla="*/ 0 w 390"/>
                <a:gd name="T57" fmla="*/ 0 h 238"/>
                <a:gd name="T58" fmla="*/ 0 w 390"/>
                <a:gd name="T59" fmla="*/ 0 h 238"/>
                <a:gd name="T60" fmla="*/ 0 w 390"/>
                <a:gd name="T61" fmla="*/ 0 h 238"/>
                <a:gd name="T62" fmla="*/ 0 w 390"/>
                <a:gd name="T63" fmla="*/ 0 h 238"/>
                <a:gd name="T64" fmla="*/ 0 w 390"/>
                <a:gd name="T65" fmla="*/ 0 h 2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90"/>
                <a:gd name="T100" fmla="*/ 0 h 238"/>
                <a:gd name="T101" fmla="*/ 390 w 390"/>
                <a:gd name="T102" fmla="*/ 238 h 2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90" h="238">
                  <a:moveTo>
                    <a:pt x="87" y="0"/>
                  </a:moveTo>
                  <a:lnTo>
                    <a:pt x="119" y="10"/>
                  </a:lnTo>
                  <a:lnTo>
                    <a:pt x="151" y="43"/>
                  </a:lnTo>
                  <a:lnTo>
                    <a:pt x="173" y="86"/>
                  </a:lnTo>
                  <a:lnTo>
                    <a:pt x="173" y="108"/>
                  </a:lnTo>
                  <a:lnTo>
                    <a:pt x="184" y="151"/>
                  </a:lnTo>
                  <a:lnTo>
                    <a:pt x="206" y="184"/>
                  </a:lnTo>
                  <a:lnTo>
                    <a:pt x="227" y="206"/>
                  </a:lnTo>
                  <a:lnTo>
                    <a:pt x="293" y="227"/>
                  </a:lnTo>
                  <a:lnTo>
                    <a:pt x="325" y="238"/>
                  </a:lnTo>
                  <a:lnTo>
                    <a:pt x="347" y="238"/>
                  </a:lnTo>
                  <a:lnTo>
                    <a:pt x="368" y="227"/>
                  </a:lnTo>
                  <a:lnTo>
                    <a:pt x="390" y="206"/>
                  </a:lnTo>
                  <a:lnTo>
                    <a:pt x="390" y="173"/>
                  </a:lnTo>
                  <a:lnTo>
                    <a:pt x="380" y="119"/>
                  </a:lnTo>
                  <a:lnTo>
                    <a:pt x="358" y="86"/>
                  </a:lnTo>
                  <a:lnTo>
                    <a:pt x="325" y="64"/>
                  </a:lnTo>
                  <a:lnTo>
                    <a:pt x="260" y="43"/>
                  </a:lnTo>
                  <a:lnTo>
                    <a:pt x="227" y="43"/>
                  </a:lnTo>
                  <a:lnTo>
                    <a:pt x="195" y="54"/>
                  </a:lnTo>
                  <a:lnTo>
                    <a:pt x="184" y="76"/>
                  </a:lnTo>
                  <a:lnTo>
                    <a:pt x="173" y="119"/>
                  </a:lnTo>
                  <a:lnTo>
                    <a:pt x="163" y="151"/>
                  </a:lnTo>
                  <a:lnTo>
                    <a:pt x="130" y="173"/>
                  </a:lnTo>
                  <a:lnTo>
                    <a:pt x="97" y="173"/>
                  </a:lnTo>
                  <a:lnTo>
                    <a:pt x="54" y="163"/>
                  </a:lnTo>
                  <a:lnTo>
                    <a:pt x="22" y="130"/>
                  </a:lnTo>
                  <a:lnTo>
                    <a:pt x="0" y="97"/>
                  </a:lnTo>
                  <a:lnTo>
                    <a:pt x="0" y="64"/>
                  </a:lnTo>
                  <a:lnTo>
                    <a:pt x="10" y="21"/>
                  </a:lnTo>
                  <a:lnTo>
                    <a:pt x="33" y="0"/>
                  </a:lnTo>
                  <a:lnTo>
                    <a:pt x="54" y="0"/>
                  </a:lnTo>
                  <a:lnTo>
                    <a:pt x="87" y="0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7" name="Freeform 5134">
              <a:extLst>
                <a:ext uri="{FF2B5EF4-FFF2-40B4-BE49-F238E27FC236}">
                  <a16:creationId xmlns:a16="http://schemas.microsoft.com/office/drawing/2014/main" id="{B6F06350-B60B-18E2-D2B0-345B36D88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870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36" y="40"/>
                  </a:moveTo>
                  <a:lnTo>
                    <a:pt x="72" y="0"/>
                  </a:lnTo>
                  <a:lnTo>
                    <a:pt x="79" y="9"/>
                  </a:lnTo>
                  <a:lnTo>
                    <a:pt x="86" y="20"/>
                  </a:lnTo>
                  <a:lnTo>
                    <a:pt x="89" y="31"/>
                  </a:lnTo>
                  <a:lnTo>
                    <a:pt x="89" y="43"/>
                  </a:lnTo>
                  <a:lnTo>
                    <a:pt x="87" y="55"/>
                  </a:lnTo>
                  <a:lnTo>
                    <a:pt x="82" y="66"/>
                  </a:lnTo>
                  <a:lnTo>
                    <a:pt x="76" y="76"/>
                  </a:lnTo>
                  <a:lnTo>
                    <a:pt x="67" y="83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3" y="93"/>
                  </a:lnTo>
                  <a:lnTo>
                    <a:pt x="21" y="91"/>
                  </a:lnTo>
                  <a:lnTo>
                    <a:pt x="9" y="86"/>
                  </a:lnTo>
                  <a:lnTo>
                    <a:pt x="0" y="80"/>
                  </a:lnTo>
                  <a:lnTo>
                    <a:pt x="36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8" name="Freeform 5135">
              <a:extLst>
                <a:ext uri="{FF2B5EF4-FFF2-40B4-BE49-F238E27FC236}">
                  <a16:creationId xmlns:a16="http://schemas.microsoft.com/office/drawing/2014/main" id="{C8D3FB80-209B-9C93-CF87-3670A0EC0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870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72" y="0"/>
                  </a:moveTo>
                  <a:lnTo>
                    <a:pt x="79" y="9"/>
                  </a:lnTo>
                  <a:lnTo>
                    <a:pt x="86" y="20"/>
                  </a:lnTo>
                  <a:lnTo>
                    <a:pt x="89" y="31"/>
                  </a:lnTo>
                  <a:lnTo>
                    <a:pt x="89" y="43"/>
                  </a:lnTo>
                  <a:lnTo>
                    <a:pt x="87" y="55"/>
                  </a:lnTo>
                  <a:lnTo>
                    <a:pt x="82" y="66"/>
                  </a:lnTo>
                  <a:lnTo>
                    <a:pt x="76" y="76"/>
                  </a:lnTo>
                  <a:lnTo>
                    <a:pt x="67" y="83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3" y="93"/>
                  </a:lnTo>
                  <a:lnTo>
                    <a:pt x="21" y="91"/>
                  </a:lnTo>
                  <a:lnTo>
                    <a:pt x="9" y="86"/>
                  </a:lnTo>
                  <a:lnTo>
                    <a:pt x="0" y="8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9" name="Freeform 5136">
              <a:extLst>
                <a:ext uri="{FF2B5EF4-FFF2-40B4-BE49-F238E27FC236}">
                  <a16:creationId xmlns:a16="http://schemas.microsoft.com/office/drawing/2014/main" id="{83F57452-7F50-9306-F2D7-694F21832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1771"/>
              <a:ext cx="121" cy="112"/>
            </a:xfrm>
            <a:custGeom>
              <a:avLst/>
              <a:gdLst>
                <a:gd name="T0" fmla="*/ 0 w 730"/>
                <a:gd name="T1" fmla="*/ 0 h 673"/>
                <a:gd name="T2" fmla="*/ 0 w 730"/>
                <a:gd name="T3" fmla="*/ 0 h 673"/>
                <a:gd name="T4" fmla="*/ 0 w 730"/>
                <a:gd name="T5" fmla="*/ 0 h 673"/>
                <a:gd name="T6" fmla="*/ 0 w 730"/>
                <a:gd name="T7" fmla="*/ 0 h 673"/>
                <a:gd name="T8" fmla="*/ 0 w 730"/>
                <a:gd name="T9" fmla="*/ 0 h 673"/>
                <a:gd name="T10" fmla="*/ 0 w 730"/>
                <a:gd name="T11" fmla="*/ 0 h 673"/>
                <a:gd name="T12" fmla="*/ 0 w 730"/>
                <a:gd name="T13" fmla="*/ 0 h 6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0"/>
                <a:gd name="T22" fmla="*/ 0 h 673"/>
                <a:gd name="T23" fmla="*/ 730 w 730"/>
                <a:gd name="T24" fmla="*/ 673 h 6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0" h="673">
                  <a:moveTo>
                    <a:pt x="658" y="673"/>
                  </a:moveTo>
                  <a:lnTo>
                    <a:pt x="694" y="633"/>
                  </a:lnTo>
                  <a:lnTo>
                    <a:pt x="730" y="593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0"/>
                  </a:lnTo>
                  <a:lnTo>
                    <a:pt x="658" y="6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0" name="Freeform 5137">
              <a:extLst>
                <a:ext uri="{FF2B5EF4-FFF2-40B4-BE49-F238E27FC236}">
                  <a16:creationId xmlns:a16="http://schemas.microsoft.com/office/drawing/2014/main" id="{899A9146-7788-1F7A-F845-3E43DC75F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1771"/>
              <a:ext cx="121" cy="112"/>
            </a:xfrm>
            <a:custGeom>
              <a:avLst/>
              <a:gdLst>
                <a:gd name="T0" fmla="*/ 0 w 730"/>
                <a:gd name="T1" fmla="*/ 0 h 673"/>
                <a:gd name="T2" fmla="*/ 0 w 730"/>
                <a:gd name="T3" fmla="*/ 0 h 673"/>
                <a:gd name="T4" fmla="*/ 0 w 730"/>
                <a:gd name="T5" fmla="*/ 0 h 673"/>
                <a:gd name="T6" fmla="*/ 0 w 730"/>
                <a:gd name="T7" fmla="*/ 0 h 673"/>
                <a:gd name="T8" fmla="*/ 0 w 730"/>
                <a:gd name="T9" fmla="*/ 0 h 673"/>
                <a:gd name="T10" fmla="*/ 0 w 730"/>
                <a:gd name="T11" fmla="*/ 0 h 673"/>
                <a:gd name="T12" fmla="*/ 0 w 730"/>
                <a:gd name="T13" fmla="*/ 0 h 6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0"/>
                <a:gd name="T22" fmla="*/ 0 h 673"/>
                <a:gd name="T23" fmla="*/ 730 w 730"/>
                <a:gd name="T24" fmla="*/ 673 h 6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0" h="673">
                  <a:moveTo>
                    <a:pt x="658" y="673"/>
                  </a:moveTo>
                  <a:lnTo>
                    <a:pt x="694" y="633"/>
                  </a:lnTo>
                  <a:lnTo>
                    <a:pt x="730" y="593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0"/>
                  </a:lnTo>
                  <a:lnTo>
                    <a:pt x="658" y="67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1" name="Freeform 5138">
              <a:extLst>
                <a:ext uri="{FF2B5EF4-FFF2-40B4-BE49-F238E27FC236}">
                  <a16:creationId xmlns:a16="http://schemas.microsoft.com/office/drawing/2014/main" id="{3D9E6FE0-405F-8F33-DF19-E6E517A90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1769"/>
              <a:ext cx="15" cy="16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53" y="53"/>
                  </a:moveTo>
                  <a:lnTo>
                    <a:pt x="17" y="93"/>
                  </a:lnTo>
                  <a:lnTo>
                    <a:pt x="10" y="84"/>
                  </a:lnTo>
                  <a:lnTo>
                    <a:pt x="4" y="73"/>
                  </a:lnTo>
                  <a:lnTo>
                    <a:pt x="0" y="61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7" y="26"/>
                  </a:lnTo>
                  <a:lnTo>
                    <a:pt x="13" y="17"/>
                  </a:lnTo>
                  <a:lnTo>
                    <a:pt x="23" y="10"/>
                  </a:lnTo>
                  <a:lnTo>
                    <a:pt x="33" y="3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80" y="6"/>
                  </a:lnTo>
                  <a:lnTo>
                    <a:pt x="89" y="13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2" name="Freeform 5139">
              <a:extLst>
                <a:ext uri="{FF2B5EF4-FFF2-40B4-BE49-F238E27FC236}">
                  <a16:creationId xmlns:a16="http://schemas.microsoft.com/office/drawing/2014/main" id="{6E5F4434-4D5D-729E-57E1-50E9CC88A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1769"/>
              <a:ext cx="15" cy="16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17" y="93"/>
                  </a:moveTo>
                  <a:lnTo>
                    <a:pt x="10" y="84"/>
                  </a:lnTo>
                  <a:lnTo>
                    <a:pt x="4" y="73"/>
                  </a:lnTo>
                  <a:lnTo>
                    <a:pt x="0" y="61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7" y="26"/>
                  </a:lnTo>
                  <a:lnTo>
                    <a:pt x="13" y="17"/>
                  </a:lnTo>
                  <a:lnTo>
                    <a:pt x="23" y="10"/>
                  </a:lnTo>
                  <a:lnTo>
                    <a:pt x="33" y="3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80" y="6"/>
                  </a:lnTo>
                  <a:lnTo>
                    <a:pt x="89" y="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defTabSz="1828800" hangingPunct="1"/>
              <a:endParaRPr lang="zh-CN" altLang="en-US" sz="3600" b="0" kern="120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87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2DE57-8F09-ED30-B3ED-54D7F52E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6C40A-A3F0-7AC9-367B-4B568DB3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切忌封闭尺寸</a:t>
            </a:r>
            <a:endParaRPr lang="en-US" altLang="zh-CN" dirty="0"/>
          </a:p>
          <a:p>
            <a:r>
              <a:rPr lang="zh-CN" altLang="en-US" dirty="0"/>
              <a:t>反映特征</a:t>
            </a:r>
            <a:endParaRPr lang="en-US" altLang="zh-CN" dirty="0"/>
          </a:p>
          <a:p>
            <a:r>
              <a:rPr lang="zh-CN" altLang="en-US" dirty="0"/>
              <a:t>集中标注</a:t>
            </a:r>
            <a:endParaRPr lang="en-US" altLang="zh-CN" dirty="0"/>
          </a:p>
          <a:p>
            <a:r>
              <a:rPr lang="zh-CN" altLang="en-US" dirty="0"/>
              <a:t>整齐排列</a:t>
            </a:r>
            <a:endParaRPr lang="en-US" altLang="zh-CN" dirty="0"/>
          </a:p>
          <a:p>
            <a:r>
              <a:rPr lang="zh-CN" altLang="en-US" dirty="0"/>
              <a:t>同轴回转体可标在非圆视图上避免同心圆较多时直径尺寸过多</a:t>
            </a:r>
            <a:endParaRPr lang="en-US" altLang="zh-CN" dirty="0"/>
          </a:p>
          <a:p>
            <a:r>
              <a:rPr lang="zh-CN" altLang="en-US" dirty="0"/>
              <a:t>虚线不注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4655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AF486-ACC3-5D4C-EEB0-8D7ECB08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">
            <a:extLst>
              <a:ext uri="{FF2B5EF4-FFF2-40B4-BE49-F238E27FC236}">
                <a16:creationId xmlns:a16="http://schemas.microsoft.com/office/drawing/2014/main" id="{7D334C44-CF4A-5CE4-F2DA-A7D5E4F793AF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5C001FF8-0175-A8FE-3568-19A31C59054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348CDE93-CE78-2FDA-9049-797F8074E03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64E3BB41-AC25-D361-914E-262388D7596D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363B05ED-A958-1496-9C48-6F2E69C22CC6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0" name="Shape">
            <a:extLst>
              <a:ext uri="{FF2B5EF4-FFF2-40B4-BE49-F238E27FC236}">
                <a16:creationId xmlns:a16="http://schemas.microsoft.com/office/drawing/2014/main" id="{CC47985B-DD7A-CFF3-F1D6-57CFD2FCAEF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026AC779-D30F-EB76-B459-F15062E3259F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BF6BB353-4716-69EE-B992-9B9D0F186A21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B321D483-A540-0296-E766-3B4AFF99D7A2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EFA838DC-076F-6872-3E24-7807996E4544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5" name="TOPIC #1 - $100">
            <a:extLst>
              <a:ext uri="{FF2B5EF4-FFF2-40B4-BE49-F238E27FC236}">
                <a16:creationId xmlns:a16="http://schemas.microsoft.com/office/drawing/2014/main" id="{3BEF6F8F-9F90-B201-C494-AC7209A783CE}"/>
              </a:ext>
            </a:extLst>
          </p:cNvPr>
          <p:cNvSpPr txBox="1"/>
          <p:nvPr/>
        </p:nvSpPr>
        <p:spPr>
          <a:xfrm>
            <a:off x="1318646" y="1076284"/>
            <a:ext cx="190140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#</a:t>
            </a:r>
            <a:r>
              <a:rPr lang="en-US" sz="10000" b="0" dirty="0">
                <a:solidFill>
                  <a:srgbClr val="F6C542"/>
                </a:solidFill>
                <a:latin typeface="Impact"/>
                <a:sym typeface="Impact"/>
              </a:rPr>
              <a:t>6</a:t>
            </a:r>
            <a:r>
              <a:rPr kumimoji="0" 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图样画法</a:t>
            </a:r>
            <a:endParaRPr kumimoji="0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4E693FD7-7CAC-1E60-9DFE-C355B61F549F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C99E24F8-DBA1-DBD5-8A13-33E6345B757B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8" name="Rounded Rectangle">
            <a:extLst>
              <a:ext uri="{FF2B5EF4-FFF2-40B4-BE49-F238E27FC236}">
                <a16:creationId xmlns:a16="http://schemas.microsoft.com/office/drawing/2014/main" id="{C3256AB3-631A-D9AB-9EBC-8EC7A451B7A2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09" name="Type question here?">
            <a:extLst>
              <a:ext uri="{FF2B5EF4-FFF2-40B4-BE49-F238E27FC236}">
                <a16:creationId xmlns:a16="http://schemas.microsoft.com/office/drawing/2014/main" id="{4D636D7C-276B-7EF0-49C9-48A109DD08F2}"/>
              </a:ext>
            </a:extLst>
          </p:cNvPr>
          <p:cNvSpPr txBox="1"/>
          <p:nvPr/>
        </p:nvSpPr>
        <p:spPr>
          <a:xfrm>
            <a:off x="6553586" y="5220726"/>
            <a:ext cx="11335485" cy="453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solidFill>
                  <a:srgbClr val="FE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1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视图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2.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3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4</a:t>
            </a:r>
            <a:r>
              <a:rPr kumimoji="0" lang="en-US" altLang="zh-CN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.</a:t>
            </a: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规定与简单画法</a:t>
            </a:r>
            <a:endParaRPr kumimoji="0" lang="en-US" altLang="zh-CN" sz="7200" b="0" i="0" u="none" strike="noStrike" kern="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435043844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1B651-E53A-5344-478E-84220B34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AD4B6B46-8132-20C6-CC0E-C31FCDE0046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00A1FC0E-03BF-BE01-C9B8-F52823F53730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81B53D93-76F8-3B16-4222-BA1ACE0800DC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CA2FB191-9C57-AE98-3115-9A2FF258E0B1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7F266FE-1431-1FA1-0661-D0FDD8063FC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95EEE15C-C4EE-2D26-CC3C-A22D4A3A0669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73E415D8-9CDD-1572-0B77-46AB2C3458D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301F379E-57EA-FFB6-3E3C-1BCD9601AB07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FF863701-3B12-4DA3-F79E-5B811B88E08B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FD49C2C2-4AE6-6C9B-08E7-CB75770660C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46DEF474-1403-D394-BC75-9388D6024818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lang="en-US" altLang="zh-CN" sz="10000" b="0" dirty="0">
                <a:solidFill>
                  <a:srgbClr val="F6C542"/>
                </a:solidFill>
                <a:latin typeface="Impact"/>
                <a:sym typeface="Impact"/>
              </a:rPr>
              <a:t>6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AC60F593-7F6E-8A7C-98B3-A327E075B2D0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B115BB9-222E-456F-5D43-B2A916C70753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D0068B40-A721-37B2-45F0-4C4BFCAFFDE6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5A644B3-C5EF-AF20-8B5A-2E07A5739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280" y="2894121"/>
            <a:ext cx="15697508" cy="1012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4956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50B96-72AB-E315-0478-8D72EB39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3F2F58DE-007B-05E1-0D65-0E8B164E942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A7A25F45-3EE8-5E6C-6C19-70C91D8B176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80B4456B-E77B-EE0C-A101-DAAF6F3CAE68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1D3F1121-FB08-939D-C413-8B77BF7AFF6C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1E53856-E0C5-270C-36F7-DF2D65980F1C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B11227B0-0F53-B407-2A61-8B7D841054F1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B8868534-D7BA-9CDD-69E1-F3F7670190E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A452EA82-20CC-F7B8-82FA-B9606363629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8F80908D-4092-DC0C-66B2-810DC39B9FF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3241EF05-D9C7-8861-9DE6-89EE04C671E0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2E3E13BD-9906-CB97-61D3-F47744BAAF2E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F544DB80-CA8E-A27C-42C3-CA3809A4F7D6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B6114116-54C5-7BFD-54A7-B19EA9B3EF9A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EB57E991-0FD8-37F2-F6B2-8A54E6384F03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830FB2-5701-9730-3396-2B193940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672" y="2930510"/>
            <a:ext cx="18728063" cy="941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3121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D8D76-CE1D-6CC5-2BF4-5FB0C300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AF27ECD6-F3A4-6CEF-28BC-724A29E5D71F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CDE335FF-DFBD-4BA9-125B-AB4C3A73DA2A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4864A265-7126-60D5-8EE7-1A64411ADB88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6A13579-5FAF-6BC7-41DE-E323DC8960E6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68B1CDF8-43FF-9A46-1061-268B856B444C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B2C2A733-59D1-983E-D8EA-9CBE40593B32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BAC673C5-9E86-8928-A1F9-72B3DC4BAA5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F73A4867-E213-118F-1B18-3F46CAF7A6BE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C6F7A31-50ED-BA57-6594-97DB6886EE2C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309A5253-E5AF-C24C-B2ED-2D16E66B328E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09A34BA0-1578-0E69-E159-D345153637A4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4E6765EE-2CBC-22AE-8DBD-9D6C29C3140D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A4DF2FCD-1FE8-249E-39E9-82BF91CB1EF8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077B7088-E261-D0D5-768A-ED0436DC03A6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C7AB53-E924-DEBA-91C6-3F8044899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842" y="2946717"/>
            <a:ext cx="19517309" cy="95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5393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43A41-6B35-5C90-AF1A-3F8941A30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FE6C9C50-0D45-F7F2-C0B5-FF57A02BE97E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1172B473-A7C4-1502-DF65-063D930F7CFE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53CEA464-7E47-67BF-E344-B01BDD7A0679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82DC6B22-3605-6805-6E3C-FBA5AE054AC8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48FDBF2-9989-F9C4-A9EA-3A7C3FD9EB92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4062DCD4-D09D-7ECE-43F5-4EBAE3595CD8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8E9BE95D-0D08-5776-4858-EF6A4C385520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5C67AEF-94F1-0CD9-3EF5-8C3F5F51CE3D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B212E0C-3585-CEDA-F341-2CE52946282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DF3AD74A-7F0D-1A0A-0399-A78C4FDD2142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B33B4349-9E16-F4A9-C5F3-F63474AC3469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3633473C-F684-0AA8-93A9-5276720A4DCB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71FD7B3D-D6BB-54D0-544C-F7DD6BDB8EC3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58A04D6F-4CF4-81BB-59DD-1DC746F08BE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560714-2549-1713-E6A1-B1F54DD99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563" y="3598684"/>
            <a:ext cx="19758890" cy="821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19599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3742D-746E-CCEF-0EE7-7859F288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56111D44-9FBD-9174-2E12-0E42F0CEBC1F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7F45496-6BBB-D0EC-AA8A-C89249976434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1BB686A2-2A80-3286-F36F-6587AA01C20E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6192C256-E58A-52A6-5020-41D31F26972D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A4D5E87-95B8-FC58-311F-610CA4069478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E04C1A99-378A-567D-D687-A4440705F88C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9FDA9C72-2C98-760B-C8B5-53C577E2A618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D483D000-CF12-6DC6-3AEE-A626B87C405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31F254E9-6939-C58E-777A-20E0236DAC88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2E7D644A-5A57-D0F1-5507-4F1C1716EEB8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6F6E128C-B1F7-0454-6488-4A786C1AA2D8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9952BD91-F030-6DA4-F62A-B22CC84EED23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C7036A05-FBA2-EBCE-3311-CBB5E80DC6F9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055FD860-4F82-8BC4-698F-431EA845062B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15C9B3-AA16-252E-D7EC-BF865F512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674" y="2742037"/>
            <a:ext cx="18232025" cy="994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58097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9C339-CDAB-4EFD-C1E7-ABD8A543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10D0571E-539E-27A9-4C91-EAF11E6312F7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30C616DD-C76B-86C8-4ED5-095EEBDFBFC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8BC6BFFE-894C-BB14-F86B-CDFDB6E730A0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813AF676-C2CC-6B59-DF0D-4613DCEF39A0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1BB95594-A403-7BA4-51D3-83555C2A2A00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15130F54-A021-E290-B784-64C47E25FFA0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F51A6390-B4C2-5B81-4001-A99E938E0926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89FF518-599F-5A43-D861-D38B1DD891D4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D7C5DDFA-7C48-22CD-EFAA-696B532282A4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611038AB-B284-B519-A6A3-103868BCB31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A35B47F0-D8B5-2EC9-E1CE-3CFEFCFD7809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4E1F99EE-9744-15AA-D581-5243D43376BE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1A4EA89A-00BA-A591-4715-C7612CA69D8A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4EAB1421-0A02-AF5F-7304-D9FCFC734FAD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517DE1-66F5-0297-1C41-6477B306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547" y="3540553"/>
            <a:ext cx="20182371" cy="871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41281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664BC-4C1C-2C9C-1D04-204B9E25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81943FA6-A908-813D-3961-E90082CF5027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EDBAA535-5294-05BF-A73F-FE4CA4E2378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81B28012-7546-0C62-4646-71F638E8520E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EAFEFFC-CDB3-24C2-20D8-17E262C54461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954A7268-5DA3-1254-077F-C05C52DD5EBF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817A2561-1D19-1F3C-5B2A-4379DA88205C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ABC3A0EC-E624-AC2C-9E1D-E8715E8403AE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C21C5BCD-E9AA-6770-0039-5C6CD233FFE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B3843445-4734-6BA3-1A49-C19AB41733FE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268DFB80-1DFC-62CA-EA8D-0D4500B7AA4E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262ACE76-19A3-23E4-92D1-4126CD976BE2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00885B3C-BC7F-84DD-E0ED-2EAB3AC5FE0F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ADD686CA-5C0C-8F07-AAEA-03F3D3CB103B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8F4AF268-5472-8E42-11CB-53944FBB95C8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2F7BDF-447E-3D3D-C6ED-7ECE3673F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380" y="3103959"/>
            <a:ext cx="20651586" cy="921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93085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EB553-21D7-AC2F-3BBB-7F5BE0B1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4592F051-2ED5-A10F-56A4-8D88A107BA22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101ACF53-1501-2FE7-938D-3CBB8FDDB869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55E3B7E9-721D-C65B-F6C8-F335C47CE282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428EF9EA-7260-60CB-551F-2486CAD3BF7B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2DB36DBE-DDE5-CC3F-F20B-0274CB42EE00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3998BDB7-901C-D507-A8F7-F9A5DDB6797C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318DA8FF-5097-6722-47F1-DE794A960694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A260EE42-31A1-F2AB-8646-CEF2697F061B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CAF4D164-88E6-F976-A50A-4A351185E259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F45D7671-BD2D-C402-CCEE-8912003716E4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36EA3B96-9DA1-4D62-2E63-0DB5AA1D6651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剖视图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67C9600A-C779-7076-C2F5-8EC81B6148C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D3215B5A-C0DF-5A7D-73F7-AAA52873F270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903F22E3-DAF7-7FD0-BE9C-8EAD02C4AE79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7E9E0A-CDE6-6061-97B6-01CCA717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0" y="3636256"/>
            <a:ext cx="11790367" cy="8046876"/>
          </a:xfrm>
          <a:prstGeom prst="rect">
            <a:avLst/>
          </a:prstGeom>
        </p:spPr>
      </p:pic>
      <p:sp>
        <p:nvSpPr>
          <p:cNvPr id="7" name="Rounded Rectangle">
            <a:extLst>
              <a:ext uri="{FF2B5EF4-FFF2-40B4-BE49-F238E27FC236}">
                <a16:creationId xmlns:a16="http://schemas.microsoft.com/office/drawing/2014/main" id="{596C431A-B2BC-DEE1-E390-8165A80B1571}"/>
              </a:ext>
            </a:extLst>
          </p:cNvPr>
          <p:cNvSpPr/>
          <p:nvPr/>
        </p:nvSpPr>
        <p:spPr>
          <a:xfrm>
            <a:off x="1383853" y="3320754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6785C9-C119-207D-E27E-6358AFE06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" y="3655010"/>
            <a:ext cx="11790367" cy="80468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7E9A6A0-849C-C12B-4D6D-2426E631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039" y="3702161"/>
            <a:ext cx="13615100" cy="819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58607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71C61-BAB5-947A-4FD9-5646EE74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79DEDB59-D162-6AE8-E60D-1E5CDBE1EEF2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F68DDE80-CBB7-0C3B-9ECF-C2426AE018D3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B433B07F-51E4-F1C5-0961-6B6FD9FC9470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31C21823-50A8-0BDC-EB45-F96F47DA39F5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20E08C64-E0F8-5D16-9D53-D8EACE47ABFE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36803598-EFAA-39DC-C11F-570D29991984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A8F1FA86-4349-0EE1-DBB4-E7F98484165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EE1BE183-CBF5-1805-091A-B9ABD6A0DE75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FA15FD37-BDD4-005E-1E7B-4EF1D77001E5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949A6A9D-E0CF-E2D0-5EC6-1177FD9783C9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483EE3D4-6E21-F6ED-0144-16381F1AB521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C6FD7748-810E-A6F0-905F-D54E882C420D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3C2045B9-B407-9070-A9B5-7A152E6B2023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12D79048-AC31-D0B5-C122-CB80C604478F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D34714-8054-F711-7DCC-15B66E3B1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320" y="2746170"/>
            <a:ext cx="12497654" cy="1061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69032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81FBA-9C3D-22DD-61CC-40516CF0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928BBF84-07DA-EFDE-790A-880C5E17C624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01CC8BC4-DA35-8509-78F2-CC09FE84B8B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C0262E4A-DDA2-2B1F-521F-8B1D05648FC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AC68389-370F-56AF-4388-07D355B2D1FC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E00969FB-1C02-3477-3006-F1B1A6D1ED3D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DC423F57-7622-47AF-8B55-39F76FD87874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9E9D81E9-3A24-95C4-C80C-1B449DA11310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69E0EA8B-B5B5-0C06-C750-6135CAFAA3F5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8458E3BE-7822-B468-EC91-E71DAA04B603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584B67FE-F653-090F-AA26-D6B7CC5464F5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A8B87EAF-F66E-9797-721E-7E3BBB8E7D4E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69FC48EE-9284-F094-10EB-973E171AB304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2B6C967F-EF3E-1D81-AF77-072701C672BE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F558287A-090B-70EC-8628-C189DC4A6C13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087288-BF17-5FAE-1121-47F798664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642" y="2946717"/>
            <a:ext cx="18464782" cy="1011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64586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48678-3AEC-51E0-B315-32F06B27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1613975B-5D35-FA65-C10E-D08E113BE806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A8070E45-6A4B-0EA6-FA1C-2B64F0EEF2B6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C41D1A18-2E6F-A342-FBD6-A7CF5F98848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214CC5FF-7579-B0C8-F58D-F1D45F97D804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B5F2784F-0C3A-3500-4DA4-50260D1FAE1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CA672616-67D0-E2BF-C251-C521C4FF401F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80F5F54A-0892-DC3F-55E5-4A38D0643CFA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1F7D7021-1931-BD5E-5000-53EF877C5880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61135322-C331-373A-5B61-744749AE4C98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C4CE6608-AD34-7A42-9BC4-6309D02CF434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BEA48B5-5DEF-E386-E015-D20BA3EFAE50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E6F6DA5A-DA3F-0ABC-E7ED-762D165AC079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A02B7FFC-2DA8-E5A9-7691-21A9115F9972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B8564528-760F-5DE5-C220-C3315726D04F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069686-40BB-6D20-8DA0-A8AFE85D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979" y="2919005"/>
            <a:ext cx="17422160" cy="1018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2366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DEDED-0E7C-8793-935B-7F2698247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DBAB31E0-B705-A059-0570-BF7747AE279B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7EAD4AFB-107C-05F1-BB0F-94617507457F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2DFCCF45-D23F-231B-EF02-6DEB34B7098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757B85E-3677-18FF-DD16-BDF3162532F4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A8B7C601-A0E9-1836-3A4F-1315998777B0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50902330-072E-135F-B845-CAA9B462ECF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CC8472EF-E9BC-2D56-2DC4-9DF140839E75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EABAFC62-6AC1-8D37-B9A8-8F9D220CF1C7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C3444D10-CBF2-DAE6-2F95-62F81ACAE35A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65F57CDB-3031-26F8-00F8-F42CA7DAB9BD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DB88E0C9-9051-4684-3F46-0C4D3DA228DA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断面图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A0B38326-486B-D6B5-0775-9888FC806629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F459D211-2962-98CD-5521-C1D815A53B1A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D0763F3F-04A0-3FB1-2C27-A2680CC9F870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B47809-7322-8CCB-6FF7-911AE247F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549" y="2759915"/>
            <a:ext cx="15811963" cy="1009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10160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8D973-63BE-7320-BF0F-062B79E6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28EC6BE4-2471-3F4D-0226-DEFD37CD8F79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23852E17-E495-0C98-F64A-8EDFEE6209D9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ECCF048E-1DA7-40C7-6C47-2EAB20FA8CA6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A095188F-0723-C5DC-3318-C12B5E8FF531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C0708C5C-7263-A71A-E294-6DB12987A8C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DF2953EA-B67B-0942-0002-67D24FCB58EA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F98B3404-C17A-8B52-DB4C-2636693A87E9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06D39C2D-7EF5-AF62-1E6F-5EE3B2846659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4C5A09B9-F209-57EE-72E0-2533F91184DF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5893CA48-08A1-7A1C-9BED-DACA6F95403F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6EC86307-3276-AEE2-6EF9-77E6425DB7A0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规定画法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83B457BF-5BF9-6819-C387-35FEBBE7E333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02285979-00A8-A2C7-9107-BB5B8888193D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885F9686-E77A-193C-A472-B0FA9F3FD09C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688DB0-9C1E-F2E5-D340-F36983BC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605" y="3073216"/>
            <a:ext cx="15992956" cy="1012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83231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E45E2-98AD-1976-B848-AAF5BE9C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">
            <a:extLst>
              <a:ext uri="{FF2B5EF4-FFF2-40B4-BE49-F238E27FC236}">
                <a16:creationId xmlns:a16="http://schemas.microsoft.com/office/drawing/2014/main" id="{36FCC35F-6C04-6AA4-86EE-138C6FE3B050}"/>
              </a:ext>
            </a:extLst>
          </p:cNvPr>
          <p:cNvSpPr/>
          <p:nvPr/>
        </p:nvSpPr>
        <p:spPr>
          <a:xfrm>
            <a:off x="6290541" y="12617233"/>
            <a:ext cx="2709718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FE5BCB99-E11C-E4D1-D909-AB1B7B9BDFF6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D00BF780-42F6-1752-5EBD-8D240892E50B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1AE520C3-B26D-78E1-9279-699151D51D10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5D370F39-0183-FD6E-8DE1-99E5CAF97953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42270B15-D77D-4C3F-2C91-C6BC28FFB173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06DAD2D6-5BB1-8B44-7506-1116C7A44296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B0F15CD7-A17E-8353-06AE-CBBC1E14B0A2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53FC24F7-5B8C-26A5-B7C1-56B7152C4702}"/>
              </a:ext>
            </a:extLst>
          </p:cNvPr>
          <p:cNvSpPr/>
          <p:nvPr/>
        </p:nvSpPr>
        <p:spPr>
          <a:xfrm>
            <a:off x="17006264" y="352354"/>
            <a:ext cx="494973" cy="49497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4" name="Circle">
            <a:extLst>
              <a:ext uri="{FF2B5EF4-FFF2-40B4-BE49-F238E27FC236}">
                <a16:creationId xmlns:a16="http://schemas.microsoft.com/office/drawing/2014/main" id="{93CDF812-434C-921E-0368-DAD89214E08A}"/>
              </a:ext>
            </a:extLst>
          </p:cNvPr>
          <p:cNvSpPr/>
          <p:nvPr/>
        </p:nvSpPr>
        <p:spPr>
          <a:xfrm>
            <a:off x="-564062" y="1321716"/>
            <a:ext cx="1150610" cy="115061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5" name="TOPIC #1 - $100 ANSWER">
            <a:extLst>
              <a:ext uri="{FF2B5EF4-FFF2-40B4-BE49-F238E27FC236}">
                <a16:creationId xmlns:a16="http://schemas.microsoft.com/office/drawing/2014/main" id="{BC2BC692-5D95-2B26-CF03-0BC7AC549800}"/>
              </a:ext>
            </a:extLst>
          </p:cNvPr>
          <p:cNvSpPr txBox="1"/>
          <p:nvPr/>
        </p:nvSpPr>
        <p:spPr>
          <a:xfrm>
            <a:off x="1318646" y="1076284"/>
            <a:ext cx="2399245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UNIT #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Impact"/>
                <a:sym typeface="Impact"/>
              </a:rPr>
              <a:t>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6C542"/>
                </a:solidFill>
                <a:effectLst/>
                <a:uLnTx/>
                <a:uFillTx/>
                <a:latin typeface="Impact"/>
                <a:sym typeface="Impact"/>
              </a:rPr>
              <a:t>6 </a:t>
            </a:r>
            <a:r>
              <a:rPr kumimoji="0" lang="en-US" altLang="zh-CN" sz="10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/>
                <a:sym typeface="Impact"/>
              </a:rPr>
              <a:t>–</a:t>
            </a:r>
            <a:r>
              <a:rPr kumimoji="0" lang="zh-CN" altLang="en-US" sz="10000" b="0" i="0" u="none" strike="noStrike" kern="0" cap="none" spc="0" normalizeH="0" baseline="0" noProof="0" dirty="0">
                <a:ln>
                  <a:noFill/>
                </a:ln>
                <a:solidFill>
                  <a:srgbClr val="F6C543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规定画法</a:t>
            </a:r>
            <a:endParaRPr kumimoji="0" lang="zh-CN" altLang="en-US" sz="10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26" name="Shape">
            <a:extLst>
              <a:ext uri="{FF2B5EF4-FFF2-40B4-BE49-F238E27FC236}">
                <a16:creationId xmlns:a16="http://schemas.microsoft.com/office/drawing/2014/main" id="{AE88E01E-889B-AA05-0122-52A8A4394652}"/>
              </a:ext>
            </a:extLst>
          </p:cNvPr>
          <p:cNvSpPr/>
          <p:nvPr/>
        </p:nvSpPr>
        <p:spPr>
          <a:xfrm>
            <a:off x="-306915" y="8239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7" name="Shape">
            <a:extLst>
              <a:ext uri="{FF2B5EF4-FFF2-40B4-BE49-F238E27FC236}">
                <a16:creationId xmlns:a16="http://schemas.microsoft.com/office/drawing/2014/main" id="{AEA25DC7-C559-24E4-96AA-139A3F24AA1D}"/>
              </a:ext>
            </a:extLst>
          </p:cNvPr>
          <p:cNvSpPr/>
          <p:nvPr/>
        </p:nvSpPr>
        <p:spPr>
          <a:xfrm>
            <a:off x="19865947" y="20606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28" name="Rounded Rectangle">
            <a:extLst>
              <a:ext uri="{FF2B5EF4-FFF2-40B4-BE49-F238E27FC236}">
                <a16:creationId xmlns:a16="http://schemas.microsoft.com/office/drawing/2014/main" id="{0D6ECA83-3791-1590-6708-1D3938F46731}"/>
              </a:ext>
            </a:extLst>
          </p:cNvPr>
          <p:cNvSpPr/>
          <p:nvPr/>
        </p:nvSpPr>
        <p:spPr>
          <a:xfrm>
            <a:off x="1413182" y="3302000"/>
            <a:ext cx="21616294" cy="8897388"/>
          </a:xfrm>
          <a:prstGeom prst="roundRect">
            <a:avLst>
              <a:gd name="adj" fmla="val 2897"/>
            </a:avLst>
          </a:prstGeom>
          <a:solidFill>
            <a:schemeClr val="accent4"/>
          </a:solidFill>
          <a:ln w="12700">
            <a:miter lim="400000"/>
          </a:ln>
          <a:effectLst>
            <a:outerShdw blurRad="558800" dist="71163" dir="5400000" rotWithShape="0">
              <a:srgbClr val="000000">
                <a:alpha val="19617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A7DE10-8877-AA34-54C6-E4CE2E3A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087" y="2761834"/>
            <a:ext cx="17122652" cy="1049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1090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FDB5F-BE02-F216-0C3E-B3BB0A95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">
            <a:extLst>
              <a:ext uri="{FF2B5EF4-FFF2-40B4-BE49-F238E27FC236}">
                <a16:creationId xmlns:a16="http://schemas.microsoft.com/office/drawing/2014/main" id="{0BA5AFD7-3821-946E-BAF7-6EB3AEAC6030}"/>
              </a:ext>
            </a:extLst>
          </p:cNvPr>
          <p:cNvSpPr/>
          <p:nvPr/>
        </p:nvSpPr>
        <p:spPr>
          <a:xfrm>
            <a:off x="12552091" y="-805657"/>
            <a:ext cx="2709717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6" name="Shape">
            <a:extLst>
              <a:ext uri="{FF2B5EF4-FFF2-40B4-BE49-F238E27FC236}">
                <a16:creationId xmlns:a16="http://schemas.microsoft.com/office/drawing/2014/main" id="{D1F6820C-21D9-6E17-2E39-651B4ACE2617}"/>
              </a:ext>
            </a:extLst>
          </p:cNvPr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7" name="Shape">
            <a:extLst>
              <a:ext uri="{FF2B5EF4-FFF2-40B4-BE49-F238E27FC236}">
                <a16:creationId xmlns:a16="http://schemas.microsoft.com/office/drawing/2014/main" id="{0CCF53D7-81F6-B2DA-7F87-F6882C5CDCA8}"/>
              </a:ext>
            </a:extLst>
          </p:cNvPr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8" name="Shape">
            <a:extLst>
              <a:ext uri="{FF2B5EF4-FFF2-40B4-BE49-F238E27FC236}">
                <a16:creationId xmlns:a16="http://schemas.microsoft.com/office/drawing/2014/main" id="{CC972F72-F970-4F7C-BD6A-624DE4E3ACFB}"/>
              </a:ext>
            </a:extLst>
          </p:cNvPr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9" name="Shape">
            <a:extLst>
              <a:ext uri="{FF2B5EF4-FFF2-40B4-BE49-F238E27FC236}">
                <a16:creationId xmlns:a16="http://schemas.microsoft.com/office/drawing/2014/main" id="{A5FCFEFF-B4C8-69DE-9A1F-32DEDEB3AB69}"/>
              </a:ext>
            </a:extLst>
          </p:cNvPr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0" name="Shape">
            <a:extLst>
              <a:ext uri="{FF2B5EF4-FFF2-40B4-BE49-F238E27FC236}">
                <a16:creationId xmlns:a16="http://schemas.microsoft.com/office/drawing/2014/main" id="{19285C64-DDB1-5FA2-51BA-90514DBB59F7}"/>
              </a:ext>
            </a:extLst>
          </p:cNvPr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1" name="Shape">
            <a:extLst>
              <a:ext uri="{FF2B5EF4-FFF2-40B4-BE49-F238E27FC236}">
                <a16:creationId xmlns:a16="http://schemas.microsoft.com/office/drawing/2014/main" id="{24FAC23B-3ACE-A4EA-F9ED-557EAF9F2F73}"/>
              </a:ext>
            </a:extLst>
          </p:cNvPr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42" name="Shape">
            <a:extLst>
              <a:ext uri="{FF2B5EF4-FFF2-40B4-BE49-F238E27FC236}">
                <a16:creationId xmlns:a16="http://schemas.microsoft.com/office/drawing/2014/main" id="{E58880B9-5E83-FCE9-9D55-72D07538CC9C}"/>
              </a:ext>
            </a:extLst>
          </p:cNvPr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43" name="Circle">
            <a:extLst>
              <a:ext uri="{FF2B5EF4-FFF2-40B4-BE49-F238E27FC236}">
                <a16:creationId xmlns:a16="http://schemas.microsoft.com/office/drawing/2014/main" id="{80BEAE99-4A89-92ED-78B6-A4D4149AEAC8}"/>
              </a:ext>
            </a:extLst>
          </p:cNvPr>
          <p:cNvSpPr/>
          <p:nvPr/>
        </p:nvSpPr>
        <p:spPr>
          <a:xfrm>
            <a:off x="19803433" y="-1288291"/>
            <a:ext cx="2709535" cy="27095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4" name="Circle">
            <a:extLst>
              <a:ext uri="{FF2B5EF4-FFF2-40B4-BE49-F238E27FC236}">
                <a16:creationId xmlns:a16="http://schemas.microsoft.com/office/drawing/2014/main" id="{F5FF2A6D-5D65-6128-F90E-E64397096C1F}"/>
              </a:ext>
            </a:extLst>
          </p:cNvPr>
          <p:cNvSpPr/>
          <p:nvPr/>
        </p:nvSpPr>
        <p:spPr>
          <a:xfrm>
            <a:off x="21418714" y="741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5" name="Circle">
            <a:extLst>
              <a:ext uri="{FF2B5EF4-FFF2-40B4-BE49-F238E27FC236}">
                <a16:creationId xmlns:a16="http://schemas.microsoft.com/office/drawing/2014/main" id="{104F1250-219D-1838-BAD9-37ABA56A3DCF}"/>
              </a:ext>
            </a:extLst>
          </p:cNvPr>
          <p:cNvSpPr/>
          <p:nvPr/>
        </p:nvSpPr>
        <p:spPr>
          <a:xfrm>
            <a:off x="3257714" y="1122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6" name="Circle">
            <a:extLst>
              <a:ext uri="{FF2B5EF4-FFF2-40B4-BE49-F238E27FC236}">
                <a16:creationId xmlns:a16="http://schemas.microsoft.com/office/drawing/2014/main" id="{D909EBB6-3C05-95E5-232F-E947D03BE72C}"/>
              </a:ext>
            </a:extLst>
          </p:cNvPr>
          <p:cNvSpPr/>
          <p:nvPr/>
        </p:nvSpPr>
        <p:spPr>
          <a:xfrm>
            <a:off x="1178535" y="3912012"/>
            <a:ext cx="1046530" cy="104653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7" name="Circle">
            <a:extLst>
              <a:ext uri="{FF2B5EF4-FFF2-40B4-BE49-F238E27FC236}">
                <a16:creationId xmlns:a16="http://schemas.microsoft.com/office/drawing/2014/main" id="{50A341C1-09A5-517A-B48D-B6E37CDF3E4D}"/>
              </a:ext>
            </a:extLst>
          </p:cNvPr>
          <p:cNvSpPr/>
          <p:nvPr/>
        </p:nvSpPr>
        <p:spPr>
          <a:xfrm>
            <a:off x="7653501" y="-1347822"/>
            <a:ext cx="1812598" cy="1812597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8" name="Circle">
            <a:extLst>
              <a:ext uri="{FF2B5EF4-FFF2-40B4-BE49-F238E27FC236}">
                <a16:creationId xmlns:a16="http://schemas.microsoft.com/office/drawing/2014/main" id="{8335E8FE-4C0A-367F-609D-959574DF2689}"/>
              </a:ext>
            </a:extLst>
          </p:cNvPr>
          <p:cNvSpPr/>
          <p:nvPr/>
        </p:nvSpPr>
        <p:spPr>
          <a:xfrm>
            <a:off x="16592714" y="120109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49" name="THANK YOU!">
            <a:extLst>
              <a:ext uri="{FF2B5EF4-FFF2-40B4-BE49-F238E27FC236}">
                <a16:creationId xmlns:a16="http://schemas.microsoft.com/office/drawing/2014/main" id="{15654106-1B4E-2992-0186-6F8440C7EFC5}"/>
              </a:ext>
            </a:extLst>
          </p:cNvPr>
          <p:cNvSpPr txBox="1"/>
          <p:nvPr/>
        </p:nvSpPr>
        <p:spPr>
          <a:xfrm>
            <a:off x="4759289" y="6006485"/>
            <a:ext cx="15311841" cy="1703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0" marR="0" lvl="0" indent="0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kumimoji="0" lang="zh-CN" altLang="en-US" sz="10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Impact"/>
              </a:rPr>
              <a:t>预祝大家取得理想成绩！</a:t>
            </a:r>
            <a:endParaRPr kumimoji="0" sz="10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Impact"/>
            </a:endParaRPr>
          </a:p>
        </p:txBody>
      </p:sp>
      <p:sp>
        <p:nvSpPr>
          <p:cNvPr id="250" name="Shape">
            <a:extLst>
              <a:ext uri="{FF2B5EF4-FFF2-40B4-BE49-F238E27FC236}">
                <a16:creationId xmlns:a16="http://schemas.microsoft.com/office/drawing/2014/main" id="{8C982736-9AA1-152B-A8DF-CEDE7B4C8EC5}"/>
              </a:ext>
            </a:extLst>
          </p:cNvPr>
          <p:cNvSpPr/>
          <p:nvPr/>
        </p:nvSpPr>
        <p:spPr>
          <a:xfrm>
            <a:off x="1623485" y="7350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51" name="Shape">
            <a:extLst>
              <a:ext uri="{FF2B5EF4-FFF2-40B4-BE49-F238E27FC236}">
                <a16:creationId xmlns:a16="http://schemas.microsoft.com/office/drawing/2014/main" id="{CFBAD237-0644-2207-2CC8-3F57741045CE}"/>
              </a:ext>
            </a:extLst>
          </p:cNvPr>
          <p:cNvSpPr/>
          <p:nvPr/>
        </p:nvSpPr>
        <p:spPr>
          <a:xfrm>
            <a:off x="18939296" y="90964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52" name="Shape">
            <a:extLst>
              <a:ext uri="{FF2B5EF4-FFF2-40B4-BE49-F238E27FC236}">
                <a16:creationId xmlns:a16="http://schemas.microsoft.com/office/drawing/2014/main" id="{D601A425-842E-730A-2F67-728984633808}"/>
              </a:ext>
            </a:extLst>
          </p:cNvPr>
          <p:cNvSpPr/>
          <p:nvPr/>
        </p:nvSpPr>
        <p:spPr>
          <a:xfrm>
            <a:off x="21530096" y="2166365"/>
            <a:ext cx="4663288" cy="46627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04753295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"/>
          <p:cNvSpPr/>
          <p:nvPr/>
        </p:nvSpPr>
        <p:spPr>
          <a:xfrm>
            <a:off x="12552091" y="-805657"/>
            <a:ext cx="2709717" cy="270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6" name="Shape"/>
          <p:cNvSpPr/>
          <p:nvPr/>
        </p:nvSpPr>
        <p:spPr>
          <a:xfrm>
            <a:off x="14339439" y="2620192"/>
            <a:ext cx="6322300" cy="6322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7" name="Shape"/>
          <p:cNvSpPr/>
          <p:nvPr/>
        </p:nvSpPr>
        <p:spPr>
          <a:xfrm>
            <a:off x="5513585" y="9836851"/>
            <a:ext cx="2709536" cy="27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8" name="Shape"/>
          <p:cNvSpPr/>
          <p:nvPr/>
        </p:nvSpPr>
        <p:spPr>
          <a:xfrm>
            <a:off x="1688166" y="791392"/>
            <a:ext cx="7163901" cy="7164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8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9" name="Shape"/>
          <p:cNvSpPr/>
          <p:nvPr/>
        </p:nvSpPr>
        <p:spPr>
          <a:xfrm>
            <a:off x="11727838" y="12253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0" name="Shape"/>
          <p:cNvSpPr/>
          <p:nvPr/>
        </p:nvSpPr>
        <p:spPr>
          <a:xfrm>
            <a:off x="22467966" y="8316507"/>
            <a:ext cx="4276957" cy="427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0787" y="0"/>
                  <a:pt x="10773" y="1"/>
                  <a:pt x="10759" y="1"/>
                </a:cubicBezTo>
                <a:lnTo>
                  <a:pt x="1" y="10760"/>
                </a:lnTo>
                <a:cubicBezTo>
                  <a:pt x="0" y="10900"/>
                  <a:pt x="3" y="11040"/>
                  <a:pt x="8" y="11181"/>
                </a:cubicBezTo>
                <a:lnTo>
                  <a:pt x="11180" y="9"/>
                </a:lnTo>
                <a:cubicBezTo>
                  <a:pt x="11054" y="4"/>
                  <a:pt x="10927" y="0"/>
                  <a:pt x="10800" y="0"/>
                </a:cubicBezTo>
                <a:close/>
                <a:moveTo>
                  <a:pt x="10211" y="17"/>
                </a:moveTo>
                <a:cubicBezTo>
                  <a:pt x="10057" y="25"/>
                  <a:pt x="9903" y="36"/>
                  <a:pt x="9748" y="51"/>
                </a:cubicBezTo>
                <a:lnTo>
                  <a:pt x="50" y="9749"/>
                </a:lnTo>
                <a:cubicBezTo>
                  <a:pt x="35" y="9903"/>
                  <a:pt x="25" y="10057"/>
                  <a:pt x="16" y="10212"/>
                </a:cubicBezTo>
                <a:lnTo>
                  <a:pt x="10211" y="17"/>
                </a:lnTo>
                <a:close/>
                <a:moveTo>
                  <a:pt x="11683" y="38"/>
                </a:moveTo>
                <a:lnTo>
                  <a:pt x="38" y="11684"/>
                </a:lnTo>
                <a:cubicBezTo>
                  <a:pt x="48" y="11814"/>
                  <a:pt x="62" y="11944"/>
                  <a:pt x="78" y="12075"/>
                </a:cubicBezTo>
                <a:lnTo>
                  <a:pt x="12074" y="78"/>
                </a:lnTo>
                <a:cubicBezTo>
                  <a:pt x="11944" y="63"/>
                  <a:pt x="11814" y="49"/>
                  <a:pt x="11683" y="38"/>
                </a:cubicBezTo>
                <a:close/>
                <a:moveTo>
                  <a:pt x="9136" y="131"/>
                </a:moveTo>
                <a:cubicBezTo>
                  <a:pt x="8960" y="158"/>
                  <a:pt x="8786" y="190"/>
                  <a:pt x="8611" y="226"/>
                </a:cubicBezTo>
                <a:lnTo>
                  <a:pt x="226" y="8611"/>
                </a:lnTo>
                <a:cubicBezTo>
                  <a:pt x="190" y="8786"/>
                  <a:pt x="157" y="8961"/>
                  <a:pt x="130" y="9137"/>
                </a:cubicBezTo>
                <a:lnTo>
                  <a:pt x="9136" y="131"/>
                </a:lnTo>
                <a:close/>
                <a:moveTo>
                  <a:pt x="12541" y="143"/>
                </a:moveTo>
                <a:lnTo>
                  <a:pt x="143" y="12541"/>
                </a:lnTo>
                <a:cubicBezTo>
                  <a:pt x="163" y="12663"/>
                  <a:pt x="183" y="12785"/>
                  <a:pt x="207" y="12906"/>
                </a:cubicBezTo>
                <a:lnTo>
                  <a:pt x="12906" y="208"/>
                </a:lnTo>
                <a:cubicBezTo>
                  <a:pt x="12785" y="184"/>
                  <a:pt x="12663" y="163"/>
                  <a:pt x="12541" y="143"/>
                </a:cubicBezTo>
                <a:close/>
                <a:moveTo>
                  <a:pt x="13343" y="303"/>
                </a:moveTo>
                <a:lnTo>
                  <a:pt x="303" y="13343"/>
                </a:lnTo>
                <a:cubicBezTo>
                  <a:pt x="330" y="13456"/>
                  <a:pt x="361" y="13569"/>
                  <a:pt x="392" y="13682"/>
                </a:cubicBezTo>
                <a:lnTo>
                  <a:pt x="13682" y="393"/>
                </a:lnTo>
                <a:cubicBezTo>
                  <a:pt x="13569" y="362"/>
                  <a:pt x="13456" y="331"/>
                  <a:pt x="13343" y="303"/>
                </a:cubicBezTo>
                <a:close/>
                <a:moveTo>
                  <a:pt x="7909" y="395"/>
                </a:moveTo>
                <a:cubicBezTo>
                  <a:pt x="7701" y="452"/>
                  <a:pt x="7495" y="515"/>
                  <a:pt x="7290" y="585"/>
                </a:cubicBezTo>
                <a:lnTo>
                  <a:pt x="584" y="7290"/>
                </a:lnTo>
                <a:cubicBezTo>
                  <a:pt x="514" y="7495"/>
                  <a:pt x="452" y="7702"/>
                  <a:pt x="394" y="7909"/>
                </a:cubicBezTo>
                <a:lnTo>
                  <a:pt x="7909" y="395"/>
                </a:lnTo>
                <a:close/>
                <a:moveTo>
                  <a:pt x="14094" y="515"/>
                </a:moveTo>
                <a:lnTo>
                  <a:pt x="514" y="14094"/>
                </a:lnTo>
                <a:cubicBezTo>
                  <a:pt x="549" y="14202"/>
                  <a:pt x="583" y="14310"/>
                  <a:pt x="620" y="14417"/>
                </a:cubicBezTo>
                <a:lnTo>
                  <a:pt x="14417" y="621"/>
                </a:lnTo>
                <a:cubicBezTo>
                  <a:pt x="14310" y="583"/>
                  <a:pt x="14202" y="549"/>
                  <a:pt x="14094" y="515"/>
                </a:cubicBezTo>
                <a:close/>
                <a:moveTo>
                  <a:pt x="14804" y="767"/>
                </a:moveTo>
                <a:lnTo>
                  <a:pt x="767" y="14804"/>
                </a:lnTo>
                <a:cubicBezTo>
                  <a:pt x="807" y="14905"/>
                  <a:pt x="851" y="15004"/>
                  <a:pt x="894" y="15104"/>
                </a:cubicBezTo>
                <a:lnTo>
                  <a:pt x="15104" y="895"/>
                </a:lnTo>
                <a:cubicBezTo>
                  <a:pt x="15004" y="852"/>
                  <a:pt x="14905" y="807"/>
                  <a:pt x="14804" y="767"/>
                </a:cubicBezTo>
                <a:close/>
                <a:moveTo>
                  <a:pt x="6411" y="932"/>
                </a:moveTo>
                <a:cubicBezTo>
                  <a:pt x="6118" y="1062"/>
                  <a:pt x="5831" y="1206"/>
                  <a:pt x="5549" y="1363"/>
                </a:cubicBezTo>
                <a:lnTo>
                  <a:pt x="1362" y="5549"/>
                </a:lnTo>
                <a:cubicBezTo>
                  <a:pt x="1205" y="5832"/>
                  <a:pt x="1061" y="6119"/>
                  <a:pt x="931" y="6411"/>
                </a:cubicBezTo>
                <a:lnTo>
                  <a:pt x="6411" y="932"/>
                </a:lnTo>
                <a:close/>
                <a:moveTo>
                  <a:pt x="15470" y="1061"/>
                </a:moveTo>
                <a:lnTo>
                  <a:pt x="1060" y="15471"/>
                </a:lnTo>
                <a:cubicBezTo>
                  <a:pt x="1106" y="15567"/>
                  <a:pt x="1153" y="15664"/>
                  <a:pt x="1202" y="15759"/>
                </a:cubicBezTo>
                <a:lnTo>
                  <a:pt x="15759" y="1203"/>
                </a:lnTo>
                <a:cubicBezTo>
                  <a:pt x="15663" y="1153"/>
                  <a:pt x="15567" y="1107"/>
                  <a:pt x="15470" y="1061"/>
                </a:cubicBezTo>
                <a:close/>
                <a:moveTo>
                  <a:pt x="16103" y="1391"/>
                </a:moveTo>
                <a:lnTo>
                  <a:pt x="1391" y="16103"/>
                </a:lnTo>
                <a:cubicBezTo>
                  <a:pt x="1442" y="16194"/>
                  <a:pt x="1494" y="16285"/>
                  <a:pt x="1549" y="16375"/>
                </a:cubicBezTo>
                <a:lnTo>
                  <a:pt x="16375" y="1549"/>
                </a:lnTo>
                <a:cubicBezTo>
                  <a:pt x="16285" y="1495"/>
                  <a:pt x="16194" y="1442"/>
                  <a:pt x="16103" y="1391"/>
                </a:cubicBezTo>
                <a:close/>
                <a:moveTo>
                  <a:pt x="16703" y="1754"/>
                </a:moveTo>
                <a:lnTo>
                  <a:pt x="1753" y="16703"/>
                </a:lnTo>
                <a:cubicBezTo>
                  <a:pt x="1809" y="16788"/>
                  <a:pt x="1869" y="16872"/>
                  <a:pt x="1928" y="16956"/>
                </a:cubicBezTo>
                <a:lnTo>
                  <a:pt x="16956" y="1928"/>
                </a:lnTo>
                <a:cubicBezTo>
                  <a:pt x="16872" y="1869"/>
                  <a:pt x="16788" y="1810"/>
                  <a:pt x="16703" y="1754"/>
                </a:cubicBezTo>
                <a:close/>
                <a:moveTo>
                  <a:pt x="17267" y="2151"/>
                </a:moveTo>
                <a:lnTo>
                  <a:pt x="2151" y="17267"/>
                </a:lnTo>
                <a:cubicBezTo>
                  <a:pt x="2212" y="17349"/>
                  <a:pt x="2274" y="17430"/>
                  <a:pt x="2338" y="17510"/>
                </a:cubicBezTo>
                <a:lnTo>
                  <a:pt x="17510" y="2338"/>
                </a:lnTo>
                <a:cubicBezTo>
                  <a:pt x="17430" y="2275"/>
                  <a:pt x="17349" y="2212"/>
                  <a:pt x="17267" y="2151"/>
                </a:cubicBezTo>
                <a:close/>
                <a:moveTo>
                  <a:pt x="3805" y="2574"/>
                </a:moveTo>
                <a:cubicBezTo>
                  <a:pt x="3586" y="2761"/>
                  <a:pt x="3370" y="2956"/>
                  <a:pt x="3163" y="3163"/>
                </a:cubicBezTo>
                <a:cubicBezTo>
                  <a:pt x="2955" y="3371"/>
                  <a:pt x="2761" y="3586"/>
                  <a:pt x="2574" y="3806"/>
                </a:cubicBezTo>
                <a:lnTo>
                  <a:pt x="3805" y="2574"/>
                </a:lnTo>
                <a:close/>
                <a:moveTo>
                  <a:pt x="17801" y="2579"/>
                </a:moveTo>
                <a:lnTo>
                  <a:pt x="2579" y="17801"/>
                </a:lnTo>
                <a:cubicBezTo>
                  <a:pt x="2645" y="17878"/>
                  <a:pt x="2709" y="17957"/>
                  <a:pt x="2777" y="18032"/>
                </a:cubicBezTo>
                <a:lnTo>
                  <a:pt x="18032" y="2777"/>
                </a:lnTo>
                <a:cubicBezTo>
                  <a:pt x="17957" y="2709"/>
                  <a:pt x="17878" y="2645"/>
                  <a:pt x="17801" y="2579"/>
                </a:cubicBezTo>
                <a:close/>
                <a:moveTo>
                  <a:pt x="18304" y="3036"/>
                </a:moveTo>
                <a:lnTo>
                  <a:pt x="3036" y="18304"/>
                </a:lnTo>
                <a:cubicBezTo>
                  <a:pt x="3079" y="18349"/>
                  <a:pt x="3119" y="18394"/>
                  <a:pt x="3163" y="18438"/>
                </a:cubicBezTo>
                <a:cubicBezTo>
                  <a:pt x="3191" y="18466"/>
                  <a:pt x="3222" y="18492"/>
                  <a:pt x="3250" y="18521"/>
                </a:cubicBezTo>
                <a:lnTo>
                  <a:pt x="18521" y="3251"/>
                </a:lnTo>
                <a:cubicBezTo>
                  <a:pt x="18492" y="3222"/>
                  <a:pt x="18466" y="3192"/>
                  <a:pt x="18438" y="3163"/>
                </a:cubicBezTo>
                <a:cubicBezTo>
                  <a:pt x="18394" y="3119"/>
                  <a:pt x="18348" y="3079"/>
                  <a:pt x="18304" y="3036"/>
                </a:cubicBezTo>
                <a:close/>
                <a:moveTo>
                  <a:pt x="18781" y="3523"/>
                </a:moveTo>
                <a:lnTo>
                  <a:pt x="3522" y="18781"/>
                </a:lnTo>
                <a:cubicBezTo>
                  <a:pt x="3598" y="18850"/>
                  <a:pt x="3676" y="18915"/>
                  <a:pt x="3753" y="18982"/>
                </a:cubicBezTo>
                <a:lnTo>
                  <a:pt x="18982" y="3753"/>
                </a:lnTo>
                <a:cubicBezTo>
                  <a:pt x="18915" y="3676"/>
                  <a:pt x="18850" y="3598"/>
                  <a:pt x="18781" y="3523"/>
                </a:cubicBezTo>
                <a:close/>
                <a:moveTo>
                  <a:pt x="19224" y="4041"/>
                </a:moveTo>
                <a:lnTo>
                  <a:pt x="4041" y="19224"/>
                </a:lnTo>
                <a:cubicBezTo>
                  <a:pt x="4121" y="19289"/>
                  <a:pt x="4202" y="19350"/>
                  <a:pt x="4283" y="19412"/>
                </a:cubicBezTo>
                <a:lnTo>
                  <a:pt x="19412" y="4283"/>
                </a:lnTo>
                <a:cubicBezTo>
                  <a:pt x="19350" y="4202"/>
                  <a:pt x="19289" y="4121"/>
                  <a:pt x="19224" y="4041"/>
                </a:cubicBezTo>
                <a:close/>
                <a:moveTo>
                  <a:pt x="19637" y="4591"/>
                </a:moveTo>
                <a:lnTo>
                  <a:pt x="4591" y="19637"/>
                </a:lnTo>
                <a:cubicBezTo>
                  <a:pt x="4675" y="19696"/>
                  <a:pt x="4758" y="19757"/>
                  <a:pt x="4843" y="19813"/>
                </a:cubicBezTo>
                <a:lnTo>
                  <a:pt x="19813" y="4844"/>
                </a:lnTo>
                <a:cubicBezTo>
                  <a:pt x="19757" y="4758"/>
                  <a:pt x="19696" y="4675"/>
                  <a:pt x="19637" y="4591"/>
                </a:cubicBezTo>
                <a:close/>
                <a:moveTo>
                  <a:pt x="20019" y="5172"/>
                </a:moveTo>
                <a:lnTo>
                  <a:pt x="5172" y="20019"/>
                </a:lnTo>
                <a:cubicBezTo>
                  <a:pt x="5261" y="20073"/>
                  <a:pt x="5351" y="20126"/>
                  <a:pt x="5441" y="20178"/>
                </a:cubicBezTo>
                <a:lnTo>
                  <a:pt x="20178" y="5441"/>
                </a:lnTo>
                <a:cubicBezTo>
                  <a:pt x="20126" y="5351"/>
                  <a:pt x="20073" y="5261"/>
                  <a:pt x="20019" y="5172"/>
                </a:cubicBezTo>
                <a:close/>
                <a:moveTo>
                  <a:pt x="20369" y="5782"/>
                </a:moveTo>
                <a:lnTo>
                  <a:pt x="5782" y="20369"/>
                </a:lnTo>
                <a:cubicBezTo>
                  <a:pt x="5877" y="20419"/>
                  <a:pt x="5974" y="20463"/>
                  <a:pt x="6071" y="20510"/>
                </a:cubicBezTo>
                <a:lnTo>
                  <a:pt x="20510" y="6071"/>
                </a:lnTo>
                <a:cubicBezTo>
                  <a:pt x="20463" y="5975"/>
                  <a:pt x="20419" y="5878"/>
                  <a:pt x="20369" y="5782"/>
                </a:cubicBezTo>
                <a:close/>
                <a:moveTo>
                  <a:pt x="20679" y="6434"/>
                </a:moveTo>
                <a:lnTo>
                  <a:pt x="6434" y="20679"/>
                </a:lnTo>
                <a:cubicBezTo>
                  <a:pt x="6534" y="20723"/>
                  <a:pt x="6633" y="20769"/>
                  <a:pt x="6734" y="20809"/>
                </a:cubicBezTo>
                <a:lnTo>
                  <a:pt x="20809" y="6735"/>
                </a:lnTo>
                <a:cubicBezTo>
                  <a:pt x="20769" y="6634"/>
                  <a:pt x="20723" y="6534"/>
                  <a:pt x="20679" y="6434"/>
                </a:cubicBezTo>
                <a:close/>
                <a:moveTo>
                  <a:pt x="20956" y="7121"/>
                </a:moveTo>
                <a:lnTo>
                  <a:pt x="7120" y="20956"/>
                </a:lnTo>
                <a:cubicBezTo>
                  <a:pt x="7226" y="20994"/>
                  <a:pt x="7333" y="21030"/>
                  <a:pt x="7439" y="21065"/>
                </a:cubicBezTo>
                <a:lnTo>
                  <a:pt x="21065" y="7439"/>
                </a:lnTo>
                <a:cubicBezTo>
                  <a:pt x="21030" y="7333"/>
                  <a:pt x="20994" y="7226"/>
                  <a:pt x="20956" y="7121"/>
                </a:cubicBezTo>
                <a:close/>
                <a:moveTo>
                  <a:pt x="21190" y="7848"/>
                </a:moveTo>
                <a:lnTo>
                  <a:pt x="7848" y="21190"/>
                </a:lnTo>
                <a:cubicBezTo>
                  <a:pt x="7960" y="21221"/>
                  <a:pt x="8073" y="21252"/>
                  <a:pt x="8186" y="21280"/>
                </a:cubicBezTo>
                <a:lnTo>
                  <a:pt x="21280" y="8186"/>
                </a:lnTo>
                <a:cubicBezTo>
                  <a:pt x="21252" y="8073"/>
                  <a:pt x="21221" y="7960"/>
                  <a:pt x="21190" y="7848"/>
                </a:cubicBezTo>
                <a:close/>
                <a:moveTo>
                  <a:pt x="21378" y="8623"/>
                </a:moveTo>
                <a:lnTo>
                  <a:pt x="8623" y="21378"/>
                </a:lnTo>
                <a:cubicBezTo>
                  <a:pt x="8743" y="21402"/>
                  <a:pt x="8863" y="21424"/>
                  <a:pt x="8984" y="21445"/>
                </a:cubicBezTo>
                <a:lnTo>
                  <a:pt x="21445" y="8984"/>
                </a:lnTo>
                <a:cubicBezTo>
                  <a:pt x="21424" y="8864"/>
                  <a:pt x="21402" y="8743"/>
                  <a:pt x="21378" y="8623"/>
                </a:cubicBezTo>
                <a:close/>
                <a:moveTo>
                  <a:pt x="21514" y="9448"/>
                </a:moveTo>
                <a:lnTo>
                  <a:pt x="9447" y="21514"/>
                </a:lnTo>
                <a:cubicBezTo>
                  <a:pt x="9576" y="21530"/>
                  <a:pt x="9704" y="21546"/>
                  <a:pt x="9833" y="21557"/>
                </a:cubicBezTo>
                <a:lnTo>
                  <a:pt x="21557" y="9834"/>
                </a:lnTo>
                <a:cubicBezTo>
                  <a:pt x="21546" y="9705"/>
                  <a:pt x="21530" y="9576"/>
                  <a:pt x="21514" y="9448"/>
                </a:cubicBezTo>
                <a:close/>
                <a:moveTo>
                  <a:pt x="21590" y="10333"/>
                </a:moveTo>
                <a:lnTo>
                  <a:pt x="10332" y="21590"/>
                </a:lnTo>
                <a:cubicBezTo>
                  <a:pt x="10473" y="21596"/>
                  <a:pt x="10613" y="21599"/>
                  <a:pt x="10753" y="21600"/>
                </a:cubicBezTo>
                <a:lnTo>
                  <a:pt x="21600" y="10754"/>
                </a:lnTo>
                <a:cubicBezTo>
                  <a:pt x="21599" y="10613"/>
                  <a:pt x="21596" y="10473"/>
                  <a:pt x="21590" y="10333"/>
                </a:cubicBezTo>
                <a:close/>
                <a:moveTo>
                  <a:pt x="21590" y="11296"/>
                </a:moveTo>
                <a:lnTo>
                  <a:pt x="11295" y="21590"/>
                </a:lnTo>
                <a:cubicBezTo>
                  <a:pt x="11449" y="21583"/>
                  <a:pt x="11603" y="21572"/>
                  <a:pt x="11757" y="21558"/>
                </a:cubicBezTo>
                <a:lnTo>
                  <a:pt x="21558" y="11757"/>
                </a:lnTo>
                <a:cubicBezTo>
                  <a:pt x="21572" y="11603"/>
                  <a:pt x="21583" y="11450"/>
                  <a:pt x="21590" y="11296"/>
                </a:cubicBezTo>
                <a:close/>
                <a:moveTo>
                  <a:pt x="21489" y="12358"/>
                </a:moveTo>
                <a:lnTo>
                  <a:pt x="12358" y="21489"/>
                </a:lnTo>
                <a:cubicBezTo>
                  <a:pt x="12531" y="21464"/>
                  <a:pt x="12703" y="21434"/>
                  <a:pt x="12876" y="21400"/>
                </a:cubicBezTo>
                <a:lnTo>
                  <a:pt x="21400" y="12876"/>
                </a:lnTo>
                <a:cubicBezTo>
                  <a:pt x="21434" y="12704"/>
                  <a:pt x="21464" y="12531"/>
                  <a:pt x="21489" y="12358"/>
                </a:cubicBezTo>
                <a:close/>
                <a:moveTo>
                  <a:pt x="21239" y="13569"/>
                </a:moveTo>
                <a:lnTo>
                  <a:pt x="13569" y="21239"/>
                </a:lnTo>
                <a:cubicBezTo>
                  <a:pt x="13774" y="21185"/>
                  <a:pt x="13978" y="21125"/>
                  <a:pt x="14181" y="21058"/>
                </a:cubicBezTo>
                <a:lnTo>
                  <a:pt x="21058" y="14181"/>
                </a:lnTo>
                <a:cubicBezTo>
                  <a:pt x="21125" y="13978"/>
                  <a:pt x="21185" y="13774"/>
                  <a:pt x="21239" y="13569"/>
                </a:cubicBezTo>
                <a:close/>
                <a:moveTo>
                  <a:pt x="20736" y="15035"/>
                </a:moveTo>
                <a:lnTo>
                  <a:pt x="15035" y="20736"/>
                </a:lnTo>
                <a:cubicBezTo>
                  <a:pt x="15310" y="20619"/>
                  <a:pt x="15581" y="20493"/>
                  <a:pt x="15848" y="20352"/>
                </a:cubicBezTo>
                <a:lnTo>
                  <a:pt x="20352" y="15848"/>
                </a:lnTo>
                <a:cubicBezTo>
                  <a:pt x="20493" y="15581"/>
                  <a:pt x="20619" y="15310"/>
                  <a:pt x="20736" y="15035"/>
                </a:cubicBezTo>
                <a:close/>
                <a:moveTo>
                  <a:pt x="19400" y="17332"/>
                </a:moveTo>
                <a:lnTo>
                  <a:pt x="17332" y="19400"/>
                </a:lnTo>
                <a:cubicBezTo>
                  <a:pt x="17716" y="19108"/>
                  <a:pt x="18087" y="18789"/>
                  <a:pt x="18438" y="18438"/>
                </a:cubicBezTo>
                <a:cubicBezTo>
                  <a:pt x="18788" y="18087"/>
                  <a:pt x="19107" y="17716"/>
                  <a:pt x="19400" y="1733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1" name="Shape"/>
          <p:cNvSpPr/>
          <p:nvPr/>
        </p:nvSpPr>
        <p:spPr>
          <a:xfrm>
            <a:off x="-9782" y="-14685"/>
            <a:ext cx="5401449" cy="1371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9" h="21600" extrusionOk="0">
                <a:moveTo>
                  <a:pt x="9876" y="0"/>
                </a:moveTo>
                <a:cubicBezTo>
                  <a:pt x="14909" y="1061"/>
                  <a:pt x="18164" y="3091"/>
                  <a:pt x="18448" y="5345"/>
                </a:cubicBezTo>
                <a:cubicBezTo>
                  <a:pt x="18695" y="7304"/>
                  <a:pt x="16642" y="9198"/>
                  <a:pt x="12885" y="10477"/>
                </a:cubicBezTo>
                <a:cubicBezTo>
                  <a:pt x="8651" y="11730"/>
                  <a:pt x="7084" y="13955"/>
                  <a:pt x="9071" y="15894"/>
                </a:cubicBezTo>
                <a:cubicBezTo>
                  <a:pt x="10355" y="17147"/>
                  <a:pt x="13013" y="18098"/>
                  <a:pt x="16290" y="18479"/>
                </a:cubicBezTo>
                <a:cubicBezTo>
                  <a:pt x="17951" y="18702"/>
                  <a:pt x="19367" y="19144"/>
                  <a:pt x="20305" y="19731"/>
                </a:cubicBezTo>
                <a:cubicBezTo>
                  <a:pt x="21193" y="20288"/>
                  <a:pt x="21600" y="20944"/>
                  <a:pt x="21463" y="21600"/>
                </a:cubicBezTo>
                <a:lnTo>
                  <a:pt x="0" y="21600"/>
                </a:lnTo>
                <a:lnTo>
                  <a:pt x="0" y="1"/>
                </a:lnTo>
                <a:lnTo>
                  <a:pt x="987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42" name="Shape"/>
          <p:cNvSpPr/>
          <p:nvPr/>
        </p:nvSpPr>
        <p:spPr>
          <a:xfrm>
            <a:off x="14077382" y="-26393"/>
            <a:ext cx="10315136" cy="1026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0992" extrusionOk="0">
                <a:moveTo>
                  <a:pt x="22" y="0"/>
                </a:moveTo>
                <a:cubicBezTo>
                  <a:pt x="-110" y="1123"/>
                  <a:pt x="362" y="2232"/>
                  <a:pt x="1268" y="2930"/>
                </a:cubicBezTo>
                <a:cubicBezTo>
                  <a:pt x="2187" y="3637"/>
                  <a:pt x="3418" y="3817"/>
                  <a:pt x="4507" y="3403"/>
                </a:cubicBezTo>
                <a:cubicBezTo>
                  <a:pt x="6055" y="2610"/>
                  <a:pt x="7961" y="3061"/>
                  <a:pt x="8970" y="4460"/>
                </a:cubicBezTo>
                <a:cubicBezTo>
                  <a:pt x="9809" y="5622"/>
                  <a:pt x="9807" y="7178"/>
                  <a:pt x="8965" y="8338"/>
                </a:cubicBezTo>
                <a:cubicBezTo>
                  <a:pt x="6771" y="11924"/>
                  <a:pt x="7613" y="16550"/>
                  <a:pt x="10936" y="19169"/>
                </a:cubicBezTo>
                <a:cubicBezTo>
                  <a:pt x="14018" y="21597"/>
                  <a:pt x="18405" y="21600"/>
                  <a:pt x="21490" y="19175"/>
                </a:cubicBezTo>
                <a:lnTo>
                  <a:pt x="21490" y="3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ffectLst>
            <a:outerShdw blurRad="9144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43" name="Circle"/>
          <p:cNvSpPr/>
          <p:nvPr/>
        </p:nvSpPr>
        <p:spPr>
          <a:xfrm>
            <a:off x="19803433" y="-1288291"/>
            <a:ext cx="2709535" cy="27095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4" name="Circle"/>
          <p:cNvSpPr/>
          <p:nvPr/>
        </p:nvSpPr>
        <p:spPr>
          <a:xfrm>
            <a:off x="21418714" y="741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5" name="Circle"/>
          <p:cNvSpPr/>
          <p:nvPr/>
        </p:nvSpPr>
        <p:spPr>
          <a:xfrm>
            <a:off x="3257714" y="112235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6" name="Circle"/>
          <p:cNvSpPr/>
          <p:nvPr/>
        </p:nvSpPr>
        <p:spPr>
          <a:xfrm>
            <a:off x="1178535" y="3912012"/>
            <a:ext cx="1046530" cy="104653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7" name="Circle"/>
          <p:cNvSpPr/>
          <p:nvPr/>
        </p:nvSpPr>
        <p:spPr>
          <a:xfrm>
            <a:off x="7653501" y="-1347822"/>
            <a:ext cx="1812598" cy="1812597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8" name="Circle"/>
          <p:cNvSpPr/>
          <p:nvPr/>
        </p:nvSpPr>
        <p:spPr>
          <a:xfrm>
            <a:off x="16592714" y="12010990"/>
            <a:ext cx="494973" cy="49497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9" name="THANK YOU!"/>
          <p:cNvSpPr txBox="1"/>
          <p:nvPr/>
        </p:nvSpPr>
        <p:spPr>
          <a:xfrm>
            <a:off x="6601846" y="5645150"/>
            <a:ext cx="9328592" cy="242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15000" b="0">
                <a:solidFill>
                  <a:srgbClr val="F6C543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rPr dirty="0">
                <a:solidFill>
                  <a:schemeClr val="accent1"/>
                </a:solidFill>
              </a:rPr>
              <a:t>THANK</a:t>
            </a:r>
            <a:r>
              <a:rPr dirty="0"/>
              <a:t> </a:t>
            </a:r>
            <a:r>
              <a:rPr dirty="0">
                <a:solidFill>
                  <a:srgbClr val="FFFFFF"/>
                </a:solidFill>
              </a:rPr>
              <a:t>YOU!</a:t>
            </a:r>
          </a:p>
        </p:txBody>
      </p:sp>
      <p:sp>
        <p:nvSpPr>
          <p:cNvPr id="250" name="Shape"/>
          <p:cNvSpPr/>
          <p:nvPr/>
        </p:nvSpPr>
        <p:spPr>
          <a:xfrm>
            <a:off x="1623485" y="7350797"/>
            <a:ext cx="1046530" cy="10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1" name="Shape"/>
          <p:cNvSpPr/>
          <p:nvPr/>
        </p:nvSpPr>
        <p:spPr>
          <a:xfrm>
            <a:off x="18939296" y="9096486"/>
            <a:ext cx="2330506" cy="2330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2" name="Shape"/>
          <p:cNvSpPr/>
          <p:nvPr/>
        </p:nvSpPr>
        <p:spPr>
          <a:xfrm>
            <a:off x="21530096" y="2166365"/>
            <a:ext cx="4663288" cy="46627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6"/>
                  <a:pt x="2881" y="3017"/>
                </a:cubicBezTo>
                <a:cubicBezTo>
                  <a:pt x="-961" y="7038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8"/>
                  <a:pt x="16797" y="3017"/>
                </a:cubicBezTo>
                <a:cubicBezTo>
                  <a:pt x="14876" y="1006"/>
                  <a:pt x="12357" y="0"/>
                  <a:pt x="9839" y="0"/>
                </a:cubicBezTo>
                <a:close/>
                <a:moveTo>
                  <a:pt x="9839" y="2649"/>
                </a:moveTo>
                <a:cubicBezTo>
                  <a:pt x="11709" y="2649"/>
                  <a:pt x="13580" y="3397"/>
                  <a:pt x="15007" y="4890"/>
                </a:cubicBezTo>
                <a:cubicBezTo>
                  <a:pt x="17861" y="7877"/>
                  <a:pt x="17861" y="12718"/>
                  <a:pt x="15007" y="15705"/>
                </a:cubicBezTo>
                <a:cubicBezTo>
                  <a:pt x="12153" y="18692"/>
                  <a:pt x="7525" y="18692"/>
                  <a:pt x="4671" y="15705"/>
                </a:cubicBezTo>
                <a:cubicBezTo>
                  <a:pt x="1817" y="12718"/>
                  <a:pt x="1817" y="7877"/>
                  <a:pt x="4671" y="4890"/>
                </a:cubicBezTo>
                <a:cubicBezTo>
                  <a:pt x="6098" y="3397"/>
                  <a:pt x="7969" y="2649"/>
                  <a:pt x="9839" y="26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hite">
  <a:themeElements>
    <a:clrScheme name="HiSlide_A_03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F6C542"/>
      </a:accent1>
      <a:accent2>
        <a:srgbClr val="F5E167"/>
      </a:accent2>
      <a:accent3>
        <a:srgbClr val="272727"/>
      </a:accent3>
      <a:accent4>
        <a:srgbClr val="3F4040"/>
      </a:accent4>
      <a:accent5>
        <a:srgbClr val="F5E167"/>
      </a:accent5>
      <a:accent6>
        <a:srgbClr val="F6C542"/>
      </a:accent6>
      <a:hlink>
        <a:srgbClr val="F5E167"/>
      </a:hlink>
      <a:folHlink>
        <a:srgbClr val="F6C542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803</Words>
  <Application>Microsoft Office PowerPoint</Application>
  <PresentationFormat>自定义</PresentationFormat>
  <Paragraphs>165</Paragraphs>
  <Slides>53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66" baseType="lpstr">
      <vt:lpstr>Helvetica Neue</vt:lpstr>
      <vt:lpstr>Helvetica Neue Light</vt:lpstr>
      <vt:lpstr>Helvetica Neue Medium</vt:lpstr>
      <vt:lpstr>等线</vt:lpstr>
      <vt:lpstr>等线 Light</vt:lpstr>
      <vt:lpstr>华文楷体</vt:lpstr>
      <vt:lpstr>楷体_GB2312</vt:lpstr>
      <vt:lpstr>宋体</vt:lpstr>
      <vt:lpstr>Arial</vt:lpstr>
      <vt:lpstr>Impact</vt:lpstr>
      <vt:lpstr>Times New Roman</vt:lpstr>
      <vt:lpstr>White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组合体读图——图线与线框</vt:lpstr>
      <vt:lpstr>组合体读图</vt:lpstr>
      <vt:lpstr>组合体读图</vt:lpstr>
      <vt:lpstr>组合体读图</vt:lpstr>
      <vt:lpstr>组合体读图——形体分析</vt:lpstr>
      <vt:lpstr>组合体读图——切割方式（线面分析）</vt:lpstr>
      <vt:lpstr>组合体尺寸标注——基本立体</vt:lpstr>
      <vt:lpstr>组合体尺寸标注</vt:lpstr>
      <vt:lpstr>组合体尺寸标注</vt:lpstr>
      <vt:lpstr>组合体尺寸标注</vt:lpstr>
      <vt:lpstr>组合体尺寸标注</vt:lpstr>
      <vt:lpstr>组合体尺寸标注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q q</cp:lastModifiedBy>
  <cp:revision>8</cp:revision>
  <dcterms:modified xsi:type="dcterms:W3CDTF">2024-11-06T11:16:25Z</dcterms:modified>
</cp:coreProperties>
</file>